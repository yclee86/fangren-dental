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"/>
  </p:notesMasterIdLst>
  <p:sldIdLst>
    <p:sldId id="263" r:id="rId2"/>
    <p:sldId id="264" r:id="rId3"/>
    <p:sldId id="265" r:id="rId4"/>
    <p:sldId id="266" r:id="rId5"/>
  </p:sldIdLst>
  <p:sldSz cx="28800425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A915"/>
    <a:srgbClr val="3E6456"/>
    <a:srgbClr val="315568"/>
    <a:srgbClr val="FFFFFF"/>
    <a:srgbClr val="E8E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B1ED03-B005-4C59-B8B8-816E45F51BEE}" v="20" dt="2025-04-07T13:37:0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4" autoAdjust="0"/>
    <p:restoredTop sz="94660"/>
  </p:normalViewPr>
  <p:slideViewPr>
    <p:cSldViewPr snapToGrid="0">
      <p:cViewPr>
        <p:scale>
          <a:sx n="10" d="100"/>
          <a:sy n="10" d="100"/>
        </p:scale>
        <p:origin x="3942" y="1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-chin Lee" userId="74421360f55780b5" providerId="LiveId" clId="{CFB1ED03-B005-4C59-B8B8-816E45F51BEE}"/>
    <pc:docChg chg="undo redo custSel addSld modSld">
      <pc:chgData name="Yu-chin Lee" userId="74421360f55780b5" providerId="LiveId" clId="{CFB1ED03-B005-4C59-B8B8-816E45F51BEE}" dt="2025-04-07T13:40:07.833" v="246" actId="1037"/>
      <pc:docMkLst>
        <pc:docMk/>
      </pc:docMkLst>
      <pc:sldChg chg="delSp modSp add mod">
        <pc:chgData name="Yu-chin Lee" userId="74421360f55780b5" providerId="LiveId" clId="{CFB1ED03-B005-4C59-B8B8-816E45F51BEE}" dt="2025-04-07T13:07:16.023" v="27" actId="478"/>
        <pc:sldMkLst>
          <pc:docMk/>
          <pc:sldMk cId="4166699976" sldId="264"/>
        </pc:sldMkLst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97" creationId="{87CDD5FB-A735-0FB7-7F3E-62768592DF15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99" creationId="{A4DB8350-9354-9E63-BE93-C77CCF357A2B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140" creationId="{7C4013FB-2590-4B7B-8397-03293CB8B979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23" creationId="{7A25D73A-FC29-3D8A-740D-D42D9121B296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35" creationId="{A95E5AC0-B68A-C89D-F8CE-7E02FD8FAF69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68" creationId="{51F9ADA8-3AC8-FF41-58E0-C4C427D41BFA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86" creationId="{B3F75FA8-00CD-E955-C11E-2B4D89E8E926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87" creationId="{8E9DB39E-7635-A842-8402-68FFFA7A236D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289" creationId="{AED2F299-B965-C2A6-E53D-AA350A2082C5}"/>
          </ac:spMkLst>
        </pc:spChg>
        <pc:spChg chg="mod">
          <ac:chgData name="Yu-chin Lee" userId="74421360f55780b5" providerId="LiveId" clId="{CFB1ED03-B005-4C59-B8B8-816E45F51BEE}" dt="2025-04-07T13:04:24.131" v="3" actId="27803"/>
          <ac:spMkLst>
            <pc:docMk/>
            <pc:sldMk cId="4166699976" sldId="264"/>
            <ac:spMk id="308" creationId="{784ABECE-2916-6642-AD0B-6CAF96B3FA86}"/>
          </ac:spMkLst>
        </pc:spChg>
        <pc:grpChg chg="mod">
          <ac:chgData name="Yu-chin Lee" userId="74421360f55780b5" providerId="LiveId" clId="{CFB1ED03-B005-4C59-B8B8-816E45F51BEE}" dt="2025-04-07T13:05:04.469" v="12" actId="1076"/>
          <ac:grpSpMkLst>
            <pc:docMk/>
            <pc:sldMk cId="4166699976" sldId="264"/>
            <ac:grpSpMk id="2" creationId="{8EC2A3D3-E699-BE5A-E000-EE86FF138956}"/>
          </ac:grpSpMkLst>
        </pc:grpChg>
        <pc:grpChg chg="del">
          <ac:chgData name="Yu-chin Lee" userId="74421360f55780b5" providerId="LiveId" clId="{CFB1ED03-B005-4C59-B8B8-816E45F51BEE}" dt="2025-04-07T13:04:13.800" v="1" actId="165"/>
          <ac:grpSpMkLst>
            <pc:docMk/>
            <pc:sldMk cId="4166699976" sldId="264"/>
            <ac:grpSpMk id="13" creationId="{1E63568D-8449-005C-9CCB-4D4DA0A86721}"/>
          </ac:grpSpMkLst>
        </pc:grpChg>
        <pc:grpChg chg="del mod topLvl">
          <ac:chgData name="Yu-chin Lee" userId="74421360f55780b5" providerId="LiveId" clId="{CFB1ED03-B005-4C59-B8B8-816E45F51BEE}" dt="2025-04-07T13:04:18.009" v="2" actId="165"/>
          <ac:grpSpMkLst>
            <pc:docMk/>
            <pc:sldMk cId="4166699976" sldId="264"/>
            <ac:grpSpMk id="14" creationId="{02484250-CB6A-EBCA-6696-DFB114D24816}"/>
          </ac:grpSpMkLst>
        </pc:grpChg>
        <pc:grpChg chg="del">
          <ac:chgData name="Yu-chin Lee" userId="74421360f55780b5" providerId="LiveId" clId="{CFB1ED03-B005-4C59-B8B8-816E45F51BEE}" dt="2025-04-07T13:07:16.023" v="27" actId="478"/>
          <ac:grpSpMkLst>
            <pc:docMk/>
            <pc:sldMk cId="4166699976" sldId="264"/>
            <ac:grpSpMk id="150" creationId="{BD9D593E-8124-C50D-F36E-F71E41DFB47D}"/>
          </ac:grpSpMkLst>
        </pc:grpChg>
        <pc:picChg chg="mod topLvl">
          <ac:chgData name="Yu-chin Lee" userId="74421360f55780b5" providerId="LiveId" clId="{CFB1ED03-B005-4C59-B8B8-816E45F51BEE}" dt="2025-04-07T13:04:13.800" v="1" actId="165"/>
          <ac:picMkLst>
            <pc:docMk/>
            <pc:sldMk cId="4166699976" sldId="264"/>
            <ac:picMk id="16" creationId="{26EF5B09-A4AA-7E0A-98F0-16B076707C52}"/>
          </ac:picMkLst>
        </pc:picChg>
        <pc:picChg chg="mod topLvl">
          <ac:chgData name="Yu-chin Lee" userId="74421360f55780b5" providerId="LiveId" clId="{CFB1ED03-B005-4C59-B8B8-816E45F51BEE}" dt="2025-04-07T13:04:18.009" v="2" actId="165"/>
          <ac:picMkLst>
            <pc:docMk/>
            <pc:sldMk cId="4166699976" sldId="264"/>
            <ac:picMk id="18" creationId="{88159641-6D6A-B90E-38A3-BE5BF93F8301}"/>
          </ac:picMkLst>
        </pc:picChg>
        <pc:picChg chg="mod topLvl">
          <ac:chgData name="Yu-chin Lee" userId="74421360f55780b5" providerId="LiveId" clId="{CFB1ED03-B005-4C59-B8B8-816E45F51BEE}" dt="2025-04-07T13:04:18.009" v="2" actId="165"/>
          <ac:picMkLst>
            <pc:docMk/>
            <pc:sldMk cId="4166699976" sldId="264"/>
            <ac:picMk id="19" creationId="{3631EA2D-ED16-0B6A-EC39-31C76CD11344}"/>
          </ac:picMkLst>
        </pc:picChg>
        <pc:picChg chg="mod topLvl">
          <ac:chgData name="Yu-chin Lee" userId="74421360f55780b5" providerId="LiveId" clId="{CFB1ED03-B005-4C59-B8B8-816E45F51BEE}" dt="2025-04-07T13:04:18.009" v="2" actId="165"/>
          <ac:picMkLst>
            <pc:docMk/>
            <pc:sldMk cId="4166699976" sldId="264"/>
            <ac:picMk id="20" creationId="{9C49D2C5-D369-90AD-37BB-8CFD25700B41}"/>
          </ac:picMkLst>
        </pc:picChg>
      </pc:sldChg>
      <pc:sldChg chg="addSp delSp modSp add mod setBg">
        <pc:chgData name="Yu-chin Lee" userId="74421360f55780b5" providerId="LiveId" clId="{CFB1ED03-B005-4C59-B8B8-816E45F51BEE}" dt="2025-04-07T13:40:07.833" v="246" actId="1037"/>
        <pc:sldMkLst>
          <pc:docMk/>
          <pc:sldMk cId="588852461" sldId="265"/>
        </pc:sldMkLst>
        <pc:spChg chg="add mod topLvl">
          <ac:chgData name="Yu-chin Lee" userId="74421360f55780b5" providerId="LiveId" clId="{CFB1ED03-B005-4C59-B8B8-816E45F51BEE}" dt="2025-04-07T13:13:35.528" v="188" actId="164"/>
          <ac:spMkLst>
            <pc:docMk/>
            <pc:sldMk cId="588852461" sldId="265"/>
            <ac:spMk id="3" creationId="{A64CBE3F-EBFE-ABAA-090A-89BAF0C920CB}"/>
          </ac:spMkLst>
        </pc:spChg>
        <pc:spChg chg="add mod topLvl">
          <ac:chgData name="Yu-chin Lee" userId="74421360f55780b5" providerId="LiveId" clId="{CFB1ED03-B005-4C59-B8B8-816E45F51BEE}" dt="2025-04-07T13:40:01.479" v="242" actId="1037"/>
          <ac:spMkLst>
            <pc:docMk/>
            <pc:sldMk cId="588852461" sldId="265"/>
            <ac:spMk id="13" creationId="{5718FFFD-9A12-5718-606E-A887D2F0F2D9}"/>
          </ac:spMkLst>
        </pc:spChg>
        <pc:spChg chg="mod">
          <ac:chgData name="Yu-chin Lee" userId="74421360f55780b5" providerId="LiveId" clId="{CFB1ED03-B005-4C59-B8B8-816E45F51BEE}" dt="2025-04-07T13:04:51.584" v="8" actId="1076"/>
          <ac:spMkLst>
            <pc:docMk/>
            <pc:sldMk cId="588852461" sldId="265"/>
            <ac:spMk id="199" creationId="{CE7EE19F-7A6F-2247-2106-7F576BE4052A}"/>
          </ac:spMkLst>
        </pc:spChg>
        <pc:grpChg chg="del">
          <ac:chgData name="Yu-chin Lee" userId="74421360f55780b5" providerId="LiveId" clId="{CFB1ED03-B005-4C59-B8B8-816E45F51BEE}" dt="2025-04-07T13:04:44.051" v="5" actId="478"/>
          <ac:grpSpMkLst>
            <pc:docMk/>
            <pc:sldMk cId="588852461" sldId="265"/>
            <ac:grpSpMk id="2" creationId="{0181BFB4-5859-3903-05BD-5472A4764F47}"/>
          </ac:grpSpMkLst>
        </pc:grpChg>
        <pc:grpChg chg="add del mod">
          <ac:chgData name="Yu-chin Lee" userId="74421360f55780b5" providerId="LiveId" clId="{CFB1ED03-B005-4C59-B8B8-816E45F51BEE}" dt="2025-04-07T13:13:29.928" v="187" actId="165"/>
          <ac:grpSpMkLst>
            <pc:docMk/>
            <pc:sldMk cId="588852461" sldId="265"/>
            <ac:grpSpMk id="14" creationId="{EBEF9887-66D4-03A5-E004-A6D3CC2C794D}"/>
          </ac:grpSpMkLst>
        </pc:grpChg>
        <pc:grpChg chg="add del mod">
          <ac:chgData name="Yu-chin Lee" userId="74421360f55780b5" providerId="LiveId" clId="{CFB1ED03-B005-4C59-B8B8-816E45F51BEE}" dt="2025-04-07T13:06:00.270" v="23" actId="478"/>
          <ac:grpSpMkLst>
            <pc:docMk/>
            <pc:sldMk cId="588852461" sldId="265"/>
            <ac:grpSpMk id="18" creationId="{C0FA4AB7-4E90-B349-59C8-7C6D2D089BFC}"/>
          </ac:grpSpMkLst>
        </pc:grpChg>
        <pc:grpChg chg="mod">
          <ac:chgData name="Yu-chin Lee" userId="74421360f55780b5" providerId="LiveId" clId="{CFB1ED03-B005-4C59-B8B8-816E45F51BEE}" dt="2025-04-07T13:20:23.177" v="202" actId="1076"/>
          <ac:grpSpMkLst>
            <pc:docMk/>
            <pc:sldMk cId="588852461" sldId="265"/>
            <ac:grpSpMk id="90" creationId="{CA2B4268-3578-C0C6-1279-5B7134570674}"/>
          </ac:grpSpMkLst>
        </pc:grpChg>
        <pc:grpChg chg="del">
          <ac:chgData name="Yu-chin Lee" userId="74421360f55780b5" providerId="LiveId" clId="{CFB1ED03-B005-4C59-B8B8-816E45F51BEE}" dt="2025-04-07T13:05:29.148" v="14" actId="478"/>
          <ac:grpSpMkLst>
            <pc:docMk/>
            <pc:sldMk cId="588852461" sldId="265"/>
            <ac:grpSpMk id="150" creationId="{D9DB8FA6-4704-E0FD-EC19-C2F54DB49405}"/>
          </ac:grpSpMkLst>
        </pc:grpChg>
        <pc:grpChg chg="del">
          <ac:chgData name="Yu-chin Lee" userId="74421360f55780b5" providerId="LiveId" clId="{CFB1ED03-B005-4C59-B8B8-816E45F51BEE}" dt="2025-04-07T13:09:04.291" v="49" actId="478"/>
          <ac:grpSpMkLst>
            <pc:docMk/>
            <pc:sldMk cId="588852461" sldId="265"/>
            <ac:grpSpMk id="241" creationId="{501E76DF-89EE-6CF8-9560-32464DBAD848}"/>
          </ac:grpSpMkLst>
        </pc:grpChg>
        <pc:grpChg chg="del">
          <ac:chgData name="Yu-chin Lee" userId="74421360f55780b5" providerId="LiveId" clId="{CFB1ED03-B005-4C59-B8B8-816E45F51BEE}" dt="2025-04-07T13:05:37.251" v="16" actId="478"/>
          <ac:grpSpMkLst>
            <pc:docMk/>
            <pc:sldMk cId="588852461" sldId="265"/>
            <ac:grpSpMk id="261" creationId="{5B207516-42B9-F53C-53D9-F96EBCC24890}"/>
          </ac:grpSpMkLst>
        </pc:grpChg>
        <pc:grpChg chg="del">
          <ac:chgData name="Yu-chin Lee" userId="74421360f55780b5" providerId="LiveId" clId="{CFB1ED03-B005-4C59-B8B8-816E45F51BEE}" dt="2025-04-07T13:09:08.191" v="50" actId="478"/>
          <ac:grpSpMkLst>
            <pc:docMk/>
            <pc:sldMk cId="588852461" sldId="265"/>
            <ac:grpSpMk id="281" creationId="{E3BEA993-C7B2-072E-1A97-33930B758895}"/>
          </ac:grpSpMkLst>
        </pc:grpChg>
        <pc:grpChg chg="add mod">
          <ac:chgData name="Yu-chin Lee" userId="74421360f55780b5" providerId="LiveId" clId="{CFB1ED03-B005-4C59-B8B8-816E45F51BEE}" dt="2025-04-07T13:40:07.833" v="246" actId="1037"/>
          <ac:grpSpMkLst>
            <pc:docMk/>
            <pc:sldMk cId="588852461" sldId="265"/>
            <ac:grpSpMk id="336" creationId="{741EF7B2-2592-103A-3258-AAF403F735C6}"/>
          </ac:grpSpMkLst>
        </pc:grpChg>
        <pc:picChg chg="del">
          <ac:chgData name="Yu-chin Lee" userId="74421360f55780b5" providerId="LiveId" clId="{CFB1ED03-B005-4C59-B8B8-816E45F51BEE}" dt="2025-04-07T13:04:45.121" v="6" actId="478"/>
          <ac:picMkLst>
            <pc:docMk/>
            <pc:sldMk cId="588852461" sldId="265"/>
            <ac:picMk id="7" creationId="{57C5FE87-49A7-9AD4-987F-0070734D7511}"/>
          </ac:picMkLst>
        </pc:picChg>
        <pc:picChg chg="del">
          <ac:chgData name="Yu-chin Lee" userId="74421360f55780b5" providerId="LiveId" clId="{CFB1ED03-B005-4C59-B8B8-816E45F51BEE}" dt="2025-04-07T13:04:44.051" v="5" actId="478"/>
          <ac:picMkLst>
            <pc:docMk/>
            <pc:sldMk cId="588852461" sldId="265"/>
            <ac:picMk id="16" creationId="{62163B30-EE4F-32DC-C3E7-F0858B2E63B8}"/>
          </ac:picMkLst>
        </pc:picChg>
        <pc:picChg chg="del">
          <ac:chgData name="Yu-chin Lee" userId="74421360f55780b5" providerId="LiveId" clId="{CFB1ED03-B005-4C59-B8B8-816E45F51BEE}" dt="2025-04-07T13:04:44.051" v="5" actId="478"/>
          <ac:picMkLst>
            <pc:docMk/>
            <pc:sldMk cId="588852461" sldId="265"/>
            <ac:picMk id="19" creationId="{ABFC73E0-1920-B01F-C0C8-C1F5FE1EE01F}"/>
          </ac:picMkLst>
        </pc:picChg>
        <pc:picChg chg="del">
          <ac:chgData name="Yu-chin Lee" userId="74421360f55780b5" providerId="LiveId" clId="{CFB1ED03-B005-4C59-B8B8-816E45F51BEE}" dt="2025-04-07T13:04:44.051" v="5" actId="478"/>
          <ac:picMkLst>
            <pc:docMk/>
            <pc:sldMk cId="588852461" sldId="265"/>
            <ac:picMk id="20" creationId="{FBE30371-F786-9607-D1D8-870CBFFF99A9}"/>
          </ac:picMkLst>
        </pc:picChg>
        <pc:picChg chg="mod">
          <ac:chgData name="Yu-chin Lee" userId="74421360f55780b5" providerId="LiveId" clId="{CFB1ED03-B005-4C59-B8B8-816E45F51BEE}" dt="2025-04-07T13:05:08.713" v="13"/>
          <ac:picMkLst>
            <pc:docMk/>
            <pc:sldMk cId="588852461" sldId="265"/>
            <ac:picMk id="332" creationId="{1EF86D4C-9FFD-E479-D5D0-A7B489D24CCB}"/>
          </ac:picMkLst>
        </pc:picChg>
        <pc:picChg chg="mod">
          <ac:chgData name="Yu-chin Lee" userId="74421360f55780b5" providerId="LiveId" clId="{CFB1ED03-B005-4C59-B8B8-816E45F51BEE}" dt="2025-04-07T13:05:08.713" v="13"/>
          <ac:picMkLst>
            <pc:docMk/>
            <pc:sldMk cId="588852461" sldId="265"/>
            <ac:picMk id="333" creationId="{5F074762-2357-C882-B89F-5E433B9B10B9}"/>
          </ac:picMkLst>
        </pc:picChg>
        <pc:picChg chg="mod">
          <ac:chgData name="Yu-chin Lee" userId="74421360f55780b5" providerId="LiveId" clId="{CFB1ED03-B005-4C59-B8B8-816E45F51BEE}" dt="2025-04-07T13:05:08.713" v="13"/>
          <ac:picMkLst>
            <pc:docMk/>
            <pc:sldMk cId="588852461" sldId="265"/>
            <ac:picMk id="334" creationId="{E90BF91A-8595-B3B5-4D17-D33D111921B6}"/>
          </ac:picMkLst>
        </pc:picChg>
        <pc:picChg chg="add mod">
          <ac:chgData name="Yu-chin Lee" userId="74421360f55780b5" providerId="LiveId" clId="{CFB1ED03-B005-4C59-B8B8-816E45F51BEE}" dt="2025-04-07T13:40:03.644" v="244" actId="1038"/>
          <ac:picMkLst>
            <pc:docMk/>
            <pc:sldMk cId="588852461" sldId="265"/>
            <ac:picMk id="335" creationId="{885148B4-FC7E-5EF0-04CF-7311F65B40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5809-1012-439B-9B30-C84050C42B7D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EC7E6-E26B-40A0-9AA7-2C8AC8125E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940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1pPr>
    <a:lvl2pPr marL="1041090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2pPr>
    <a:lvl3pPr marL="2082180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3pPr>
    <a:lvl4pPr marL="3123270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4pPr>
    <a:lvl5pPr marL="4164360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5pPr>
    <a:lvl6pPr marL="5205451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6pPr>
    <a:lvl7pPr marL="6246541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7pPr>
    <a:lvl8pPr marL="7287631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8pPr>
    <a:lvl9pPr marL="8328721" algn="l" defTabSz="2082180" rtl="0" eaLnBrk="1" latinLnBrk="0" hangingPunct="1">
      <a:defRPr sz="273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3A0F0-F1BE-C1C1-A567-FF9CC6A5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3EC7CE5-DCC0-812F-86A9-6445E837BA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302295-0A2B-379D-AF10-E250D83705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C01EB37-93CA-6F7E-18E0-41F13F5D20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C7E6-E26B-40A0-9AA7-2C8AC8125ED3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50326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4458C-93CB-EC61-E2E5-C12F3E109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8BC17864-D13A-B906-535C-1E9244950F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2A0FB6D-01E1-C69E-2014-3E4DB554CC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6D34478-D687-666F-72E5-BAA43DEB1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C7E6-E26B-40A0-9AA7-2C8AC8125ED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223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856B1-D650-FDE4-3374-4CCFBB64B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1E1730B-3AC2-2F21-0ECF-C3FB7E7C3E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77F9613-8839-8602-73C2-B497AF8E00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FBA5C50-B942-A667-C4D4-0213B7EF9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C7E6-E26B-40A0-9AA7-2C8AC8125ED3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288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CC315-569B-6FC1-F0D1-7368059BA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0C3F7F5-DDF7-309C-DEEE-350B6C751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85950" y="1143000"/>
            <a:ext cx="3086100" cy="30861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6B15A9-6AF9-15DB-D7AF-652719C0E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787D321-0492-4944-50B4-EF85D8B354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6EC7E6-E26B-40A0-9AA7-2C8AC8125ED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9107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0032" y="4713405"/>
            <a:ext cx="24480361" cy="10026815"/>
          </a:xfrm>
        </p:spPr>
        <p:txBody>
          <a:bodyPr anchor="b"/>
          <a:lstStyle>
            <a:lvl1pPr algn="ctr">
              <a:defRPr sz="1889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15126892"/>
            <a:ext cx="21600319" cy="6953434"/>
          </a:xfrm>
        </p:spPr>
        <p:txBody>
          <a:bodyPr/>
          <a:lstStyle>
            <a:lvl1pPr marL="0" indent="0" algn="ctr">
              <a:buNone/>
              <a:defRPr sz="7559"/>
            </a:lvl1pPr>
            <a:lvl2pPr marL="1440043" indent="0" algn="ctr">
              <a:buNone/>
              <a:defRPr sz="6299"/>
            </a:lvl2pPr>
            <a:lvl3pPr marL="2880086" indent="0" algn="ctr">
              <a:buNone/>
              <a:defRPr sz="5669"/>
            </a:lvl3pPr>
            <a:lvl4pPr marL="4320129" indent="0" algn="ctr">
              <a:buNone/>
              <a:defRPr sz="5040"/>
            </a:lvl4pPr>
            <a:lvl5pPr marL="5760171" indent="0" algn="ctr">
              <a:buNone/>
              <a:defRPr sz="5040"/>
            </a:lvl5pPr>
            <a:lvl6pPr marL="7200214" indent="0" algn="ctr">
              <a:buNone/>
              <a:defRPr sz="5040"/>
            </a:lvl6pPr>
            <a:lvl7pPr marL="8640257" indent="0" algn="ctr">
              <a:buNone/>
              <a:defRPr sz="5040"/>
            </a:lvl7pPr>
            <a:lvl8pPr marL="10080300" indent="0" algn="ctr">
              <a:buNone/>
              <a:defRPr sz="5040"/>
            </a:lvl8pPr>
            <a:lvl9pPr marL="11520343" indent="0" algn="ctr">
              <a:buNone/>
              <a:defRPr sz="504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1059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5178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30" y="7180114"/>
            <a:ext cx="24840367" cy="11980175"/>
          </a:xfrm>
        </p:spPr>
        <p:txBody>
          <a:bodyPr anchor="b"/>
          <a:lstStyle>
            <a:lvl1pPr>
              <a:defRPr sz="18898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30" y="19273626"/>
            <a:ext cx="24840367" cy="6300091"/>
          </a:xfrm>
        </p:spPr>
        <p:txBody>
          <a:bodyPr/>
          <a:lstStyle>
            <a:lvl1pPr marL="0" indent="0">
              <a:buNone/>
              <a:defRPr sz="7559">
                <a:solidFill>
                  <a:schemeClr val="tx1">
                    <a:tint val="82000"/>
                  </a:schemeClr>
                </a:solidFill>
              </a:defRPr>
            </a:lvl1pPr>
            <a:lvl2pPr marL="1440043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2pPr>
            <a:lvl3pPr marL="288008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3pPr>
            <a:lvl4pPr marL="4320129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4pPr>
            <a:lvl5pPr marL="5760171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5pPr>
            <a:lvl6pPr marL="7200214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6pPr>
            <a:lvl7pPr marL="8640257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7pPr>
            <a:lvl8pPr marL="1008030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8pPr>
            <a:lvl9pPr marL="11520343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4194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7666780"/>
            <a:ext cx="12240181" cy="1827360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7666780"/>
            <a:ext cx="12240181" cy="1827360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2049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533362"/>
            <a:ext cx="24840367" cy="5566751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4" y="7060106"/>
            <a:ext cx="12183928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4" y="10520155"/>
            <a:ext cx="12183928" cy="1547356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7" y="7060106"/>
            <a:ext cx="12243932" cy="3460049"/>
          </a:xfrm>
        </p:spPr>
        <p:txBody>
          <a:bodyPr anchor="b"/>
          <a:lstStyle>
            <a:lvl1pPr marL="0" indent="0">
              <a:buNone/>
              <a:defRPr sz="7559" b="1"/>
            </a:lvl1pPr>
            <a:lvl2pPr marL="1440043" indent="0">
              <a:buNone/>
              <a:defRPr sz="6299" b="1"/>
            </a:lvl2pPr>
            <a:lvl3pPr marL="2880086" indent="0">
              <a:buNone/>
              <a:defRPr sz="5669" b="1"/>
            </a:lvl3pPr>
            <a:lvl4pPr marL="4320129" indent="0">
              <a:buNone/>
              <a:defRPr sz="5040" b="1"/>
            </a:lvl4pPr>
            <a:lvl5pPr marL="5760171" indent="0">
              <a:buNone/>
              <a:defRPr sz="5040" b="1"/>
            </a:lvl5pPr>
            <a:lvl6pPr marL="7200214" indent="0">
              <a:buNone/>
              <a:defRPr sz="5040" b="1"/>
            </a:lvl6pPr>
            <a:lvl7pPr marL="8640257" indent="0">
              <a:buNone/>
              <a:defRPr sz="5040" b="1"/>
            </a:lvl7pPr>
            <a:lvl8pPr marL="10080300" indent="0">
              <a:buNone/>
              <a:defRPr sz="5040" b="1"/>
            </a:lvl8pPr>
            <a:lvl9pPr marL="11520343" indent="0">
              <a:buNone/>
              <a:defRPr sz="504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7" y="10520155"/>
            <a:ext cx="12243932" cy="1547356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18195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1129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50516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4146734"/>
            <a:ext cx="14580215" cy="20466969"/>
          </a:xfrm>
        </p:spPr>
        <p:txBody>
          <a:bodyPr/>
          <a:lstStyle>
            <a:lvl1pPr>
              <a:defRPr sz="10079"/>
            </a:lvl1pPr>
            <a:lvl2pPr>
              <a:defRPr sz="8819"/>
            </a:lvl2pPr>
            <a:lvl3pPr>
              <a:defRPr sz="7559"/>
            </a:lvl3pPr>
            <a:lvl4pPr>
              <a:defRPr sz="6299"/>
            </a:lvl4pPr>
            <a:lvl5pPr>
              <a:defRPr sz="6299"/>
            </a:lvl5pPr>
            <a:lvl6pPr>
              <a:defRPr sz="6299"/>
            </a:lvl6pPr>
            <a:lvl7pPr>
              <a:defRPr sz="6299"/>
            </a:lvl7pPr>
            <a:lvl8pPr>
              <a:defRPr sz="6299"/>
            </a:lvl8pPr>
            <a:lvl9pPr>
              <a:defRPr sz="629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0005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1920028"/>
            <a:ext cx="9288887" cy="6720099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4146734"/>
            <a:ext cx="14580215" cy="20466969"/>
          </a:xfrm>
        </p:spPr>
        <p:txBody>
          <a:bodyPr anchor="t"/>
          <a:lstStyle>
            <a:lvl1pPr marL="0" indent="0">
              <a:buNone/>
              <a:defRPr sz="10079"/>
            </a:lvl1pPr>
            <a:lvl2pPr marL="1440043" indent="0">
              <a:buNone/>
              <a:defRPr sz="8819"/>
            </a:lvl2pPr>
            <a:lvl3pPr marL="2880086" indent="0">
              <a:buNone/>
              <a:defRPr sz="7559"/>
            </a:lvl3pPr>
            <a:lvl4pPr marL="4320129" indent="0">
              <a:buNone/>
              <a:defRPr sz="6299"/>
            </a:lvl4pPr>
            <a:lvl5pPr marL="5760171" indent="0">
              <a:buNone/>
              <a:defRPr sz="6299"/>
            </a:lvl5pPr>
            <a:lvl6pPr marL="7200214" indent="0">
              <a:buNone/>
              <a:defRPr sz="6299"/>
            </a:lvl6pPr>
            <a:lvl7pPr marL="8640257" indent="0">
              <a:buNone/>
              <a:defRPr sz="6299"/>
            </a:lvl7pPr>
            <a:lvl8pPr marL="10080300" indent="0">
              <a:buNone/>
              <a:defRPr sz="6299"/>
            </a:lvl8pPr>
            <a:lvl9pPr marL="11520343" indent="0">
              <a:buNone/>
              <a:defRPr sz="6299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0" y="8640127"/>
            <a:ext cx="9288887" cy="16006905"/>
          </a:xfrm>
        </p:spPr>
        <p:txBody>
          <a:bodyPr/>
          <a:lstStyle>
            <a:lvl1pPr marL="0" indent="0">
              <a:buNone/>
              <a:defRPr sz="5040"/>
            </a:lvl1pPr>
            <a:lvl2pPr marL="1440043" indent="0">
              <a:buNone/>
              <a:defRPr sz="4410"/>
            </a:lvl2pPr>
            <a:lvl3pPr marL="2880086" indent="0">
              <a:buNone/>
              <a:defRPr sz="3780"/>
            </a:lvl3pPr>
            <a:lvl4pPr marL="4320129" indent="0">
              <a:buNone/>
              <a:defRPr sz="3150"/>
            </a:lvl4pPr>
            <a:lvl5pPr marL="5760171" indent="0">
              <a:buNone/>
              <a:defRPr sz="3150"/>
            </a:lvl5pPr>
            <a:lvl6pPr marL="7200214" indent="0">
              <a:buNone/>
              <a:defRPr sz="3150"/>
            </a:lvl6pPr>
            <a:lvl7pPr marL="8640257" indent="0">
              <a:buNone/>
              <a:defRPr sz="3150"/>
            </a:lvl7pPr>
            <a:lvl8pPr marL="10080300" indent="0">
              <a:buNone/>
              <a:defRPr sz="3150"/>
            </a:lvl8pPr>
            <a:lvl9pPr marL="11520343" indent="0">
              <a:buNone/>
              <a:defRPr sz="315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2690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69513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6" y="1533356"/>
            <a:ext cx="6210092" cy="24407029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31" y="1533356"/>
            <a:ext cx="18270270" cy="24407029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00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1533362"/>
            <a:ext cx="24840367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7666780"/>
            <a:ext cx="24840367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EAF254-B424-4EF3-AA39-71FD2DF7E94B}" type="datetimeFigureOut">
              <a:rPr lang="zh-TW" altLang="en-US" smtClean="0"/>
              <a:t>2025/4/24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26693734"/>
            <a:ext cx="9720143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26693734"/>
            <a:ext cx="6480096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A35B9-31D1-4763-9E9A-B1652083FE8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4477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880086" rtl="0" eaLnBrk="1" latinLnBrk="0" hangingPunct="1">
        <a:lnSpc>
          <a:spcPct val="90000"/>
        </a:lnSpc>
        <a:spcBef>
          <a:spcPct val="0"/>
        </a:spcBef>
        <a:buNone/>
        <a:defRPr sz="13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20021" indent="-720021" algn="l" defTabSz="2880086" rtl="0" eaLnBrk="1" latinLnBrk="0" hangingPunct="1">
        <a:lnSpc>
          <a:spcPct val="90000"/>
        </a:lnSpc>
        <a:spcBef>
          <a:spcPts val="3150"/>
        </a:spcBef>
        <a:buFont typeface="Arial" panose="020B0604020202020204" pitchFamily="34" charset="0"/>
        <a:buChar char="•"/>
        <a:defRPr sz="8819" kern="1200">
          <a:solidFill>
            <a:schemeClr val="tx1"/>
          </a:solidFill>
          <a:latin typeface="+mn-lt"/>
          <a:ea typeface="+mn-ea"/>
          <a:cs typeface="+mn-cs"/>
        </a:defRPr>
      </a:lvl1pPr>
      <a:lvl2pPr marL="21600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7559" kern="1200">
          <a:solidFill>
            <a:schemeClr val="tx1"/>
          </a:solidFill>
          <a:latin typeface="+mn-lt"/>
          <a:ea typeface="+mn-ea"/>
          <a:cs typeface="+mn-cs"/>
        </a:defRPr>
      </a:lvl2pPr>
      <a:lvl3pPr marL="3600107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6299" kern="1200">
          <a:solidFill>
            <a:schemeClr val="tx1"/>
          </a:solidFill>
          <a:latin typeface="+mn-lt"/>
          <a:ea typeface="+mn-ea"/>
          <a:cs typeface="+mn-cs"/>
        </a:defRPr>
      </a:lvl3pPr>
      <a:lvl4pPr marL="5040150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6480193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920236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9360278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800321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2240364" indent="-720021" algn="l" defTabSz="2880086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880086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3pPr>
      <a:lvl4pPr marL="4320129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4pPr>
      <a:lvl5pPr marL="5760171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5pPr>
      <a:lvl6pPr marL="7200214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6pPr>
      <a:lvl7pPr marL="8640257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7pPr>
      <a:lvl8pPr marL="10080300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8pPr>
      <a:lvl9pPr marL="11520343" algn="l" defTabSz="2880086" rtl="0" eaLnBrk="1" latinLnBrk="0" hangingPunct="1">
        <a:defRPr sz="56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5249C-3991-090B-CF15-C67E8EFDD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圖形 17">
            <a:extLst>
              <a:ext uri="{FF2B5EF4-FFF2-40B4-BE49-F238E27FC236}">
                <a16:creationId xmlns:a16="http://schemas.microsoft.com/office/drawing/2014/main" id="{CFCC9CCC-55D7-8425-2C81-93635E9B8538}"/>
              </a:ext>
            </a:extLst>
          </p:cNvPr>
          <p:cNvGrpSpPr/>
          <p:nvPr/>
        </p:nvGrpSpPr>
        <p:grpSpPr>
          <a:xfrm>
            <a:off x="14870892" y="25550218"/>
            <a:ext cx="52258929" cy="150493777"/>
            <a:chOff x="14870892" y="25550218"/>
            <a:chExt cx="52258929" cy="150493777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CAE62A83-C083-1695-D8EE-5A49AF41E7A1}"/>
                </a:ext>
              </a:extLst>
            </p:cNvPr>
            <p:cNvSpPr/>
            <p:nvPr/>
          </p:nvSpPr>
          <p:spPr>
            <a:xfrm>
              <a:off x="14870892" y="25550218"/>
              <a:ext cx="8735080" cy="8489354"/>
            </a:xfrm>
            <a:custGeom>
              <a:avLst/>
              <a:gdLst>
                <a:gd name="connsiteX0" fmla="*/ 8735081 w 8735080"/>
                <a:gd name="connsiteY0" fmla="*/ 4244677 h 8489354"/>
                <a:gd name="connsiteX1" fmla="*/ 4367541 w 8735080"/>
                <a:gd name="connsiteY1" fmla="*/ 8489354 h 8489354"/>
                <a:gd name="connsiteX2" fmla="*/ 1 w 8735080"/>
                <a:gd name="connsiteY2" fmla="*/ 4244676 h 8489354"/>
                <a:gd name="connsiteX3" fmla="*/ 4367541 w 8735080"/>
                <a:gd name="connsiteY3" fmla="*/ -1 h 8489354"/>
                <a:gd name="connsiteX4" fmla="*/ 8735081 w 8735080"/>
                <a:gd name="connsiteY4" fmla="*/ 4244677 h 848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080" h="8489354">
                  <a:moveTo>
                    <a:pt x="8735081" y="4244677"/>
                  </a:moveTo>
                  <a:cubicBezTo>
                    <a:pt x="8735081" y="6588948"/>
                    <a:pt x="6779666" y="8489354"/>
                    <a:pt x="4367541" y="8489354"/>
                  </a:cubicBezTo>
                  <a:cubicBezTo>
                    <a:pt x="1955415" y="8489354"/>
                    <a:pt x="1" y="6588947"/>
                    <a:pt x="1" y="4244676"/>
                  </a:cubicBezTo>
                  <a:cubicBezTo>
                    <a:pt x="1" y="1900405"/>
                    <a:pt x="1955415" y="-1"/>
                    <a:pt x="4367541" y="-1"/>
                  </a:cubicBezTo>
                  <a:cubicBezTo>
                    <a:pt x="6779667" y="-1"/>
                    <a:pt x="8735081" y="1900405"/>
                    <a:pt x="8735081" y="4244677"/>
                  </a:cubicBezTo>
                  <a:close/>
                </a:path>
              </a:pathLst>
            </a:custGeom>
            <a:noFill/>
            <a:ln w="128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0" name="圖形 17">
              <a:extLst>
                <a:ext uri="{FF2B5EF4-FFF2-40B4-BE49-F238E27FC236}">
                  <a16:creationId xmlns:a16="http://schemas.microsoft.com/office/drawing/2014/main" id="{BBD66444-906D-78DF-D2FA-0F4179953328}"/>
                </a:ext>
              </a:extLst>
            </p:cNvPr>
            <p:cNvGrpSpPr/>
            <p:nvPr/>
          </p:nvGrpSpPr>
          <p:grpSpPr>
            <a:xfrm>
              <a:off x="16180568" y="27778199"/>
              <a:ext cx="36584564" cy="71507959"/>
              <a:chOff x="16180568" y="27778199"/>
              <a:chExt cx="36584564" cy="71507959"/>
            </a:xfrm>
          </p:grpSpPr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B260C8EC-B0A3-7F43-CAE8-F4EBD0C1D4F1}"/>
                  </a:ext>
                </a:extLst>
              </p:cNvPr>
              <p:cNvSpPr/>
              <p:nvPr/>
            </p:nvSpPr>
            <p:spPr>
              <a:xfrm>
                <a:off x="18301937" y="28065937"/>
                <a:ext cx="571327" cy="29949"/>
              </a:xfrm>
              <a:custGeom>
                <a:avLst/>
                <a:gdLst>
                  <a:gd name="connsiteX0" fmla="*/ 0 w 571327"/>
                  <a:gd name="connsiteY0" fmla="*/ 0 h 29949"/>
                  <a:gd name="connsiteX1" fmla="*/ 571327 w 571327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27" h="29949">
                    <a:moveTo>
                      <a:pt x="0" y="0"/>
                    </a:moveTo>
                    <a:lnTo>
                      <a:pt x="571327" y="0"/>
                    </a:lnTo>
                  </a:path>
                </a:pathLst>
              </a:custGeom>
              <a:ln w="1771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482E3936-B0F4-5A39-4728-2257007F6EEA}"/>
                  </a:ext>
                </a:extLst>
              </p:cNvPr>
              <p:cNvSpPr/>
              <p:nvPr/>
            </p:nvSpPr>
            <p:spPr>
              <a:xfrm>
                <a:off x="18301937" y="28988967"/>
                <a:ext cx="571327" cy="29949"/>
              </a:xfrm>
              <a:custGeom>
                <a:avLst/>
                <a:gdLst>
                  <a:gd name="connsiteX0" fmla="*/ 0 w 571327"/>
                  <a:gd name="connsiteY0" fmla="*/ 0 h 29949"/>
                  <a:gd name="connsiteX1" fmla="*/ 571327 w 571327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27" h="29949">
                    <a:moveTo>
                      <a:pt x="0" y="0"/>
                    </a:moveTo>
                    <a:lnTo>
                      <a:pt x="571327" y="0"/>
                    </a:lnTo>
                  </a:path>
                </a:pathLst>
              </a:custGeom>
              <a:ln w="1771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BBC4D8BA-D025-DA64-8A4A-D80296978245}"/>
                  </a:ext>
                </a:extLst>
              </p:cNvPr>
              <p:cNvSpPr/>
              <p:nvPr/>
            </p:nvSpPr>
            <p:spPr>
              <a:xfrm>
                <a:off x="18046165" y="28467853"/>
                <a:ext cx="30815" cy="646300"/>
              </a:xfrm>
              <a:custGeom>
                <a:avLst/>
                <a:gdLst>
                  <a:gd name="connsiteX0" fmla="*/ 1 w 30815"/>
                  <a:gd name="connsiteY0" fmla="*/ 646300 h 646300"/>
                  <a:gd name="connsiteX1" fmla="*/ 1 w 30815"/>
                  <a:gd name="connsiteY1" fmla="*/ 0 h 646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46300">
                    <a:moveTo>
                      <a:pt x="1" y="646300"/>
                    </a:moveTo>
                    <a:lnTo>
                      <a:pt x="1" y="0"/>
                    </a:lnTo>
                  </a:path>
                </a:pathLst>
              </a:custGeom>
              <a:ln w="1771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9ED09781-769B-A723-01D3-5A50C55274CF}"/>
                  </a:ext>
                </a:extLst>
              </p:cNvPr>
              <p:cNvSpPr/>
              <p:nvPr/>
            </p:nvSpPr>
            <p:spPr>
              <a:xfrm>
                <a:off x="17800870" y="27816162"/>
                <a:ext cx="374414" cy="566036"/>
              </a:xfrm>
              <a:custGeom>
                <a:avLst/>
                <a:gdLst>
                  <a:gd name="connsiteX0" fmla="*/ 374414 w 374414"/>
                  <a:gd name="connsiteY0" fmla="*/ 0 h 566036"/>
                  <a:gd name="connsiteX1" fmla="*/ 0 w 374414"/>
                  <a:gd name="connsiteY1" fmla="*/ 566037 h 566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4414" h="566036">
                    <a:moveTo>
                      <a:pt x="374414" y="0"/>
                    </a:moveTo>
                    <a:cubicBezTo>
                      <a:pt x="374414" y="0"/>
                      <a:pt x="338358" y="389337"/>
                      <a:pt x="0" y="566037"/>
                    </a:cubicBezTo>
                  </a:path>
                </a:pathLst>
              </a:custGeom>
              <a:noFill/>
              <a:ln w="1771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21" name="圖形 17">
                <a:extLst>
                  <a:ext uri="{FF2B5EF4-FFF2-40B4-BE49-F238E27FC236}">
                    <a16:creationId xmlns:a16="http://schemas.microsoft.com/office/drawing/2014/main" id="{EC73DCF5-386B-EFDF-55A4-321B482E47BE}"/>
                  </a:ext>
                </a:extLst>
              </p:cNvPr>
              <p:cNvGrpSpPr/>
              <p:nvPr/>
            </p:nvGrpSpPr>
            <p:grpSpPr>
              <a:xfrm>
                <a:off x="16233572" y="27826045"/>
                <a:ext cx="5991725" cy="22834727"/>
                <a:chOff x="16233572" y="27826045"/>
                <a:chExt cx="5991725" cy="22834727"/>
              </a:xfrm>
              <a:noFill/>
            </p:grpSpPr>
            <p:sp>
              <p:nvSpPr>
                <p:cNvPr id="22" name="手繪多邊形: 圖案 21">
                  <a:extLst>
                    <a:ext uri="{FF2B5EF4-FFF2-40B4-BE49-F238E27FC236}">
                      <a16:creationId xmlns:a16="http://schemas.microsoft.com/office/drawing/2014/main" id="{AC69CCAA-A96A-B63C-4686-8B7BF46F6E99}"/>
                    </a:ext>
                  </a:extLst>
                </p:cNvPr>
                <p:cNvSpPr/>
                <p:nvPr/>
              </p:nvSpPr>
              <p:spPr>
                <a:xfrm>
                  <a:off x="16233572" y="27946141"/>
                  <a:ext cx="1001517" cy="29949"/>
                </a:xfrm>
                <a:custGeom>
                  <a:avLst/>
                  <a:gdLst>
                    <a:gd name="connsiteX0" fmla="*/ 0 w 1001517"/>
                    <a:gd name="connsiteY0" fmla="*/ 0 h 29949"/>
                    <a:gd name="connsiteX1" fmla="*/ 1001518 w 1001517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17" h="29949">
                      <a:moveTo>
                        <a:pt x="0" y="0"/>
                      </a:moveTo>
                      <a:lnTo>
                        <a:pt x="1001518" y="0"/>
                      </a:lnTo>
                    </a:path>
                  </a:pathLst>
                </a:custGeom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手繪多邊形: 圖案 22">
                  <a:extLst>
                    <a:ext uri="{FF2B5EF4-FFF2-40B4-BE49-F238E27FC236}">
                      <a16:creationId xmlns:a16="http://schemas.microsoft.com/office/drawing/2014/main" id="{1E784F4C-CB20-8292-7DD8-741354E0D99E}"/>
                    </a:ext>
                  </a:extLst>
                </p:cNvPr>
                <p:cNvSpPr/>
                <p:nvPr/>
              </p:nvSpPr>
              <p:spPr>
                <a:xfrm>
                  <a:off x="16233572" y="28315712"/>
                  <a:ext cx="1001517" cy="29949"/>
                </a:xfrm>
                <a:custGeom>
                  <a:avLst/>
                  <a:gdLst>
                    <a:gd name="connsiteX0" fmla="*/ 0 w 1001517"/>
                    <a:gd name="connsiteY0" fmla="*/ 0 h 29949"/>
                    <a:gd name="connsiteX1" fmla="*/ 1001518 w 1001517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17" h="29949">
                      <a:moveTo>
                        <a:pt x="0" y="0"/>
                      </a:moveTo>
                      <a:lnTo>
                        <a:pt x="1001518" y="0"/>
                      </a:lnTo>
                    </a:path>
                  </a:pathLst>
                </a:custGeom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手繪多邊形: 圖案 23">
                  <a:extLst>
                    <a:ext uri="{FF2B5EF4-FFF2-40B4-BE49-F238E27FC236}">
                      <a16:creationId xmlns:a16="http://schemas.microsoft.com/office/drawing/2014/main" id="{CCDB3EC7-1204-5396-39F8-769788DC88AD}"/>
                    </a:ext>
                  </a:extLst>
                </p:cNvPr>
                <p:cNvSpPr/>
                <p:nvPr/>
              </p:nvSpPr>
              <p:spPr>
                <a:xfrm>
                  <a:off x="16493659" y="27826045"/>
                  <a:ext cx="30815" cy="239891"/>
                </a:xfrm>
                <a:custGeom>
                  <a:avLst/>
                  <a:gdLst>
                    <a:gd name="connsiteX0" fmla="*/ 0 w 30815"/>
                    <a:gd name="connsiteY0" fmla="*/ 0 h 239891"/>
                    <a:gd name="connsiteX1" fmla="*/ 0 w 30815"/>
                    <a:gd name="connsiteY1" fmla="*/ 239892 h 239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39891">
                      <a:moveTo>
                        <a:pt x="0" y="0"/>
                      </a:moveTo>
                      <a:lnTo>
                        <a:pt x="0" y="239892"/>
                      </a:lnTo>
                    </a:path>
                  </a:pathLst>
                </a:custGeom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手繪多邊形: 圖案 24">
                  <a:extLst>
                    <a:ext uri="{FF2B5EF4-FFF2-40B4-BE49-F238E27FC236}">
                      <a16:creationId xmlns:a16="http://schemas.microsoft.com/office/drawing/2014/main" id="{FE57650D-B5AB-2C2C-F610-FF981D8577CB}"/>
                    </a:ext>
                  </a:extLst>
                </p:cNvPr>
                <p:cNvSpPr/>
                <p:nvPr/>
              </p:nvSpPr>
              <p:spPr>
                <a:xfrm>
                  <a:off x="16992568" y="27826045"/>
                  <a:ext cx="30815" cy="239891"/>
                </a:xfrm>
                <a:custGeom>
                  <a:avLst/>
                  <a:gdLst>
                    <a:gd name="connsiteX0" fmla="*/ 1 w 30815"/>
                    <a:gd name="connsiteY0" fmla="*/ 0 h 239891"/>
                    <a:gd name="connsiteX1" fmla="*/ 1 w 30815"/>
                    <a:gd name="connsiteY1" fmla="*/ 239892 h 2398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39891">
                      <a:moveTo>
                        <a:pt x="1" y="0"/>
                      </a:moveTo>
                      <a:lnTo>
                        <a:pt x="1" y="239892"/>
                      </a:lnTo>
                    </a:path>
                  </a:pathLst>
                </a:custGeom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D50AE8CE-BC63-A338-E8BF-2C7027C15777}"/>
                    </a:ext>
                  </a:extLst>
                </p:cNvPr>
                <p:cNvSpPr/>
                <p:nvPr/>
              </p:nvSpPr>
              <p:spPr>
                <a:xfrm>
                  <a:off x="16883171" y="28520264"/>
                  <a:ext cx="262552" cy="593889"/>
                </a:xfrm>
                <a:custGeom>
                  <a:avLst/>
                  <a:gdLst>
                    <a:gd name="connsiteX0" fmla="*/ 0 w 262552"/>
                    <a:gd name="connsiteY0" fmla="*/ 0 h 593889"/>
                    <a:gd name="connsiteX1" fmla="*/ 62249 w 262552"/>
                    <a:gd name="connsiteY1" fmla="*/ 0 h 593889"/>
                    <a:gd name="connsiteX2" fmla="*/ 262552 w 262552"/>
                    <a:gd name="connsiteY2" fmla="*/ 194669 h 593889"/>
                    <a:gd name="connsiteX3" fmla="*/ 262552 w 262552"/>
                    <a:gd name="connsiteY3" fmla="*/ 464210 h 593889"/>
                    <a:gd name="connsiteX4" fmla="*/ 129119 w 262552"/>
                    <a:gd name="connsiteY4" fmla="*/ 593889 h 593889"/>
                    <a:gd name="connsiteX5" fmla="*/ 43143 w 262552"/>
                    <a:gd name="connsiteY5" fmla="*/ 593889 h 593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2552" h="593889">
                      <a:moveTo>
                        <a:pt x="0" y="0"/>
                      </a:moveTo>
                      <a:lnTo>
                        <a:pt x="62249" y="0"/>
                      </a:lnTo>
                      <a:cubicBezTo>
                        <a:pt x="172879" y="0"/>
                        <a:pt x="262552" y="87152"/>
                        <a:pt x="262552" y="194669"/>
                      </a:cubicBezTo>
                      <a:lnTo>
                        <a:pt x="262552" y="464210"/>
                      </a:lnTo>
                      <a:cubicBezTo>
                        <a:pt x="262552" y="535788"/>
                        <a:pt x="202769" y="593889"/>
                        <a:pt x="129119" y="593889"/>
                      </a:cubicBezTo>
                      <a:lnTo>
                        <a:pt x="43143" y="593889"/>
                      </a:lnTo>
                    </a:path>
                  </a:pathLst>
                </a:custGeom>
                <a:noFill/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E3CAEA9C-815B-6521-B161-6ECB3088D3C4}"/>
                    </a:ext>
                  </a:extLst>
                </p:cNvPr>
                <p:cNvSpPr/>
                <p:nvPr/>
              </p:nvSpPr>
              <p:spPr>
                <a:xfrm>
                  <a:off x="16233572" y="28178546"/>
                  <a:ext cx="500778" cy="935607"/>
                </a:xfrm>
                <a:custGeom>
                  <a:avLst/>
                  <a:gdLst>
                    <a:gd name="connsiteX0" fmla="*/ 500760 w 500778"/>
                    <a:gd name="connsiteY0" fmla="*/ 0 h 935607"/>
                    <a:gd name="connsiteX1" fmla="*/ 0 w 500778"/>
                    <a:gd name="connsiteY1" fmla="*/ 935608 h 9356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0778" h="935607">
                      <a:moveTo>
                        <a:pt x="500760" y="0"/>
                      </a:moveTo>
                      <a:cubicBezTo>
                        <a:pt x="500760" y="0"/>
                        <a:pt x="511853" y="561844"/>
                        <a:pt x="0" y="935608"/>
                      </a:cubicBezTo>
                    </a:path>
                  </a:pathLst>
                </a:custGeom>
                <a:noFill/>
                <a:ln w="1771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8" name="圖形 17">
                <a:extLst>
                  <a:ext uri="{FF2B5EF4-FFF2-40B4-BE49-F238E27FC236}">
                    <a16:creationId xmlns:a16="http://schemas.microsoft.com/office/drawing/2014/main" id="{A4764A96-3612-1D8A-262A-0CA72DE6CE9E}"/>
                  </a:ext>
                </a:extLst>
              </p:cNvPr>
              <p:cNvGrpSpPr/>
              <p:nvPr/>
            </p:nvGrpSpPr>
            <p:grpSpPr>
              <a:xfrm>
                <a:off x="16233572" y="29724215"/>
                <a:ext cx="35952210" cy="23015263"/>
                <a:chOff x="16233572" y="29724215"/>
                <a:chExt cx="35952210" cy="23015263"/>
              </a:xfrm>
              <a:noFill/>
            </p:grpSpPr>
            <p:grpSp>
              <p:nvGrpSpPr>
                <p:cNvPr id="29" name="圖形 17">
                  <a:extLst>
                    <a:ext uri="{FF2B5EF4-FFF2-40B4-BE49-F238E27FC236}">
                      <a16:creationId xmlns:a16="http://schemas.microsoft.com/office/drawing/2014/main" id="{4C50D50A-6F86-2B52-B4E8-EE68E0525059}"/>
                    </a:ext>
                  </a:extLst>
                </p:cNvPr>
                <p:cNvGrpSpPr/>
                <p:nvPr/>
              </p:nvGrpSpPr>
              <p:grpSpPr>
                <a:xfrm>
                  <a:off x="17897016" y="29724515"/>
                  <a:ext cx="6253514" cy="23009945"/>
                  <a:chOff x="17897016" y="29724515"/>
                  <a:chExt cx="6253514" cy="23009945"/>
                </a:xfrm>
                <a:noFill/>
              </p:grpSpPr>
              <p:grpSp>
                <p:nvGrpSpPr>
                  <p:cNvPr id="30" name="圖形 17">
                    <a:extLst>
                      <a:ext uri="{FF2B5EF4-FFF2-40B4-BE49-F238E27FC236}">
                        <a16:creationId xmlns:a16="http://schemas.microsoft.com/office/drawing/2014/main" id="{7103F8A0-4D2B-3972-0292-8BF9CDF92077}"/>
                      </a:ext>
                    </a:extLst>
                  </p:cNvPr>
                  <p:cNvGrpSpPr/>
                  <p:nvPr/>
                </p:nvGrpSpPr>
                <p:grpSpPr>
                  <a:xfrm>
                    <a:off x="17897016" y="29724515"/>
                    <a:ext cx="6253514" cy="10437830"/>
                    <a:chOff x="17897016" y="29724515"/>
                    <a:chExt cx="6253514" cy="10437830"/>
                  </a:xfrm>
                  <a:noFill/>
                </p:grpSpPr>
                <p:sp>
                  <p:nvSpPr>
                    <p:cNvPr id="31" name="手繪多邊形: 圖案 30">
                      <a:extLst>
                        <a:ext uri="{FF2B5EF4-FFF2-40B4-BE49-F238E27FC236}">
                          <a16:creationId xmlns:a16="http://schemas.microsoft.com/office/drawing/2014/main" id="{7AFE85F4-8A03-0190-330C-E152ABFA0D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897016" y="29724515"/>
                      <a:ext cx="510927" cy="29949"/>
                    </a:xfrm>
                    <a:custGeom>
                      <a:avLst/>
                      <a:gdLst>
                        <a:gd name="connsiteX0" fmla="*/ 0 w 510927"/>
                        <a:gd name="connsiteY0" fmla="*/ 0 h 29949"/>
                        <a:gd name="connsiteX1" fmla="*/ 510928 w 510927"/>
                        <a:gd name="connsiteY1" fmla="*/ 0 h 29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0927" h="29949">
                          <a:moveTo>
                            <a:pt x="0" y="0"/>
                          </a:moveTo>
                          <a:lnTo>
                            <a:pt x="510928" y="0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2" name="手繪多邊形: 圖案 31">
                      <a:extLst>
                        <a:ext uri="{FF2B5EF4-FFF2-40B4-BE49-F238E27FC236}">
                          <a16:creationId xmlns:a16="http://schemas.microsoft.com/office/drawing/2014/main" id="{D26E791B-D550-06A2-6EC9-1FE9C38AE8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7960188" y="29724515"/>
                      <a:ext cx="447756" cy="588798"/>
                    </a:xfrm>
                    <a:custGeom>
                      <a:avLst/>
                      <a:gdLst>
                        <a:gd name="connsiteX0" fmla="*/ 447756 w 447756"/>
                        <a:gd name="connsiteY0" fmla="*/ 588798 h 588798"/>
                        <a:gd name="connsiteX1" fmla="*/ 133433 w 447756"/>
                        <a:gd name="connsiteY1" fmla="*/ 588798 h 588798"/>
                        <a:gd name="connsiteX2" fmla="*/ 0 w 447756"/>
                        <a:gd name="connsiteY2" fmla="*/ 459119 h 588798"/>
                        <a:gd name="connsiteX3" fmla="*/ 0 w 447756"/>
                        <a:gd name="connsiteY3" fmla="*/ 0 h 58879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7756" h="588798">
                          <a:moveTo>
                            <a:pt x="447756" y="588798"/>
                          </a:moveTo>
                          <a:lnTo>
                            <a:pt x="133433" y="588798"/>
                          </a:lnTo>
                          <a:cubicBezTo>
                            <a:pt x="59783" y="588798"/>
                            <a:pt x="0" y="530697"/>
                            <a:pt x="0" y="459119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3" name="手繪多邊形: 圖案 32">
                      <a:extLst>
                        <a:ext uri="{FF2B5EF4-FFF2-40B4-BE49-F238E27FC236}">
                          <a16:creationId xmlns:a16="http://schemas.microsoft.com/office/drawing/2014/main" id="{1672978D-B961-6CC2-1F09-8CF350FA3C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81295" y="29860184"/>
                      <a:ext cx="284122" cy="29949"/>
                    </a:xfrm>
                    <a:custGeom>
                      <a:avLst/>
                      <a:gdLst>
                        <a:gd name="connsiteX0" fmla="*/ -1 w 284122"/>
                        <a:gd name="connsiteY0" fmla="*/ 0 h 29949"/>
                        <a:gd name="connsiteX1" fmla="*/ 284123 w 284122"/>
                        <a:gd name="connsiteY1" fmla="*/ 0 h 29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4122" h="29949">
                          <a:moveTo>
                            <a:pt x="-1" y="0"/>
                          </a:moveTo>
                          <a:lnTo>
                            <a:pt x="284123" y="0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4" name="手繪多邊形: 圖案 33">
                      <a:extLst>
                        <a:ext uri="{FF2B5EF4-FFF2-40B4-BE49-F238E27FC236}">
                          <a16:creationId xmlns:a16="http://schemas.microsoft.com/office/drawing/2014/main" id="{D840B63A-4849-3C61-1A35-B46D17EFA1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60032" y="30015919"/>
                      <a:ext cx="305385" cy="29949"/>
                    </a:xfrm>
                    <a:custGeom>
                      <a:avLst/>
                      <a:gdLst>
                        <a:gd name="connsiteX0" fmla="*/ -1 w 305385"/>
                        <a:gd name="connsiteY0" fmla="*/ 0 h 29949"/>
                        <a:gd name="connsiteX1" fmla="*/ 305386 w 305385"/>
                        <a:gd name="connsiteY1" fmla="*/ 0 h 29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5385" h="29949">
                          <a:moveTo>
                            <a:pt x="-1" y="0"/>
                          </a:moveTo>
                          <a:lnTo>
                            <a:pt x="305386" y="0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" name="手繪多邊形: 圖案 34">
                      <a:extLst>
                        <a:ext uri="{FF2B5EF4-FFF2-40B4-BE49-F238E27FC236}">
                          <a16:creationId xmlns:a16="http://schemas.microsoft.com/office/drawing/2014/main" id="{A245CD6E-7615-0B25-90CE-026507CEB5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541684" y="29724515"/>
                      <a:ext cx="400606" cy="171308"/>
                    </a:xfrm>
                    <a:custGeom>
                      <a:avLst/>
                      <a:gdLst>
                        <a:gd name="connsiteX0" fmla="*/ 400607 w 400606"/>
                        <a:gd name="connsiteY0" fmla="*/ 171309 h 171308"/>
                        <a:gd name="connsiteX1" fmla="*/ 393520 w 400606"/>
                        <a:gd name="connsiteY1" fmla="*/ 171309 h 171308"/>
                        <a:gd name="connsiteX2" fmla="*/ 326650 w 400606"/>
                        <a:gd name="connsiteY2" fmla="*/ 106320 h 171308"/>
                        <a:gd name="connsiteX3" fmla="*/ 326650 w 400606"/>
                        <a:gd name="connsiteY3" fmla="*/ 0 h 171308"/>
                        <a:gd name="connsiteX4" fmla="*/ 0 w 400606"/>
                        <a:gd name="connsiteY4" fmla="*/ 0 h 171308"/>
                        <a:gd name="connsiteX5" fmla="*/ 0 w 400606"/>
                        <a:gd name="connsiteY5" fmla="*/ 71579 h 17130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0606" h="171308">
                          <a:moveTo>
                            <a:pt x="400607" y="171309"/>
                          </a:moveTo>
                          <a:lnTo>
                            <a:pt x="393520" y="171309"/>
                          </a:lnTo>
                          <a:cubicBezTo>
                            <a:pt x="356540" y="171309"/>
                            <a:pt x="326650" y="142258"/>
                            <a:pt x="326650" y="106320"/>
                          </a:cubicBezTo>
                          <a:lnTo>
                            <a:pt x="326650" y="0"/>
                          </a:lnTo>
                          <a:lnTo>
                            <a:pt x="0" y="0"/>
                          </a:lnTo>
                          <a:lnTo>
                            <a:pt x="0" y="71579"/>
                          </a:lnTo>
                        </a:path>
                      </a:pathLst>
                    </a:custGeom>
                    <a:noFill/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6" name="手繪多邊形: 圖案 35">
                      <a:extLst>
                        <a:ext uri="{FF2B5EF4-FFF2-40B4-BE49-F238E27FC236}">
                          <a16:creationId xmlns:a16="http://schemas.microsoft.com/office/drawing/2014/main" id="{6DC003F0-612B-EF48-E293-9E47414A5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58177" y="30113254"/>
                      <a:ext cx="98302" cy="97633"/>
                    </a:xfrm>
                    <a:custGeom>
                      <a:avLst/>
                      <a:gdLst>
                        <a:gd name="connsiteX0" fmla="*/ 0 w 98302"/>
                        <a:gd name="connsiteY0" fmla="*/ 0 h 97633"/>
                        <a:gd name="connsiteX1" fmla="*/ 0 w 98302"/>
                        <a:gd name="connsiteY1" fmla="*/ 32644 h 97633"/>
                        <a:gd name="connsiteX2" fmla="*/ 66872 w 98302"/>
                        <a:gd name="connsiteY2" fmla="*/ 97633 h 97633"/>
                        <a:gd name="connsiteX3" fmla="*/ 98303 w 98302"/>
                        <a:gd name="connsiteY3" fmla="*/ 97633 h 9763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302" h="97633">
                          <a:moveTo>
                            <a:pt x="0" y="0"/>
                          </a:moveTo>
                          <a:lnTo>
                            <a:pt x="0" y="32644"/>
                          </a:lnTo>
                          <a:cubicBezTo>
                            <a:pt x="0" y="68583"/>
                            <a:pt x="29892" y="97633"/>
                            <a:pt x="66872" y="97633"/>
                          </a:cubicBezTo>
                          <a:lnTo>
                            <a:pt x="98303" y="97633"/>
                          </a:lnTo>
                        </a:path>
                      </a:pathLst>
                    </a:custGeom>
                    <a:noFill/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7" name="手繪多邊形: 圖案 36">
                      <a:extLst>
                        <a:ext uri="{FF2B5EF4-FFF2-40B4-BE49-F238E27FC236}">
                          <a16:creationId xmlns:a16="http://schemas.microsoft.com/office/drawing/2014/main" id="{3A0D7616-3CE8-57A8-95C2-9420F40787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518264" y="30015919"/>
                      <a:ext cx="392287" cy="297393"/>
                    </a:xfrm>
                    <a:custGeom>
                      <a:avLst/>
                      <a:gdLst>
                        <a:gd name="connsiteX0" fmla="*/ 392288 w 392287"/>
                        <a:gd name="connsiteY0" fmla="*/ 297394 h 297393"/>
                        <a:gd name="connsiteX1" fmla="*/ 23729 w 392287"/>
                        <a:gd name="connsiteY1" fmla="*/ 0 h 297393"/>
                        <a:gd name="connsiteX2" fmla="*/ 369791 w 392287"/>
                        <a:gd name="connsiteY2" fmla="*/ 0 h 297393"/>
                        <a:gd name="connsiteX3" fmla="*/ 0 w 392287"/>
                        <a:gd name="connsiteY3" fmla="*/ 297394 h 29739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2287" h="297393">
                          <a:moveTo>
                            <a:pt x="392288" y="297394"/>
                          </a:moveTo>
                          <a:cubicBezTo>
                            <a:pt x="223724" y="297394"/>
                            <a:pt x="28660" y="178496"/>
                            <a:pt x="23729" y="0"/>
                          </a:cubicBezTo>
                          <a:lnTo>
                            <a:pt x="369791" y="0"/>
                          </a:lnTo>
                          <a:cubicBezTo>
                            <a:pt x="365787" y="177598"/>
                            <a:pt x="161784" y="297394"/>
                            <a:pt x="0" y="297394"/>
                          </a:cubicBezTo>
                        </a:path>
                      </a:pathLst>
                    </a:custGeom>
                    <a:noFill/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8" name="手繪多邊形: 圖案 37">
                      <a:extLst>
                        <a:ext uri="{FF2B5EF4-FFF2-40B4-BE49-F238E27FC236}">
                          <a16:creationId xmlns:a16="http://schemas.microsoft.com/office/drawing/2014/main" id="{B0C2DB73-729D-2A25-86D0-343159CB8A9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92697" y="29860184"/>
                      <a:ext cx="144218" cy="350403"/>
                    </a:xfrm>
                    <a:custGeom>
                      <a:avLst/>
                      <a:gdLst>
                        <a:gd name="connsiteX0" fmla="*/ 144219 w 144218"/>
                        <a:gd name="connsiteY0" fmla="*/ 0 h 350403"/>
                        <a:gd name="connsiteX1" fmla="*/ -1 w 144218"/>
                        <a:gd name="connsiteY1" fmla="*/ 350404 h 35040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4218" h="350403">
                          <a:moveTo>
                            <a:pt x="144219" y="0"/>
                          </a:moveTo>
                          <a:lnTo>
                            <a:pt x="-1" y="350404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9" name="手繪多邊形: 圖案 38">
                      <a:extLst>
                        <a:ext uri="{FF2B5EF4-FFF2-40B4-BE49-F238E27FC236}">
                          <a16:creationId xmlns:a16="http://schemas.microsoft.com/office/drawing/2014/main" id="{EF63BE19-2394-A484-F9AC-A60C2F81F9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500699" y="29795794"/>
                      <a:ext cx="41293" cy="100029"/>
                    </a:xfrm>
                    <a:custGeom>
                      <a:avLst/>
                      <a:gdLst>
                        <a:gd name="connsiteX0" fmla="*/ 41293 w 41293"/>
                        <a:gd name="connsiteY0" fmla="*/ 0 h 100029"/>
                        <a:gd name="connsiteX1" fmla="*/ 1 w 41293"/>
                        <a:gd name="connsiteY1" fmla="*/ 100030 h 10002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293" h="100029">
                          <a:moveTo>
                            <a:pt x="41293" y="0"/>
                          </a:moveTo>
                          <a:lnTo>
                            <a:pt x="1" y="100030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40" name="手繪多邊形: 圖案 39">
                      <a:extLst>
                        <a:ext uri="{FF2B5EF4-FFF2-40B4-BE49-F238E27FC236}">
                          <a16:creationId xmlns:a16="http://schemas.microsoft.com/office/drawing/2014/main" id="{4D021C70-EC76-9837-8B65-BBFFA013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60032" y="29724515"/>
                      <a:ext cx="77039" cy="187780"/>
                    </a:xfrm>
                    <a:custGeom>
                      <a:avLst/>
                      <a:gdLst>
                        <a:gd name="connsiteX0" fmla="*/ 77039 w 77039"/>
                        <a:gd name="connsiteY0" fmla="*/ 0 h 187780"/>
                        <a:gd name="connsiteX1" fmla="*/ -1 w 77039"/>
                        <a:gd name="connsiteY1" fmla="*/ 187780 h 1877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039" h="187780">
                          <a:moveTo>
                            <a:pt x="77039" y="0"/>
                          </a:moveTo>
                          <a:lnTo>
                            <a:pt x="-1" y="187780"/>
                          </a:lnTo>
                        </a:path>
                      </a:pathLst>
                    </a:custGeom>
                    <a:ln w="7880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41" name="手繪多邊形: 圖案 40">
                    <a:extLst>
                      <a:ext uri="{FF2B5EF4-FFF2-40B4-BE49-F238E27FC236}">
                        <a16:creationId xmlns:a16="http://schemas.microsoft.com/office/drawing/2014/main" id="{002684CA-426C-F6CB-9B8B-BD3C6F4CC70A}"/>
                      </a:ext>
                    </a:extLst>
                  </p:cNvPr>
                  <p:cNvSpPr/>
                  <p:nvPr/>
                </p:nvSpPr>
                <p:spPr>
                  <a:xfrm>
                    <a:off x="17932454" y="30436404"/>
                    <a:ext cx="1001517" cy="29949"/>
                  </a:xfrm>
                  <a:custGeom>
                    <a:avLst/>
                    <a:gdLst>
                      <a:gd name="connsiteX0" fmla="*/ 1 w 1001517"/>
                      <a:gd name="connsiteY0" fmla="*/ 0 h 29949"/>
                      <a:gd name="connsiteX1" fmla="*/ 1001518 w 1001517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517" h="29949">
                        <a:moveTo>
                          <a:pt x="1" y="0"/>
                        </a:moveTo>
                        <a:lnTo>
                          <a:pt x="1001518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2" name="手繪多邊形: 圖案 41">
                    <a:extLst>
                      <a:ext uri="{FF2B5EF4-FFF2-40B4-BE49-F238E27FC236}">
                        <a16:creationId xmlns:a16="http://schemas.microsoft.com/office/drawing/2014/main" id="{58FC155D-6323-E003-D19D-240A17687D89}"/>
                      </a:ext>
                    </a:extLst>
                  </p:cNvPr>
                  <p:cNvSpPr/>
                  <p:nvPr/>
                </p:nvSpPr>
                <p:spPr>
                  <a:xfrm>
                    <a:off x="17967111" y="30572672"/>
                    <a:ext cx="932510" cy="449834"/>
                  </a:xfrm>
                  <a:custGeom>
                    <a:avLst/>
                    <a:gdLst>
                      <a:gd name="connsiteX0" fmla="*/ 931421 w 932510"/>
                      <a:gd name="connsiteY0" fmla="*/ 74573 h 449834"/>
                      <a:gd name="connsiteX1" fmla="*/ 889821 w 932510"/>
                      <a:gd name="connsiteY1" fmla="*/ 339622 h 449834"/>
                      <a:gd name="connsiteX2" fmla="*/ 757928 w 932510"/>
                      <a:gd name="connsiteY2" fmla="*/ 449834 h 449834"/>
                      <a:gd name="connsiteX3" fmla="*/ 174274 w 932510"/>
                      <a:gd name="connsiteY3" fmla="*/ 449834 h 449834"/>
                      <a:gd name="connsiteX4" fmla="*/ 42383 w 932510"/>
                      <a:gd name="connsiteY4" fmla="*/ 339622 h 449834"/>
                      <a:gd name="connsiteX5" fmla="*/ 780 w 932510"/>
                      <a:gd name="connsiteY5" fmla="*/ 74573 h 449834"/>
                      <a:gd name="connsiteX6" fmla="*/ 66727 w 932510"/>
                      <a:gd name="connsiteY6" fmla="*/ 0 h 449834"/>
                      <a:gd name="connsiteX7" fmla="*/ 865783 w 932510"/>
                      <a:gd name="connsiteY7" fmla="*/ 0 h 449834"/>
                      <a:gd name="connsiteX8" fmla="*/ 931730 w 932510"/>
                      <a:gd name="connsiteY8" fmla="*/ 74573 h 449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2510" h="449834">
                        <a:moveTo>
                          <a:pt x="931421" y="74573"/>
                        </a:moveTo>
                        <a:lnTo>
                          <a:pt x="889821" y="339622"/>
                        </a:lnTo>
                        <a:cubicBezTo>
                          <a:pt x="879959" y="403114"/>
                          <a:pt x="823874" y="449834"/>
                          <a:pt x="757928" y="449834"/>
                        </a:cubicBezTo>
                        <a:lnTo>
                          <a:pt x="174274" y="449834"/>
                        </a:lnTo>
                        <a:cubicBezTo>
                          <a:pt x="108328" y="449834"/>
                          <a:pt x="52242" y="403114"/>
                          <a:pt x="42383" y="339622"/>
                        </a:cubicBezTo>
                        <a:lnTo>
                          <a:pt x="780" y="74573"/>
                        </a:lnTo>
                        <a:cubicBezTo>
                          <a:pt x="-5383" y="35340"/>
                          <a:pt x="25741" y="0"/>
                          <a:pt x="66727" y="0"/>
                        </a:cubicBezTo>
                        <a:lnTo>
                          <a:pt x="865783" y="0"/>
                        </a:lnTo>
                        <a:cubicBezTo>
                          <a:pt x="906769" y="0"/>
                          <a:pt x="937894" y="35340"/>
                          <a:pt x="931730" y="74573"/>
                        </a:cubicBezTo>
                        <a:close/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3" name="手繪多邊形: 圖案 42">
                    <a:extLst>
                      <a:ext uri="{FF2B5EF4-FFF2-40B4-BE49-F238E27FC236}">
                        <a16:creationId xmlns:a16="http://schemas.microsoft.com/office/drawing/2014/main" id="{D5635169-5B2D-556F-03B1-A89111CF473C}"/>
                      </a:ext>
                    </a:extLst>
                  </p:cNvPr>
                  <p:cNvSpPr/>
                  <p:nvPr/>
                </p:nvSpPr>
                <p:spPr>
                  <a:xfrm>
                    <a:off x="18109953" y="30436403"/>
                    <a:ext cx="203386" cy="333632"/>
                  </a:xfrm>
                  <a:custGeom>
                    <a:avLst/>
                    <a:gdLst>
                      <a:gd name="connsiteX0" fmla="*/ 203386 w 203386"/>
                      <a:gd name="connsiteY0" fmla="*/ 0 h 333632"/>
                      <a:gd name="connsiteX1" fmla="*/ 203386 w 203386"/>
                      <a:gd name="connsiteY1" fmla="*/ 203954 h 333632"/>
                      <a:gd name="connsiteX2" fmla="*/ 69953 w 203386"/>
                      <a:gd name="connsiteY2" fmla="*/ 333633 h 333632"/>
                      <a:gd name="connsiteX3" fmla="*/ 0 w 203386"/>
                      <a:gd name="connsiteY3" fmla="*/ 333633 h 333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386" h="333632">
                        <a:moveTo>
                          <a:pt x="203386" y="0"/>
                        </a:moveTo>
                        <a:lnTo>
                          <a:pt x="203386" y="203954"/>
                        </a:lnTo>
                        <a:cubicBezTo>
                          <a:pt x="203386" y="275532"/>
                          <a:pt x="143603" y="333633"/>
                          <a:pt x="69953" y="333633"/>
                        </a:cubicBezTo>
                        <a:lnTo>
                          <a:pt x="0" y="333633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4" name="手繪多邊形: 圖案 43">
                    <a:extLst>
                      <a:ext uri="{FF2B5EF4-FFF2-40B4-BE49-F238E27FC236}">
                        <a16:creationId xmlns:a16="http://schemas.microsoft.com/office/drawing/2014/main" id="{8C9CFBCE-BFFB-4B60-2419-434341347451}"/>
                      </a:ext>
                    </a:extLst>
                  </p:cNvPr>
                  <p:cNvSpPr/>
                  <p:nvPr/>
                </p:nvSpPr>
                <p:spPr>
                  <a:xfrm>
                    <a:off x="18553394" y="30436403"/>
                    <a:ext cx="193524" cy="333632"/>
                  </a:xfrm>
                  <a:custGeom>
                    <a:avLst/>
                    <a:gdLst>
                      <a:gd name="connsiteX0" fmla="*/ 0 w 193524"/>
                      <a:gd name="connsiteY0" fmla="*/ 0 h 333632"/>
                      <a:gd name="connsiteX1" fmla="*/ 0 w 193524"/>
                      <a:gd name="connsiteY1" fmla="*/ 203954 h 333632"/>
                      <a:gd name="connsiteX2" fmla="*/ 133433 w 193524"/>
                      <a:gd name="connsiteY2" fmla="*/ 333633 h 333632"/>
                      <a:gd name="connsiteX3" fmla="*/ 193525 w 193524"/>
                      <a:gd name="connsiteY3" fmla="*/ 333633 h 3336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3524" h="333632">
                        <a:moveTo>
                          <a:pt x="0" y="0"/>
                        </a:moveTo>
                        <a:lnTo>
                          <a:pt x="0" y="203954"/>
                        </a:lnTo>
                        <a:cubicBezTo>
                          <a:pt x="0" y="275532"/>
                          <a:pt x="59783" y="333633"/>
                          <a:pt x="133433" y="333633"/>
                        </a:cubicBezTo>
                        <a:lnTo>
                          <a:pt x="193525" y="333633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5" name="手繪多邊形: 圖案 44">
                    <a:extLst>
                      <a:ext uri="{FF2B5EF4-FFF2-40B4-BE49-F238E27FC236}">
                        <a16:creationId xmlns:a16="http://schemas.microsoft.com/office/drawing/2014/main" id="{CA686BF1-B90F-9D2F-52DB-DB04AC7D4AA8}"/>
                      </a:ext>
                    </a:extLst>
                  </p:cNvPr>
                  <p:cNvSpPr/>
                  <p:nvPr/>
                </p:nvSpPr>
                <p:spPr>
                  <a:xfrm>
                    <a:off x="18243078" y="30897319"/>
                    <a:ext cx="379960" cy="29949"/>
                  </a:xfrm>
                  <a:custGeom>
                    <a:avLst/>
                    <a:gdLst>
                      <a:gd name="connsiteX0" fmla="*/ -1 w 379960"/>
                      <a:gd name="connsiteY0" fmla="*/ 0 h 29949"/>
                      <a:gd name="connsiteX1" fmla="*/ 379960 w 379960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9960" h="29949">
                        <a:moveTo>
                          <a:pt x="-1" y="0"/>
                        </a:moveTo>
                        <a:lnTo>
                          <a:pt x="379960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46" name="圖形 17">
                  <a:extLst>
                    <a:ext uri="{FF2B5EF4-FFF2-40B4-BE49-F238E27FC236}">
                      <a16:creationId xmlns:a16="http://schemas.microsoft.com/office/drawing/2014/main" id="{AE5D723E-8868-C2F0-88B8-82020E63D2E0}"/>
                    </a:ext>
                  </a:extLst>
                </p:cNvPr>
                <p:cNvGrpSpPr/>
                <p:nvPr/>
              </p:nvGrpSpPr>
              <p:grpSpPr>
                <a:xfrm>
                  <a:off x="16233572" y="29724515"/>
                  <a:ext cx="5993574" cy="23004644"/>
                  <a:chOff x="16233572" y="29724515"/>
                  <a:chExt cx="5993574" cy="23004644"/>
                </a:xfrm>
                <a:noFill/>
              </p:grpSpPr>
              <p:sp>
                <p:nvSpPr>
                  <p:cNvPr id="47" name="手繪多邊形: 圖案 46">
                    <a:extLst>
                      <a:ext uri="{FF2B5EF4-FFF2-40B4-BE49-F238E27FC236}">
                        <a16:creationId xmlns:a16="http://schemas.microsoft.com/office/drawing/2014/main" id="{D914F179-13BC-AF02-D71C-143B0A5EC691}"/>
                      </a:ext>
                    </a:extLst>
                  </p:cNvPr>
                  <p:cNvSpPr/>
                  <p:nvPr/>
                </p:nvSpPr>
                <p:spPr>
                  <a:xfrm>
                    <a:off x="16233572" y="30307323"/>
                    <a:ext cx="1001825" cy="29949"/>
                  </a:xfrm>
                  <a:custGeom>
                    <a:avLst/>
                    <a:gdLst>
                      <a:gd name="connsiteX0" fmla="*/ 0 w 1001825"/>
                      <a:gd name="connsiteY0" fmla="*/ 0 h 29949"/>
                      <a:gd name="connsiteX1" fmla="*/ 1001826 w 1001825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825" h="29949">
                        <a:moveTo>
                          <a:pt x="0" y="0"/>
                        </a:moveTo>
                        <a:lnTo>
                          <a:pt x="1001826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8" name="手繪多邊形: 圖案 47">
                    <a:extLst>
                      <a:ext uri="{FF2B5EF4-FFF2-40B4-BE49-F238E27FC236}">
                        <a16:creationId xmlns:a16="http://schemas.microsoft.com/office/drawing/2014/main" id="{F3FBF438-F255-63D4-49F2-2B5E94166AB9}"/>
                      </a:ext>
                    </a:extLst>
                  </p:cNvPr>
                  <p:cNvSpPr/>
                  <p:nvPr/>
                </p:nvSpPr>
                <p:spPr>
                  <a:xfrm>
                    <a:off x="16327561" y="29724515"/>
                    <a:ext cx="907837" cy="583107"/>
                  </a:xfrm>
                  <a:custGeom>
                    <a:avLst/>
                    <a:gdLst>
                      <a:gd name="connsiteX0" fmla="*/ 907838 w 907837"/>
                      <a:gd name="connsiteY0" fmla="*/ 0 h 583107"/>
                      <a:gd name="connsiteX1" fmla="*/ 267174 w 907837"/>
                      <a:gd name="connsiteY1" fmla="*/ 0 h 583107"/>
                      <a:gd name="connsiteX2" fmla="*/ 0 w 907837"/>
                      <a:gd name="connsiteY2" fmla="*/ 259659 h 583107"/>
                      <a:gd name="connsiteX3" fmla="*/ 0 w 907837"/>
                      <a:gd name="connsiteY3" fmla="*/ 583108 h 5831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07837" h="583107">
                        <a:moveTo>
                          <a:pt x="907838" y="0"/>
                        </a:moveTo>
                        <a:lnTo>
                          <a:pt x="267174" y="0"/>
                        </a:lnTo>
                        <a:cubicBezTo>
                          <a:pt x="119566" y="0"/>
                          <a:pt x="0" y="116202"/>
                          <a:pt x="0" y="259659"/>
                        </a:cubicBezTo>
                        <a:lnTo>
                          <a:pt x="0" y="583108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9" name="手繪多邊形: 圖案 48">
                    <a:extLst>
                      <a:ext uri="{FF2B5EF4-FFF2-40B4-BE49-F238E27FC236}">
                        <a16:creationId xmlns:a16="http://schemas.microsoft.com/office/drawing/2014/main" id="{4567CEC0-1CF8-0783-16DF-4AD0F4A2AC37}"/>
                      </a:ext>
                    </a:extLst>
                  </p:cNvPr>
                  <p:cNvSpPr/>
                  <p:nvPr/>
                </p:nvSpPr>
                <p:spPr>
                  <a:xfrm>
                    <a:off x="16899504" y="29860184"/>
                    <a:ext cx="224955" cy="1162023"/>
                  </a:xfrm>
                  <a:custGeom>
                    <a:avLst/>
                    <a:gdLst>
                      <a:gd name="connsiteX0" fmla="*/ 224956 w 224955"/>
                      <a:gd name="connsiteY0" fmla="*/ 0 h 1162023"/>
                      <a:gd name="connsiteX1" fmla="*/ 224956 w 224955"/>
                      <a:gd name="connsiteY1" fmla="*/ 1032343 h 1162023"/>
                      <a:gd name="connsiteX2" fmla="*/ 91522 w 224955"/>
                      <a:gd name="connsiteY2" fmla="*/ 1162023 h 1162023"/>
                      <a:gd name="connsiteX3" fmla="*/ 0 w 224955"/>
                      <a:gd name="connsiteY3" fmla="*/ 1162023 h 11620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4955" h="1162023">
                        <a:moveTo>
                          <a:pt x="224956" y="0"/>
                        </a:moveTo>
                        <a:lnTo>
                          <a:pt x="224956" y="1032343"/>
                        </a:lnTo>
                        <a:cubicBezTo>
                          <a:pt x="224956" y="1103922"/>
                          <a:pt x="165173" y="1162023"/>
                          <a:pt x="91522" y="1162023"/>
                        </a:cubicBezTo>
                        <a:lnTo>
                          <a:pt x="0" y="1162023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0" name="手繪多邊形: 圖案 49">
                    <a:extLst>
                      <a:ext uri="{FF2B5EF4-FFF2-40B4-BE49-F238E27FC236}">
                        <a16:creationId xmlns:a16="http://schemas.microsoft.com/office/drawing/2014/main" id="{CC5706CF-22FB-A891-075C-3AEA71646F94}"/>
                      </a:ext>
                    </a:extLst>
                  </p:cNvPr>
                  <p:cNvSpPr/>
                  <p:nvPr/>
                </p:nvSpPr>
                <p:spPr>
                  <a:xfrm>
                    <a:off x="16233572" y="30307323"/>
                    <a:ext cx="665624" cy="714884"/>
                  </a:xfrm>
                  <a:custGeom>
                    <a:avLst/>
                    <a:gdLst>
                      <a:gd name="connsiteX0" fmla="*/ 665624 w 665624"/>
                      <a:gd name="connsiteY0" fmla="*/ 0 h 714884"/>
                      <a:gd name="connsiteX1" fmla="*/ 0 w 665624"/>
                      <a:gd name="connsiteY1" fmla="*/ 714884 h 7148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5624" h="714884">
                        <a:moveTo>
                          <a:pt x="665624" y="0"/>
                        </a:moveTo>
                        <a:cubicBezTo>
                          <a:pt x="665624" y="0"/>
                          <a:pt x="572253" y="589697"/>
                          <a:pt x="0" y="714884"/>
                        </a:cubicBez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51" name="圖形 17">
                  <a:extLst>
                    <a:ext uri="{FF2B5EF4-FFF2-40B4-BE49-F238E27FC236}">
                      <a16:creationId xmlns:a16="http://schemas.microsoft.com/office/drawing/2014/main" id="{8C660D47-C62A-DAC8-D44F-F729F7288220}"/>
                    </a:ext>
                  </a:extLst>
                </p:cNvPr>
                <p:cNvGrpSpPr/>
                <p:nvPr/>
              </p:nvGrpSpPr>
              <p:grpSpPr>
                <a:xfrm>
                  <a:off x="21218048" y="29724215"/>
                  <a:ext cx="6131833" cy="23009962"/>
                  <a:chOff x="21218048" y="29724215"/>
                  <a:chExt cx="6131833" cy="23009962"/>
                </a:xfrm>
                <a:noFill/>
              </p:grpSpPr>
              <p:sp>
                <p:nvSpPr>
                  <p:cNvPr id="52" name="手繪多邊形: 圖案 51">
                    <a:extLst>
                      <a:ext uri="{FF2B5EF4-FFF2-40B4-BE49-F238E27FC236}">
                        <a16:creationId xmlns:a16="http://schemas.microsoft.com/office/drawing/2014/main" id="{A41B4EE7-1ED8-76A8-D4CD-5723C2F01634}"/>
                      </a:ext>
                    </a:extLst>
                  </p:cNvPr>
                  <p:cNvSpPr/>
                  <p:nvPr/>
                </p:nvSpPr>
                <p:spPr>
                  <a:xfrm>
                    <a:off x="21218048" y="29724215"/>
                    <a:ext cx="388896" cy="1297992"/>
                  </a:xfrm>
                  <a:custGeom>
                    <a:avLst/>
                    <a:gdLst>
                      <a:gd name="connsiteX0" fmla="*/ 0 w 388896"/>
                      <a:gd name="connsiteY0" fmla="*/ 1297992 h 1297992"/>
                      <a:gd name="connsiteX1" fmla="*/ 0 w 388896"/>
                      <a:gd name="connsiteY1" fmla="*/ 194669 h 1297992"/>
                      <a:gd name="connsiteX2" fmla="*/ 200303 w 388896"/>
                      <a:gd name="connsiteY2" fmla="*/ 0 h 1297992"/>
                      <a:gd name="connsiteX3" fmla="*/ 388897 w 388896"/>
                      <a:gd name="connsiteY3" fmla="*/ 0 h 12979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8896" h="1297992">
                        <a:moveTo>
                          <a:pt x="0" y="1297992"/>
                        </a:moveTo>
                        <a:lnTo>
                          <a:pt x="0" y="194669"/>
                        </a:lnTo>
                        <a:cubicBezTo>
                          <a:pt x="0" y="87152"/>
                          <a:pt x="89673" y="0"/>
                          <a:pt x="200303" y="0"/>
                        </a:cubicBezTo>
                        <a:lnTo>
                          <a:pt x="388897" y="0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3" name="手繪多邊形: 圖案 52">
                    <a:extLst>
                      <a:ext uri="{FF2B5EF4-FFF2-40B4-BE49-F238E27FC236}">
                        <a16:creationId xmlns:a16="http://schemas.microsoft.com/office/drawing/2014/main" id="{D00989AF-BA3A-751C-60E5-54225C91A102}"/>
                      </a:ext>
                    </a:extLst>
                  </p:cNvPr>
                  <p:cNvSpPr/>
                  <p:nvPr/>
                </p:nvSpPr>
                <p:spPr>
                  <a:xfrm>
                    <a:off x="21788450" y="30144700"/>
                    <a:ext cx="454534" cy="29949"/>
                  </a:xfrm>
                  <a:custGeom>
                    <a:avLst/>
                    <a:gdLst>
                      <a:gd name="connsiteX0" fmla="*/ 1 w 454534"/>
                      <a:gd name="connsiteY0" fmla="*/ 0 h 29949"/>
                      <a:gd name="connsiteX1" fmla="*/ 454536 w 454534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4534" h="29949">
                        <a:moveTo>
                          <a:pt x="1" y="0"/>
                        </a:moveTo>
                        <a:lnTo>
                          <a:pt x="454536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4" name="手繪多邊形: 圖案 53">
                    <a:extLst>
                      <a:ext uri="{FF2B5EF4-FFF2-40B4-BE49-F238E27FC236}">
                        <a16:creationId xmlns:a16="http://schemas.microsoft.com/office/drawing/2014/main" id="{29E2ED30-4339-5F4B-C7F6-281B8C7A4055}"/>
                      </a:ext>
                    </a:extLst>
                  </p:cNvPr>
                  <p:cNvSpPr/>
                  <p:nvPr/>
                </p:nvSpPr>
                <p:spPr>
                  <a:xfrm>
                    <a:off x="21788451" y="29724215"/>
                    <a:ext cx="397524" cy="1297992"/>
                  </a:xfrm>
                  <a:custGeom>
                    <a:avLst/>
                    <a:gdLst>
                      <a:gd name="connsiteX0" fmla="*/ 0 w 397524"/>
                      <a:gd name="connsiteY0" fmla="*/ 1297992 h 1297992"/>
                      <a:gd name="connsiteX1" fmla="*/ 0 w 397524"/>
                      <a:gd name="connsiteY1" fmla="*/ 194669 h 1297992"/>
                      <a:gd name="connsiteX2" fmla="*/ 200303 w 397524"/>
                      <a:gd name="connsiteY2" fmla="*/ 0 h 1297992"/>
                      <a:gd name="connsiteX3" fmla="*/ 397524 w 397524"/>
                      <a:gd name="connsiteY3" fmla="*/ 0 h 12979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7524" h="1297992">
                        <a:moveTo>
                          <a:pt x="0" y="1297992"/>
                        </a:moveTo>
                        <a:lnTo>
                          <a:pt x="0" y="194669"/>
                        </a:lnTo>
                        <a:cubicBezTo>
                          <a:pt x="0" y="87152"/>
                          <a:pt x="89673" y="0"/>
                          <a:pt x="200303" y="0"/>
                        </a:cubicBezTo>
                        <a:lnTo>
                          <a:pt x="397524" y="0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5" name="手繪多邊形: 圖案 54">
                    <a:extLst>
                      <a:ext uri="{FF2B5EF4-FFF2-40B4-BE49-F238E27FC236}">
                        <a16:creationId xmlns:a16="http://schemas.microsoft.com/office/drawing/2014/main" id="{D3E1C4A0-2B62-9821-3A17-EA4E5A168A80}"/>
                      </a:ext>
                    </a:extLst>
                  </p:cNvPr>
                  <p:cNvSpPr/>
                  <p:nvPr/>
                </p:nvSpPr>
                <p:spPr>
                  <a:xfrm>
                    <a:off x="22095068" y="30144700"/>
                    <a:ext cx="30815" cy="877506"/>
                  </a:xfrm>
                  <a:custGeom>
                    <a:avLst/>
                    <a:gdLst>
                      <a:gd name="connsiteX0" fmla="*/ -1 w 30815"/>
                      <a:gd name="connsiteY0" fmla="*/ 0 h 877506"/>
                      <a:gd name="connsiteX1" fmla="*/ -1 w 30815"/>
                      <a:gd name="connsiteY1" fmla="*/ 877507 h 87750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5" h="877506">
                        <a:moveTo>
                          <a:pt x="-1" y="0"/>
                        </a:moveTo>
                        <a:lnTo>
                          <a:pt x="-1" y="877507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6" name="手繪多邊形: 圖案 55">
                    <a:extLst>
                      <a:ext uri="{FF2B5EF4-FFF2-40B4-BE49-F238E27FC236}">
                        <a16:creationId xmlns:a16="http://schemas.microsoft.com/office/drawing/2014/main" id="{8842E9F7-47C1-5AAD-FB73-207E0D83E1F0}"/>
                      </a:ext>
                    </a:extLst>
                  </p:cNvPr>
                  <p:cNvSpPr/>
                  <p:nvPr/>
                </p:nvSpPr>
                <p:spPr>
                  <a:xfrm>
                    <a:off x="21218048" y="30024005"/>
                    <a:ext cx="377966" cy="507336"/>
                  </a:xfrm>
                  <a:custGeom>
                    <a:avLst/>
                    <a:gdLst>
                      <a:gd name="connsiteX0" fmla="*/ 0 w 377966"/>
                      <a:gd name="connsiteY0" fmla="*/ 0 h 507336"/>
                      <a:gd name="connsiteX1" fmla="*/ 311240 w 377966"/>
                      <a:gd name="connsiteY1" fmla="*/ 0 h 507336"/>
                      <a:gd name="connsiteX2" fmla="*/ 377187 w 377966"/>
                      <a:gd name="connsiteY2" fmla="*/ 74573 h 507336"/>
                      <a:gd name="connsiteX3" fmla="*/ 318021 w 377966"/>
                      <a:gd name="connsiteY3" fmla="*/ 452231 h 507336"/>
                      <a:gd name="connsiteX4" fmla="*/ 252074 w 377966"/>
                      <a:gd name="connsiteY4" fmla="*/ 507337 h 507336"/>
                      <a:gd name="connsiteX5" fmla="*/ 308 w 377966"/>
                      <a:gd name="connsiteY5" fmla="*/ 507337 h 507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7966" h="507336">
                        <a:moveTo>
                          <a:pt x="0" y="0"/>
                        </a:moveTo>
                        <a:lnTo>
                          <a:pt x="311240" y="0"/>
                        </a:lnTo>
                        <a:cubicBezTo>
                          <a:pt x="352226" y="0"/>
                          <a:pt x="383350" y="35340"/>
                          <a:pt x="377187" y="74573"/>
                        </a:cubicBezTo>
                        <a:lnTo>
                          <a:pt x="318021" y="452231"/>
                        </a:lnTo>
                        <a:cubicBezTo>
                          <a:pt x="313089" y="483977"/>
                          <a:pt x="285047" y="507337"/>
                          <a:pt x="252074" y="507337"/>
                        </a:cubicBezTo>
                        <a:lnTo>
                          <a:pt x="308" y="507337"/>
                        </a:ln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57" name="圖形 17">
                  <a:extLst>
                    <a:ext uri="{FF2B5EF4-FFF2-40B4-BE49-F238E27FC236}">
                      <a16:creationId xmlns:a16="http://schemas.microsoft.com/office/drawing/2014/main" id="{5620CD9A-EE10-C5D5-9806-4F2A9B5C7049}"/>
                    </a:ext>
                  </a:extLst>
                </p:cNvPr>
                <p:cNvGrpSpPr/>
                <p:nvPr/>
              </p:nvGrpSpPr>
              <p:grpSpPr>
                <a:xfrm>
                  <a:off x="19548749" y="29724515"/>
                  <a:ext cx="6607490" cy="23009945"/>
                  <a:chOff x="19548749" y="29724515"/>
                  <a:chExt cx="6607490" cy="23009945"/>
                </a:xfrm>
                <a:noFill/>
              </p:grpSpPr>
              <p:sp>
                <p:nvSpPr>
                  <p:cNvPr id="58" name="手繪多邊形: 圖案 57">
                    <a:extLst>
                      <a:ext uri="{FF2B5EF4-FFF2-40B4-BE49-F238E27FC236}">
                        <a16:creationId xmlns:a16="http://schemas.microsoft.com/office/drawing/2014/main" id="{3A177FA5-EF78-2762-9BED-7EDA16B517AF}"/>
                      </a:ext>
                    </a:extLst>
                  </p:cNvPr>
                  <p:cNvSpPr/>
                  <p:nvPr/>
                </p:nvSpPr>
                <p:spPr>
                  <a:xfrm>
                    <a:off x="19548749" y="29843413"/>
                    <a:ext cx="328497" cy="29949"/>
                  </a:xfrm>
                  <a:custGeom>
                    <a:avLst/>
                    <a:gdLst>
                      <a:gd name="connsiteX0" fmla="*/ -1 w 328497"/>
                      <a:gd name="connsiteY0" fmla="*/ 0 h 29949"/>
                      <a:gd name="connsiteX1" fmla="*/ 328498 w 328497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97" h="29949">
                        <a:moveTo>
                          <a:pt x="-1" y="0"/>
                        </a:moveTo>
                        <a:lnTo>
                          <a:pt x="328498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9" name="手繪多邊形: 圖案 58">
                    <a:extLst>
                      <a:ext uri="{FF2B5EF4-FFF2-40B4-BE49-F238E27FC236}">
                        <a16:creationId xmlns:a16="http://schemas.microsoft.com/office/drawing/2014/main" id="{8D48B0A6-987D-95F3-9609-5F4C7527AE1C}"/>
                      </a:ext>
                    </a:extLst>
                  </p:cNvPr>
                  <p:cNvSpPr/>
                  <p:nvPr/>
                </p:nvSpPr>
                <p:spPr>
                  <a:xfrm>
                    <a:off x="19548749" y="30086599"/>
                    <a:ext cx="328497" cy="29949"/>
                  </a:xfrm>
                  <a:custGeom>
                    <a:avLst/>
                    <a:gdLst>
                      <a:gd name="connsiteX0" fmla="*/ -1 w 328497"/>
                      <a:gd name="connsiteY0" fmla="*/ 0 h 29949"/>
                      <a:gd name="connsiteX1" fmla="*/ 328498 w 328497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97" h="29949">
                        <a:moveTo>
                          <a:pt x="-1" y="0"/>
                        </a:moveTo>
                        <a:lnTo>
                          <a:pt x="328498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0" name="手繪多邊形: 圖案 59">
                    <a:extLst>
                      <a:ext uri="{FF2B5EF4-FFF2-40B4-BE49-F238E27FC236}">
                        <a16:creationId xmlns:a16="http://schemas.microsoft.com/office/drawing/2014/main" id="{1F0FBF8A-7F51-1568-F795-D03D86BD9E7C}"/>
                      </a:ext>
                    </a:extLst>
                  </p:cNvPr>
                  <p:cNvSpPr/>
                  <p:nvPr/>
                </p:nvSpPr>
                <p:spPr>
                  <a:xfrm>
                    <a:off x="19548749" y="30329485"/>
                    <a:ext cx="328497" cy="29949"/>
                  </a:xfrm>
                  <a:custGeom>
                    <a:avLst/>
                    <a:gdLst>
                      <a:gd name="connsiteX0" fmla="*/ -1 w 328497"/>
                      <a:gd name="connsiteY0" fmla="*/ 0 h 29949"/>
                      <a:gd name="connsiteX1" fmla="*/ 328498 w 328497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97" h="29949">
                        <a:moveTo>
                          <a:pt x="-1" y="0"/>
                        </a:moveTo>
                        <a:lnTo>
                          <a:pt x="328498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1" name="手繪多邊形: 圖案 60">
                    <a:extLst>
                      <a:ext uri="{FF2B5EF4-FFF2-40B4-BE49-F238E27FC236}">
                        <a16:creationId xmlns:a16="http://schemas.microsoft.com/office/drawing/2014/main" id="{4E646DDA-0BF1-B17B-9CF9-756642D1EE59}"/>
                      </a:ext>
                    </a:extLst>
                  </p:cNvPr>
                  <p:cNvSpPr/>
                  <p:nvPr/>
                </p:nvSpPr>
                <p:spPr>
                  <a:xfrm>
                    <a:off x="19548749" y="30572672"/>
                    <a:ext cx="328805" cy="449834"/>
                  </a:xfrm>
                  <a:custGeom>
                    <a:avLst/>
                    <a:gdLst>
                      <a:gd name="connsiteX0" fmla="*/ 195373 w 328805"/>
                      <a:gd name="connsiteY0" fmla="*/ 0 h 449834"/>
                      <a:gd name="connsiteX1" fmla="*/ 328806 w 328805"/>
                      <a:gd name="connsiteY1" fmla="*/ 129679 h 449834"/>
                      <a:gd name="connsiteX2" fmla="*/ 328806 w 328805"/>
                      <a:gd name="connsiteY2" fmla="*/ 320154 h 449834"/>
                      <a:gd name="connsiteX3" fmla="*/ 195373 w 328805"/>
                      <a:gd name="connsiteY3" fmla="*/ 449833 h 449834"/>
                      <a:gd name="connsiteX4" fmla="*/ 133433 w 328805"/>
                      <a:gd name="connsiteY4" fmla="*/ 449833 h 449834"/>
                      <a:gd name="connsiteX5" fmla="*/ -1 w 328805"/>
                      <a:gd name="connsiteY5" fmla="*/ 320154 h 449834"/>
                      <a:gd name="connsiteX6" fmla="*/ -1 w 328805"/>
                      <a:gd name="connsiteY6" fmla="*/ 129679 h 449834"/>
                      <a:gd name="connsiteX7" fmla="*/ 133433 w 328805"/>
                      <a:gd name="connsiteY7" fmla="*/ 0 h 4498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28805" h="449834">
                        <a:moveTo>
                          <a:pt x="195373" y="0"/>
                        </a:moveTo>
                        <a:cubicBezTo>
                          <a:pt x="269067" y="0"/>
                          <a:pt x="328806" y="58059"/>
                          <a:pt x="328806" y="129679"/>
                        </a:cubicBezTo>
                        <a:lnTo>
                          <a:pt x="328806" y="320154"/>
                        </a:lnTo>
                        <a:cubicBezTo>
                          <a:pt x="328806" y="391774"/>
                          <a:pt x="269067" y="449833"/>
                          <a:pt x="195373" y="449833"/>
                        </a:cubicBezTo>
                        <a:lnTo>
                          <a:pt x="133433" y="449833"/>
                        </a:lnTo>
                        <a:cubicBezTo>
                          <a:pt x="59739" y="449833"/>
                          <a:pt x="-1" y="391774"/>
                          <a:pt x="-1" y="320154"/>
                        </a:cubicBezTo>
                        <a:lnTo>
                          <a:pt x="-1" y="129679"/>
                        </a:lnTo>
                        <a:cubicBezTo>
                          <a:pt x="-1" y="58059"/>
                          <a:pt x="59739" y="0"/>
                          <a:pt x="133433" y="0"/>
                        </a:cubicBezTo>
                        <a:close/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" name="手繪多邊形: 圖案 61">
                    <a:extLst>
                      <a:ext uri="{FF2B5EF4-FFF2-40B4-BE49-F238E27FC236}">
                        <a16:creationId xmlns:a16="http://schemas.microsoft.com/office/drawing/2014/main" id="{F0A95170-9C02-2658-5AB8-59730F5216D4}"/>
                      </a:ext>
                    </a:extLst>
                  </p:cNvPr>
                  <p:cNvSpPr/>
                  <p:nvPr/>
                </p:nvSpPr>
                <p:spPr>
                  <a:xfrm>
                    <a:off x="20052589" y="30113254"/>
                    <a:ext cx="315863" cy="216232"/>
                  </a:xfrm>
                  <a:custGeom>
                    <a:avLst/>
                    <a:gdLst>
                      <a:gd name="connsiteX0" fmla="*/ 315863 w 315863"/>
                      <a:gd name="connsiteY0" fmla="*/ 0 h 216232"/>
                      <a:gd name="connsiteX1" fmla="*/ 0 w 315863"/>
                      <a:gd name="connsiteY1" fmla="*/ 216232 h 2162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5863" h="216232">
                        <a:moveTo>
                          <a:pt x="315863" y="0"/>
                        </a:moveTo>
                        <a:cubicBezTo>
                          <a:pt x="315863" y="0"/>
                          <a:pt x="213863" y="194069"/>
                          <a:pt x="0" y="216232"/>
                        </a:cubicBez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" name="手繪多邊形: 圖案 62">
                    <a:extLst>
                      <a:ext uri="{FF2B5EF4-FFF2-40B4-BE49-F238E27FC236}">
                        <a16:creationId xmlns:a16="http://schemas.microsoft.com/office/drawing/2014/main" id="{35B53E91-0D5D-B742-5BA8-8D836E7C8F6F}"/>
                      </a:ext>
                    </a:extLst>
                  </p:cNvPr>
                  <p:cNvSpPr/>
                  <p:nvPr/>
                </p:nvSpPr>
                <p:spPr>
                  <a:xfrm>
                    <a:off x="20052898" y="30351947"/>
                    <a:ext cx="427725" cy="296495"/>
                  </a:xfrm>
                  <a:custGeom>
                    <a:avLst/>
                    <a:gdLst>
                      <a:gd name="connsiteX0" fmla="*/ 427725 w 427725"/>
                      <a:gd name="connsiteY0" fmla="*/ 0 h 296495"/>
                      <a:gd name="connsiteX1" fmla="*/ 0 w 427725"/>
                      <a:gd name="connsiteY1" fmla="*/ 296495 h 29649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27725" h="296495">
                        <a:moveTo>
                          <a:pt x="427725" y="0"/>
                        </a:moveTo>
                        <a:cubicBezTo>
                          <a:pt x="427725" y="0"/>
                          <a:pt x="305693" y="251272"/>
                          <a:pt x="0" y="296495"/>
                        </a:cubicBez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" name="手繪多邊形: 圖案 63">
                    <a:extLst>
                      <a:ext uri="{FF2B5EF4-FFF2-40B4-BE49-F238E27FC236}">
                        <a16:creationId xmlns:a16="http://schemas.microsoft.com/office/drawing/2014/main" id="{073D0A3F-BFC5-8D9B-5C82-513C8E3A9FC3}"/>
                      </a:ext>
                    </a:extLst>
                  </p:cNvPr>
                  <p:cNvSpPr/>
                  <p:nvPr/>
                </p:nvSpPr>
                <p:spPr>
                  <a:xfrm>
                    <a:off x="20052898" y="30623884"/>
                    <a:ext cx="555918" cy="398621"/>
                  </a:xfrm>
                  <a:custGeom>
                    <a:avLst/>
                    <a:gdLst>
                      <a:gd name="connsiteX0" fmla="*/ 555919 w 555918"/>
                      <a:gd name="connsiteY0" fmla="*/ 0 h 398621"/>
                      <a:gd name="connsiteX1" fmla="*/ 0 w 555918"/>
                      <a:gd name="connsiteY1" fmla="*/ 398622 h 3986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5918" h="398621">
                        <a:moveTo>
                          <a:pt x="555919" y="0"/>
                        </a:moveTo>
                        <a:cubicBezTo>
                          <a:pt x="555919" y="0"/>
                          <a:pt x="377495" y="304881"/>
                          <a:pt x="0" y="398622"/>
                        </a:cubicBez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5" name="手繪多邊形: 圖案 64">
                    <a:extLst>
                      <a:ext uri="{FF2B5EF4-FFF2-40B4-BE49-F238E27FC236}">
                        <a16:creationId xmlns:a16="http://schemas.microsoft.com/office/drawing/2014/main" id="{2F741B48-AD80-1DB6-80D3-61FE47A6C506}"/>
                      </a:ext>
                    </a:extLst>
                  </p:cNvPr>
                  <p:cNvSpPr/>
                  <p:nvPr/>
                </p:nvSpPr>
                <p:spPr>
                  <a:xfrm>
                    <a:off x="19996196" y="29724515"/>
                    <a:ext cx="656995" cy="362083"/>
                  </a:xfrm>
                  <a:custGeom>
                    <a:avLst/>
                    <a:gdLst>
                      <a:gd name="connsiteX0" fmla="*/ 0 w 656995"/>
                      <a:gd name="connsiteY0" fmla="*/ 362084 h 362083"/>
                      <a:gd name="connsiteX1" fmla="*/ 327265 w 656995"/>
                      <a:gd name="connsiteY1" fmla="*/ 0 h 362083"/>
                      <a:gd name="connsiteX2" fmla="*/ 656996 w 656995"/>
                      <a:gd name="connsiteY2" fmla="*/ 362084 h 3620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56995" h="362083">
                        <a:moveTo>
                          <a:pt x="0" y="362084"/>
                        </a:moveTo>
                        <a:cubicBezTo>
                          <a:pt x="264093" y="303384"/>
                          <a:pt x="327265" y="0"/>
                          <a:pt x="327265" y="0"/>
                        </a:cubicBezTo>
                        <a:cubicBezTo>
                          <a:pt x="327265" y="0"/>
                          <a:pt x="390437" y="280024"/>
                          <a:pt x="656996" y="362084"/>
                        </a:cubicBezTo>
                      </a:path>
                    </a:pathLst>
                  </a:custGeom>
                  <a:noFill/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6" name="手繪多邊形: 圖案 65">
                    <a:extLst>
                      <a:ext uri="{FF2B5EF4-FFF2-40B4-BE49-F238E27FC236}">
                        <a16:creationId xmlns:a16="http://schemas.microsoft.com/office/drawing/2014/main" id="{AC11E1C8-2529-4058-197D-BABF39EBDE6E}"/>
                      </a:ext>
                    </a:extLst>
                  </p:cNvPr>
                  <p:cNvSpPr/>
                  <p:nvPr/>
                </p:nvSpPr>
                <p:spPr>
                  <a:xfrm>
                    <a:off x="19712998" y="29724515"/>
                    <a:ext cx="30815" cy="118897"/>
                  </a:xfrm>
                  <a:custGeom>
                    <a:avLst/>
                    <a:gdLst>
                      <a:gd name="connsiteX0" fmla="*/ 0 w 30815"/>
                      <a:gd name="connsiteY0" fmla="*/ 118898 h 118897"/>
                      <a:gd name="connsiteX1" fmla="*/ 0 w 30815"/>
                      <a:gd name="connsiteY1" fmla="*/ 0 h 1188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5" h="118897">
                        <a:moveTo>
                          <a:pt x="0" y="118898"/>
                        </a:moveTo>
                        <a:lnTo>
                          <a:pt x="0" y="0"/>
                        </a:lnTo>
                      </a:path>
                    </a:pathLst>
                  </a:custGeom>
                  <a:ln w="7880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67" name="圖形 17">
                <a:extLst>
                  <a:ext uri="{FF2B5EF4-FFF2-40B4-BE49-F238E27FC236}">
                    <a16:creationId xmlns:a16="http://schemas.microsoft.com/office/drawing/2014/main" id="{3F18628E-1E2A-7F8E-D452-6748890BCA2A}"/>
                  </a:ext>
                </a:extLst>
              </p:cNvPr>
              <p:cNvGrpSpPr/>
              <p:nvPr/>
            </p:nvGrpSpPr>
            <p:grpSpPr>
              <a:xfrm>
                <a:off x="20172241" y="27778199"/>
                <a:ext cx="12648507" cy="17954174"/>
                <a:chOff x="20172241" y="27778199"/>
                <a:chExt cx="12648507" cy="17954174"/>
              </a:xfrm>
            </p:grpSpPr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60E06361-E164-22B1-744B-7D834E3C8973}"/>
                    </a:ext>
                  </a:extLst>
                </p:cNvPr>
                <p:cNvSpPr/>
                <p:nvPr/>
              </p:nvSpPr>
              <p:spPr>
                <a:xfrm>
                  <a:off x="20172241" y="27778199"/>
                  <a:ext cx="2114198" cy="1012795"/>
                </a:xfrm>
                <a:custGeom>
                  <a:avLst/>
                  <a:gdLst>
                    <a:gd name="connsiteX0" fmla="*/ 345668 w 2114198"/>
                    <a:gd name="connsiteY0" fmla="*/ 955303 h 1012795"/>
                    <a:gd name="connsiteX1" fmla="*/ 766615 w 2114198"/>
                    <a:gd name="connsiteY1" fmla="*/ 966084 h 1012795"/>
                    <a:gd name="connsiteX2" fmla="*/ 1386939 w 2114198"/>
                    <a:gd name="connsiteY2" fmla="*/ 978363 h 1012795"/>
                    <a:gd name="connsiteX3" fmla="*/ 1773062 w 2114198"/>
                    <a:gd name="connsiteY3" fmla="*/ 968780 h 1012795"/>
                    <a:gd name="connsiteX4" fmla="*/ 2045475 w 2114198"/>
                    <a:gd name="connsiteY4" fmla="*/ 148176 h 1012795"/>
                    <a:gd name="connsiteX5" fmla="*/ 1534238 w 2114198"/>
                    <a:gd name="connsiteY5" fmla="*/ 40959 h 1012795"/>
                    <a:gd name="connsiteX6" fmla="*/ 493278 w 2114198"/>
                    <a:gd name="connsiteY6" fmla="*/ 31076 h 1012795"/>
                    <a:gd name="connsiteX7" fmla="*/ 35352 w 2114198"/>
                    <a:gd name="connsiteY7" fmla="*/ 147877 h 1012795"/>
                    <a:gd name="connsiteX8" fmla="*/ 345977 w 2114198"/>
                    <a:gd name="connsiteY8" fmla="*/ 954704 h 101279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4198" h="1012795">
                      <a:moveTo>
                        <a:pt x="345668" y="955303"/>
                      </a:moveTo>
                      <a:cubicBezTo>
                        <a:pt x="427946" y="1019094"/>
                        <a:pt x="596202" y="1037064"/>
                        <a:pt x="766615" y="966084"/>
                      </a:cubicBezTo>
                      <a:cubicBezTo>
                        <a:pt x="998041" y="869649"/>
                        <a:pt x="1190949" y="911278"/>
                        <a:pt x="1386939" y="978363"/>
                      </a:cubicBezTo>
                      <a:cubicBezTo>
                        <a:pt x="1444256" y="998130"/>
                        <a:pt x="1647026" y="1049642"/>
                        <a:pt x="1773062" y="968780"/>
                      </a:cubicBezTo>
                      <a:cubicBezTo>
                        <a:pt x="1923135" y="872643"/>
                        <a:pt x="2258104" y="426702"/>
                        <a:pt x="2045475" y="148176"/>
                      </a:cubicBezTo>
                      <a:cubicBezTo>
                        <a:pt x="1868590" y="-83629"/>
                        <a:pt x="1593098" y="20594"/>
                        <a:pt x="1534238" y="40959"/>
                      </a:cubicBezTo>
                      <a:cubicBezTo>
                        <a:pt x="1323459" y="114334"/>
                        <a:pt x="959214" y="197592"/>
                        <a:pt x="493278" y="31076"/>
                      </a:cubicBezTo>
                      <a:cubicBezTo>
                        <a:pt x="411615" y="1725"/>
                        <a:pt x="149062" y="-56974"/>
                        <a:pt x="35352" y="147877"/>
                      </a:cubicBezTo>
                      <a:cubicBezTo>
                        <a:pt x="-86987" y="368601"/>
                        <a:pt x="130574" y="787888"/>
                        <a:pt x="345977" y="954704"/>
                      </a:cubicBezTo>
                      <a:close/>
                    </a:path>
                  </a:pathLst>
                </a:custGeom>
                <a:noFill/>
                <a:ln w="1179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D51C6B43-6273-9F90-3A87-7534775659A1}"/>
                    </a:ext>
                  </a:extLst>
                </p:cNvPr>
                <p:cNvSpPr/>
                <p:nvPr/>
              </p:nvSpPr>
              <p:spPr>
                <a:xfrm>
                  <a:off x="21598623" y="28468544"/>
                  <a:ext cx="166655" cy="161447"/>
                </a:xfrm>
                <a:custGeom>
                  <a:avLst/>
                  <a:gdLst>
                    <a:gd name="connsiteX0" fmla="*/ 66870 w 166655"/>
                    <a:gd name="connsiteY0" fmla="*/ 159537 h 161447"/>
                    <a:gd name="connsiteX1" fmla="*/ 94914 w 166655"/>
                    <a:gd name="connsiteY1" fmla="*/ 159537 h 161447"/>
                    <a:gd name="connsiteX2" fmla="*/ 120798 w 166655"/>
                    <a:gd name="connsiteY2" fmla="*/ 159537 h 161447"/>
                    <a:gd name="connsiteX3" fmla="*/ 166099 w 166655"/>
                    <a:gd name="connsiteY3" fmla="*/ 42735 h 161447"/>
                    <a:gd name="connsiteX4" fmla="*/ 0 w 166655"/>
                    <a:gd name="connsiteY4" fmla="*/ 42735 h 161447"/>
                    <a:gd name="connsiteX5" fmla="*/ 36980 w 166655"/>
                    <a:gd name="connsiteY5" fmla="*/ 153247 h 161447"/>
                    <a:gd name="connsiteX6" fmla="*/ 67179 w 166655"/>
                    <a:gd name="connsiteY6" fmla="*/ 159537 h 1614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6655" h="161447">
                      <a:moveTo>
                        <a:pt x="66870" y="159537"/>
                      </a:moveTo>
                      <a:cubicBezTo>
                        <a:pt x="78581" y="156242"/>
                        <a:pt x="83204" y="155343"/>
                        <a:pt x="94914" y="159537"/>
                      </a:cubicBezTo>
                      <a:cubicBezTo>
                        <a:pt x="102618" y="162232"/>
                        <a:pt x="113403" y="161932"/>
                        <a:pt x="120798" y="159537"/>
                      </a:cubicBezTo>
                      <a:cubicBezTo>
                        <a:pt x="145759" y="152049"/>
                        <a:pt x="170720" y="103831"/>
                        <a:pt x="166099" y="42735"/>
                      </a:cubicBezTo>
                      <a:cubicBezTo>
                        <a:pt x="161476" y="-18361"/>
                        <a:pt x="-308" y="-9975"/>
                        <a:pt x="0" y="42735"/>
                      </a:cubicBezTo>
                      <a:cubicBezTo>
                        <a:pt x="0" y="84664"/>
                        <a:pt x="15717" y="138572"/>
                        <a:pt x="36980" y="153247"/>
                      </a:cubicBezTo>
                      <a:cubicBezTo>
                        <a:pt x="46224" y="159537"/>
                        <a:pt x="53005" y="163429"/>
                        <a:pt x="67179" y="159537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0" name="圖形 17">
                <a:extLst>
                  <a:ext uri="{FF2B5EF4-FFF2-40B4-BE49-F238E27FC236}">
                    <a16:creationId xmlns:a16="http://schemas.microsoft.com/office/drawing/2014/main" id="{4288D905-3530-D819-36A4-DCE33A385B62}"/>
                  </a:ext>
                </a:extLst>
              </p:cNvPr>
              <p:cNvGrpSpPr/>
              <p:nvPr/>
            </p:nvGrpSpPr>
            <p:grpSpPr>
              <a:xfrm>
                <a:off x="16180568" y="31545117"/>
                <a:ext cx="36584564" cy="4730473"/>
                <a:chOff x="16180568" y="31545117"/>
                <a:chExt cx="36584564" cy="4730473"/>
              </a:xfrm>
              <a:solidFill>
                <a:srgbClr val="231815"/>
              </a:solidFill>
            </p:grpSpPr>
            <p:sp>
              <p:nvSpPr>
                <p:cNvPr id="71" name="手繪多邊形: 圖案 70">
                  <a:extLst>
                    <a:ext uri="{FF2B5EF4-FFF2-40B4-BE49-F238E27FC236}">
                      <a16:creationId xmlns:a16="http://schemas.microsoft.com/office/drawing/2014/main" id="{A01FAFD9-4E67-2E7E-86A8-DE11DE34F514}"/>
                    </a:ext>
                  </a:extLst>
                </p:cNvPr>
                <p:cNvSpPr/>
                <p:nvPr/>
              </p:nvSpPr>
              <p:spPr>
                <a:xfrm>
                  <a:off x="16180568" y="31548411"/>
                  <a:ext cx="137747" cy="260257"/>
                </a:xfrm>
                <a:custGeom>
                  <a:avLst/>
                  <a:gdLst>
                    <a:gd name="connsiteX0" fmla="*/ 130660 w 137747"/>
                    <a:gd name="connsiteY0" fmla="*/ 0 h 260257"/>
                    <a:gd name="connsiteX1" fmla="*/ 137747 w 137747"/>
                    <a:gd name="connsiteY1" fmla="*/ 6889 h 260257"/>
                    <a:gd name="connsiteX2" fmla="*/ 137747 w 137747"/>
                    <a:gd name="connsiteY2" fmla="*/ 23061 h 260257"/>
                    <a:gd name="connsiteX3" fmla="*/ 130660 w 137747"/>
                    <a:gd name="connsiteY3" fmla="*/ 29949 h 260257"/>
                    <a:gd name="connsiteX4" fmla="*/ 59475 w 137747"/>
                    <a:gd name="connsiteY4" fmla="*/ 29949 h 260257"/>
                    <a:gd name="connsiteX5" fmla="*/ 36055 w 137747"/>
                    <a:gd name="connsiteY5" fmla="*/ 52711 h 260257"/>
                    <a:gd name="connsiteX6" fmla="*/ 36055 w 137747"/>
                    <a:gd name="connsiteY6" fmla="*/ 110213 h 260257"/>
                    <a:gd name="connsiteX7" fmla="*/ 124188 w 137747"/>
                    <a:gd name="connsiteY7" fmla="*/ 110213 h 260257"/>
                    <a:gd name="connsiteX8" fmla="*/ 131276 w 137747"/>
                    <a:gd name="connsiteY8" fmla="*/ 117101 h 260257"/>
                    <a:gd name="connsiteX9" fmla="*/ 131276 w 137747"/>
                    <a:gd name="connsiteY9" fmla="*/ 133573 h 260257"/>
                    <a:gd name="connsiteX10" fmla="*/ 124188 w 137747"/>
                    <a:gd name="connsiteY10" fmla="*/ 140461 h 260257"/>
                    <a:gd name="connsiteX11" fmla="*/ 36055 w 137747"/>
                    <a:gd name="connsiteY11" fmla="*/ 140461 h 260257"/>
                    <a:gd name="connsiteX12" fmla="*/ 36055 w 137747"/>
                    <a:gd name="connsiteY12" fmla="*/ 253070 h 260257"/>
                    <a:gd name="connsiteX13" fmla="*/ 29275 w 137747"/>
                    <a:gd name="connsiteY13" fmla="*/ 260257 h 260257"/>
                    <a:gd name="connsiteX14" fmla="*/ 6780 w 137747"/>
                    <a:gd name="connsiteY14" fmla="*/ 260257 h 260257"/>
                    <a:gd name="connsiteX15" fmla="*/ 0 w 137747"/>
                    <a:gd name="connsiteY15" fmla="*/ 253070 h 260257"/>
                    <a:gd name="connsiteX16" fmla="*/ 0 w 137747"/>
                    <a:gd name="connsiteY16" fmla="*/ 52112 h 260257"/>
                    <a:gd name="connsiteX17" fmla="*/ 53620 w 137747"/>
                    <a:gd name="connsiteY17" fmla="*/ 0 h 260257"/>
                    <a:gd name="connsiteX18" fmla="*/ 130352 w 137747"/>
                    <a:gd name="connsiteY18" fmla="*/ 0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7747" h="260257">
                      <a:moveTo>
                        <a:pt x="130660" y="0"/>
                      </a:moveTo>
                      <a:cubicBezTo>
                        <a:pt x="135282" y="0"/>
                        <a:pt x="137747" y="1797"/>
                        <a:pt x="137747" y="6889"/>
                      </a:cubicBezTo>
                      <a:lnTo>
                        <a:pt x="137747" y="23061"/>
                      </a:lnTo>
                      <a:cubicBezTo>
                        <a:pt x="137747" y="28152"/>
                        <a:pt x="135282" y="29949"/>
                        <a:pt x="130660" y="29949"/>
                      </a:cubicBezTo>
                      <a:lnTo>
                        <a:pt x="59475" y="29949"/>
                      </a:lnTo>
                      <a:cubicBezTo>
                        <a:pt x="46532" y="29949"/>
                        <a:pt x="36055" y="40132"/>
                        <a:pt x="36055" y="52711"/>
                      </a:cubicBezTo>
                      <a:lnTo>
                        <a:pt x="36055" y="110213"/>
                      </a:lnTo>
                      <a:lnTo>
                        <a:pt x="124188" y="110213"/>
                      </a:lnTo>
                      <a:cubicBezTo>
                        <a:pt x="129427" y="110213"/>
                        <a:pt x="131276" y="112010"/>
                        <a:pt x="131276" y="117101"/>
                      </a:cubicBezTo>
                      <a:lnTo>
                        <a:pt x="131276" y="133573"/>
                      </a:lnTo>
                      <a:cubicBezTo>
                        <a:pt x="131276" y="138066"/>
                        <a:pt x="129427" y="140461"/>
                        <a:pt x="124188" y="140461"/>
                      </a:cubicBezTo>
                      <a:lnTo>
                        <a:pt x="36055" y="140461"/>
                      </a:lnTo>
                      <a:lnTo>
                        <a:pt x="36055" y="253070"/>
                      </a:lnTo>
                      <a:cubicBezTo>
                        <a:pt x="36055" y="258161"/>
                        <a:pt x="34515" y="260257"/>
                        <a:pt x="29275" y="260257"/>
                      </a:cubicBezTo>
                      <a:lnTo>
                        <a:pt x="6780" y="260257"/>
                      </a:lnTo>
                      <a:cubicBezTo>
                        <a:pt x="2157" y="260257"/>
                        <a:pt x="0" y="257862"/>
                        <a:pt x="0" y="253070"/>
                      </a:cubicBezTo>
                      <a:lnTo>
                        <a:pt x="0" y="52112"/>
                      </a:lnTo>
                      <a:cubicBezTo>
                        <a:pt x="0" y="23360"/>
                        <a:pt x="24036" y="0"/>
                        <a:pt x="53620" y="0"/>
                      </a:cubicBezTo>
                      <a:lnTo>
                        <a:pt x="130352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" name="手繪多邊形: 圖案 71">
                  <a:extLst>
                    <a:ext uri="{FF2B5EF4-FFF2-40B4-BE49-F238E27FC236}">
                      <a16:creationId xmlns:a16="http://schemas.microsoft.com/office/drawing/2014/main" id="{AEB88C5A-CB7A-6352-7F9A-EF5920D001F3}"/>
                    </a:ext>
                  </a:extLst>
                </p:cNvPr>
                <p:cNvSpPr/>
                <p:nvPr/>
              </p:nvSpPr>
              <p:spPr>
                <a:xfrm>
                  <a:off x="16446417" y="31548411"/>
                  <a:ext cx="173987" cy="260257"/>
                </a:xfrm>
                <a:custGeom>
                  <a:avLst/>
                  <a:gdLst>
                    <a:gd name="connsiteX0" fmla="*/ 99013 w 173987"/>
                    <a:gd name="connsiteY0" fmla="*/ 0 h 260257"/>
                    <a:gd name="connsiteX1" fmla="*/ 107949 w 173987"/>
                    <a:gd name="connsiteY1" fmla="*/ 6889 h 260257"/>
                    <a:gd name="connsiteX2" fmla="*/ 173587 w 173987"/>
                    <a:gd name="connsiteY2" fmla="*/ 253370 h 260257"/>
                    <a:gd name="connsiteX3" fmla="*/ 168040 w 173987"/>
                    <a:gd name="connsiteY3" fmla="*/ 260257 h 260257"/>
                    <a:gd name="connsiteX4" fmla="*/ 145544 w 173987"/>
                    <a:gd name="connsiteY4" fmla="*/ 260257 h 260257"/>
                    <a:gd name="connsiteX5" fmla="*/ 137224 w 173987"/>
                    <a:gd name="connsiteY5" fmla="*/ 253370 h 260257"/>
                    <a:gd name="connsiteX6" fmla="*/ 121199 w 173987"/>
                    <a:gd name="connsiteY6" fmla="*/ 191973 h 260257"/>
                    <a:gd name="connsiteX7" fmla="*/ 50939 w 173987"/>
                    <a:gd name="connsiteY7" fmla="*/ 191973 h 260257"/>
                    <a:gd name="connsiteX8" fmla="*/ 35223 w 173987"/>
                    <a:gd name="connsiteY8" fmla="*/ 253370 h 260257"/>
                    <a:gd name="connsiteX9" fmla="*/ 26903 w 173987"/>
                    <a:gd name="connsiteY9" fmla="*/ 260257 h 260257"/>
                    <a:gd name="connsiteX10" fmla="*/ 5948 w 173987"/>
                    <a:gd name="connsiteY10" fmla="*/ 260257 h 260257"/>
                    <a:gd name="connsiteX11" fmla="*/ 401 w 173987"/>
                    <a:gd name="connsiteY11" fmla="*/ 253370 h 260257"/>
                    <a:gd name="connsiteX12" fmla="*/ 66655 w 173987"/>
                    <a:gd name="connsiteY12" fmla="*/ 6889 h 260257"/>
                    <a:gd name="connsiteX13" fmla="*/ 75592 w 173987"/>
                    <a:gd name="connsiteY13" fmla="*/ 0 h 260257"/>
                    <a:gd name="connsiteX14" fmla="*/ 98396 w 173987"/>
                    <a:gd name="connsiteY14" fmla="*/ 0 h 260257"/>
                    <a:gd name="connsiteX15" fmla="*/ 95314 w 173987"/>
                    <a:gd name="connsiteY15" fmla="*/ 91644 h 260257"/>
                    <a:gd name="connsiteX16" fmla="*/ 86686 w 173987"/>
                    <a:gd name="connsiteY16" fmla="*/ 41630 h 260257"/>
                    <a:gd name="connsiteX17" fmla="*/ 77750 w 173987"/>
                    <a:gd name="connsiteY17" fmla="*/ 91345 h 260257"/>
                    <a:gd name="connsiteX18" fmla="*/ 58027 w 173987"/>
                    <a:gd name="connsiteY18" fmla="*/ 163821 h 260257"/>
                    <a:gd name="connsiteX19" fmla="*/ 114728 w 173987"/>
                    <a:gd name="connsiteY19" fmla="*/ 163821 h 260257"/>
                    <a:gd name="connsiteX20" fmla="*/ 95314 w 173987"/>
                    <a:gd name="connsiteY20" fmla="*/ 91944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87" h="260257">
                      <a:moveTo>
                        <a:pt x="99013" y="0"/>
                      </a:moveTo>
                      <a:cubicBezTo>
                        <a:pt x="103635" y="0"/>
                        <a:pt x="107024" y="2396"/>
                        <a:pt x="107949" y="6889"/>
                      </a:cubicBezTo>
                      <a:lnTo>
                        <a:pt x="173587" y="253370"/>
                      </a:lnTo>
                      <a:cubicBezTo>
                        <a:pt x="174820" y="257862"/>
                        <a:pt x="173278" y="260257"/>
                        <a:pt x="168040" y="260257"/>
                      </a:cubicBezTo>
                      <a:lnTo>
                        <a:pt x="145544" y="260257"/>
                      </a:lnTo>
                      <a:cubicBezTo>
                        <a:pt x="140306" y="260257"/>
                        <a:pt x="138457" y="257562"/>
                        <a:pt x="137224" y="253370"/>
                      </a:cubicBezTo>
                      <a:lnTo>
                        <a:pt x="121199" y="191973"/>
                      </a:lnTo>
                      <a:lnTo>
                        <a:pt x="50939" y="191973"/>
                      </a:lnTo>
                      <a:lnTo>
                        <a:pt x="35223" y="253370"/>
                      </a:lnTo>
                      <a:cubicBezTo>
                        <a:pt x="33991" y="257562"/>
                        <a:pt x="31833" y="260257"/>
                        <a:pt x="26903" y="260257"/>
                      </a:cubicBezTo>
                      <a:lnTo>
                        <a:pt x="5948" y="260257"/>
                      </a:lnTo>
                      <a:cubicBezTo>
                        <a:pt x="710" y="260257"/>
                        <a:pt x="-832" y="257862"/>
                        <a:pt x="401" y="253370"/>
                      </a:cubicBezTo>
                      <a:lnTo>
                        <a:pt x="66655" y="6889"/>
                      </a:lnTo>
                      <a:cubicBezTo>
                        <a:pt x="67888" y="2396"/>
                        <a:pt x="70662" y="0"/>
                        <a:pt x="75592" y="0"/>
                      </a:cubicBezTo>
                      <a:lnTo>
                        <a:pt x="98396" y="0"/>
                      </a:lnTo>
                      <a:close/>
                      <a:moveTo>
                        <a:pt x="95314" y="91644"/>
                      </a:moveTo>
                      <a:cubicBezTo>
                        <a:pt x="92541" y="82061"/>
                        <a:pt x="87918" y="53609"/>
                        <a:pt x="86686" y="41630"/>
                      </a:cubicBezTo>
                      <a:cubicBezTo>
                        <a:pt x="84837" y="55706"/>
                        <a:pt x="80523" y="80563"/>
                        <a:pt x="77750" y="91345"/>
                      </a:cubicBezTo>
                      <a:lnTo>
                        <a:pt x="58027" y="163821"/>
                      </a:lnTo>
                      <a:lnTo>
                        <a:pt x="114728" y="163821"/>
                      </a:lnTo>
                      <a:lnTo>
                        <a:pt x="95314" y="9194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3" name="手繪多邊形: 圖案 72">
                  <a:extLst>
                    <a:ext uri="{FF2B5EF4-FFF2-40B4-BE49-F238E27FC236}">
                      <a16:creationId xmlns:a16="http://schemas.microsoft.com/office/drawing/2014/main" id="{1E0900C6-EE43-621A-4977-49889609636B}"/>
                    </a:ext>
                  </a:extLst>
                </p:cNvPr>
                <p:cNvSpPr/>
                <p:nvPr/>
              </p:nvSpPr>
              <p:spPr>
                <a:xfrm>
                  <a:off x="16778090" y="31548112"/>
                  <a:ext cx="156236" cy="260556"/>
                </a:xfrm>
                <a:custGeom>
                  <a:avLst/>
                  <a:gdLst>
                    <a:gd name="connsiteX0" fmla="*/ 155928 w 156236"/>
                    <a:gd name="connsiteY0" fmla="*/ 253668 h 260556"/>
                    <a:gd name="connsiteX1" fmla="*/ 149150 w 156236"/>
                    <a:gd name="connsiteY1" fmla="*/ 260556 h 260556"/>
                    <a:gd name="connsiteX2" fmla="*/ 128810 w 156236"/>
                    <a:gd name="connsiteY2" fmla="*/ 260556 h 260556"/>
                    <a:gd name="connsiteX3" fmla="*/ 121723 w 156236"/>
                    <a:gd name="connsiteY3" fmla="*/ 256364 h 260556"/>
                    <a:gd name="connsiteX4" fmla="*/ 44992 w 156236"/>
                    <a:gd name="connsiteY4" fmla="*/ 101227 h 260556"/>
                    <a:gd name="connsiteX5" fmla="*/ 33282 w 156236"/>
                    <a:gd name="connsiteY5" fmla="*/ 73974 h 260556"/>
                    <a:gd name="connsiteX6" fmla="*/ 33282 w 156236"/>
                    <a:gd name="connsiteY6" fmla="*/ 253369 h 260556"/>
                    <a:gd name="connsiteX7" fmla="*/ 26501 w 156236"/>
                    <a:gd name="connsiteY7" fmla="*/ 260257 h 260556"/>
                    <a:gd name="connsiteX8" fmla="*/ 6779 w 156236"/>
                    <a:gd name="connsiteY8" fmla="*/ 260257 h 260556"/>
                    <a:gd name="connsiteX9" fmla="*/ 0 w 156236"/>
                    <a:gd name="connsiteY9" fmla="*/ 253369 h 260556"/>
                    <a:gd name="connsiteX10" fmla="*/ 0 w 156236"/>
                    <a:gd name="connsiteY10" fmla="*/ 6888 h 260556"/>
                    <a:gd name="connsiteX11" fmla="*/ 6779 w 156236"/>
                    <a:gd name="connsiteY11" fmla="*/ 0 h 260556"/>
                    <a:gd name="connsiteX12" fmla="*/ 27735 w 156236"/>
                    <a:gd name="connsiteY12" fmla="*/ 0 h 260556"/>
                    <a:gd name="connsiteX13" fmla="*/ 33897 w 156236"/>
                    <a:gd name="connsiteY13" fmla="*/ 3893 h 260556"/>
                    <a:gd name="connsiteX14" fmla="*/ 112785 w 156236"/>
                    <a:gd name="connsiteY14" fmla="*/ 161125 h 260556"/>
                    <a:gd name="connsiteX15" fmla="*/ 122955 w 156236"/>
                    <a:gd name="connsiteY15" fmla="*/ 185683 h 260556"/>
                    <a:gd name="connsiteX16" fmla="*/ 122955 w 156236"/>
                    <a:gd name="connsiteY16" fmla="*/ 6888 h 260556"/>
                    <a:gd name="connsiteX17" fmla="*/ 130042 w 156236"/>
                    <a:gd name="connsiteY17" fmla="*/ 0 h 260556"/>
                    <a:gd name="connsiteX18" fmla="*/ 149456 w 156236"/>
                    <a:gd name="connsiteY18" fmla="*/ 0 h 260556"/>
                    <a:gd name="connsiteX19" fmla="*/ 156237 w 156236"/>
                    <a:gd name="connsiteY19" fmla="*/ 6888 h 260556"/>
                    <a:gd name="connsiteX20" fmla="*/ 156237 w 156236"/>
                    <a:gd name="connsiteY20" fmla="*/ 253369 h 26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6" h="260556">
                      <a:moveTo>
                        <a:pt x="155928" y="253668"/>
                      </a:moveTo>
                      <a:cubicBezTo>
                        <a:pt x="155928" y="258161"/>
                        <a:pt x="154388" y="260556"/>
                        <a:pt x="149150" y="260556"/>
                      </a:cubicBezTo>
                      <a:lnTo>
                        <a:pt x="128810" y="260556"/>
                      </a:lnTo>
                      <a:cubicBezTo>
                        <a:pt x="124804" y="260556"/>
                        <a:pt x="123264" y="259359"/>
                        <a:pt x="121723" y="256364"/>
                      </a:cubicBezTo>
                      <a:lnTo>
                        <a:pt x="44992" y="101227"/>
                      </a:lnTo>
                      <a:cubicBezTo>
                        <a:pt x="40677" y="92841"/>
                        <a:pt x="36054" y="82360"/>
                        <a:pt x="33282" y="73974"/>
                      </a:cubicBezTo>
                      <a:lnTo>
                        <a:pt x="33282" y="253369"/>
                      </a:lnTo>
                      <a:cubicBezTo>
                        <a:pt x="33282" y="257861"/>
                        <a:pt x="31433" y="260257"/>
                        <a:pt x="26501" y="260257"/>
                      </a:cubicBezTo>
                      <a:lnTo>
                        <a:pt x="6779" y="260257"/>
                      </a:lnTo>
                      <a:cubicBezTo>
                        <a:pt x="2157" y="260257"/>
                        <a:pt x="0" y="257861"/>
                        <a:pt x="0" y="253369"/>
                      </a:cubicBezTo>
                      <a:lnTo>
                        <a:pt x="0" y="6888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5" y="0"/>
                      </a:lnTo>
                      <a:cubicBezTo>
                        <a:pt x="31433" y="0"/>
                        <a:pt x="32973" y="1197"/>
                        <a:pt x="33897" y="3893"/>
                      </a:cubicBezTo>
                      <a:lnTo>
                        <a:pt x="112785" y="161125"/>
                      </a:lnTo>
                      <a:cubicBezTo>
                        <a:pt x="115868" y="167714"/>
                        <a:pt x="121106" y="179993"/>
                        <a:pt x="122955" y="185683"/>
                      </a:cubicBezTo>
                      <a:lnTo>
                        <a:pt x="122955" y="6888"/>
                      </a:lnTo>
                      <a:cubicBezTo>
                        <a:pt x="122955" y="2396"/>
                        <a:pt x="125421" y="0"/>
                        <a:pt x="130042" y="0"/>
                      </a:cubicBezTo>
                      <a:lnTo>
                        <a:pt x="149456" y="0"/>
                      </a:lnTo>
                      <a:cubicBezTo>
                        <a:pt x="154697" y="0"/>
                        <a:pt x="156237" y="2396"/>
                        <a:pt x="156237" y="6888"/>
                      </a:cubicBezTo>
                      <a:lnTo>
                        <a:pt x="156237" y="25336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4" name="手繪多邊形: 圖案 73">
                  <a:extLst>
                    <a:ext uri="{FF2B5EF4-FFF2-40B4-BE49-F238E27FC236}">
                      <a16:creationId xmlns:a16="http://schemas.microsoft.com/office/drawing/2014/main" id="{2F3838F9-A513-3EBA-BE41-09994F3D8383}"/>
                    </a:ext>
                  </a:extLst>
                </p:cNvPr>
                <p:cNvSpPr/>
                <p:nvPr/>
              </p:nvSpPr>
              <p:spPr>
                <a:xfrm>
                  <a:off x="17108129" y="31545417"/>
                  <a:ext cx="151613" cy="266546"/>
                </a:xfrm>
                <a:custGeom>
                  <a:avLst/>
                  <a:gdLst>
                    <a:gd name="connsiteX0" fmla="*/ 144218 w 151613"/>
                    <a:gd name="connsiteY0" fmla="*/ 134171 h 266546"/>
                    <a:gd name="connsiteX1" fmla="*/ 151614 w 151613"/>
                    <a:gd name="connsiteY1" fmla="*/ 140760 h 266546"/>
                    <a:gd name="connsiteX2" fmla="*/ 151614 w 151613"/>
                    <a:gd name="connsiteY2" fmla="*/ 210542 h 266546"/>
                    <a:gd name="connsiteX3" fmla="*/ 76114 w 151613"/>
                    <a:gd name="connsiteY3" fmla="*/ 266546 h 266546"/>
                    <a:gd name="connsiteX4" fmla="*/ 0 w 151613"/>
                    <a:gd name="connsiteY4" fmla="*/ 210542 h 266546"/>
                    <a:gd name="connsiteX5" fmla="*/ 0 w 151613"/>
                    <a:gd name="connsiteY5" fmla="*/ 56005 h 266546"/>
                    <a:gd name="connsiteX6" fmla="*/ 76114 w 151613"/>
                    <a:gd name="connsiteY6" fmla="*/ 0 h 266546"/>
                    <a:gd name="connsiteX7" fmla="*/ 151614 w 151613"/>
                    <a:gd name="connsiteY7" fmla="*/ 56005 h 266546"/>
                    <a:gd name="connsiteX8" fmla="*/ 151614 w 151613"/>
                    <a:gd name="connsiteY8" fmla="*/ 75471 h 266546"/>
                    <a:gd name="connsiteX9" fmla="*/ 144833 w 151613"/>
                    <a:gd name="connsiteY9" fmla="*/ 82360 h 266546"/>
                    <a:gd name="connsiteX10" fmla="*/ 123570 w 151613"/>
                    <a:gd name="connsiteY10" fmla="*/ 82360 h 266546"/>
                    <a:gd name="connsiteX11" fmla="*/ 116483 w 151613"/>
                    <a:gd name="connsiteY11" fmla="*/ 75471 h 266546"/>
                    <a:gd name="connsiteX12" fmla="*/ 116483 w 151613"/>
                    <a:gd name="connsiteY12" fmla="*/ 58999 h 266546"/>
                    <a:gd name="connsiteX13" fmla="*/ 75806 w 151613"/>
                    <a:gd name="connsiteY13" fmla="*/ 29949 h 266546"/>
                    <a:gd name="connsiteX14" fmla="*/ 36054 w 151613"/>
                    <a:gd name="connsiteY14" fmla="*/ 58999 h 266546"/>
                    <a:gd name="connsiteX15" fmla="*/ 36054 w 151613"/>
                    <a:gd name="connsiteY15" fmla="*/ 207547 h 266546"/>
                    <a:gd name="connsiteX16" fmla="*/ 75806 w 151613"/>
                    <a:gd name="connsiteY16" fmla="*/ 236597 h 266546"/>
                    <a:gd name="connsiteX17" fmla="*/ 116483 w 151613"/>
                    <a:gd name="connsiteY17" fmla="*/ 207845 h 266546"/>
                    <a:gd name="connsiteX18" fmla="*/ 116483 w 151613"/>
                    <a:gd name="connsiteY18" fmla="*/ 164120 h 266546"/>
                    <a:gd name="connsiteX19" fmla="*/ 79504 w 151613"/>
                    <a:gd name="connsiteY19" fmla="*/ 164120 h 266546"/>
                    <a:gd name="connsiteX20" fmla="*/ 72417 w 151613"/>
                    <a:gd name="connsiteY20" fmla="*/ 157232 h 266546"/>
                    <a:gd name="connsiteX21" fmla="*/ 72417 w 151613"/>
                    <a:gd name="connsiteY21" fmla="*/ 140760 h 266546"/>
                    <a:gd name="connsiteX22" fmla="*/ 79504 w 151613"/>
                    <a:gd name="connsiteY22" fmla="*/ 134171 h 266546"/>
                    <a:gd name="connsiteX23" fmla="*/ 144218 w 151613"/>
                    <a:gd name="connsiteY23" fmla="*/ 134171 h 266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1613" h="266546">
                      <a:moveTo>
                        <a:pt x="144218" y="134171"/>
                      </a:moveTo>
                      <a:cubicBezTo>
                        <a:pt x="149456" y="134171"/>
                        <a:pt x="151614" y="135968"/>
                        <a:pt x="151614" y="140760"/>
                      </a:cubicBezTo>
                      <a:lnTo>
                        <a:pt x="151614" y="210542"/>
                      </a:lnTo>
                      <a:cubicBezTo>
                        <a:pt x="151614" y="240491"/>
                        <a:pt x="134665" y="266546"/>
                        <a:pt x="76114" y="266546"/>
                      </a:cubicBezTo>
                      <a:cubicBezTo>
                        <a:pt x="17563" y="266546"/>
                        <a:pt x="0" y="240491"/>
                        <a:pt x="0" y="210542"/>
                      </a:cubicBezTo>
                      <a:lnTo>
                        <a:pt x="0" y="56005"/>
                      </a:lnTo>
                      <a:cubicBezTo>
                        <a:pt x="0" y="26056"/>
                        <a:pt x="16948" y="0"/>
                        <a:pt x="76114" y="0"/>
                      </a:cubicBezTo>
                      <a:cubicBezTo>
                        <a:pt x="135280" y="0"/>
                        <a:pt x="151614" y="26056"/>
                        <a:pt x="151614" y="56005"/>
                      </a:cubicBezTo>
                      <a:lnTo>
                        <a:pt x="151614" y="75471"/>
                      </a:lnTo>
                      <a:cubicBezTo>
                        <a:pt x="151614" y="79963"/>
                        <a:pt x="149765" y="82360"/>
                        <a:pt x="144833" y="82360"/>
                      </a:cubicBezTo>
                      <a:lnTo>
                        <a:pt x="123570" y="82360"/>
                      </a:lnTo>
                      <a:cubicBezTo>
                        <a:pt x="118332" y="82360"/>
                        <a:pt x="116483" y="79963"/>
                        <a:pt x="116483" y="75471"/>
                      </a:cubicBezTo>
                      <a:lnTo>
                        <a:pt x="116483" y="58999"/>
                      </a:lnTo>
                      <a:cubicBezTo>
                        <a:pt x="116483" y="41030"/>
                        <a:pt x="105390" y="29949"/>
                        <a:pt x="75806" y="29949"/>
                      </a:cubicBezTo>
                      <a:cubicBezTo>
                        <a:pt x="46224" y="29949"/>
                        <a:pt x="36054" y="41030"/>
                        <a:pt x="36054" y="58999"/>
                      </a:cubicBezTo>
                      <a:lnTo>
                        <a:pt x="36054" y="207547"/>
                      </a:lnTo>
                      <a:cubicBezTo>
                        <a:pt x="36054" y="225216"/>
                        <a:pt x="46839" y="236597"/>
                        <a:pt x="75806" y="236597"/>
                      </a:cubicBezTo>
                      <a:cubicBezTo>
                        <a:pt x="104773" y="236597"/>
                        <a:pt x="116483" y="225516"/>
                        <a:pt x="116483" y="207845"/>
                      </a:cubicBezTo>
                      <a:lnTo>
                        <a:pt x="116483" y="164120"/>
                      </a:lnTo>
                      <a:lnTo>
                        <a:pt x="79504" y="164120"/>
                      </a:lnTo>
                      <a:cubicBezTo>
                        <a:pt x="74882" y="164120"/>
                        <a:pt x="72417" y="162323"/>
                        <a:pt x="72417" y="157232"/>
                      </a:cubicBezTo>
                      <a:lnTo>
                        <a:pt x="72417" y="140760"/>
                      </a:lnTo>
                      <a:cubicBezTo>
                        <a:pt x="72417" y="136268"/>
                        <a:pt x="74882" y="134171"/>
                        <a:pt x="79504" y="134171"/>
                      </a:cubicBezTo>
                      <a:lnTo>
                        <a:pt x="144218" y="134171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" name="手繪多邊形: 圖案 74">
                  <a:extLst>
                    <a:ext uri="{FF2B5EF4-FFF2-40B4-BE49-F238E27FC236}">
                      <a16:creationId xmlns:a16="http://schemas.microsoft.com/office/drawing/2014/main" id="{18476E84-B39F-E79A-3D25-6918EE816E60}"/>
                    </a:ext>
                  </a:extLst>
                </p:cNvPr>
                <p:cNvSpPr/>
                <p:nvPr/>
              </p:nvSpPr>
              <p:spPr>
                <a:xfrm>
                  <a:off x="17625527" y="31548411"/>
                  <a:ext cx="155513" cy="260257"/>
                </a:xfrm>
                <a:custGeom>
                  <a:avLst/>
                  <a:gdLst>
                    <a:gd name="connsiteX0" fmla="*/ 75808 w 155513"/>
                    <a:gd name="connsiteY0" fmla="*/ 0 h 260257"/>
                    <a:gd name="connsiteX1" fmla="*/ 153463 w 155513"/>
                    <a:gd name="connsiteY1" fmla="*/ 56005 h 260257"/>
                    <a:gd name="connsiteX2" fmla="*/ 153463 w 155513"/>
                    <a:gd name="connsiteY2" fmla="*/ 101528 h 260257"/>
                    <a:gd name="connsiteX3" fmla="*/ 114943 w 155513"/>
                    <a:gd name="connsiteY3" fmla="*/ 151542 h 260257"/>
                    <a:gd name="connsiteX4" fmla="*/ 155003 w 155513"/>
                    <a:gd name="connsiteY4" fmla="*/ 253070 h 260257"/>
                    <a:gd name="connsiteX5" fmla="*/ 148225 w 155513"/>
                    <a:gd name="connsiteY5" fmla="*/ 260257 h 260257"/>
                    <a:gd name="connsiteX6" fmla="*/ 123881 w 155513"/>
                    <a:gd name="connsiteY6" fmla="*/ 260257 h 260257"/>
                    <a:gd name="connsiteX7" fmla="*/ 115868 w 155513"/>
                    <a:gd name="connsiteY7" fmla="*/ 253070 h 260257"/>
                    <a:gd name="connsiteX8" fmla="*/ 78580 w 155513"/>
                    <a:gd name="connsiteY8" fmla="*/ 156634 h 260257"/>
                    <a:gd name="connsiteX9" fmla="*/ 35746 w 155513"/>
                    <a:gd name="connsiteY9" fmla="*/ 156634 h 260257"/>
                    <a:gd name="connsiteX10" fmla="*/ 35746 w 155513"/>
                    <a:gd name="connsiteY10" fmla="*/ 253070 h 260257"/>
                    <a:gd name="connsiteX11" fmla="*/ 28967 w 155513"/>
                    <a:gd name="connsiteY11" fmla="*/ 260257 h 260257"/>
                    <a:gd name="connsiteX12" fmla="*/ 6779 w 155513"/>
                    <a:gd name="connsiteY12" fmla="*/ 260257 h 260257"/>
                    <a:gd name="connsiteX13" fmla="*/ 0 w 155513"/>
                    <a:gd name="connsiteY13" fmla="*/ 253070 h 260257"/>
                    <a:gd name="connsiteX14" fmla="*/ 0 w 155513"/>
                    <a:gd name="connsiteY14" fmla="*/ 52112 h 260257"/>
                    <a:gd name="connsiteX15" fmla="*/ 53619 w 155513"/>
                    <a:gd name="connsiteY15" fmla="*/ 0 h 260257"/>
                    <a:gd name="connsiteX16" fmla="*/ 75499 w 155513"/>
                    <a:gd name="connsiteY16" fmla="*/ 0 h 260257"/>
                    <a:gd name="connsiteX17" fmla="*/ 35746 w 155513"/>
                    <a:gd name="connsiteY17" fmla="*/ 52411 h 260257"/>
                    <a:gd name="connsiteX18" fmla="*/ 35746 w 155513"/>
                    <a:gd name="connsiteY18" fmla="*/ 126385 h 260257"/>
                    <a:gd name="connsiteX19" fmla="*/ 75808 w 155513"/>
                    <a:gd name="connsiteY19" fmla="*/ 126385 h 260257"/>
                    <a:gd name="connsiteX20" fmla="*/ 118025 w 155513"/>
                    <a:gd name="connsiteY20" fmla="*/ 97334 h 260257"/>
                    <a:gd name="connsiteX21" fmla="*/ 118025 w 155513"/>
                    <a:gd name="connsiteY21" fmla="*/ 59000 h 260257"/>
                    <a:gd name="connsiteX22" fmla="*/ 75808 w 155513"/>
                    <a:gd name="connsiteY22" fmla="*/ 29650 h 260257"/>
                    <a:gd name="connsiteX23" fmla="*/ 59166 w 155513"/>
                    <a:gd name="connsiteY23" fmla="*/ 29650 h 260257"/>
                    <a:gd name="connsiteX24" fmla="*/ 35746 w 155513"/>
                    <a:gd name="connsiteY24" fmla="*/ 52411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5513" h="260257">
                      <a:moveTo>
                        <a:pt x="75808" y="0"/>
                      </a:moveTo>
                      <a:cubicBezTo>
                        <a:pt x="134357" y="0"/>
                        <a:pt x="153463" y="26056"/>
                        <a:pt x="153463" y="56005"/>
                      </a:cubicBezTo>
                      <a:lnTo>
                        <a:pt x="153463" y="101528"/>
                      </a:lnTo>
                      <a:cubicBezTo>
                        <a:pt x="153463" y="123390"/>
                        <a:pt x="143295" y="142857"/>
                        <a:pt x="114943" y="151542"/>
                      </a:cubicBezTo>
                      <a:lnTo>
                        <a:pt x="155003" y="253070"/>
                      </a:lnTo>
                      <a:cubicBezTo>
                        <a:pt x="156854" y="257562"/>
                        <a:pt x="153463" y="260257"/>
                        <a:pt x="148225" y="260257"/>
                      </a:cubicBezTo>
                      <a:lnTo>
                        <a:pt x="123881" y="260257"/>
                      </a:lnTo>
                      <a:cubicBezTo>
                        <a:pt x="119257" y="260257"/>
                        <a:pt x="118025" y="257562"/>
                        <a:pt x="115868" y="253070"/>
                      </a:cubicBezTo>
                      <a:lnTo>
                        <a:pt x="78580" y="156634"/>
                      </a:lnTo>
                      <a:lnTo>
                        <a:pt x="35746" y="156634"/>
                      </a:lnTo>
                      <a:lnTo>
                        <a:pt x="35746" y="253070"/>
                      </a:lnTo>
                      <a:cubicBezTo>
                        <a:pt x="35746" y="258161"/>
                        <a:pt x="34205" y="260257"/>
                        <a:pt x="28967" y="260257"/>
                      </a:cubicBezTo>
                      <a:lnTo>
                        <a:pt x="6779" y="260257"/>
                      </a:lnTo>
                      <a:cubicBezTo>
                        <a:pt x="2157" y="260257"/>
                        <a:pt x="0" y="257862"/>
                        <a:pt x="0" y="253070"/>
                      </a:cubicBezTo>
                      <a:lnTo>
                        <a:pt x="0" y="52112"/>
                      </a:lnTo>
                      <a:cubicBezTo>
                        <a:pt x="0" y="23360"/>
                        <a:pt x="24035" y="0"/>
                        <a:pt x="53619" y="0"/>
                      </a:cubicBezTo>
                      <a:lnTo>
                        <a:pt x="75499" y="0"/>
                      </a:lnTo>
                      <a:close/>
                      <a:moveTo>
                        <a:pt x="35746" y="52411"/>
                      </a:moveTo>
                      <a:lnTo>
                        <a:pt x="35746" y="126385"/>
                      </a:lnTo>
                      <a:lnTo>
                        <a:pt x="75808" y="126385"/>
                      </a:lnTo>
                      <a:cubicBezTo>
                        <a:pt x="105390" y="126385"/>
                        <a:pt x="118025" y="115304"/>
                        <a:pt x="118025" y="97334"/>
                      </a:cubicBezTo>
                      <a:lnTo>
                        <a:pt x="118025" y="59000"/>
                      </a:lnTo>
                      <a:cubicBezTo>
                        <a:pt x="118025" y="41030"/>
                        <a:pt x="105390" y="29650"/>
                        <a:pt x="75808" y="29650"/>
                      </a:cubicBezTo>
                      <a:lnTo>
                        <a:pt x="59166" y="29650"/>
                      </a:lnTo>
                      <a:cubicBezTo>
                        <a:pt x="46224" y="29650"/>
                        <a:pt x="35746" y="39833"/>
                        <a:pt x="35746" y="52411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" name="手繪多邊形: 圖案 75">
                  <a:extLst>
                    <a:ext uri="{FF2B5EF4-FFF2-40B4-BE49-F238E27FC236}">
                      <a16:creationId xmlns:a16="http://schemas.microsoft.com/office/drawing/2014/main" id="{69B5CB59-30E5-907C-9729-E037AECA194B}"/>
                    </a:ext>
                  </a:extLst>
                </p:cNvPr>
                <p:cNvSpPr/>
                <p:nvPr/>
              </p:nvSpPr>
              <p:spPr>
                <a:xfrm>
                  <a:off x="17949711" y="31548411"/>
                  <a:ext cx="132816" cy="260257"/>
                </a:xfrm>
                <a:custGeom>
                  <a:avLst/>
                  <a:gdLst>
                    <a:gd name="connsiteX0" fmla="*/ 307 w 132816"/>
                    <a:gd name="connsiteY0" fmla="*/ 208146 h 260257"/>
                    <a:gd name="connsiteX1" fmla="*/ 307 w 132816"/>
                    <a:gd name="connsiteY1" fmla="*/ 52112 h 260257"/>
                    <a:gd name="connsiteX2" fmla="*/ 53928 w 132816"/>
                    <a:gd name="connsiteY2" fmla="*/ 0 h 260257"/>
                    <a:gd name="connsiteX3" fmla="*/ 122030 w 132816"/>
                    <a:gd name="connsiteY3" fmla="*/ 0 h 260257"/>
                    <a:gd name="connsiteX4" fmla="*/ 129119 w 132816"/>
                    <a:gd name="connsiteY4" fmla="*/ 6889 h 260257"/>
                    <a:gd name="connsiteX5" fmla="*/ 129119 w 132816"/>
                    <a:gd name="connsiteY5" fmla="*/ 23061 h 260257"/>
                    <a:gd name="connsiteX6" fmla="*/ 122030 w 132816"/>
                    <a:gd name="connsiteY6" fmla="*/ 29949 h 260257"/>
                    <a:gd name="connsiteX7" fmla="*/ 59474 w 132816"/>
                    <a:gd name="connsiteY7" fmla="*/ 29949 h 260257"/>
                    <a:gd name="connsiteX8" fmla="*/ 36054 w 132816"/>
                    <a:gd name="connsiteY8" fmla="*/ 52711 h 260257"/>
                    <a:gd name="connsiteX9" fmla="*/ 36054 w 132816"/>
                    <a:gd name="connsiteY9" fmla="*/ 109913 h 260257"/>
                    <a:gd name="connsiteX10" fmla="*/ 115866 w 132816"/>
                    <a:gd name="connsiteY10" fmla="*/ 109913 h 260257"/>
                    <a:gd name="connsiteX11" fmla="*/ 123264 w 132816"/>
                    <a:gd name="connsiteY11" fmla="*/ 116802 h 260257"/>
                    <a:gd name="connsiteX12" fmla="*/ 123264 w 132816"/>
                    <a:gd name="connsiteY12" fmla="*/ 132075 h 260257"/>
                    <a:gd name="connsiteX13" fmla="*/ 115866 w 132816"/>
                    <a:gd name="connsiteY13" fmla="*/ 138964 h 260257"/>
                    <a:gd name="connsiteX14" fmla="*/ 36054 w 132816"/>
                    <a:gd name="connsiteY14" fmla="*/ 138964 h 260257"/>
                    <a:gd name="connsiteX15" fmla="*/ 36054 w 132816"/>
                    <a:gd name="connsiteY15" fmla="*/ 207548 h 260257"/>
                    <a:gd name="connsiteX16" fmla="*/ 59474 w 132816"/>
                    <a:gd name="connsiteY16" fmla="*/ 230308 h 260257"/>
                    <a:gd name="connsiteX17" fmla="*/ 125728 w 132816"/>
                    <a:gd name="connsiteY17" fmla="*/ 230308 h 260257"/>
                    <a:gd name="connsiteX18" fmla="*/ 132817 w 132816"/>
                    <a:gd name="connsiteY18" fmla="*/ 236897 h 260257"/>
                    <a:gd name="connsiteX19" fmla="*/ 132817 w 132816"/>
                    <a:gd name="connsiteY19" fmla="*/ 253370 h 260257"/>
                    <a:gd name="connsiteX20" fmla="*/ 125728 w 132816"/>
                    <a:gd name="connsiteY20" fmla="*/ 260257 h 260257"/>
                    <a:gd name="connsiteX21" fmla="*/ 53619 w 132816"/>
                    <a:gd name="connsiteY21" fmla="*/ 260257 h 260257"/>
                    <a:gd name="connsiteX22" fmla="*/ 0 w 132816"/>
                    <a:gd name="connsiteY22" fmla="*/ 208146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16" h="260257">
                      <a:moveTo>
                        <a:pt x="307" y="208146"/>
                      </a:moveTo>
                      <a:lnTo>
                        <a:pt x="307" y="52112"/>
                      </a:lnTo>
                      <a:cubicBezTo>
                        <a:pt x="307" y="23360"/>
                        <a:pt x="24344" y="0"/>
                        <a:pt x="53928" y="0"/>
                      </a:cubicBezTo>
                      <a:lnTo>
                        <a:pt x="122030" y="0"/>
                      </a:lnTo>
                      <a:cubicBezTo>
                        <a:pt x="127270" y="0"/>
                        <a:pt x="129119" y="1797"/>
                        <a:pt x="129119" y="6889"/>
                      </a:cubicBezTo>
                      <a:lnTo>
                        <a:pt x="129119" y="23061"/>
                      </a:lnTo>
                      <a:cubicBezTo>
                        <a:pt x="129119" y="28152"/>
                        <a:pt x="127270" y="29949"/>
                        <a:pt x="122030" y="29949"/>
                      </a:cubicBezTo>
                      <a:lnTo>
                        <a:pt x="59474" y="29949"/>
                      </a:lnTo>
                      <a:cubicBezTo>
                        <a:pt x="46530" y="29949"/>
                        <a:pt x="36054" y="40132"/>
                        <a:pt x="36054" y="52711"/>
                      </a:cubicBezTo>
                      <a:lnTo>
                        <a:pt x="36054" y="109913"/>
                      </a:lnTo>
                      <a:lnTo>
                        <a:pt x="115866" y="109913"/>
                      </a:lnTo>
                      <a:cubicBezTo>
                        <a:pt x="121106" y="109913"/>
                        <a:pt x="123264" y="111710"/>
                        <a:pt x="123264" y="116802"/>
                      </a:cubicBezTo>
                      <a:lnTo>
                        <a:pt x="123264" y="132075"/>
                      </a:lnTo>
                      <a:cubicBezTo>
                        <a:pt x="123264" y="136568"/>
                        <a:pt x="120798" y="138964"/>
                        <a:pt x="115866" y="138964"/>
                      </a:cubicBezTo>
                      <a:lnTo>
                        <a:pt x="36054" y="138964"/>
                      </a:lnTo>
                      <a:lnTo>
                        <a:pt x="36054" y="207548"/>
                      </a:lnTo>
                      <a:cubicBezTo>
                        <a:pt x="36054" y="220126"/>
                        <a:pt x="46530" y="230308"/>
                        <a:pt x="59474" y="230308"/>
                      </a:cubicBezTo>
                      <a:lnTo>
                        <a:pt x="125728" y="230308"/>
                      </a:lnTo>
                      <a:cubicBezTo>
                        <a:pt x="130351" y="230308"/>
                        <a:pt x="132817" y="231806"/>
                        <a:pt x="132817" y="236897"/>
                      </a:cubicBezTo>
                      <a:lnTo>
                        <a:pt x="132817" y="253370"/>
                      </a:lnTo>
                      <a:cubicBezTo>
                        <a:pt x="132817" y="258460"/>
                        <a:pt x="130351" y="260257"/>
                        <a:pt x="125728" y="260257"/>
                      </a:cubicBezTo>
                      <a:lnTo>
                        <a:pt x="53619" y="260257"/>
                      </a:lnTo>
                      <a:cubicBezTo>
                        <a:pt x="24035" y="260257"/>
                        <a:pt x="0" y="236897"/>
                        <a:pt x="0" y="208146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7" name="手繪多邊形: 圖案 76">
                  <a:extLst>
                    <a:ext uri="{FF2B5EF4-FFF2-40B4-BE49-F238E27FC236}">
                      <a16:creationId xmlns:a16="http://schemas.microsoft.com/office/drawing/2014/main" id="{8D4CBC1D-69B0-CC64-4B6D-C5F8D9A1A564}"/>
                    </a:ext>
                  </a:extLst>
                </p:cNvPr>
                <p:cNvSpPr/>
                <p:nvPr/>
              </p:nvSpPr>
              <p:spPr>
                <a:xfrm>
                  <a:off x="19105923" y="31548411"/>
                  <a:ext cx="132816" cy="260257"/>
                </a:xfrm>
                <a:custGeom>
                  <a:avLst/>
                  <a:gdLst>
                    <a:gd name="connsiteX0" fmla="*/ 308 w 132816"/>
                    <a:gd name="connsiteY0" fmla="*/ 208146 h 260257"/>
                    <a:gd name="connsiteX1" fmla="*/ 308 w 132816"/>
                    <a:gd name="connsiteY1" fmla="*/ 52112 h 260257"/>
                    <a:gd name="connsiteX2" fmla="*/ 53928 w 132816"/>
                    <a:gd name="connsiteY2" fmla="*/ 0 h 260257"/>
                    <a:gd name="connsiteX3" fmla="*/ 122032 w 132816"/>
                    <a:gd name="connsiteY3" fmla="*/ 0 h 260257"/>
                    <a:gd name="connsiteX4" fmla="*/ 129119 w 132816"/>
                    <a:gd name="connsiteY4" fmla="*/ 6889 h 260257"/>
                    <a:gd name="connsiteX5" fmla="*/ 129119 w 132816"/>
                    <a:gd name="connsiteY5" fmla="*/ 23061 h 260257"/>
                    <a:gd name="connsiteX6" fmla="*/ 122032 w 132816"/>
                    <a:gd name="connsiteY6" fmla="*/ 29949 h 260257"/>
                    <a:gd name="connsiteX7" fmla="*/ 59474 w 132816"/>
                    <a:gd name="connsiteY7" fmla="*/ 29949 h 260257"/>
                    <a:gd name="connsiteX8" fmla="*/ 36056 w 132816"/>
                    <a:gd name="connsiteY8" fmla="*/ 52711 h 260257"/>
                    <a:gd name="connsiteX9" fmla="*/ 36056 w 132816"/>
                    <a:gd name="connsiteY9" fmla="*/ 109913 h 260257"/>
                    <a:gd name="connsiteX10" fmla="*/ 115868 w 132816"/>
                    <a:gd name="connsiteY10" fmla="*/ 109913 h 260257"/>
                    <a:gd name="connsiteX11" fmla="*/ 123264 w 132816"/>
                    <a:gd name="connsiteY11" fmla="*/ 116802 h 260257"/>
                    <a:gd name="connsiteX12" fmla="*/ 123264 w 132816"/>
                    <a:gd name="connsiteY12" fmla="*/ 132075 h 260257"/>
                    <a:gd name="connsiteX13" fmla="*/ 115868 w 132816"/>
                    <a:gd name="connsiteY13" fmla="*/ 138964 h 260257"/>
                    <a:gd name="connsiteX14" fmla="*/ 36056 w 132816"/>
                    <a:gd name="connsiteY14" fmla="*/ 138964 h 260257"/>
                    <a:gd name="connsiteX15" fmla="*/ 36056 w 132816"/>
                    <a:gd name="connsiteY15" fmla="*/ 207548 h 260257"/>
                    <a:gd name="connsiteX16" fmla="*/ 59474 w 132816"/>
                    <a:gd name="connsiteY16" fmla="*/ 230308 h 260257"/>
                    <a:gd name="connsiteX17" fmla="*/ 125729 w 132816"/>
                    <a:gd name="connsiteY17" fmla="*/ 230308 h 260257"/>
                    <a:gd name="connsiteX18" fmla="*/ 132817 w 132816"/>
                    <a:gd name="connsiteY18" fmla="*/ 236897 h 260257"/>
                    <a:gd name="connsiteX19" fmla="*/ 132817 w 132816"/>
                    <a:gd name="connsiteY19" fmla="*/ 253370 h 260257"/>
                    <a:gd name="connsiteX20" fmla="*/ 125729 w 132816"/>
                    <a:gd name="connsiteY20" fmla="*/ 260257 h 260257"/>
                    <a:gd name="connsiteX21" fmla="*/ 53619 w 132816"/>
                    <a:gd name="connsiteY21" fmla="*/ 260257 h 260257"/>
                    <a:gd name="connsiteX22" fmla="*/ 0 w 132816"/>
                    <a:gd name="connsiteY22" fmla="*/ 208146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16" h="260257">
                      <a:moveTo>
                        <a:pt x="308" y="208146"/>
                      </a:moveTo>
                      <a:lnTo>
                        <a:pt x="308" y="52112"/>
                      </a:lnTo>
                      <a:cubicBezTo>
                        <a:pt x="308" y="23360"/>
                        <a:pt x="24346" y="0"/>
                        <a:pt x="53928" y="0"/>
                      </a:cubicBezTo>
                      <a:lnTo>
                        <a:pt x="122032" y="0"/>
                      </a:lnTo>
                      <a:cubicBezTo>
                        <a:pt x="127270" y="0"/>
                        <a:pt x="129119" y="1797"/>
                        <a:pt x="129119" y="6889"/>
                      </a:cubicBezTo>
                      <a:lnTo>
                        <a:pt x="129119" y="23061"/>
                      </a:lnTo>
                      <a:cubicBezTo>
                        <a:pt x="129119" y="28152"/>
                        <a:pt x="127270" y="29949"/>
                        <a:pt x="122032" y="29949"/>
                      </a:cubicBezTo>
                      <a:lnTo>
                        <a:pt x="59474" y="29949"/>
                      </a:lnTo>
                      <a:cubicBezTo>
                        <a:pt x="46532" y="29949"/>
                        <a:pt x="36056" y="40132"/>
                        <a:pt x="36056" y="52711"/>
                      </a:cubicBezTo>
                      <a:lnTo>
                        <a:pt x="36056" y="109913"/>
                      </a:lnTo>
                      <a:lnTo>
                        <a:pt x="115868" y="109913"/>
                      </a:lnTo>
                      <a:cubicBezTo>
                        <a:pt x="121106" y="109913"/>
                        <a:pt x="123264" y="111710"/>
                        <a:pt x="123264" y="116802"/>
                      </a:cubicBezTo>
                      <a:lnTo>
                        <a:pt x="123264" y="132075"/>
                      </a:lnTo>
                      <a:cubicBezTo>
                        <a:pt x="123264" y="136568"/>
                        <a:pt x="120800" y="138964"/>
                        <a:pt x="115868" y="138964"/>
                      </a:cubicBezTo>
                      <a:lnTo>
                        <a:pt x="36056" y="138964"/>
                      </a:lnTo>
                      <a:lnTo>
                        <a:pt x="36056" y="207548"/>
                      </a:lnTo>
                      <a:cubicBezTo>
                        <a:pt x="36056" y="220126"/>
                        <a:pt x="46532" y="230308"/>
                        <a:pt x="59474" y="230308"/>
                      </a:cubicBezTo>
                      <a:lnTo>
                        <a:pt x="125729" y="230308"/>
                      </a:lnTo>
                      <a:cubicBezTo>
                        <a:pt x="130353" y="230308"/>
                        <a:pt x="132817" y="231806"/>
                        <a:pt x="132817" y="236897"/>
                      </a:cubicBezTo>
                      <a:lnTo>
                        <a:pt x="132817" y="253370"/>
                      </a:lnTo>
                      <a:cubicBezTo>
                        <a:pt x="132817" y="258460"/>
                        <a:pt x="130353" y="260257"/>
                        <a:pt x="125729" y="260257"/>
                      </a:cubicBezTo>
                      <a:lnTo>
                        <a:pt x="53619" y="260257"/>
                      </a:lnTo>
                      <a:cubicBezTo>
                        <a:pt x="24037" y="260257"/>
                        <a:pt x="0" y="236897"/>
                        <a:pt x="0" y="208146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8" name="手繪多邊形: 圖案 77">
                  <a:extLst>
                    <a:ext uri="{FF2B5EF4-FFF2-40B4-BE49-F238E27FC236}">
                      <a16:creationId xmlns:a16="http://schemas.microsoft.com/office/drawing/2014/main" id="{1DB5DEE8-B039-BBC3-D9D3-A07633C63295}"/>
                    </a:ext>
                  </a:extLst>
                </p:cNvPr>
                <p:cNvSpPr/>
                <p:nvPr/>
              </p:nvSpPr>
              <p:spPr>
                <a:xfrm>
                  <a:off x="18248009" y="31548112"/>
                  <a:ext cx="156236" cy="260556"/>
                </a:xfrm>
                <a:custGeom>
                  <a:avLst/>
                  <a:gdLst>
                    <a:gd name="connsiteX0" fmla="*/ 155928 w 156236"/>
                    <a:gd name="connsiteY0" fmla="*/ 253668 h 260556"/>
                    <a:gd name="connsiteX1" fmla="*/ 149148 w 156236"/>
                    <a:gd name="connsiteY1" fmla="*/ 260556 h 260556"/>
                    <a:gd name="connsiteX2" fmla="*/ 128810 w 156236"/>
                    <a:gd name="connsiteY2" fmla="*/ 260556 h 260556"/>
                    <a:gd name="connsiteX3" fmla="*/ 121723 w 156236"/>
                    <a:gd name="connsiteY3" fmla="*/ 256364 h 260556"/>
                    <a:gd name="connsiteX4" fmla="*/ 44990 w 156236"/>
                    <a:gd name="connsiteY4" fmla="*/ 101227 h 260556"/>
                    <a:gd name="connsiteX5" fmla="*/ 33280 w 156236"/>
                    <a:gd name="connsiteY5" fmla="*/ 73974 h 260556"/>
                    <a:gd name="connsiteX6" fmla="*/ 33280 w 156236"/>
                    <a:gd name="connsiteY6" fmla="*/ 253369 h 260556"/>
                    <a:gd name="connsiteX7" fmla="*/ 26501 w 156236"/>
                    <a:gd name="connsiteY7" fmla="*/ 260257 h 260556"/>
                    <a:gd name="connsiteX8" fmla="*/ 6779 w 156236"/>
                    <a:gd name="connsiteY8" fmla="*/ 260257 h 260556"/>
                    <a:gd name="connsiteX9" fmla="*/ 0 w 156236"/>
                    <a:gd name="connsiteY9" fmla="*/ 253369 h 260556"/>
                    <a:gd name="connsiteX10" fmla="*/ 0 w 156236"/>
                    <a:gd name="connsiteY10" fmla="*/ 6888 h 260556"/>
                    <a:gd name="connsiteX11" fmla="*/ 6779 w 156236"/>
                    <a:gd name="connsiteY11" fmla="*/ 0 h 260556"/>
                    <a:gd name="connsiteX12" fmla="*/ 27733 w 156236"/>
                    <a:gd name="connsiteY12" fmla="*/ 0 h 260556"/>
                    <a:gd name="connsiteX13" fmla="*/ 33897 w 156236"/>
                    <a:gd name="connsiteY13" fmla="*/ 3893 h 260556"/>
                    <a:gd name="connsiteX14" fmla="*/ 112785 w 156236"/>
                    <a:gd name="connsiteY14" fmla="*/ 161125 h 260556"/>
                    <a:gd name="connsiteX15" fmla="*/ 122955 w 156236"/>
                    <a:gd name="connsiteY15" fmla="*/ 185683 h 260556"/>
                    <a:gd name="connsiteX16" fmla="*/ 122955 w 156236"/>
                    <a:gd name="connsiteY16" fmla="*/ 6888 h 260556"/>
                    <a:gd name="connsiteX17" fmla="*/ 130042 w 156236"/>
                    <a:gd name="connsiteY17" fmla="*/ 0 h 260556"/>
                    <a:gd name="connsiteX18" fmla="*/ 149456 w 156236"/>
                    <a:gd name="connsiteY18" fmla="*/ 0 h 260556"/>
                    <a:gd name="connsiteX19" fmla="*/ 156237 w 156236"/>
                    <a:gd name="connsiteY19" fmla="*/ 6888 h 260556"/>
                    <a:gd name="connsiteX20" fmla="*/ 156237 w 156236"/>
                    <a:gd name="connsiteY20" fmla="*/ 253369 h 26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6" h="260556">
                      <a:moveTo>
                        <a:pt x="155928" y="253668"/>
                      </a:moveTo>
                      <a:cubicBezTo>
                        <a:pt x="155928" y="258161"/>
                        <a:pt x="154388" y="260556"/>
                        <a:pt x="149148" y="260556"/>
                      </a:cubicBezTo>
                      <a:lnTo>
                        <a:pt x="128810" y="260556"/>
                      </a:lnTo>
                      <a:cubicBezTo>
                        <a:pt x="124804" y="260556"/>
                        <a:pt x="123264" y="259359"/>
                        <a:pt x="121723" y="256364"/>
                      </a:cubicBezTo>
                      <a:lnTo>
                        <a:pt x="44990" y="101227"/>
                      </a:lnTo>
                      <a:cubicBezTo>
                        <a:pt x="40677" y="92841"/>
                        <a:pt x="36054" y="82360"/>
                        <a:pt x="33280" y="73974"/>
                      </a:cubicBezTo>
                      <a:lnTo>
                        <a:pt x="33280" y="253369"/>
                      </a:lnTo>
                      <a:cubicBezTo>
                        <a:pt x="33280" y="257861"/>
                        <a:pt x="31431" y="260257"/>
                        <a:pt x="26501" y="260257"/>
                      </a:cubicBezTo>
                      <a:lnTo>
                        <a:pt x="6779" y="260257"/>
                      </a:lnTo>
                      <a:cubicBezTo>
                        <a:pt x="2157" y="260257"/>
                        <a:pt x="0" y="257861"/>
                        <a:pt x="0" y="253369"/>
                      </a:cubicBezTo>
                      <a:lnTo>
                        <a:pt x="0" y="6888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3" y="0"/>
                      </a:lnTo>
                      <a:cubicBezTo>
                        <a:pt x="31431" y="0"/>
                        <a:pt x="32973" y="1197"/>
                        <a:pt x="33897" y="3893"/>
                      </a:cubicBezTo>
                      <a:lnTo>
                        <a:pt x="112785" y="161125"/>
                      </a:lnTo>
                      <a:cubicBezTo>
                        <a:pt x="115868" y="167714"/>
                        <a:pt x="121106" y="179993"/>
                        <a:pt x="122955" y="185683"/>
                      </a:cubicBezTo>
                      <a:lnTo>
                        <a:pt x="122955" y="6888"/>
                      </a:lnTo>
                      <a:cubicBezTo>
                        <a:pt x="122955" y="2396"/>
                        <a:pt x="125421" y="0"/>
                        <a:pt x="130042" y="0"/>
                      </a:cubicBezTo>
                      <a:lnTo>
                        <a:pt x="149456" y="0"/>
                      </a:lnTo>
                      <a:cubicBezTo>
                        <a:pt x="154695" y="0"/>
                        <a:pt x="156237" y="2396"/>
                        <a:pt x="156237" y="6888"/>
                      </a:cubicBezTo>
                      <a:lnTo>
                        <a:pt x="156237" y="25336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" name="手繪多邊形: 圖案 78">
                  <a:extLst>
                    <a:ext uri="{FF2B5EF4-FFF2-40B4-BE49-F238E27FC236}">
                      <a16:creationId xmlns:a16="http://schemas.microsoft.com/office/drawing/2014/main" id="{9249CF4C-2519-B399-F8A0-65E9C5CCD0FA}"/>
                    </a:ext>
                  </a:extLst>
                </p:cNvPr>
                <p:cNvSpPr/>
                <p:nvPr/>
              </p:nvSpPr>
              <p:spPr>
                <a:xfrm>
                  <a:off x="18776501" y="31548411"/>
                  <a:ext cx="155621" cy="260556"/>
                </a:xfrm>
                <a:custGeom>
                  <a:avLst/>
                  <a:gdLst>
                    <a:gd name="connsiteX0" fmla="*/ 5855 w 155621"/>
                    <a:gd name="connsiteY0" fmla="*/ 260257 h 260556"/>
                    <a:gd name="connsiteX1" fmla="*/ 0 w 155621"/>
                    <a:gd name="connsiteY1" fmla="*/ 253070 h 260556"/>
                    <a:gd name="connsiteX2" fmla="*/ 0 w 155621"/>
                    <a:gd name="connsiteY2" fmla="*/ 7188 h 260556"/>
                    <a:gd name="connsiteX3" fmla="*/ 6780 w 155621"/>
                    <a:gd name="connsiteY3" fmla="*/ 0 h 260556"/>
                    <a:gd name="connsiteX4" fmla="*/ 77657 w 155621"/>
                    <a:gd name="connsiteY4" fmla="*/ 0 h 260556"/>
                    <a:gd name="connsiteX5" fmla="*/ 155622 w 155621"/>
                    <a:gd name="connsiteY5" fmla="*/ 56005 h 260556"/>
                    <a:gd name="connsiteX6" fmla="*/ 155622 w 155621"/>
                    <a:gd name="connsiteY6" fmla="*/ 204552 h 260556"/>
                    <a:gd name="connsiteX7" fmla="*/ 77657 w 155621"/>
                    <a:gd name="connsiteY7" fmla="*/ 260557 h 260556"/>
                    <a:gd name="connsiteX8" fmla="*/ 5855 w 155621"/>
                    <a:gd name="connsiteY8" fmla="*/ 260557 h 260556"/>
                    <a:gd name="connsiteX9" fmla="*/ 35748 w 155621"/>
                    <a:gd name="connsiteY9" fmla="*/ 29650 h 260556"/>
                    <a:gd name="connsiteX10" fmla="*/ 35748 w 155621"/>
                    <a:gd name="connsiteY10" fmla="*/ 230308 h 260556"/>
                    <a:gd name="connsiteX11" fmla="*/ 77040 w 155621"/>
                    <a:gd name="connsiteY11" fmla="*/ 230308 h 260556"/>
                    <a:gd name="connsiteX12" fmla="*/ 119566 w 155621"/>
                    <a:gd name="connsiteY12" fmla="*/ 200359 h 260556"/>
                    <a:gd name="connsiteX13" fmla="*/ 119566 w 155621"/>
                    <a:gd name="connsiteY13" fmla="*/ 59599 h 260556"/>
                    <a:gd name="connsiteX14" fmla="*/ 77040 w 155621"/>
                    <a:gd name="connsiteY14" fmla="*/ 29650 h 260556"/>
                    <a:gd name="connsiteX15" fmla="*/ 35748 w 155621"/>
                    <a:gd name="connsiteY15" fmla="*/ 29650 h 26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5621" h="260556">
                      <a:moveTo>
                        <a:pt x="5855" y="260257"/>
                      </a:moveTo>
                      <a:cubicBezTo>
                        <a:pt x="1542" y="260257"/>
                        <a:pt x="0" y="257862"/>
                        <a:pt x="0" y="253070"/>
                      </a:cubicBezTo>
                      <a:lnTo>
                        <a:pt x="0" y="7188"/>
                      </a:lnTo>
                      <a:cubicBezTo>
                        <a:pt x="0" y="2097"/>
                        <a:pt x="1849" y="0"/>
                        <a:pt x="6780" y="0"/>
                      </a:cubicBezTo>
                      <a:lnTo>
                        <a:pt x="77657" y="0"/>
                      </a:lnTo>
                      <a:cubicBezTo>
                        <a:pt x="136208" y="0"/>
                        <a:pt x="155622" y="26056"/>
                        <a:pt x="155622" y="56005"/>
                      </a:cubicBezTo>
                      <a:lnTo>
                        <a:pt x="155622" y="204552"/>
                      </a:lnTo>
                      <a:cubicBezTo>
                        <a:pt x="155622" y="234501"/>
                        <a:pt x="136208" y="260557"/>
                        <a:pt x="77657" y="260557"/>
                      </a:cubicBezTo>
                      <a:lnTo>
                        <a:pt x="5855" y="260557"/>
                      </a:lnTo>
                      <a:close/>
                      <a:moveTo>
                        <a:pt x="35748" y="29650"/>
                      </a:moveTo>
                      <a:lnTo>
                        <a:pt x="35748" y="230308"/>
                      </a:lnTo>
                      <a:lnTo>
                        <a:pt x="77040" y="230308"/>
                      </a:lnTo>
                      <a:cubicBezTo>
                        <a:pt x="106932" y="230308"/>
                        <a:pt x="119566" y="218927"/>
                        <a:pt x="119566" y="200359"/>
                      </a:cubicBezTo>
                      <a:lnTo>
                        <a:pt x="119566" y="59599"/>
                      </a:lnTo>
                      <a:cubicBezTo>
                        <a:pt x="119566" y="41330"/>
                        <a:pt x="106932" y="29650"/>
                        <a:pt x="77040" y="29650"/>
                      </a:cubicBezTo>
                      <a:lnTo>
                        <a:pt x="35748" y="2965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" name="手繪多邊形: 圖案 79">
                  <a:extLst>
                    <a:ext uri="{FF2B5EF4-FFF2-40B4-BE49-F238E27FC236}">
                      <a16:creationId xmlns:a16="http://schemas.microsoft.com/office/drawing/2014/main" id="{C0ECBE0C-E426-0DF4-F63A-CC582A28211A}"/>
                    </a:ext>
                  </a:extLst>
                </p:cNvPr>
                <p:cNvSpPr/>
                <p:nvPr/>
              </p:nvSpPr>
              <p:spPr>
                <a:xfrm>
                  <a:off x="19403915" y="31548112"/>
                  <a:ext cx="156235" cy="260556"/>
                </a:xfrm>
                <a:custGeom>
                  <a:avLst/>
                  <a:gdLst>
                    <a:gd name="connsiteX0" fmla="*/ 155928 w 156235"/>
                    <a:gd name="connsiteY0" fmla="*/ 253668 h 260556"/>
                    <a:gd name="connsiteX1" fmla="*/ 149148 w 156235"/>
                    <a:gd name="connsiteY1" fmla="*/ 260556 h 260556"/>
                    <a:gd name="connsiteX2" fmla="*/ 128810 w 156235"/>
                    <a:gd name="connsiteY2" fmla="*/ 260556 h 260556"/>
                    <a:gd name="connsiteX3" fmla="*/ 121721 w 156235"/>
                    <a:gd name="connsiteY3" fmla="*/ 256364 h 260556"/>
                    <a:gd name="connsiteX4" fmla="*/ 44990 w 156235"/>
                    <a:gd name="connsiteY4" fmla="*/ 101227 h 260556"/>
                    <a:gd name="connsiteX5" fmla="*/ 33280 w 156235"/>
                    <a:gd name="connsiteY5" fmla="*/ 73974 h 260556"/>
                    <a:gd name="connsiteX6" fmla="*/ 33280 w 156235"/>
                    <a:gd name="connsiteY6" fmla="*/ 253369 h 260556"/>
                    <a:gd name="connsiteX7" fmla="*/ 26501 w 156235"/>
                    <a:gd name="connsiteY7" fmla="*/ 260257 h 260556"/>
                    <a:gd name="connsiteX8" fmla="*/ 6779 w 156235"/>
                    <a:gd name="connsiteY8" fmla="*/ 260257 h 260556"/>
                    <a:gd name="connsiteX9" fmla="*/ 0 w 156235"/>
                    <a:gd name="connsiteY9" fmla="*/ 253369 h 260556"/>
                    <a:gd name="connsiteX10" fmla="*/ 0 w 156235"/>
                    <a:gd name="connsiteY10" fmla="*/ 6888 h 260556"/>
                    <a:gd name="connsiteX11" fmla="*/ 6779 w 156235"/>
                    <a:gd name="connsiteY11" fmla="*/ 0 h 260556"/>
                    <a:gd name="connsiteX12" fmla="*/ 27733 w 156235"/>
                    <a:gd name="connsiteY12" fmla="*/ 0 h 260556"/>
                    <a:gd name="connsiteX13" fmla="*/ 33897 w 156235"/>
                    <a:gd name="connsiteY13" fmla="*/ 3893 h 260556"/>
                    <a:gd name="connsiteX14" fmla="*/ 112785 w 156235"/>
                    <a:gd name="connsiteY14" fmla="*/ 161125 h 260556"/>
                    <a:gd name="connsiteX15" fmla="*/ 122955 w 156235"/>
                    <a:gd name="connsiteY15" fmla="*/ 185683 h 260556"/>
                    <a:gd name="connsiteX16" fmla="*/ 122955 w 156235"/>
                    <a:gd name="connsiteY16" fmla="*/ 6888 h 260556"/>
                    <a:gd name="connsiteX17" fmla="*/ 130042 w 156235"/>
                    <a:gd name="connsiteY17" fmla="*/ 0 h 260556"/>
                    <a:gd name="connsiteX18" fmla="*/ 149456 w 156235"/>
                    <a:gd name="connsiteY18" fmla="*/ 0 h 260556"/>
                    <a:gd name="connsiteX19" fmla="*/ 156235 w 156235"/>
                    <a:gd name="connsiteY19" fmla="*/ 6888 h 260556"/>
                    <a:gd name="connsiteX20" fmla="*/ 156235 w 156235"/>
                    <a:gd name="connsiteY20" fmla="*/ 253369 h 26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5" h="260556">
                      <a:moveTo>
                        <a:pt x="155928" y="253668"/>
                      </a:moveTo>
                      <a:cubicBezTo>
                        <a:pt x="155928" y="258161"/>
                        <a:pt x="154386" y="260556"/>
                        <a:pt x="149148" y="260556"/>
                      </a:cubicBezTo>
                      <a:lnTo>
                        <a:pt x="128810" y="260556"/>
                      </a:lnTo>
                      <a:cubicBezTo>
                        <a:pt x="124804" y="260556"/>
                        <a:pt x="123264" y="259359"/>
                        <a:pt x="121721" y="256364"/>
                      </a:cubicBezTo>
                      <a:lnTo>
                        <a:pt x="44990" y="101227"/>
                      </a:lnTo>
                      <a:cubicBezTo>
                        <a:pt x="40675" y="92841"/>
                        <a:pt x="36054" y="82360"/>
                        <a:pt x="33280" y="73974"/>
                      </a:cubicBezTo>
                      <a:lnTo>
                        <a:pt x="33280" y="253369"/>
                      </a:lnTo>
                      <a:cubicBezTo>
                        <a:pt x="33280" y="257861"/>
                        <a:pt x="31431" y="260257"/>
                        <a:pt x="26501" y="260257"/>
                      </a:cubicBezTo>
                      <a:lnTo>
                        <a:pt x="6779" y="260257"/>
                      </a:lnTo>
                      <a:cubicBezTo>
                        <a:pt x="2155" y="260257"/>
                        <a:pt x="0" y="257861"/>
                        <a:pt x="0" y="253369"/>
                      </a:cubicBezTo>
                      <a:lnTo>
                        <a:pt x="0" y="6888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3" y="0"/>
                      </a:lnTo>
                      <a:cubicBezTo>
                        <a:pt x="31431" y="0"/>
                        <a:pt x="32971" y="1197"/>
                        <a:pt x="33897" y="3893"/>
                      </a:cubicBezTo>
                      <a:lnTo>
                        <a:pt x="112785" y="161125"/>
                      </a:lnTo>
                      <a:cubicBezTo>
                        <a:pt x="115866" y="167714"/>
                        <a:pt x="121106" y="179993"/>
                        <a:pt x="122955" y="185683"/>
                      </a:cubicBezTo>
                      <a:lnTo>
                        <a:pt x="122955" y="6888"/>
                      </a:lnTo>
                      <a:cubicBezTo>
                        <a:pt x="122955" y="2396"/>
                        <a:pt x="125419" y="0"/>
                        <a:pt x="130042" y="0"/>
                      </a:cubicBezTo>
                      <a:lnTo>
                        <a:pt x="149456" y="0"/>
                      </a:lnTo>
                      <a:cubicBezTo>
                        <a:pt x="154695" y="0"/>
                        <a:pt x="156235" y="2396"/>
                        <a:pt x="156235" y="6888"/>
                      </a:cubicBezTo>
                      <a:lnTo>
                        <a:pt x="156235" y="25336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1" name="手繪多邊形: 圖案 80">
                  <a:extLst>
                    <a:ext uri="{FF2B5EF4-FFF2-40B4-BE49-F238E27FC236}">
                      <a16:creationId xmlns:a16="http://schemas.microsoft.com/office/drawing/2014/main" id="{D39F501A-C377-529B-9462-1E864345101E}"/>
                    </a:ext>
                  </a:extLst>
                </p:cNvPr>
                <p:cNvSpPr/>
                <p:nvPr/>
              </p:nvSpPr>
              <p:spPr>
                <a:xfrm>
                  <a:off x="19716080" y="31548411"/>
                  <a:ext cx="155311" cy="260257"/>
                </a:xfrm>
                <a:custGeom>
                  <a:avLst/>
                  <a:gdLst>
                    <a:gd name="connsiteX0" fmla="*/ 148225 w 155311"/>
                    <a:gd name="connsiteY0" fmla="*/ 0 h 260257"/>
                    <a:gd name="connsiteX1" fmla="*/ 155312 w 155311"/>
                    <a:gd name="connsiteY1" fmla="*/ 6889 h 260257"/>
                    <a:gd name="connsiteX2" fmla="*/ 155312 w 155311"/>
                    <a:gd name="connsiteY2" fmla="*/ 23061 h 260257"/>
                    <a:gd name="connsiteX3" fmla="*/ 148225 w 155311"/>
                    <a:gd name="connsiteY3" fmla="*/ 29949 h 260257"/>
                    <a:gd name="connsiteX4" fmla="*/ 95837 w 155311"/>
                    <a:gd name="connsiteY4" fmla="*/ 29949 h 260257"/>
                    <a:gd name="connsiteX5" fmla="*/ 95837 w 155311"/>
                    <a:gd name="connsiteY5" fmla="*/ 253070 h 260257"/>
                    <a:gd name="connsiteX6" fmla="*/ 89057 w 155311"/>
                    <a:gd name="connsiteY6" fmla="*/ 260257 h 260257"/>
                    <a:gd name="connsiteX7" fmla="*/ 66562 w 155311"/>
                    <a:gd name="connsiteY7" fmla="*/ 260257 h 260257"/>
                    <a:gd name="connsiteX8" fmla="*/ 59474 w 155311"/>
                    <a:gd name="connsiteY8" fmla="*/ 253070 h 260257"/>
                    <a:gd name="connsiteX9" fmla="*/ 59474 w 155311"/>
                    <a:gd name="connsiteY9" fmla="*/ 29949 h 260257"/>
                    <a:gd name="connsiteX10" fmla="*/ 7087 w 155311"/>
                    <a:gd name="connsiteY10" fmla="*/ 29949 h 260257"/>
                    <a:gd name="connsiteX11" fmla="*/ 0 w 155311"/>
                    <a:gd name="connsiteY11" fmla="*/ 23061 h 260257"/>
                    <a:gd name="connsiteX12" fmla="*/ 0 w 155311"/>
                    <a:gd name="connsiteY12" fmla="*/ 6889 h 260257"/>
                    <a:gd name="connsiteX13" fmla="*/ 7087 w 155311"/>
                    <a:gd name="connsiteY13" fmla="*/ 0 h 260257"/>
                    <a:gd name="connsiteX14" fmla="*/ 148225 w 155311"/>
                    <a:gd name="connsiteY14" fmla="*/ 0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5311" h="260257">
                      <a:moveTo>
                        <a:pt x="148225" y="0"/>
                      </a:moveTo>
                      <a:cubicBezTo>
                        <a:pt x="152846" y="0"/>
                        <a:pt x="155312" y="1797"/>
                        <a:pt x="155312" y="6889"/>
                      </a:cubicBezTo>
                      <a:lnTo>
                        <a:pt x="155312" y="23061"/>
                      </a:lnTo>
                      <a:cubicBezTo>
                        <a:pt x="155312" y="28152"/>
                        <a:pt x="152846" y="29949"/>
                        <a:pt x="148225" y="29949"/>
                      </a:cubicBezTo>
                      <a:lnTo>
                        <a:pt x="95837" y="29949"/>
                      </a:lnTo>
                      <a:lnTo>
                        <a:pt x="95837" y="253070"/>
                      </a:lnTo>
                      <a:cubicBezTo>
                        <a:pt x="95837" y="258161"/>
                        <a:pt x="93988" y="260257"/>
                        <a:pt x="89057" y="260257"/>
                      </a:cubicBezTo>
                      <a:lnTo>
                        <a:pt x="66562" y="260257"/>
                      </a:lnTo>
                      <a:cubicBezTo>
                        <a:pt x="61323" y="260257"/>
                        <a:pt x="59474" y="257862"/>
                        <a:pt x="59474" y="253070"/>
                      </a:cubicBezTo>
                      <a:lnTo>
                        <a:pt x="59474" y="29949"/>
                      </a:lnTo>
                      <a:lnTo>
                        <a:pt x="7087" y="29949"/>
                      </a:lnTo>
                      <a:cubicBezTo>
                        <a:pt x="1849" y="29949"/>
                        <a:pt x="0" y="28152"/>
                        <a:pt x="0" y="23061"/>
                      </a:cubicBezTo>
                      <a:lnTo>
                        <a:pt x="0" y="6889"/>
                      </a:lnTo>
                      <a:cubicBezTo>
                        <a:pt x="0" y="1797"/>
                        <a:pt x="1849" y="0"/>
                        <a:pt x="7087" y="0"/>
                      </a:cubicBezTo>
                      <a:lnTo>
                        <a:pt x="148225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2" name="手繪多邊形: 圖案 81">
                  <a:extLst>
                    <a:ext uri="{FF2B5EF4-FFF2-40B4-BE49-F238E27FC236}">
                      <a16:creationId xmlns:a16="http://schemas.microsoft.com/office/drawing/2014/main" id="{12A05311-B9B2-6BF5-0F0A-B17EE44F78DC}"/>
                    </a:ext>
                  </a:extLst>
                </p:cNvPr>
                <p:cNvSpPr/>
                <p:nvPr/>
              </p:nvSpPr>
              <p:spPr>
                <a:xfrm>
                  <a:off x="19987782" y="31548411"/>
                  <a:ext cx="173987" cy="260257"/>
                </a:xfrm>
                <a:custGeom>
                  <a:avLst/>
                  <a:gdLst>
                    <a:gd name="connsiteX0" fmla="*/ 99012 w 173987"/>
                    <a:gd name="connsiteY0" fmla="*/ 0 h 260257"/>
                    <a:gd name="connsiteX1" fmla="*/ 107948 w 173987"/>
                    <a:gd name="connsiteY1" fmla="*/ 6889 h 260257"/>
                    <a:gd name="connsiteX2" fmla="*/ 173586 w 173987"/>
                    <a:gd name="connsiteY2" fmla="*/ 253370 h 260257"/>
                    <a:gd name="connsiteX3" fmla="*/ 168040 w 173987"/>
                    <a:gd name="connsiteY3" fmla="*/ 260257 h 260257"/>
                    <a:gd name="connsiteX4" fmla="*/ 145545 w 173987"/>
                    <a:gd name="connsiteY4" fmla="*/ 260257 h 260257"/>
                    <a:gd name="connsiteX5" fmla="*/ 137224 w 173987"/>
                    <a:gd name="connsiteY5" fmla="*/ 253370 h 260257"/>
                    <a:gd name="connsiteX6" fmla="*/ 121201 w 173987"/>
                    <a:gd name="connsiteY6" fmla="*/ 191973 h 260257"/>
                    <a:gd name="connsiteX7" fmla="*/ 50940 w 173987"/>
                    <a:gd name="connsiteY7" fmla="*/ 191973 h 260257"/>
                    <a:gd name="connsiteX8" fmla="*/ 35223 w 173987"/>
                    <a:gd name="connsiteY8" fmla="*/ 253370 h 260257"/>
                    <a:gd name="connsiteX9" fmla="*/ 26902 w 173987"/>
                    <a:gd name="connsiteY9" fmla="*/ 260257 h 260257"/>
                    <a:gd name="connsiteX10" fmla="*/ 5948 w 173987"/>
                    <a:gd name="connsiteY10" fmla="*/ 260257 h 260257"/>
                    <a:gd name="connsiteX11" fmla="*/ 401 w 173987"/>
                    <a:gd name="connsiteY11" fmla="*/ 253370 h 260257"/>
                    <a:gd name="connsiteX12" fmla="*/ 66656 w 173987"/>
                    <a:gd name="connsiteY12" fmla="*/ 6889 h 260257"/>
                    <a:gd name="connsiteX13" fmla="*/ 75592 w 173987"/>
                    <a:gd name="connsiteY13" fmla="*/ 0 h 260257"/>
                    <a:gd name="connsiteX14" fmla="*/ 98395 w 173987"/>
                    <a:gd name="connsiteY14" fmla="*/ 0 h 260257"/>
                    <a:gd name="connsiteX15" fmla="*/ 95623 w 173987"/>
                    <a:gd name="connsiteY15" fmla="*/ 91644 h 260257"/>
                    <a:gd name="connsiteX16" fmla="*/ 86994 w 173987"/>
                    <a:gd name="connsiteY16" fmla="*/ 41630 h 260257"/>
                    <a:gd name="connsiteX17" fmla="*/ 78058 w 173987"/>
                    <a:gd name="connsiteY17" fmla="*/ 91345 h 260257"/>
                    <a:gd name="connsiteX18" fmla="*/ 58335 w 173987"/>
                    <a:gd name="connsiteY18" fmla="*/ 163821 h 260257"/>
                    <a:gd name="connsiteX19" fmla="*/ 115037 w 173987"/>
                    <a:gd name="connsiteY19" fmla="*/ 163821 h 260257"/>
                    <a:gd name="connsiteX20" fmla="*/ 95623 w 173987"/>
                    <a:gd name="connsiteY20" fmla="*/ 91944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87" h="260257">
                      <a:moveTo>
                        <a:pt x="99012" y="0"/>
                      </a:moveTo>
                      <a:cubicBezTo>
                        <a:pt x="103635" y="0"/>
                        <a:pt x="107025" y="2396"/>
                        <a:pt x="107948" y="6889"/>
                      </a:cubicBezTo>
                      <a:lnTo>
                        <a:pt x="173586" y="253370"/>
                      </a:lnTo>
                      <a:cubicBezTo>
                        <a:pt x="174820" y="257862"/>
                        <a:pt x="173278" y="260257"/>
                        <a:pt x="168040" y="260257"/>
                      </a:cubicBezTo>
                      <a:lnTo>
                        <a:pt x="145545" y="260257"/>
                      </a:lnTo>
                      <a:cubicBezTo>
                        <a:pt x="140306" y="260257"/>
                        <a:pt x="138458" y="257562"/>
                        <a:pt x="137224" y="253370"/>
                      </a:cubicBezTo>
                      <a:lnTo>
                        <a:pt x="121201" y="191973"/>
                      </a:lnTo>
                      <a:lnTo>
                        <a:pt x="50940" y="191973"/>
                      </a:lnTo>
                      <a:lnTo>
                        <a:pt x="35223" y="253370"/>
                      </a:lnTo>
                      <a:cubicBezTo>
                        <a:pt x="33991" y="257562"/>
                        <a:pt x="31525" y="260257"/>
                        <a:pt x="26902" y="260257"/>
                      </a:cubicBezTo>
                      <a:lnTo>
                        <a:pt x="5948" y="260257"/>
                      </a:lnTo>
                      <a:cubicBezTo>
                        <a:pt x="709" y="260257"/>
                        <a:pt x="-831" y="257862"/>
                        <a:pt x="401" y="253370"/>
                      </a:cubicBezTo>
                      <a:lnTo>
                        <a:pt x="66656" y="6889"/>
                      </a:lnTo>
                      <a:cubicBezTo>
                        <a:pt x="67888" y="2396"/>
                        <a:pt x="70662" y="0"/>
                        <a:pt x="75592" y="0"/>
                      </a:cubicBezTo>
                      <a:lnTo>
                        <a:pt x="98395" y="0"/>
                      </a:lnTo>
                      <a:close/>
                      <a:moveTo>
                        <a:pt x="95623" y="91644"/>
                      </a:moveTo>
                      <a:cubicBezTo>
                        <a:pt x="92849" y="82061"/>
                        <a:pt x="88227" y="53609"/>
                        <a:pt x="86994" y="41630"/>
                      </a:cubicBezTo>
                      <a:cubicBezTo>
                        <a:pt x="85145" y="55706"/>
                        <a:pt x="80830" y="80563"/>
                        <a:pt x="78058" y="91345"/>
                      </a:cubicBezTo>
                      <a:lnTo>
                        <a:pt x="58335" y="163821"/>
                      </a:lnTo>
                      <a:lnTo>
                        <a:pt x="115037" y="163821"/>
                      </a:lnTo>
                      <a:lnTo>
                        <a:pt x="95623" y="9194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" name="手繪多邊形: 圖案 82">
                  <a:extLst>
                    <a:ext uri="{FF2B5EF4-FFF2-40B4-BE49-F238E27FC236}">
                      <a16:creationId xmlns:a16="http://schemas.microsoft.com/office/drawing/2014/main" id="{3FC73BFB-6D10-C64D-9938-35020B8DE746}"/>
                    </a:ext>
                  </a:extLst>
                </p:cNvPr>
                <p:cNvSpPr/>
                <p:nvPr/>
              </p:nvSpPr>
              <p:spPr>
                <a:xfrm>
                  <a:off x="20319146" y="31548411"/>
                  <a:ext cx="126961" cy="260257"/>
                </a:xfrm>
                <a:custGeom>
                  <a:avLst/>
                  <a:gdLst>
                    <a:gd name="connsiteX0" fmla="*/ 53621 w 126961"/>
                    <a:gd name="connsiteY0" fmla="*/ 260257 h 260257"/>
                    <a:gd name="connsiteX1" fmla="*/ 0 w 126961"/>
                    <a:gd name="connsiteY1" fmla="*/ 208146 h 260257"/>
                    <a:gd name="connsiteX2" fmla="*/ 0 w 126961"/>
                    <a:gd name="connsiteY2" fmla="*/ 7188 h 260257"/>
                    <a:gd name="connsiteX3" fmla="*/ 7089 w 126961"/>
                    <a:gd name="connsiteY3" fmla="*/ 0 h 260257"/>
                    <a:gd name="connsiteX4" fmla="*/ 29275 w 126961"/>
                    <a:gd name="connsiteY4" fmla="*/ 0 h 260257"/>
                    <a:gd name="connsiteX5" fmla="*/ 36056 w 126961"/>
                    <a:gd name="connsiteY5" fmla="*/ 7188 h 260257"/>
                    <a:gd name="connsiteX6" fmla="*/ 36056 w 126961"/>
                    <a:gd name="connsiteY6" fmla="*/ 207548 h 260257"/>
                    <a:gd name="connsiteX7" fmla="*/ 59476 w 126961"/>
                    <a:gd name="connsiteY7" fmla="*/ 230308 h 260257"/>
                    <a:gd name="connsiteX8" fmla="*/ 119874 w 126961"/>
                    <a:gd name="connsiteY8" fmla="*/ 230308 h 260257"/>
                    <a:gd name="connsiteX9" fmla="*/ 126961 w 126961"/>
                    <a:gd name="connsiteY9" fmla="*/ 236897 h 260257"/>
                    <a:gd name="connsiteX10" fmla="*/ 126961 w 126961"/>
                    <a:gd name="connsiteY10" fmla="*/ 253370 h 260257"/>
                    <a:gd name="connsiteX11" fmla="*/ 119874 w 126961"/>
                    <a:gd name="connsiteY11" fmla="*/ 260257 h 260257"/>
                    <a:gd name="connsiteX12" fmla="*/ 53621 w 126961"/>
                    <a:gd name="connsiteY12" fmla="*/ 260257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1" h="260257">
                      <a:moveTo>
                        <a:pt x="53621" y="260257"/>
                      </a:moveTo>
                      <a:cubicBezTo>
                        <a:pt x="24037" y="260257"/>
                        <a:pt x="0" y="236897"/>
                        <a:pt x="0" y="208146"/>
                      </a:cubicBezTo>
                      <a:lnTo>
                        <a:pt x="0" y="7188"/>
                      </a:lnTo>
                      <a:cubicBezTo>
                        <a:pt x="0" y="2097"/>
                        <a:pt x="1849" y="0"/>
                        <a:pt x="7089" y="0"/>
                      </a:cubicBezTo>
                      <a:lnTo>
                        <a:pt x="29275" y="0"/>
                      </a:lnTo>
                      <a:cubicBezTo>
                        <a:pt x="34514" y="0"/>
                        <a:pt x="36056" y="2396"/>
                        <a:pt x="36056" y="7188"/>
                      </a:cubicBezTo>
                      <a:lnTo>
                        <a:pt x="36056" y="207548"/>
                      </a:lnTo>
                      <a:cubicBezTo>
                        <a:pt x="36056" y="220126"/>
                        <a:pt x="46532" y="230308"/>
                        <a:pt x="59476" y="230308"/>
                      </a:cubicBezTo>
                      <a:lnTo>
                        <a:pt x="119874" y="230308"/>
                      </a:lnTo>
                      <a:cubicBezTo>
                        <a:pt x="124498" y="230308"/>
                        <a:pt x="126961" y="231806"/>
                        <a:pt x="126961" y="236897"/>
                      </a:cubicBezTo>
                      <a:lnTo>
                        <a:pt x="126961" y="253370"/>
                      </a:lnTo>
                      <a:cubicBezTo>
                        <a:pt x="126961" y="258460"/>
                        <a:pt x="124498" y="260257"/>
                        <a:pt x="119874" y="260257"/>
                      </a:cubicBezTo>
                      <a:lnTo>
                        <a:pt x="53621" y="26025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" name="手繪多邊形: 圖案 83">
                  <a:extLst>
                    <a:ext uri="{FF2B5EF4-FFF2-40B4-BE49-F238E27FC236}">
                      <a16:creationId xmlns:a16="http://schemas.microsoft.com/office/drawing/2014/main" id="{1D58F202-BF1C-E12C-EBEA-CC5004CB9E8A}"/>
                    </a:ext>
                  </a:extLst>
                </p:cNvPr>
                <p:cNvSpPr/>
                <p:nvPr/>
              </p:nvSpPr>
              <p:spPr>
                <a:xfrm>
                  <a:off x="21104028" y="31548411"/>
                  <a:ext cx="126961" cy="260257"/>
                </a:xfrm>
                <a:custGeom>
                  <a:avLst/>
                  <a:gdLst>
                    <a:gd name="connsiteX0" fmla="*/ 53619 w 126961"/>
                    <a:gd name="connsiteY0" fmla="*/ 260257 h 260257"/>
                    <a:gd name="connsiteX1" fmla="*/ 0 w 126961"/>
                    <a:gd name="connsiteY1" fmla="*/ 208146 h 260257"/>
                    <a:gd name="connsiteX2" fmla="*/ 0 w 126961"/>
                    <a:gd name="connsiteY2" fmla="*/ 7188 h 260257"/>
                    <a:gd name="connsiteX3" fmla="*/ 7087 w 126961"/>
                    <a:gd name="connsiteY3" fmla="*/ 0 h 260257"/>
                    <a:gd name="connsiteX4" fmla="*/ 29275 w 126961"/>
                    <a:gd name="connsiteY4" fmla="*/ 0 h 260257"/>
                    <a:gd name="connsiteX5" fmla="*/ 36054 w 126961"/>
                    <a:gd name="connsiteY5" fmla="*/ 7188 h 260257"/>
                    <a:gd name="connsiteX6" fmla="*/ 36054 w 126961"/>
                    <a:gd name="connsiteY6" fmla="*/ 207548 h 260257"/>
                    <a:gd name="connsiteX7" fmla="*/ 59474 w 126961"/>
                    <a:gd name="connsiteY7" fmla="*/ 230308 h 260257"/>
                    <a:gd name="connsiteX8" fmla="*/ 119874 w 126961"/>
                    <a:gd name="connsiteY8" fmla="*/ 230308 h 260257"/>
                    <a:gd name="connsiteX9" fmla="*/ 126961 w 126961"/>
                    <a:gd name="connsiteY9" fmla="*/ 236897 h 260257"/>
                    <a:gd name="connsiteX10" fmla="*/ 126961 w 126961"/>
                    <a:gd name="connsiteY10" fmla="*/ 253370 h 260257"/>
                    <a:gd name="connsiteX11" fmla="*/ 119874 w 126961"/>
                    <a:gd name="connsiteY11" fmla="*/ 260257 h 260257"/>
                    <a:gd name="connsiteX12" fmla="*/ 53619 w 126961"/>
                    <a:gd name="connsiteY12" fmla="*/ 260257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1" h="260257">
                      <a:moveTo>
                        <a:pt x="53619" y="260257"/>
                      </a:moveTo>
                      <a:cubicBezTo>
                        <a:pt x="24035" y="260257"/>
                        <a:pt x="0" y="236897"/>
                        <a:pt x="0" y="208146"/>
                      </a:cubicBezTo>
                      <a:lnTo>
                        <a:pt x="0" y="7188"/>
                      </a:lnTo>
                      <a:cubicBezTo>
                        <a:pt x="0" y="2097"/>
                        <a:pt x="1849" y="0"/>
                        <a:pt x="7087" y="0"/>
                      </a:cubicBezTo>
                      <a:lnTo>
                        <a:pt x="29275" y="0"/>
                      </a:lnTo>
                      <a:cubicBezTo>
                        <a:pt x="34514" y="0"/>
                        <a:pt x="36054" y="2396"/>
                        <a:pt x="36054" y="7188"/>
                      </a:cubicBezTo>
                      <a:lnTo>
                        <a:pt x="36054" y="207548"/>
                      </a:lnTo>
                      <a:cubicBezTo>
                        <a:pt x="36054" y="220126"/>
                        <a:pt x="46532" y="230308"/>
                        <a:pt x="59474" y="230308"/>
                      </a:cubicBezTo>
                      <a:lnTo>
                        <a:pt x="119874" y="230308"/>
                      </a:lnTo>
                      <a:cubicBezTo>
                        <a:pt x="124496" y="230308"/>
                        <a:pt x="126961" y="231806"/>
                        <a:pt x="126961" y="236897"/>
                      </a:cubicBezTo>
                      <a:lnTo>
                        <a:pt x="126961" y="253370"/>
                      </a:lnTo>
                      <a:cubicBezTo>
                        <a:pt x="126961" y="258460"/>
                        <a:pt x="124496" y="260257"/>
                        <a:pt x="119874" y="260257"/>
                      </a:cubicBezTo>
                      <a:lnTo>
                        <a:pt x="53619" y="26025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" name="手繪多邊形: 圖案 84">
                  <a:extLst>
                    <a:ext uri="{FF2B5EF4-FFF2-40B4-BE49-F238E27FC236}">
                      <a16:creationId xmlns:a16="http://schemas.microsoft.com/office/drawing/2014/main" id="{CABC6B61-100D-3417-E475-4CF3BDCE85AE}"/>
                    </a:ext>
                  </a:extLst>
                </p:cNvPr>
                <p:cNvSpPr/>
                <p:nvPr/>
              </p:nvSpPr>
              <p:spPr>
                <a:xfrm>
                  <a:off x="20786933" y="31545117"/>
                  <a:ext cx="150996" cy="266546"/>
                </a:xfrm>
                <a:custGeom>
                  <a:avLst/>
                  <a:gdLst>
                    <a:gd name="connsiteX0" fmla="*/ 150997 w 150996"/>
                    <a:gd name="connsiteY0" fmla="*/ 210542 h 266546"/>
                    <a:gd name="connsiteX1" fmla="*/ 75497 w 150996"/>
                    <a:gd name="connsiteY1" fmla="*/ 266546 h 266546"/>
                    <a:gd name="connsiteX2" fmla="*/ 0 w 150996"/>
                    <a:gd name="connsiteY2" fmla="*/ 210542 h 266546"/>
                    <a:gd name="connsiteX3" fmla="*/ 0 w 150996"/>
                    <a:gd name="connsiteY3" fmla="*/ 56005 h 266546"/>
                    <a:gd name="connsiteX4" fmla="*/ 75497 w 150996"/>
                    <a:gd name="connsiteY4" fmla="*/ 0 h 266546"/>
                    <a:gd name="connsiteX5" fmla="*/ 150997 w 150996"/>
                    <a:gd name="connsiteY5" fmla="*/ 56005 h 266546"/>
                    <a:gd name="connsiteX6" fmla="*/ 150997 w 150996"/>
                    <a:gd name="connsiteY6" fmla="*/ 77568 h 266546"/>
                    <a:gd name="connsiteX7" fmla="*/ 144218 w 150996"/>
                    <a:gd name="connsiteY7" fmla="*/ 84755 h 266546"/>
                    <a:gd name="connsiteX8" fmla="*/ 122955 w 150996"/>
                    <a:gd name="connsiteY8" fmla="*/ 84755 h 266546"/>
                    <a:gd name="connsiteX9" fmla="*/ 115866 w 150996"/>
                    <a:gd name="connsiteY9" fmla="*/ 77568 h 266546"/>
                    <a:gd name="connsiteX10" fmla="*/ 115866 w 150996"/>
                    <a:gd name="connsiteY10" fmla="*/ 59299 h 266546"/>
                    <a:gd name="connsiteX11" fmla="*/ 75806 w 150996"/>
                    <a:gd name="connsiteY11" fmla="*/ 30249 h 266546"/>
                    <a:gd name="connsiteX12" fmla="*/ 36054 w 150996"/>
                    <a:gd name="connsiteY12" fmla="*/ 59299 h 266546"/>
                    <a:gd name="connsiteX13" fmla="*/ 36054 w 150996"/>
                    <a:gd name="connsiteY13" fmla="*/ 207846 h 266546"/>
                    <a:gd name="connsiteX14" fmla="*/ 75806 w 150996"/>
                    <a:gd name="connsiteY14" fmla="*/ 236897 h 266546"/>
                    <a:gd name="connsiteX15" fmla="*/ 115866 w 150996"/>
                    <a:gd name="connsiteY15" fmla="*/ 207846 h 266546"/>
                    <a:gd name="connsiteX16" fmla="*/ 115866 w 150996"/>
                    <a:gd name="connsiteY16" fmla="*/ 184486 h 266546"/>
                    <a:gd name="connsiteX17" fmla="*/ 122955 w 150996"/>
                    <a:gd name="connsiteY17" fmla="*/ 177598 h 266546"/>
                    <a:gd name="connsiteX18" fmla="*/ 144218 w 150996"/>
                    <a:gd name="connsiteY18" fmla="*/ 177598 h 266546"/>
                    <a:gd name="connsiteX19" fmla="*/ 150997 w 150996"/>
                    <a:gd name="connsiteY19" fmla="*/ 184486 h 266546"/>
                    <a:gd name="connsiteX20" fmla="*/ 150997 w 150996"/>
                    <a:gd name="connsiteY20" fmla="*/ 210841 h 266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0996" h="266546">
                      <a:moveTo>
                        <a:pt x="150997" y="210542"/>
                      </a:moveTo>
                      <a:cubicBezTo>
                        <a:pt x="150997" y="240491"/>
                        <a:pt x="134357" y="266546"/>
                        <a:pt x="75497" y="266546"/>
                      </a:cubicBezTo>
                      <a:cubicBezTo>
                        <a:pt x="16640" y="266546"/>
                        <a:pt x="0" y="240491"/>
                        <a:pt x="0" y="210542"/>
                      </a:cubicBezTo>
                      <a:lnTo>
                        <a:pt x="0" y="56005"/>
                      </a:lnTo>
                      <a:cubicBezTo>
                        <a:pt x="0" y="26056"/>
                        <a:pt x="16948" y="0"/>
                        <a:pt x="75497" y="0"/>
                      </a:cubicBezTo>
                      <a:cubicBezTo>
                        <a:pt x="134049" y="0"/>
                        <a:pt x="150997" y="26056"/>
                        <a:pt x="150997" y="56005"/>
                      </a:cubicBezTo>
                      <a:lnTo>
                        <a:pt x="150997" y="77568"/>
                      </a:lnTo>
                      <a:cubicBezTo>
                        <a:pt x="150997" y="82660"/>
                        <a:pt x="149148" y="84755"/>
                        <a:pt x="144218" y="84755"/>
                      </a:cubicBezTo>
                      <a:lnTo>
                        <a:pt x="122955" y="84755"/>
                      </a:lnTo>
                      <a:cubicBezTo>
                        <a:pt x="117715" y="84755"/>
                        <a:pt x="115866" y="82360"/>
                        <a:pt x="115866" y="77568"/>
                      </a:cubicBezTo>
                      <a:lnTo>
                        <a:pt x="115866" y="59299"/>
                      </a:lnTo>
                      <a:cubicBezTo>
                        <a:pt x="115866" y="41330"/>
                        <a:pt x="105081" y="30249"/>
                        <a:pt x="75806" y="30249"/>
                      </a:cubicBezTo>
                      <a:cubicBezTo>
                        <a:pt x="46530" y="30249"/>
                        <a:pt x="36054" y="41330"/>
                        <a:pt x="36054" y="59299"/>
                      </a:cubicBezTo>
                      <a:lnTo>
                        <a:pt x="36054" y="207846"/>
                      </a:lnTo>
                      <a:cubicBezTo>
                        <a:pt x="36054" y="225816"/>
                        <a:pt x="46224" y="236897"/>
                        <a:pt x="75806" y="236897"/>
                      </a:cubicBezTo>
                      <a:cubicBezTo>
                        <a:pt x="105390" y="236897"/>
                        <a:pt x="115866" y="225816"/>
                        <a:pt x="115866" y="207846"/>
                      </a:cubicBezTo>
                      <a:lnTo>
                        <a:pt x="115866" y="184486"/>
                      </a:lnTo>
                      <a:cubicBezTo>
                        <a:pt x="115866" y="179394"/>
                        <a:pt x="117715" y="177598"/>
                        <a:pt x="122955" y="177598"/>
                      </a:cubicBezTo>
                      <a:lnTo>
                        <a:pt x="144218" y="177598"/>
                      </a:lnTo>
                      <a:cubicBezTo>
                        <a:pt x="148840" y="177598"/>
                        <a:pt x="150997" y="179394"/>
                        <a:pt x="150997" y="184486"/>
                      </a:cubicBezTo>
                      <a:lnTo>
                        <a:pt x="150997" y="210841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" name="手繪多邊形: 圖案 85">
                  <a:extLst>
                    <a:ext uri="{FF2B5EF4-FFF2-40B4-BE49-F238E27FC236}">
                      <a16:creationId xmlns:a16="http://schemas.microsoft.com/office/drawing/2014/main" id="{4F978C7B-42DF-16DD-D121-D27CFA598181}"/>
                    </a:ext>
                  </a:extLst>
                </p:cNvPr>
                <p:cNvSpPr/>
                <p:nvPr/>
              </p:nvSpPr>
              <p:spPr>
                <a:xfrm>
                  <a:off x="21385993" y="31548411"/>
                  <a:ext cx="36055" cy="260257"/>
                </a:xfrm>
                <a:custGeom>
                  <a:avLst/>
                  <a:gdLst>
                    <a:gd name="connsiteX0" fmla="*/ 36056 w 36055"/>
                    <a:gd name="connsiteY0" fmla="*/ 253070 h 260257"/>
                    <a:gd name="connsiteX1" fmla="*/ 29275 w 36055"/>
                    <a:gd name="connsiteY1" fmla="*/ 260257 h 260257"/>
                    <a:gd name="connsiteX2" fmla="*/ 6780 w 36055"/>
                    <a:gd name="connsiteY2" fmla="*/ 260257 h 260257"/>
                    <a:gd name="connsiteX3" fmla="*/ 0 w 36055"/>
                    <a:gd name="connsiteY3" fmla="*/ 253070 h 260257"/>
                    <a:gd name="connsiteX4" fmla="*/ 0 w 36055"/>
                    <a:gd name="connsiteY4" fmla="*/ 7188 h 260257"/>
                    <a:gd name="connsiteX5" fmla="*/ 6780 w 36055"/>
                    <a:gd name="connsiteY5" fmla="*/ 0 h 260257"/>
                    <a:gd name="connsiteX6" fmla="*/ 29275 w 36055"/>
                    <a:gd name="connsiteY6" fmla="*/ 0 h 260257"/>
                    <a:gd name="connsiteX7" fmla="*/ 36056 w 36055"/>
                    <a:gd name="connsiteY7" fmla="*/ 7188 h 260257"/>
                    <a:gd name="connsiteX8" fmla="*/ 36056 w 36055"/>
                    <a:gd name="connsiteY8" fmla="*/ 253070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5" h="260257">
                      <a:moveTo>
                        <a:pt x="36056" y="253070"/>
                      </a:moveTo>
                      <a:cubicBezTo>
                        <a:pt x="36056" y="258161"/>
                        <a:pt x="34516" y="260257"/>
                        <a:pt x="29275" y="260257"/>
                      </a:cubicBezTo>
                      <a:lnTo>
                        <a:pt x="6780" y="260257"/>
                      </a:lnTo>
                      <a:cubicBezTo>
                        <a:pt x="2157" y="260257"/>
                        <a:pt x="0" y="257862"/>
                        <a:pt x="0" y="253070"/>
                      </a:cubicBezTo>
                      <a:lnTo>
                        <a:pt x="0" y="7188"/>
                      </a:lnTo>
                      <a:cubicBezTo>
                        <a:pt x="0" y="2097"/>
                        <a:pt x="1851" y="0"/>
                        <a:pt x="6780" y="0"/>
                      </a:cubicBezTo>
                      <a:lnTo>
                        <a:pt x="29275" y="0"/>
                      </a:lnTo>
                      <a:cubicBezTo>
                        <a:pt x="34516" y="0"/>
                        <a:pt x="36056" y="2396"/>
                        <a:pt x="36056" y="7188"/>
                      </a:cubicBezTo>
                      <a:lnTo>
                        <a:pt x="36056" y="25307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7" name="手繪多邊形: 圖案 86">
                  <a:extLst>
                    <a:ext uri="{FF2B5EF4-FFF2-40B4-BE49-F238E27FC236}">
                      <a16:creationId xmlns:a16="http://schemas.microsoft.com/office/drawing/2014/main" id="{A17152D3-5CA1-0ACE-D93E-57A370D15042}"/>
                    </a:ext>
                  </a:extLst>
                </p:cNvPr>
                <p:cNvSpPr/>
                <p:nvPr/>
              </p:nvSpPr>
              <p:spPr>
                <a:xfrm>
                  <a:off x="21600164" y="31548112"/>
                  <a:ext cx="156236" cy="260556"/>
                </a:xfrm>
                <a:custGeom>
                  <a:avLst/>
                  <a:gdLst>
                    <a:gd name="connsiteX0" fmla="*/ 155928 w 156236"/>
                    <a:gd name="connsiteY0" fmla="*/ 253668 h 260556"/>
                    <a:gd name="connsiteX1" fmla="*/ 149150 w 156236"/>
                    <a:gd name="connsiteY1" fmla="*/ 260556 h 260556"/>
                    <a:gd name="connsiteX2" fmla="*/ 128810 w 156236"/>
                    <a:gd name="connsiteY2" fmla="*/ 260556 h 260556"/>
                    <a:gd name="connsiteX3" fmla="*/ 121723 w 156236"/>
                    <a:gd name="connsiteY3" fmla="*/ 256364 h 260556"/>
                    <a:gd name="connsiteX4" fmla="*/ 44992 w 156236"/>
                    <a:gd name="connsiteY4" fmla="*/ 101227 h 260556"/>
                    <a:gd name="connsiteX5" fmla="*/ 33282 w 156236"/>
                    <a:gd name="connsiteY5" fmla="*/ 73974 h 260556"/>
                    <a:gd name="connsiteX6" fmla="*/ 33282 w 156236"/>
                    <a:gd name="connsiteY6" fmla="*/ 253369 h 260556"/>
                    <a:gd name="connsiteX7" fmla="*/ 26503 w 156236"/>
                    <a:gd name="connsiteY7" fmla="*/ 260257 h 260556"/>
                    <a:gd name="connsiteX8" fmla="*/ 6780 w 156236"/>
                    <a:gd name="connsiteY8" fmla="*/ 260257 h 260556"/>
                    <a:gd name="connsiteX9" fmla="*/ 0 w 156236"/>
                    <a:gd name="connsiteY9" fmla="*/ 253369 h 260556"/>
                    <a:gd name="connsiteX10" fmla="*/ 0 w 156236"/>
                    <a:gd name="connsiteY10" fmla="*/ 6888 h 260556"/>
                    <a:gd name="connsiteX11" fmla="*/ 6780 w 156236"/>
                    <a:gd name="connsiteY11" fmla="*/ 0 h 260556"/>
                    <a:gd name="connsiteX12" fmla="*/ 27735 w 156236"/>
                    <a:gd name="connsiteY12" fmla="*/ 0 h 260556"/>
                    <a:gd name="connsiteX13" fmla="*/ 33899 w 156236"/>
                    <a:gd name="connsiteY13" fmla="*/ 3893 h 260556"/>
                    <a:gd name="connsiteX14" fmla="*/ 112787 w 156236"/>
                    <a:gd name="connsiteY14" fmla="*/ 161125 h 260556"/>
                    <a:gd name="connsiteX15" fmla="*/ 122955 w 156236"/>
                    <a:gd name="connsiteY15" fmla="*/ 185683 h 260556"/>
                    <a:gd name="connsiteX16" fmla="*/ 122955 w 156236"/>
                    <a:gd name="connsiteY16" fmla="*/ 6888 h 260556"/>
                    <a:gd name="connsiteX17" fmla="*/ 130044 w 156236"/>
                    <a:gd name="connsiteY17" fmla="*/ 0 h 260556"/>
                    <a:gd name="connsiteX18" fmla="*/ 149458 w 156236"/>
                    <a:gd name="connsiteY18" fmla="*/ 0 h 260556"/>
                    <a:gd name="connsiteX19" fmla="*/ 156237 w 156236"/>
                    <a:gd name="connsiteY19" fmla="*/ 6888 h 260556"/>
                    <a:gd name="connsiteX20" fmla="*/ 156237 w 156236"/>
                    <a:gd name="connsiteY20" fmla="*/ 253369 h 2605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6" h="260556">
                      <a:moveTo>
                        <a:pt x="155928" y="253668"/>
                      </a:moveTo>
                      <a:cubicBezTo>
                        <a:pt x="155928" y="258161"/>
                        <a:pt x="154388" y="260556"/>
                        <a:pt x="149150" y="260556"/>
                      </a:cubicBezTo>
                      <a:lnTo>
                        <a:pt x="128810" y="260556"/>
                      </a:lnTo>
                      <a:cubicBezTo>
                        <a:pt x="124804" y="260556"/>
                        <a:pt x="123264" y="259359"/>
                        <a:pt x="121723" y="256364"/>
                      </a:cubicBezTo>
                      <a:lnTo>
                        <a:pt x="44992" y="101227"/>
                      </a:lnTo>
                      <a:cubicBezTo>
                        <a:pt x="40677" y="92841"/>
                        <a:pt x="36056" y="82360"/>
                        <a:pt x="33282" y="73974"/>
                      </a:cubicBezTo>
                      <a:lnTo>
                        <a:pt x="33282" y="253369"/>
                      </a:lnTo>
                      <a:cubicBezTo>
                        <a:pt x="33282" y="257861"/>
                        <a:pt x="31433" y="260257"/>
                        <a:pt x="26503" y="260257"/>
                      </a:cubicBezTo>
                      <a:lnTo>
                        <a:pt x="6780" y="260257"/>
                      </a:lnTo>
                      <a:cubicBezTo>
                        <a:pt x="2157" y="260257"/>
                        <a:pt x="0" y="257861"/>
                        <a:pt x="0" y="253369"/>
                      </a:cubicBezTo>
                      <a:lnTo>
                        <a:pt x="0" y="6888"/>
                      </a:lnTo>
                      <a:cubicBezTo>
                        <a:pt x="0" y="2396"/>
                        <a:pt x="1849" y="0"/>
                        <a:pt x="6780" y="0"/>
                      </a:cubicBezTo>
                      <a:lnTo>
                        <a:pt x="27735" y="0"/>
                      </a:lnTo>
                      <a:cubicBezTo>
                        <a:pt x="31124" y="0"/>
                        <a:pt x="32973" y="1197"/>
                        <a:pt x="33899" y="3893"/>
                      </a:cubicBezTo>
                      <a:lnTo>
                        <a:pt x="112787" y="161125"/>
                      </a:lnTo>
                      <a:cubicBezTo>
                        <a:pt x="115868" y="167714"/>
                        <a:pt x="121106" y="179993"/>
                        <a:pt x="122955" y="185683"/>
                      </a:cubicBezTo>
                      <a:lnTo>
                        <a:pt x="122955" y="6888"/>
                      </a:lnTo>
                      <a:cubicBezTo>
                        <a:pt x="122955" y="2396"/>
                        <a:pt x="125421" y="0"/>
                        <a:pt x="130044" y="0"/>
                      </a:cubicBezTo>
                      <a:lnTo>
                        <a:pt x="149458" y="0"/>
                      </a:lnTo>
                      <a:cubicBezTo>
                        <a:pt x="154697" y="0"/>
                        <a:pt x="156237" y="2396"/>
                        <a:pt x="156237" y="6888"/>
                      </a:cubicBezTo>
                      <a:lnTo>
                        <a:pt x="156237" y="25336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8" name="手繪多邊形: 圖案 87">
                  <a:extLst>
                    <a:ext uri="{FF2B5EF4-FFF2-40B4-BE49-F238E27FC236}">
                      <a16:creationId xmlns:a16="http://schemas.microsoft.com/office/drawing/2014/main" id="{D5AF2691-80ED-5362-42E5-B36EAFF3921C}"/>
                    </a:ext>
                  </a:extLst>
                </p:cNvPr>
                <p:cNvSpPr/>
                <p:nvPr/>
              </p:nvSpPr>
              <p:spPr>
                <a:xfrm>
                  <a:off x="21934209" y="31548411"/>
                  <a:ext cx="36054" cy="260257"/>
                </a:xfrm>
                <a:custGeom>
                  <a:avLst/>
                  <a:gdLst>
                    <a:gd name="connsiteX0" fmla="*/ 36054 w 36054"/>
                    <a:gd name="connsiteY0" fmla="*/ 253070 h 260257"/>
                    <a:gd name="connsiteX1" fmla="*/ 29275 w 36054"/>
                    <a:gd name="connsiteY1" fmla="*/ 260257 h 260257"/>
                    <a:gd name="connsiteX2" fmla="*/ 6779 w 36054"/>
                    <a:gd name="connsiteY2" fmla="*/ 260257 h 260257"/>
                    <a:gd name="connsiteX3" fmla="*/ 0 w 36054"/>
                    <a:gd name="connsiteY3" fmla="*/ 253070 h 260257"/>
                    <a:gd name="connsiteX4" fmla="*/ 0 w 36054"/>
                    <a:gd name="connsiteY4" fmla="*/ 7188 h 260257"/>
                    <a:gd name="connsiteX5" fmla="*/ 6779 w 36054"/>
                    <a:gd name="connsiteY5" fmla="*/ 0 h 260257"/>
                    <a:gd name="connsiteX6" fmla="*/ 29275 w 36054"/>
                    <a:gd name="connsiteY6" fmla="*/ 0 h 260257"/>
                    <a:gd name="connsiteX7" fmla="*/ 36054 w 36054"/>
                    <a:gd name="connsiteY7" fmla="*/ 7188 h 260257"/>
                    <a:gd name="connsiteX8" fmla="*/ 36054 w 36054"/>
                    <a:gd name="connsiteY8" fmla="*/ 253070 h 260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4" h="260257">
                      <a:moveTo>
                        <a:pt x="36054" y="253070"/>
                      </a:moveTo>
                      <a:cubicBezTo>
                        <a:pt x="36054" y="258161"/>
                        <a:pt x="34514" y="260257"/>
                        <a:pt x="29275" y="260257"/>
                      </a:cubicBezTo>
                      <a:lnTo>
                        <a:pt x="6779" y="260257"/>
                      </a:lnTo>
                      <a:cubicBezTo>
                        <a:pt x="2157" y="260257"/>
                        <a:pt x="0" y="257862"/>
                        <a:pt x="0" y="253070"/>
                      </a:cubicBezTo>
                      <a:lnTo>
                        <a:pt x="0" y="7188"/>
                      </a:lnTo>
                      <a:cubicBezTo>
                        <a:pt x="0" y="2097"/>
                        <a:pt x="1849" y="0"/>
                        <a:pt x="6779" y="0"/>
                      </a:cubicBezTo>
                      <a:lnTo>
                        <a:pt x="29275" y="0"/>
                      </a:lnTo>
                      <a:cubicBezTo>
                        <a:pt x="34514" y="0"/>
                        <a:pt x="36054" y="2396"/>
                        <a:pt x="36054" y="7188"/>
                      </a:cubicBezTo>
                      <a:lnTo>
                        <a:pt x="36054" y="25307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9" name="手繪多邊形: 圖案 88">
                  <a:extLst>
                    <a:ext uri="{FF2B5EF4-FFF2-40B4-BE49-F238E27FC236}">
                      <a16:creationId xmlns:a16="http://schemas.microsoft.com/office/drawing/2014/main" id="{C39FD62A-E1EC-FD7A-F6B5-2749F4B87F0E}"/>
                    </a:ext>
                  </a:extLst>
                </p:cNvPr>
                <p:cNvSpPr/>
                <p:nvPr/>
              </p:nvSpPr>
              <p:spPr>
                <a:xfrm>
                  <a:off x="22144683" y="31545117"/>
                  <a:ext cx="150996" cy="266546"/>
                </a:xfrm>
                <a:custGeom>
                  <a:avLst/>
                  <a:gdLst>
                    <a:gd name="connsiteX0" fmla="*/ 150997 w 150996"/>
                    <a:gd name="connsiteY0" fmla="*/ 210542 h 266546"/>
                    <a:gd name="connsiteX1" fmla="*/ 75497 w 150996"/>
                    <a:gd name="connsiteY1" fmla="*/ 266546 h 266546"/>
                    <a:gd name="connsiteX2" fmla="*/ 0 w 150996"/>
                    <a:gd name="connsiteY2" fmla="*/ 210542 h 266546"/>
                    <a:gd name="connsiteX3" fmla="*/ 0 w 150996"/>
                    <a:gd name="connsiteY3" fmla="*/ 56005 h 266546"/>
                    <a:gd name="connsiteX4" fmla="*/ 75497 w 150996"/>
                    <a:gd name="connsiteY4" fmla="*/ 0 h 266546"/>
                    <a:gd name="connsiteX5" fmla="*/ 150997 w 150996"/>
                    <a:gd name="connsiteY5" fmla="*/ 56005 h 266546"/>
                    <a:gd name="connsiteX6" fmla="*/ 150997 w 150996"/>
                    <a:gd name="connsiteY6" fmla="*/ 77568 h 266546"/>
                    <a:gd name="connsiteX7" fmla="*/ 144218 w 150996"/>
                    <a:gd name="connsiteY7" fmla="*/ 84755 h 266546"/>
                    <a:gd name="connsiteX8" fmla="*/ 122955 w 150996"/>
                    <a:gd name="connsiteY8" fmla="*/ 84755 h 266546"/>
                    <a:gd name="connsiteX9" fmla="*/ 115866 w 150996"/>
                    <a:gd name="connsiteY9" fmla="*/ 77568 h 266546"/>
                    <a:gd name="connsiteX10" fmla="*/ 115866 w 150996"/>
                    <a:gd name="connsiteY10" fmla="*/ 59299 h 266546"/>
                    <a:gd name="connsiteX11" fmla="*/ 75806 w 150996"/>
                    <a:gd name="connsiteY11" fmla="*/ 30249 h 266546"/>
                    <a:gd name="connsiteX12" fmla="*/ 36054 w 150996"/>
                    <a:gd name="connsiteY12" fmla="*/ 59299 h 266546"/>
                    <a:gd name="connsiteX13" fmla="*/ 36054 w 150996"/>
                    <a:gd name="connsiteY13" fmla="*/ 207846 h 266546"/>
                    <a:gd name="connsiteX14" fmla="*/ 75806 w 150996"/>
                    <a:gd name="connsiteY14" fmla="*/ 236897 h 266546"/>
                    <a:gd name="connsiteX15" fmla="*/ 115866 w 150996"/>
                    <a:gd name="connsiteY15" fmla="*/ 207846 h 266546"/>
                    <a:gd name="connsiteX16" fmla="*/ 115866 w 150996"/>
                    <a:gd name="connsiteY16" fmla="*/ 184486 h 266546"/>
                    <a:gd name="connsiteX17" fmla="*/ 122955 w 150996"/>
                    <a:gd name="connsiteY17" fmla="*/ 177598 h 266546"/>
                    <a:gd name="connsiteX18" fmla="*/ 144218 w 150996"/>
                    <a:gd name="connsiteY18" fmla="*/ 177598 h 266546"/>
                    <a:gd name="connsiteX19" fmla="*/ 150997 w 150996"/>
                    <a:gd name="connsiteY19" fmla="*/ 184486 h 266546"/>
                    <a:gd name="connsiteX20" fmla="*/ 150997 w 150996"/>
                    <a:gd name="connsiteY20" fmla="*/ 210841 h 26654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0996" h="266546">
                      <a:moveTo>
                        <a:pt x="150997" y="210542"/>
                      </a:moveTo>
                      <a:cubicBezTo>
                        <a:pt x="150997" y="240491"/>
                        <a:pt x="134357" y="266546"/>
                        <a:pt x="75497" y="266546"/>
                      </a:cubicBezTo>
                      <a:cubicBezTo>
                        <a:pt x="16640" y="266546"/>
                        <a:pt x="0" y="240491"/>
                        <a:pt x="0" y="210542"/>
                      </a:cubicBezTo>
                      <a:lnTo>
                        <a:pt x="0" y="56005"/>
                      </a:lnTo>
                      <a:cubicBezTo>
                        <a:pt x="0" y="26056"/>
                        <a:pt x="16948" y="0"/>
                        <a:pt x="75497" y="0"/>
                      </a:cubicBezTo>
                      <a:cubicBezTo>
                        <a:pt x="134049" y="0"/>
                        <a:pt x="150997" y="26056"/>
                        <a:pt x="150997" y="56005"/>
                      </a:cubicBezTo>
                      <a:lnTo>
                        <a:pt x="150997" y="77568"/>
                      </a:lnTo>
                      <a:cubicBezTo>
                        <a:pt x="150997" y="82660"/>
                        <a:pt x="149148" y="84755"/>
                        <a:pt x="144218" y="84755"/>
                      </a:cubicBezTo>
                      <a:lnTo>
                        <a:pt x="122955" y="84755"/>
                      </a:lnTo>
                      <a:cubicBezTo>
                        <a:pt x="117715" y="84755"/>
                        <a:pt x="115866" y="82360"/>
                        <a:pt x="115866" y="77568"/>
                      </a:cubicBezTo>
                      <a:lnTo>
                        <a:pt x="115866" y="59299"/>
                      </a:lnTo>
                      <a:cubicBezTo>
                        <a:pt x="115866" y="41330"/>
                        <a:pt x="105081" y="30249"/>
                        <a:pt x="75806" y="30249"/>
                      </a:cubicBezTo>
                      <a:cubicBezTo>
                        <a:pt x="46530" y="30249"/>
                        <a:pt x="36054" y="41330"/>
                        <a:pt x="36054" y="59299"/>
                      </a:cubicBezTo>
                      <a:lnTo>
                        <a:pt x="36054" y="207846"/>
                      </a:lnTo>
                      <a:cubicBezTo>
                        <a:pt x="36054" y="225816"/>
                        <a:pt x="46224" y="236897"/>
                        <a:pt x="75806" y="236897"/>
                      </a:cubicBezTo>
                      <a:cubicBezTo>
                        <a:pt x="105390" y="236897"/>
                        <a:pt x="115866" y="225816"/>
                        <a:pt x="115866" y="207846"/>
                      </a:cubicBezTo>
                      <a:lnTo>
                        <a:pt x="115866" y="184486"/>
                      </a:lnTo>
                      <a:cubicBezTo>
                        <a:pt x="115866" y="179394"/>
                        <a:pt x="117715" y="177598"/>
                        <a:pt x="122955" y="177598"/>
                      </a:cubicBezTo>
                      <a:lnTo>
                        <a:pt x="144218" y="177598"/>
                      </a:lnTo>
                      <a:cubicBezTo>
                        <a:pt x="148840" y="177598"/>
                        <a:pt x="150997" y="179394"/>
                        <a:pt x="150997" y="184486"/>
                      </a:cubicBezTo>
                      <a:lnTo>
                        <a:pt x="150997" y="210841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90" name="圖形 17">
            <a:extLst>
              <a:ext uri="{FF2B5EF4-FFF2-40B4-BE49-F238E27FC236}">
                <a16:creationId xmlns:a16="http://schemas.microsoft.com/office/drawing/2014/main" id="{C45BC3D9-BD46-1336-8541-EFC03E1BCD04}"/>
              </a:ext>
            </a:extLst>
          </p:cNvPr>
          <p:cNvGrpSpPr/>
          <p:nvPr/>
        </p:nvGrpSpPr>
        <p:grpSpPr>
          <a:xfrm>
            <a:off x="25352927" y="25550218"/>
            <a:ext cx="52258929" cy="150493777"/>
            <a:chOff x="25352927" y="25550218"/>
            <a:chExt cx="52258929" cy="150493777"/>
          </a:xfrm>
        </p:grpSpPr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3FA1DD0C-BF90-C744-D6C3-5A29AEEA1634}"/>
                </a:ext>
              </a:extLst>
            </p:cNvPr>
            <p:cNvSpPr/>
            <p:nvPr/>
          </p:nvSpPr>
          <p:spPr>
            <a:xfrm>
              <a:off x="25352927" y="25550218"/>
              <a:ext cx="8735080" cy="8489354"/>
            </a:xfrm>
            <a:custGeom>
              <a:avLst/>
              <a:gdLst>
                <a:gd name="connsiteX0" fmla="*/ 8735081 w 8735080"/>
                <a:gd name="connsiteY0" fmla="*/ 4244677 h 8489354"/>
                <a:gd name="connsiteX1" fmla="*/ 4367542 w 8735080"/>
                <a:gd name="connsiteY1" fmla="*/ 8489354 h 8489354"/>
                <a:gd name="connsiteX2" fmla="*/ 2 w 8735080"/>
                <a:gd name="connsiteY2" fmla="*/ 4244676 h 8489354"/>
                <a:gd name="connsiteX3" fmla="*/ 4367542 w 8735080"/>
                <a:gd name="connsiteY3" fmla="*/ -1 h 8489354"/>
                <a:gd name="connsiteX4" fmla="*/ 8735081 w 8735080"/>
                <a:gd name="connsiteY4" fmla="*/ 4244677 h 848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080" h="8489354">
                  <a:moveTo>
                    <a:pt x="8735081" y="4244677"/>
                  </a:moveTo>
                  <a:cubicBezTo>
                    <a:pt x="8735081" y="6588948"/>
                    <a:pt x="6779666" y="8489354"/>
                    <a:pt x="4367542" y="8489354"/>
                  </a:cubicBezTo>
                  <a:cubicBezTo>
                    <a:pt x="1955416" y="8489354"/>
                    <a:pt x="2" y="6588947"/>
                    <a:pt x="2" y="4244676"/>
                  </a:cubicBezTo>
                  <a:cubicBezTo>
                    <a:pt x="2" y="1900405"/>
                    <a:pt x="1955418" y="-1"/>
                    <a:pt x="4367542" y="-1"/>
                  </a:cubicBezTo>
                  <a:cubicBezTo>
                    <a:pt x="6779668" y="-1"/>
                    <a:pt x="8735081" y="1900405"/>
                    <a:pt x="8735081" y="4244677"/>
                  </a:cubicBezTo>
                  <a:close/>
                </a:path>
              </a:pathLst>
            </a:custGeom>
            <a:noFill/>
            <a:ln w="128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92" name="圖形 17">
              <a:extLst>
                <a:ext uri="{FF2B5EF4-FFF2-40B4-BE49-F238E27FC236}">
                  <a16:creationId xmlns:a16="http://schemas.microsoft.com/office/drawing/2014/main" id="{61341510-FFEC-78ED-BF32-6C7F05716672}"/>
                </a:ext>
              </a:extLst>
            </p:cNvPr>
            <p:cNvGrpSpPr/>
            <p:nvPr/>
          </p:nvGrpSpPr>
          <p:grpSpPr>
            <a:xfrm>
              <a:off x="26663219" y="30597230"/>
              <a:ext cx="36582734" cy="23264775"/>
              <a:chOff x="26663219" y="30597230"/>
              <a:chExt cx="36582734" cy="23264775"/>
            </a:xfrm>
            <a:noFill/>
          </p:grpSpPr>
          <p:grpSp>
            <p:nvGrpSpPr>
              <p:cNvPr id="93" name="圖形 17">
                <a:extLst>
                  <a:ext uri="{FF2B5EF4-FFF2-40B4-BE49-F238E27FC236}">
                    <a16:creationId xmlns:a16="http://schemas.microsoft.com/office/drawing/2014/main" id="{EE29B7A4-3709-63E9-6F3A-3884F35F68EF}"/>
                  </a:ext>
                </a:extLst>
              </p:cNvPr>
              <p:cNvGrpSpPr/>
              <p:nvPr/>
            </p:nvGrpSpPr>
            <p:grpSpPr>
              <a:xfrm>
                <a:off x="31721037" y="30597230"/>
                <a:ext cx="6323577" cy="23259475"/>
                <a:chOff x="31721037" y="30597230"/>
                <a:chExt cx="6323577" cy="23259475"/>
              </a:xfrm>
              <a:noFill/>
            </p:grpSpPr>
            <p:grpSp>
              <p:nvGrpSpPr>
                <p:cNvPr id="94" name="圖形 17">
                  <a:extLst>
                    <a:ext uri="{FF2B5EF4-FFF2-40B4-BE49-F238E27FC236}">
                      <a16:creationId xmlns:a16="http://schemas.microsoft.com/office/drawing/2014/main" id="{B8B3485B-DE41-CE44-971C-D47BB2904C75}"/>
                    </a:ext>
                  </a:extLst>
                </p:cNvPr>
                <p:cNvGrpSpPr/>
                <p:nvPr/>
              </p:nvGrpSpPr>
              <p:grpSpPr>
                <a:xfrm>
                  <a:off x="31721037" y="30597230"/>
                  <a:ext cx="6323577" cy="10554617"/>
                  <a:chOff x="31721037" y="30597230"/>
                  <a:chExt cx="6323577" cy="10554617"/>
                </a:xfrm>
                <a:noFill/>
              </p:grpSpPr>
              <p:sp>
                <p:nvSpPr>
                  <p:cNvPr id="95" name="手繪多邊形: 圖案 94">
                    <a:extLst>
                      <a:ext uri="{FF2B5EF4-FFF2-40B4-BE49-F238E27FC236}">
                        <a16:creationId xmlns:a16="http://schemas.microsoft.com/office/drawing/2014/main" id="{E0ECBEBE-E873-8D7D-DF60-9E3DCB1ED3AD}"/>
                      </a:ext>
                    </a:extLst>
                  </p:cNvPr>
                  <p:cNvSpPr/>
                  <p:nvPr/>
                </p:nvSpPr>
                <p:spPr>
                  <a:xfrm>
                    <a:off x="31721037" y="30597230"/>
                    <a:ext cx="516782" cy="29949"/>
                  </a:xfrm>
                  <a:custGeom>
                    <a:avLst/>
                    <a:gdLst>
                      <a:gd name="connsiteX0" fmla="*/ -1 w 516782"/>
                      <a:gd name="connsiteY0" fmla="*/ 0 h 29949"/>
                      <a:gd name="connsiteX1" fmla="*/ 516783 w 516782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16782" h="29949">
                        <a:moveTo>
                          <a:pt x="-1" y="0"/>
                        </a:moveTo>
                        <a:lnTo>
                          <a:pt x="516783" y="0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96" name="手繪多邊形: 圖案 95">
                    <a:extLst>
                      <a:ext uri="{FF2B5EF4-FFF2-40B4-BE49-F238E27FC236}">
                        <a16:creationId xmlns:a16="http://schemas.microsoft.com/office/drawing/2014/main" id="{7044A81F-9905-47B7-9EA5-B8B6D2D9A3DF}"/>
                      </a:ext>
                    </a:extLst>
                  </p:cNvPr>
                  <p:cNvSpPr/>
                  <p:nvPr/>
                </p:nvSpPr>
                <p:spPr>
                  <a:xfrm>
                    <a:off x="31785133" y="30597230"/>
                    <a:ext cx="452685" cy="595386"/>
                  </a:xfrm>
                  <a:custGeom>
                    <a:avLst/>
                    <a:gdLst>
                      <a:gd name="connsiteX0" fmla="*/ 452686 w 452685"/>
                      <a:gd name="connsiteY0" fmla="*/ 595386 h 595386"/>
                      <a:gd name="connsiteX1" fmla="*/ 134974 w 452685"/>
                      <a:gd name="connsiteY1" fmla="*/ 595386 h 595386"/>
                      <a:gd name="connsiteX2" fmla="*/ 0 w 452685"/>
                      <a:gd name="connsiteY2" fmla="*/ 464210 h 595386"/>
                      <a:gd name="connsiteX3" fmla="*/ 0 w 452685"/>
                      <a:gd name="connsiteY3" fmla="*/ 0 h 59538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2685" h="595386">
                        <a:moveTo>
                          <a:pt x="452686" y="595386"/>
                        </a:moveTo>
                        <a:lnTo>
                          <a:pt x="134974" y="595386"/>
                        </a:lnTo>
                        <a:cubicBezTo>
                          <a:pt x="60400" y="595386"/>
                          <a:pt x="0" y="536686"/>
                          <a:pt x="0" y="464210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97" name="手繪多邊形: 圖案 96">
                    <a:extLst>
                      <a:ext uri="{FF2B5EF4-FFF2-40B4-BE49-F238E27FC236}">
                        <a16:creationId xmlns:a16="http://schemas.microsoft.com/office/drawing/2014/main" id="{1518B553-443D-4810-A46C-CF414F81D1F2}"/>
                      </a:ext>
                    </a:extLst>
                  </p:cNvPr>
                  <p:cNvSpPr/>
                  <p:nvPr/>
                </p:nvSpPr>
                <p:spPr>
                  <a:xfrm>
                    <a:off x="31907473" y="30734696"/>
                    <a:ext cx="287204" cy="29949"/>
                  </a:xfrm>
                  <a:custGeom>
                    <a:avLst/>
                    <a:gdLst>
                      <a:gd name="connsiteX0" fmla="*/ 1 w 287204"/>
                      <a:gd name="connsiteY0" fmla="*/ 0 h 29949"/>
                      <a:gd name="connsiteX1" fmla="*/ 287203 w 287204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7204" h="29949">
                        <a:moveTo>
                          <a:pt x="1" y="0"/>
                        </a:moveTo>
                        <a:lnTo>
                          <a:pt x="287203" y="0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98" name="手繪多邊形: 圖案 97">
                    <a:extLst>
                      <a:ext uri="{FF2B5EF4-FFF2-40B4-BE49-F238E27FC236}">
                        <a16:creationId xmlns:a16="http://schemas.microsoft.com/office/drawing/2014/main" id="{F28525D7-C8BF-257F-DF6D-9BEEC1D50965}"/>
                      </a:ext>
                    </a:extLst>
                  </p:cNvPr>
                  <p:cNvSpPr/>
                  <p:nvPr/>
                </p:nvSpPr>
                <p:spPr>
                  <a:xfrm>
                    <a:off x="31885902" y="30891928"/>
                    <a:ext cx="308775" cy="29949"/>
                  </a:xfrm>
                  <a:custGeom>
                    <a:avLst/>
                    <a:gdLst>
                      <a:gd name="connsiteX0" fmla="*/ 0 w 308775"/>
                      <a:gd name="connsiteY0" fmla="*/ 0 h 29949"/>
                      <a:gd name="connsiteX1" fmla="*/ 308775 w 308775"/>
                      <a:gd name="connsiteY1" fmla="*/ 0 h 299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775" h="29949">
                        <a:moveTo>
                          <a:pt x="0" y="0"/>
                        </a:moveTo>
                        <a:lnTo>
                          <a:pt x="308775" y="0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99" name="手繪多邊形: 圖案 98">
                    <a:extLst>
                      <a:ext uri="{FF2B5EF4-FFF2-40B4-BE49-F238E27FC236}">
                        <a16:creationId xmlns:a16="http://schemas.microsoft.com/office/drawing/2014/main" id="{E5BEB159-2891-07D6-B6C7-1701451A6633}"/>
                      </a:ext>
                    </a:extLst>
                  </p:cNvPr>
                  <p:cNvSpPr/>
                  <p:nvPr/>
                </p:nvSpPr>
                <p:spPr>
                  <a:xfrm>
                    <a:off x="32373410" y="30597230"/>
                    <a:ext cx="404613" cy="173105"/>
                  </a:xfrm>
                  <a:custGeom>
                    <a:avLst/>
                    <a:gdLst>
                      <a:gd name="connsiteX0" fmla="*/ 404613 w 404613"/>
                      <a:gd name="connsiteY0" fmla="*/ 173105 h 173105"/>
                      <a:gd name="connsiteX1" fmla="*/ 397526 w 404613"/>
                      <a:gd name="connsiteY1" fmla="*/ 173105 h 173105"/>
                      <a:gd name="connsiteX2" fmla="*/ 330037 w 404613"/>
                      <a:gd name="connsiteY2" fmla="*/ 107517 h 173105"/>
                      <a:gd name="connsiteX3" fmla="*/ 330037 w 404613"/>
                      <a:gd name="connsiteY3" fmla="*/ 0 h 173105"/>
                      <a:gd name="connsiteX4" fmla="*/ 0 w 404613"/>
                      <a:gd name="connsiteY4" fmla="*/ 0 h 173105"/>
                      <a:gd name="connsiteX5" fmla="*/ 0 w 404613"/>
                      <a:gd name="connsiteY5" fmla="*/ 72177 h 1731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4613" h="173105">
                        <a:moveTo>
                          <a:pt x="404613" y="173105"/>
                        </a:moveTo>
                        <a:lnTo>
                          <a:pt x="397526" y="173105"/>
                        </a:lnTo>
                        <a:cubicBezTo>
                          <a:pt x="360236" y="173105"/>
                          <a:pt x="330037" y="143755"/>
                          <a:pt x="330037" y="107517"/>
                        </a:cubicBezTo>
                        <a:lnTo>
                          <a:pt x="330037" y="0"/>
                        </a:lnTo>
                        <a:lnTo>
                          <a:pt x="0" y="0"/>
                        </a:lnTo>
                        <a:lnTo>
                          <a:pt x="0" y="72177"/>
                        </a:lnTo>
                      </a:path>
                    </a:pathLst>
                  </a:custGeom>
                  <a:noFill/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00" name="手繪多邊形: 圖案 99">
                    <a:extLst>
                      <a:ext uri="{FF2B5EF4-FFF2-40B4-BE49-F238E27FC236}">
                        <a16:creationId xmlns:a16="http://schemas.microsoft.com/office/drawing/2014/main" id="{AF231F08-0304-F6CE-EA8F-61A6FA9843ED}"/>
                      </a:ext>
                    </a:extLst>
                  </p:cNvPr>
                  <p:cNvSpPr/>
                  <p:nvPr/>
                </p:nvSpPr>
                <p:spPr>
                  <a:xfrm>
                    <a:off x="32086206" y="30990460"/>
                    <a:ext cx="99226" cy="98532"/>
                  </a:xfrm>
                  <a:custGeom>
                    <a:avLst/>
                    <a:gdLst>
                      <a:gd name="connsiteX0" fmla="*/ 0 w 99226"/>
                      <a:gd name="connsiteY0" fmla="*/ 0 h 98532"/>
                      <a:gd name="connsiteX1" fmla="*/ 0 w 99226"/>
                      <a:gd name="connsiteY1" fmla="*/ 32944 h 98532"/>
                      <a:gd name="connsiteX2" fmla="*/ 67487 w 99226"/>
                      <a:gd name="connsiteY2" fmla="*/ 98533 h 98532"/>
                      <a:gd name="connsiteX3" fmla="*/ 99226 w 99226"/>
                      <a:gd name="connsiteY3" fmla="*/ 98533 h 985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226" h="98532">
                        <a:moveTo>
                          <a:pt x="0" y="0"/>
                        </a:moveTo>
                        <a:lnTo>
                          <a:pt x="0" y="32944"/>
                        </a:lnTo>
                        <a:cubicBezTo>
                          <a:pt x="0" y="69183"/>
                          <a:pt x="30199" y="98533"/>
                          <a:pt x="67487" y="98533"/>
                        </a:cubicBezTo>
                        <a:lnTo>
                          <a:pt x="99226" y="98533"/>
                        </a:lnTo>
                      </a:path>
                    </a:pathLst>
                  </a:custGeom>
                  <a:noFill/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01" name="手繪多邊形: 圖案 100">
                    <a:extLst>
                      <a:ext uri="{FF2B5EF4-FFF2-40B4-BE49-F238E27FC236}">
                        <a16:creationId xmlns:a16="http://schemas.microsoft.com/office/drawing/2014/main" id="{F19EDEE2-6EEE-1777-7D46-05A22E6F56E5}"/>
                      </a:ext>
                    </a:extLst>
                  </p:cNvPr>
                  <p:cNvSpPr/>
                  <p:nvPr/>
                </p:nvSpPr>
                <p:spPr>
                  <a:xfrm>
                    <a:off x="32349373" y="30891929"/>
                    <a:ext cx="396292" cy="300687"/>
                  </a:xfrm>
                  <a:custGeom>
                    <a:avLst/>
                    <a:gdLst>
                      <a:gd name="connsiteX0" fmla="*/ 396292 w 396292"/>
                      <a:gd name="connsiteY0" fmla="*/ 300688 h 300687"/>
                      <a:gd name="connsiteX1" fmla="*/ 23729 w 396292"/>
                      <a:gd name="connsiteY1" fmla="*/ 0 h 300687"/>
                      <a:gd name="connsiteX2" fmla="*/ 373797 w 396292"/>
                      <a:gd name="connsiteY2" fmla="*/ 0 h 300687"/>
                      <a:gd name="connsiteX3" fmla="*/ 0 w 396292"/>
                      <a:gd name="connsiteY3" fmla="*/ 300688 h 300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6292" h="300687">
                        <a:moveTo>
                          <a:pt x="396292" y="300688"/>
                        </a:moveTo>
                        <a:cubicBezTo>
                          <a:pt x="225879" y="300688"/>
                          <a:pt x="28659" y="180593"/>
                          <a:pt x="23729" y="0"/>
                        </a:cubicBezTo>
                        <a:lnTo>
                          <a:pt x="373797" y="0"/>
                        </a:lnTo>
                        <a:cubicBezTo>
                          <a:pt x="369483" y="179394"/>
                          <a:pt x="163326" y="300688"/>
                          <a:pt x="0" y="300688"/>
                        </a:cubicBezTo>
                      </a:path>
                    </a:pathLst>
                  </a:custGeom>
                  <a:noFill/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02" name="手繪多邊形: 圖案 101">
                    <a:extLst>
                      <a:ext uri="{FF2B5EF4-FFF2-40B4-BE49-F238E27FC236}">
                        <a16:creationId xmlns:a16="http://schemas.microsoft.com/office/drawing/2014/main" id="{8FA8853F-AEC0-9750-04FF-9D1BEC56A93B}"/>
                      </a:ext>
                    </a:extLst>
                  </p:cNvPr>
                  <p:cNvSpPr/>
                  <p:nvPr/>
                </p:nvSpPr>
                <p:spPr>
                  <a:xfrm>
                    <a:off x="31919183" y="30734696"/>
                    <a:ext cx="145759" cy="353997"/>
                  </a:xfrm>
                  <a:custGeom>
                    <a:avLst/>
                    <a:gdLst>
                      <a:gd name="connsiteX0" fmla="*/ 145760 w 145759"/>
                      <a:gd name="connsiteY0" fmla="*/ 0 h 353997"/>
                      <a:gd name="connsiteX1" fmla="*/ 1 w 145759"/>
                      <a:gd name="connsiteY1" fmla="*/ 353998 h 3539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5759" h="353997">
                        <a:moveTo>
                          <a:pt x="145760" y="0"/>
                        </a:moveTo>
                        <a:lnTo>
                          <a:pt x="1" y="353998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03" name="手繪多邊形: 圖案 102">
                    <a:extLst>
                      <a:ext uri="{FF2B5EF4-FFF2-40B4-BE49-F238E27FC236}">
                        <a16:creationId xmlns:a16="http://schemas.microsoft.com/office/drawing/2014/main" id="{5E162654-DED1-3B53-353D-BDA209FFC3FB}"/>
                      </a:ext>
                    </a:extLst>
                  </p:cNvPr>
                  <p:cNvSpPr/>
                  <p:nvPr/>
                </p:nvSpPr>
                <p:spPr>
                  <a:xfrm>
                    <a:off x="32331500" y="30669407"/>
                    <a:ext cx="41601" cy="100928"/>
                  </a:xfrm>
                  <a:custGeom>
                    <a:avLst/>
                    <a:gdLst>
                      <a:gd name="connsiteX0" fmla="*/ 41602 w 41601"/>
                      <a:gd name="connsiteY0" fmla="*/ 0 h 100928"/>
                      <a:gd name="connsiteX1" fmla="*/ -1 w 41601"/>
                      <a:gd name="connsiteY1" fmla="*/ 100929 h 1009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601" h="100928">
                        <a:moveTo>
                          <a:pt x="41602" y="0"/>
                        </a:moveTo>
                        <a:lnTo>
                          <a:pt x="-1" y="100929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04" name="手繪多邊形: 圖案 103">
                    <a:extLst>
                      <a:ext uri="{FF2B5EF4-FFF2-40B4-BE49-F238E27FC236}">
                        <a16:creationId xmlns:a16="http://schemas.microsoft.com/office/drawing/2014/main" id="{644892E1-4368-12F8-CA3D-DF44FEFA7D1D}"/>
                      </a:ext>
                    </a:extLst>
                  </p:cNvPr>
                  <p:cNvSpPr/>
                  <p:nvPr/>
                </p:nvSpPr>
                <p:spPr>
                  <a:xfrm>
                    <a:off x="31885902" y="30597230"/>
                    <a:ext cx="77964" cy="189876"/>
                  </a:xfrm>
                  <a:custGeom>
                    <a:avLst/>
                    <a:gdLst>
                      <a:gd name="connsiteX0" fmla="*/ 77964 w 77964"/>
                      <a:gd name="connsiteY0" fmla="*/ 0 h 189876"/>
                      <a:gd name="connsiteX1" fmla="*/ 0 w 77964"/>
                      <a:gd name="connsiteY1" fmla="*/ 189877 h 18987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964" h="189876">
                        <a:moveTo>
                          <a:pt x="77964" y="0"/>
                        </a:moveTo>
                        <a:lnTo>
                          <a:pt x="0" y="189877"/>
                        </a:lnTo>
                      </a:path>
                    </a:pathLst>
                  </a:custGeom>
                  <a:ln w="13288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6E34E1AD-5BEA-C226-2D1B-7375D6752AF1}"/>
                    </a:ext>
                  </a:extLst>
                </p:cNvPr>
                <p:cNvSpPr/>
                <p:nvPr/>
              </p:nvSpPr>
              <p:spPr>
                <a:xfrm>
                  <a:off x="31756783" y="31316905"/>
                  <a:ext cx="1012611" cy="29949"/>
                </a:xfrm>
                <a:custGeom>
                  <a:avLst/>
                  <a:gdLst>
                    <a:gd name="connsiteX0" fmla="*/ 0 w 1012611"/>
                    <a:gd name="connsiteY0" fmla="*/ 0 h 29949"/>
                    <a:gd name="connsiteX1" fmla="*/ 1012611 w 1012611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11" h="29949">
                      <a:moveTo>
                        <a:pt x="0" y="0"/>
                      </a:moveTo>
                      <a:lnTo>
                        <a:pt x="1012611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06" name="手繪多邊形: 圖案 105">
                  <a:extLst>
                    <a:ext uri="{FF2B5EF4-FFF2-40B4-BE49-F238E27FC236}">
                      <a16:creationId xmlns:a16="http://schemas.microsoft.com/office/drawing/2014/main" id="{E44BD4DC-9525-8AF4-EFF8-909266D032A0}"/>
                    </a:ext>
                  </a:extLst>
                </p:cNvPr>
                <p:cNvSpPr/>
                <p:nvPr/>
              </p:nvSpPr>
              <p:spPr>
                <a:xfrm>
                  <a:off x="31791755" y="31454670"/>
                  <a:ext cx="943276" cy="454627"/>
                </a:xfrm>
                <a:custGeom>
                  <a:avLst/>
                  <a:gdLst>
                    <a:gd name="connsiteX0" fmla="*/ 942200 w 943276"/>
                    <a:gd name="connsiteY0" fmla="*/ 75472 h 454627"/>
                    <a:gd name="connsiteX1" fmla="*/ 899982 w 943276"/>
                    <a:gd name="connsiteY1" fmla="*/ 343217 h 454627"/>
                    <a:gd name="connsiteX2" fmla="*/ 766550 w 943276"/>
                    <a:gd name="connsiteY2" fmla="*/ 454627 h 454627"/>
                    <a:gd name="connsiteX3" fmla="*/ 176425 w 943276"/>
                    <a:gd name="connsiteY3" fmla="*/ 454627 h 454627"/>
                    <a:gd name="connsiteX4" fmla="*/ 42991 w 943276"/>
                    <a:gd name="connsiteY4" fmla="*/ 343217 h 454627"/>
                    <a:gd name="connsiteX5" fmla="*/ 774 w 943276"/>
                    <a:gd name="connsiteY5" fmla="*/ 75472 h 454627"/>
                    <a:gd name="connsiteX6" fmla="*/ 67646 w 943276"/>
                    <a:gd name="connsiteY6" fmla="*/ 0 h 454627"/>
                    <a:gd name="connsiteX7" fmla="*/ 875640 w 943276"/>
                    <a:gd name="connsiteY7" fmla="*/ 0 h 454627"/>
                    <a:gd name="connsiteX8" fmla="*/ 942508 w 943276"/>
                    <a:gd name="connsiteY8" fmla="*/ 75472 h 4546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276" h="454627">
                      <a:moveTo>
                        <a:pt x="942200" y="75472"/>
                      </a:moveTo>
                      <a:lnTo>
                        <a:pt x="899982" y="343217"/>
                      </a:lnTo>
                      <a:cubicBezTo>
                        <a:pt x="889814" y="407307"/>
                        <a:pt x="833114" y="454627"/>
                        <a:pt x="766550" y="454627"/>
                      </a:cubicBezTo>
                      <a:lnTo>
                        <a:pt x="176425" y="454627"/>
                      </a:lnTo>
                      <a:cubicBezTo>
                        <a:pt x="109863" y="454627"/>
                        <a:pt x="53161" y="407307"/>
                        <a:pt x="42991" y="343217"/>
                      </a:cubicBezTo>
                      <a:lnTo>
                        <a:pt x="774" y="75472"/>
                      </a:lnTo>
                      <a:cubicBezTo>
                        <a:pt x="-5390" y="35639"/>
                        <a:pt x="26043" y="0"/>
                        <a:pt x="67646" y="0"/>
                      </a:cubicBezTo>
                      <a:lnTo>
                        <a:pt x="875640" y="0"/>
                      </a:lnTo>
                      <a:cubicBezTo>
                        <a:pt x="916932" y="0"/>
                        <a:pt x="948674" y="35939"/>
                        <a:pt x="942508" y="75472"/>
                      </a:cubicBezTo>
                      <a:close/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07" name="手繪多邊形: 圖案 106">
                  <a:extLst>
                    <a:ext uri="{FF2B5EF4-FFF2-40B4-BE49-F238E27FC236}">
                      <a16:creationId xmlns:a16="http://schemas.microsoft.com/office/drawing/2014/main" id="{EC9BB1F6-CF7C-2B9C-E639-4D6DD0E97130}"/>
                    </a:ext>
                  </a:extLst>
                </p:cNvPr>
                <p:cNvSpPr/>
                <p:nvPr/>
              </p:nvSpPr>
              <p:spPr>
                <a:xfrm>
                  <a:off x="31936132" y="31316905"/>
                  <a:ext cx="205850" cy="337225"/>
                </a:xfrm>
                <a:custGeom>
                  <a:avLst/>
                  <a:gdLst>
                    <a:gd name="connsiteX0" fmla="*/ 205850 w 205850"/>
                    <a:gd name="connsiteY0" fmla="*/ 0 h 337225"/>
                    <a:gd name="connsiteX1" fmla="*/ 205850 w 205850"/>
                    <a:gd name="connsiteY1" fmla="*/ 206050 h 337225"/>
                    <a:gd name="connsiteX2" fmla="*/ 70876 w 205850"/>
                    <a:gd name="connsiteY2" fmla="*/ 337226 h 337225"/>
                    <a:gd name="connsiteX3" fmla="*/ 0 w 205850"/>
                    <a:gd name="connsiteY3" fmla="*/ 337226 h 33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850" h="337225">
                      <a:moveTo>
                        <a:pt x="205850" y="0"/>
                      </a:moveTo>
                      <a:lnTo>
                        <a:pt x="205850" y="206050"/>
                      </a:lnTo>
                      <a:cubicBezTo>
                        <a:pt x="205850" y="278526"/>
                        <a:pt x="145450" y="337226"/>
                        <a:pt x="70876" y="337226"/>
                      </a:cubicBezTo>
                      <a:lnTo>
                        <a:pt x="0" y="337226"/>
                      </a:ln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08" name="手繪多邊形: 圖案 107">
                  <a:extLst>
                    <a:ext uri="{FF2B5EF4-FFF2-40B4-BE49-F238E27FC236}">
                      <a16:creationId xmlns:a16="http://schemas.microsoft.com/office/drawing/2014/main" id="{77831550-BAA4-F994-9DAD-7449166C8DD5}"/>
                    </a:ext>
                  </a:extLst>
                </p:cNvPr>
                <p:cNvSpPr/>
                <p:nvPr/>
              </p:nvSpPr>
              <p:spPr>
                <a:xfrm>
                  <a:off x="32384812" y="31316905"/>
                  <a:ext cx="195680" cy="337225"/>
                </a:xfrm>
                <a:custGeom>
                  <a:avLst/>
                  <a:gdLst>
                    <a:gd name="connsiteX0" fmla="*/ 0 w 195680"/>
                    <a:gd name="connsiteY0" fmla="*/ 0 h 337225"/>
                    <a:gd name="connsiteX1" fmla="*/ 0 w 195680"/>
                    <a:gd name="connsiteY1" fmla="*/ 206050 h 337225"/>
                    <a:gd name="connsiteX2" fmla="*/ 134974 w 195680"/>
                    <a:gd name="connsiteY2" fmla="*/ 337226 h 337225"/>
                    <a:gd name="connsiteX3" fmla="*/ 195680 w 195680"/>
                    <a:gd name="connsiteY3" fmla="*/ 337226 h 3372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680" h="337225">
                      <a:moveTo>
                        <a:pt x="0" y="0"/>
                      </a:moveTo>
                      <a:lnTo>
                        <a:pt x="0" y="206050"/>
                      </a:lnTo>
                      <a:cubicBezTo>
                        <a:pt x="0" y="278526"/>
                        <a:pt x="60398" y="337226"/>
                        <a:pt x="134974" y="337226"/>
                      </a:cubicBezTo>
                      <a:lnTo>
                        <a:pt x="195680" y="337226"/>
                      </a:ln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2ABB59FF-AD07-318C-4BC7-F67362D24BA2}"/>
                    </a:ext>
                  </a:extLst>
                </p:cNvPr>
                <p:cNvSpPr/>
                <p:nvPr/>
              </p:nvSpPr>
              <p:spPr>
                <a:xfrm>
                  <a:off x="32071105" y="31782912"/>
                  <a:ext cx="383966" cy="29949"/>
                </a:xfrm>
                <a:custGeom>
                  <a:avLst/>
                  <a:gdLst>
                    <a:gd name="connsiteX0" fmla="*/ 1 w 383966"/>
                    <a:gd name="connsiteY0" fmla="*/ 0 h 29949"/>
                    <a:gd name="connsiteX1" fmla="*/ 383968 w 383966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3966" h="29949">
                      <a:moveTo>
                        <a:pt x="1" y="0"/>
                      </a:moveTo>
                      <a:lnTo>
                        <a:pt x="383968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10" name="圖形 17">
                <a:extLst>
                  <a:ext uri="{FF2B5EF4-FFF2-40B4-BE49-F238E27FC236}">
                    <a16:creationId xmlns:a16="http://schemas.microsoft.com/office/drawing/2014/main" id="{898D8E0D-DF93-112E-6D4E-6D224C63997E}"/>
                  </a:ext>
                </a:extLst>
              </p:cNvPr>
              <p:cNvGrpSpPr/>
              <p:nvPr/>
            </p:nvGrpSpPr>
            <p:grpSpPr>
              <a:xfrm>
                <a:off x="28303552" y="30597230"/>
                <a:ext cx="6343852" cy="23264775"/>
                <a:chOff x="28303552" y="30597230"/>
                <a:chExt cx="6343852" cy="23264775"/>
              </a:xfrm>
              <a:noFill/>
            </p:grpSpPr>
            <p:sp>
              <p:nvSpPr>
                <p:cNvPr id="111" name="手繪多邊形: 圖案 110">
                  <a:extLst>
                    <a:ext uri="{FF2B5EF4-FFF2-40B4-BE49-F238E27FC236}">
                      <a16:creationId xmlns:a16="http://schemas.microsoft.com/office/drawing/2014/main" id="{89CB3821-3D33-E42C-879F-B411D171200B}"/>
                    </a:ext>
                  </a:extLst>
                </p:cNvPr>
                <p:cNvSpPr/>
                <p:nvPr/>
              </p:nvSpPr>
              <p:spPr>
                <a:xfrm>
                  <a:off x="28786128" y="30849700"/>
                  <a:ext cx="577798" cy="29949"/>
                </a:xfrm>
                <a:custGeom>
                  <a:avLst/>
                  <a:gdLst>
                    <a:gd name="connsiteX0" fmla="*/ 0 w 577798"/>
                    <a:gd name="connsiteY0" fmla="*/ 0 h 29949"/>
                    <a:gd name="connsiteX1" fmla="*/ 577798 w 577798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798" h="29949">
                      <a:moveTo>
                        <a:pt x="0" y="0"/>
                      </a:moveTo>
                      <a:lnTo>
                        <a:pt x="577798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2" name="手繪多邊形: 圖案 111">
                  <a:extLst>
                    <a:ext uri="{FF2B5EF4-FFF2-40B4-BE49-F238E27FC236}">
                      <a16:creationId xmlns:a16="http://schemas.microsoft.com/office/drawing/2014/main" id="{0B6003B7-F380-9A05-BBF7-6B94E630EE19}"/>
                    </a:ext>
                  </a:extLst>
                </p:cNvPr>
                <p:cNvSpPr/>
                <p:nvPr/>
              </p:nvSpPr>
              <p:spPr>
                <a:xfrm>
                  <a:off x="28786128" y="31782912"/>
                  <a:ext cx="577798" cy="29949"/>
                </a:xfrm>
                <a:custGeom>
                  <a:avLst/>
                  <a:gdLst>
                    <a:gd name="connsiteX0" fmla="*/ 0 w 577798"/>
                    <a:gd name="connsiteY0" fmla="*/ 0 h 29949"/>
                    <a:gd name="connsiteX1" fmla="*/ 577798 w 577798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798" h="29949">
                      <a:moveTo>
                        <a:pt x="0" y="0"/>
                      </a:moveTo>
                      <a:lnTo>
                        <a:pt x="577798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3" name="手繪多邊形: 圖案 112">
                  <a:extLst>
                    <a:ext uri="{FF2B5EF4-FFF2-40B4-BE49-F238E27FC236}">
                      <a16:creationId xmlns:a16="http://schemas.microsoft.com/office/drawing/2014/main" id="{54AC3779-B43A-66FC-923A-31C1A33E9917}"/>
                    </a:ext>
                  </a:extLst>
                </p:cNvPr>
                <p:cNvSpPr/>
                <p:nvPr/>
              </p:nvSpPr>
              <p:spPr>
                <a:xfrm>
                  <a:off x="28551311" y="31186627"/>
                  <a:ext cx="30815" cy="722969"/>
                </a:xfrm>
                <a:custGeom>
                  <a:avLst/>
                  <a:gdLst>
                    <a:gd name="connsiteX0" fmla="*/ 0 w 30815"/>
                    <a:gd name="connsiteY0" fmla="*/ 722969 h 722969"/>
                    <a:gd name="connsiteX1" fmla="*/ 0 w 30815"/>
                    <a:gd name="connsiteY1" fmla="*/ 0 h 722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722969">
                      <a:moveTo>
                        <a:pt x="0" y="722969"/>
                      </a:moveTo>
                      <a:lnTo>
                        <a:pt x="0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4" name="手繪多邊形: 圖案 113">
                  <a:extLst>
                    <a:ext uri="{FF2B5EF4-FFF2-40B4-BE49-F238E27FC236}">
                      <a16:creationId xmlns:a16="http://schemas.microsoft.com/office/drawing/2014/main" id="{5CF851B3-4533-F4B5-A990-4125D651A00B}"/>
                    </a:ext>
                  </a:extLst>
                </p:cNvPr>
                <p:cNvSpPr/>
                <p:nvPr/>
              </p:nvSpPr>
              <p:spPr>
                <a:xfrm>
                  <a:off x="28303552" y="30597230"/>
                  <a:ext cx="378418" cy="572325"/>
                </a:xfrm>
                <a:custGeom>
                  <a:avLst/>
                  <a:gdLst>
                    <a:gd name="connsiteX0" fmla="*/ 378419 w 378418"/>
                    <a:gd name="connsiteY0" fmla="*/ 0 h 572325"/>
                    <a:gd name="connsiteX1" fmla="*/ 0 w 378418"/>
                    <a:gd name="connsiteY1" fmla="*/ 572326 h 572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8418" h="572325">
                      <a:moveTo>
                        <a:pt x="378419" y="0"/>
                      </a:moveTo>
                      <a:cubicBezTo>
                        <a:pt x="378419" y="0"/>
                        <a:pt x="342056" y="393830"/>
                        <a:pt x="0" y="572326"/>
                      </a:cubicBez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15" name="圖形 17">
                <a:extLst>
                  <a:ext uri="{FF2B5EF4-FFF2-40B4-BE49-F238E27FC236}">
                    <a16:creationId xmlns:a16="http://schemas.microsoft.com/office/drawing/2014/main" id="{0082B07C-4770-6DE5-2324-1249CC7EC58F}"/>
                  </a:ext>
                </a:extLst>
              </p:cNvPr>
              <p:cNvGrpSpPr/>
              <p:nvPr/>
            </p:nvGrpSpPr>
            <p:grpSpPr>
              <a:xfrm>
                <a:off x="26663219" y="30607113"/>
                <a:ext cx="6058097" cy="23089576"/>
                <a:chOff x="26663219" y="30607113"/>
                <a:chExt cx="6058097" cy="23089576"/>
              </a:xfrm>
              <a:noFill/>
            </p:grpSpPr>
            <p:sp>
              <p:nvSpPr>
                <p:cNvPr id="116" name="手繪多邊形: 圖案 115">
                  <a:extLst>
                    <a:ext uri="{FF2B5EF4-FFF2-40B4-BE49-F238E27FC236}">
                      <a16:creationId xmlns:a16="http://schemas.microsoft.com/office/drawing/2014/main" id="{FF0EA404-17BC-C3D7-B424-6BB41FAC1F85}"/>
                    </a:ext>
                  </a:extLst>
                </p:cNvPr>
                <p:cNvSpPr/>
                <p:nvPr/>
              </p:nvSpPr>
              <p:spPr>
                <a:xfrm>
                  <a:off x="26663220" y="30728407"/>
                  <a:ext cx="1012611" cy="29949"/>
                </a:xfrm>
                <a:custGeom>
                  <a:avLst/>
                  <a:gdLst>
                    <a:gd name="connsiteX0" fmla="*/ -1 w 1012611"/>
                    <a:gd name="connsiteY0" fmla="*/ 0 h 29949"/>
                    <a:gd name="connsiteX1" fmla="*/ 1012612 w 1012611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11" h="29949">
                      <a:moveTo>
                        <a:pt x="-1" y="0"/>
                      </a:moveTo>
                      <a:lnTo>
                        <a:pt x="1012612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7" name="手繪多邊形: 圖案 116">
                  <a:extLst>
                    <a:ext uri="{FF2B5EF4-FFF2-40B4-BE49-F238E27FC236}">
                      <a16:creationId xmlns:a16="http://schemas.microsoft.com/office/drawing/2014/main" id="{6B4B7246-DBFF-45F5-3090-3E7F8FBC9E6E}"/>
                    </a:ext>
                  </a:extLst>
                </p:cNvPr>
                <p:cNvSpPr/>
                <p:nvPr/>
              </p:nvSpPr>
              <p:spPr>
                <a:xfrm>
                  <a:off x="26663220" y="31102171"/>
                  <a:ext cx="1012611" cy="29949"/>
                </a:xfrm>
                <a:custGeom>
                  <a:avLst/>
                  <a:gdLst>
                    <a:gd name="connsiteX0" fmla="*/ -1 w 1012611"/>
                    <a:gd name="connsiteY0" fmla="*/ 0 h 29949"/>
                    <a:gd name="connsiteX1" fmla="*/ 1012612 w 1012611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11" h="29949">
                      <a:moveTo>
                        <a:pt x="-1" y="0"/>
                      </a:moveTo>
                      <a:lnTo>
                        <a:pt x="1012612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8" name="手繪多邊形: 圖案 117">
                  <a:extLst>
                    <a:ext uri="{FF2B5EF4-FFF2-40B4-BE49-F238E27FC236}">
                      <a16:creationId xmlns:a16="http://schemas.microsoft.com/office/drawing/2014/main" id="{4820722D-B6F8-49EA-D2CE-21CC6E467AFC}"/>
                    </a:ext>
                  </a:extLst>
                </p:cNvPr>
                <p:cNvSpPr/>
                <p:nvPr/>
              </p:nvSpPr>
              <p:spPr>
                <a:xfrm>
                  <a:off x="26926388" y="30607113"/>
                  <a:ext cx="30815" cy="242587"/>
                </a:xfrm>
                <a:custGeom>
                  <a:avLst/>
                  <a:gdLst>
                    <a:gd name="connsiteX0" fmla="*/ 0 w 30815"/>
                    <a:gd name="connsiteY0" fmla="*/ 0 h 242587"/>
                    <a:gd name="connsiteX1" fmla="*/ 0 w 30815"/>
                    <a:gd name="connsiteY1" fmla="*/ 242587 h 242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42587">
                      <a:moveTo>
                        <a:pt x="0" y="0"/>
                      </a:moveTo>
                      <a:lnTo>
                        <a:pt x="0" y="242587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19" name="手繪多邊形: 圖案 118">
                  <a:extLst>
                    <a:ext uri="{FF2B5EF4-FFF2-40B4-BE49-F238E27FC236}">
                      <a16:creationId xmlns:a16="http://schemas.microsoft.com/office/drawing/2014/main" id="{93D57CEC-EAE6-1E3B-2238-AA70B808B110}"/>
                    </a:ext>
                  </a:extLst>
                </p:cNvPr>
                <p:cNvSpPr/>
                <p:nvPr/>
              </p:nvSpPr>
              <p:spPr>
                <a:xfrm>
                  <a:off x="27430844" y="30607113"/>
                  <a:ext cx="30815" cy="242587"/>
                </a:xfrm>
                <a:custGeom>
                  <a:avLst/>
                  <a:gdLst>
                    <a:gd name="connsiteX0" fmla="*/ 0 w 30815"/>
                    <a:gd name="connsiteY0" fmla="*/ 0 h 242587"/>
                    <a:gd name="connsiteX1" fmla="*/ 0 w 30815"/>
                    <a:gd name="connsiteY1" fmla="*/ 242587 h 242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42587">
                      <a:moveTo>
                        <a:pt x="0" y="0"/>
                      </a:moveTo>
                      <a:lnTo>
                        <a:pt x="0" y="242587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20" name="手繪多邊形: 圖案 119">
                  <a:extLst>
                    <a:ext uri="{FF2B5EF4-FFF2-40B4-BE49-F238E27FC236}">
                      <a16:creationId xmlns:a16="http://schemas.microsoft.com/office/drawing/2014/main" id="{72569132-5B45-6BEC-B0BB-A5170ABC8903}"/>
                    </a:ext>
                  </a:extLst>
                </p:cNvPr>
                <p:cNvSpPr/>
                <p:nvPr/>
              </p:nvSpPr>
              <p:spPr>
                <a:xfrm>
                  <a:off x="27272450" y="31309118"/>
                  <a:ext cx="313090" cy="600477"/>
                </a:xfrm>
                <a:custGeom>
                  <a:avLst/>
                  <a:gdLst>
                    <a:gd name="connsiteX0" fmla="*/ 0 w 313090"/>
                    <a:gd name="connsiteY0" fmla="*/ 0 h 600477"/>
                    <a:gd name="connsiteX1" fmla="*/ 110630 w 313090"/>
                    <a:gd name="connsiteY1" fmla="*/ 0 h 600477"/>
                    <a:gd name="connsiteX2" fmla="*/ 313091 w 313090"/>
                    <a:gd name="connsiteY2" fmla="*/ 196765 h 600477"/>
                    <a:gd name="connsiteX3" fmla="*/ 313091 w 313090"/>
                    <a:gd name="connsiteY3" fmla="*/ 469302 h 600477"/>
                    <a:gd name="connsiteX4" fmla="*/ 178117 w 313090"/>
                    <a:gd name="connsiteY4" fmla="*/ 600478 h 600477"/>
                    <a:gd name="connsiteX5" fmla="*/ 91216 w 313090"/>
                    <a:gd name="connsiteY5" fmla="*/ 600478 h 600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3090" h="600477">
                      <a:moveTo>
                        <a:pt x="0" y="0"/>
                      </a:moveTo>
                      <a:lnTo>
                        <a:pt x="110630" y="0"/>
                      </a:lnTo>
                      <a:cubicBezTo>
                        <a:pt x="222492" y="0"/>
                        <a:pt x="313091" y="88050"/>
                        <a:pt x="313091" y="196765"/>
                      </a:cubicBezTo>
                      <a:lnTo>
                        <a:pt x="313091" y="469302"/>
                      </a:lnTo>
                      <a:cubicBezTo>
                        <a:pt x="313091" y="541778"/>
                        <a:pt x="252691" y="600478"/>
                        <a:pt x="178117" y="600478"/>
                      </a:cubicBezTo>
                      <a:lnTo>
                        <a:pt x="91216" y="600478"/>
                      </a:ln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21" name="手繪多邊形: 圖案 120">
                  <a:extLst>
                    <a:ext uri="{FF2B5EF4-FFF2-40B4-BE49-F238E27FC236}">
                      <a16:creationId xmlns:a16="http://schemas.microsoft.com/office/drawing/2014/main" id="{EF1C81B5-A559-1F10-9D80-94E275B157FE}"/>
                    </a:ext>
                  </a:extLst>
                </p:cNvPr>
                <p:cNvSpPr/>
                <p:nvPr/>
              </p:nvSpPr>
              <p:spPr>
                <a:xfrm>
                  <a:off x="26663219" y="30963506"/>
                  <a:ext cx="506325" cy="946089"/>
                </a:xfrm>
                <a:custGeom>
                  <a:avLst/>
                  <a:gdLst>
                    <a:gd name="connsiteX0" fmla="*/ 506307 w 506325"/>
                    <a:gd name="connsiteY0" fmla="*/ 0 h 946089"/>
                    <a:gd name="connsiteX1" fmla="*/ 0 w 506325"/>
                    <a:gd name="connsiteY1" fmla="*/ 946090 h 946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6325" h="946089">
                      <a:moveTo>
                        <a:pt x="506307" y="0"/>
                      </a:moveTo>
                      <a:cubicBezTo>
                        <a:pt x="506307" y="0"/>
                        <a:pt x="517400" y="567834"/>
                        <a:pt x="0" y="946090"/>
                      </a:cubicBez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22" name="圖形 17">
                <a:extLst>
                  <a:ext uri="{FF2B5EF4-FFF2-40B4-BE49-F238E27FC236}">
                    <a16:creationId xmlns:a16="http://schemas.microsoft.com/office/drawing/2014/main" id="{FA472C1C-CF8D-609C-66AE-5CFD07BE9174}"/>
                  </a:ext>
                </a:extLst>
              </p:cNvPr>
              <p:cNvGrpSpPr/>
              <p:nvPr/>
            </p:nvGrpSpPr>
            <p:grpSpPr>
              <a:xfrm>
                <a:off x="30039104" y="30597230"/>
                <a:ext cx="6059940" cy="23264775"/>
                <a:chOff x="30039104" y="30597230"/>
                <a:chExt cx="6059940" cy="23264775"/>
              </a:xfrm>
              <a:noFill/>
            </p:grpSpPr>
            <p:sp>
              <p:nvSpPr>
                <p:cNvPr id="123" name="手繪多邊形: 圖案 122">
                  <a:extLst>
                    <a:ext uri="{FF2B5EF4-FFF2-40B4-BE49-F238E27FC236}">
                      <a16:creationId xmlns:a16="http://schemas.microsoft.com/office/drawing/2014/main" id="{13107B53-29F9-5A50-EA27-9C7597DF50F9}"/>
                    </a:ext>
                  </a:extLst>
                </p:cNvPr>
                <p:cNvSpPr/>
                <p:nvPr/>
              </p:nvSpPr>
              <p:spPr>
                <a:xfrm>
                  <a:off x="30039104" y="31186627"/>
                  <a:ext cx="1012919" cy="29949"/>
                </a:xfrm>
                <a:custGeom>
                  <a:avLst/>
                  <a:gdLst>
                    <a:gd name="connsiteX0" fmla="*/ 1 w 1012919"/>
                    <a:gd name="connsiteY0" fmla="*/ 0 h 29949"/>
                    <a:gd name="connsiteX1" fmla="*/ 1012920 w 1012919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919" h="29949">
                      <a:moveTo>
                        <a:pt x="1" y="0"/>
                      </a:moveTo>
                      <a:lnTo>
                        <a:pt x="1012920" y="0"/>
                      </a:lnTo>
                    </a:path>
                  </a:pathLst>
                </a:custGeom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24" name="手繪多邊形: 圖案 123">
                  <a:extLst>
                    <a:ext uri="{FF2B5EF4-FFF2-40B4-BE49-F238E27FC236}">
                      <a16:creationId xmlns:a16="http://schemas.microsoft.com/office/drawing/2014/main" id="{6184F92A-4D65-6B09-B6C6-B72694131933}"/>
                    </a:ext>
                  </a:extLst>
                </p:cNvPr>
                <p:cNvSpPr/>
                <p:nvPr/>
              </p:nvSpPr>
              <p:spPr>
                <a:xfrm>
                  <a:off x="30134324" y="30597230"/>
                  <a:ext cx="917698" cy="589396"/>
                </a:xfrm>
                <a:custGeom>
                  <a:avLst/>
                  <a:gdLst>
                    <a:gd name="connsiteX0" fmla="*/ 917699 w 917698"/>
                    <a:gd name="connsiteY0" fmla="*/ 0 h 589396"/>
                    <a:gd name="connsiteX1" fmla="*/ 269948 w 917698"/>
                    <a:gd name="connsiteY1" fmla="*/ 0 h 589396"/>
                    <a:gd name="connsiteX2" fmla="*/ 0 w 917698"/>
                    <a:gd name="connsiteY2" fmla="*/ 262353 h 589396"/>
                    <a:gd name="connsiteX3" fmla="*/ 0 w 917698"/>
                    <a:gd name="connsiteY3" fmla="*/ 589397 h 5893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7698" h="589396">
                      <a:moveTo>
                        <a:pt x="917699" y="0"/>
                      </a:moveTo>
                      <a:lnTo>
                        <a:pt x="269948" y="0"/>
                      </a:lnTo>
                      <a:cubicBezTo>
                        <a:pt x="120800" y="0"/>
                        <a:pt x="0" y="117400"/>
                        <a:pt x="0" y="262353"/>
                      </a:cubicBezTo>
                      <a:lnTo>
                        <a:pt x="0" y="589397"/>
                      </a:ln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25" name="手繪多邊形: 圖案 124">
                  <a:extLst>
                    <a:ext uri="{FF2B5EF4-FFF2-40B4-BE49-F238E27FC236}">
                      <a16:creationId xmlns:a16="http://schemas.microsoft.com/office/drawing/2014/main" id="{1574C8F7-6BA6-7DDE-A069-38CF2AB8871B}"/>
                    </a:ext>
                  </a:extLst>
                </p:cNvPr>
                <p:cNvSpPr/>
                <p:nvPr/>
              </p:nvSpPr>
              <p:spPr>
                <a:xfrm>
                  <a:off x="30712123" y="30734696"/>
                  <a:ext cx="227730" cy="1174900"/>
                </a:xfrm>
                <a:custGeom>
                  <a:avLst/>
                  <a:gdLst>
                    <a:gd name="connsiteX0" fmla="*/ 227730 w 227730"/>
                    <a:gd name="connsiteY0" fmla="*/ 0 h 1174900"/>
                    <a:gd name="connsiteX1" fmla="*/ 227730 w 227730"/>
                    <a:gd name="connsiteY1" fmla="*/ 1043724 h 1174900"/>
                    <a:gd name="connsiteX2" fmla="*/ 92756 w 227730"/>
                    <a:gd name="connsiteY2" fmla="*/ 1174900 h 1174900"/>
                    <a:gd name="connsiteX3" fmla="*/ 0 w 227730"/>
                    <a:gd name="connsiteY3" fmla="*/ 1174900 h 11749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730" h="1174900">
                      <a:moveTo>
                        <a:pt x="227730" y="0"/>
                      </a:moveTo>
                      <a:lnTo>
                        <a:pt x="227730" y="1043724"/>
                      </a:lnTo>
                      <a:cubicBezTo>
                        <a:pt x="227730" y="1116200"/>
                        <a:pt x="167330" y="1174900"/>
                        <a:pt x="92756" y="1174900"/>
                      </a:cubicBezTo>
                      <a:lnTo>
                        <a:pt x="0" y="1174900"/>
                      </a:ln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26" name="手繪多邊形: 圖案 125">
                  <a:extLst>
                    <a:ext uri="{FF2B5EF4-FFF2-40B4-BE49-F238E27FC236}">
                      <a16:creationId xmlns:a16="http://schemas.microsoft.com/office/drawing/2014/main" id="{3FDD966B-A558-AE93-E579-B5FB77E319FE}"/>
                    </a:ext>
                  </a:extLst>
                </p:cNvPr>
                <p:cNvSpPr/>
                <p:nvPr/>
              </p:nvSpPr>
              <p:spPr>
                <a:xfrm>
                  <a:off x="30039104" y="31186627"/>
                  <a:ext cx="673018" cy="722969"/>
                </a:xfrm>
                <a:custGeom>
                  <a:avLst/>
                  <a:gdLst>
                    <a:gd name="connsiteX0" fmla="*/ 673019 w 673018"/>
                    <a:gd name="connsiteY0" fmla="*/ 0 h 722969"/>
                    <a:gd name="connsiteX1" fmla="*/ 0 w 673018"/>
                    <a:gd name="connsiteY1" fmla="*/ 722969 h 72296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3018" h="722969">
                      <a:moveTo>
                        <a:pt x="673019" y="0"/>
                      </a:moveTo>
                      <a:cubicBezTo>
                        <a:pt x="673019" y="0"/>
                        <a:pt x="578414" y="596285"/>
                        <a:pt x="0" y="722969"/>
                      </a:cubicBezTo>
                    </a:path>
                  </a:pathLst>
                </a:custGeom>
                <a:noFill/>
                <a:ln w="13288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127" name="圖形 17">
              <a:extLst>
                <a:ext uri="{FF2B5EF4-FFF2-40B4-BE49-F238E27FC236}">
                  <a16:creationId xmlns:a16="http://schemas.microsoft.com/office/drawing/2014/main" id="{E748250D-86CC-1E8F-3C31-685D0297D767}"/>
                </a:ext>
              </a:extLst>
            </p:cNvPr>
            <p:cNvGrpSpPr/>
            <p:nvPr/>
          </p:nvGrpSpPr>
          <p:grpSpPr>
            <a:xfrm>
              <a:off x="28410322" y="26969068"/>
              <a:ext cx="15678552" cy="33888831"/>
              <a:chOff x="28410322" y="26969068"/>
              <a:chExt cx="15678552" cy="33888831"/>
            </a:xfrm>
          </p:grpSpPr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C2C13754-6EB7-B68B-22FB-9835F1EAC296}"/>
                  </a:ext>
                </a:extLst>
              </p:cNvPr>
              <p:cNvSpPr/>
              <p:nvPr/>
            </p:nvSpPr>
            <p:spPr>
              <a:xfrm>
                <a:off x="28410322" y="26969068"/>
                <a:ext cx="2620670" cy="1911669"/>
              </a:xfrm>
              <a:custGeom>
                <a:avLst/>
                <a:gdLst>
                  <a:gd name="connsiteX0" fmla="*/ 1597041 w 2620670"/>
                  <a:gd name="connsiteY0" fmla="*/ 1894112 h 1911669"/>
                  <a:gd name="connsiteX1" fmla="*/ 2421984 w 2620670"/>
                  <a:gd name="connsiteY1" fmla="*/ 1373299 h 1911669"/>
                  <a:gd name="connsiteX2" fmla="*/ 2605339 w 2620670"/>
                  <a:gd name="connsiteY2" fmla="*/ 388274 h 1911669"/>
                  <a:gd name="connsiteX3" fmla="*/ 1914138 w 2620670"/>
                  <a:gd name="connsiteY3" fmla="*/ 18703 h 1911669"/>
                  <a:gd name="connsiteX4" fmla="*/ 719404 w 2620670"/>
                  <a:gd name="connsiteY4" fmla="*/ 18703 h 1911669"/>
                  <a:gd name="connsiteX5" fmla="*/ 13410 w 2620670"/>
                  <a:gd name="connsiteY5" fmla="*/ 388274 h 1911669"/>
                  <a:gd name="connsiteX6" fmla="*/ 214022 w 2620670"/>
                  <a:gd name="connsiteY6" fmla="*/ 1373299 h 1911669"/>
                  <a:gd name="connsiteX7" fmla="*/ 1076560 w 2620670"/>
                  <a:gd name="connsiteY7" fmla="*/ 1894112 h 1911669"/>
                  <a:gd name="connsiteX8" fmla="*/ 1597349 w 2620670"/>
                  <a:gd name="connsiteY8" fmla="*/ 1894112 h 1911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0670" h="1911669">
                    <a:moveTo>
                      <a:pt x="1597041" y="1894112"/>
                    </a:moveTo>
                    <a:cubicBezTo>
                      <a:pt x="2079311" y="2003726"/>
                      <a:pt x="2340012" y="1572160"/>
                      <a:pt x="2421984" y="1373299"/>
                    </a:cubicBezTo>
                    <a:cubicBezTo>
                      <a:pt x="2556649" y="1046555"/>
                      <a:pt x="2661116" y="615289"/>
                      <a:pt x="2605339" y="388274"/>
                    </a:cubicBezTo>
                    <a:cubicBezTo>
                      <a:pt x="2531072" y="86089"/>
                      <a:pt x="2257426" y="-53474"/>
                      <a:pt x="1914138" y="18703"/>
                    </a:cubicBezTo>
                    <a:cubicBezTo>
                      <a:pt x="1156065" y="178332"/>
                      <a:pt x="1197359" y="110347"/>
                      <a:pt x="719404" y="18703"/>
                    </a:cubicBezTo>
                    <a:cubicBezTo>
                      <a:pt x="269184" y="-67550"/>
                      <a:pt x="67955" y="160662"/>
                      <a:pt x="13410" y="388274"/>
                    </a:cubicBezTo>
                    <a:cubicBezTo>
                      <a:pt x="-41132" y="615588"/>
                      <a:pt x="79665" y="1107051"/>
                      <a:pt x="214022" y="1373299"/>
                    </a:cubicBezTo>
                    <a:cubicBezTo>
                      <a:pt x="327733" y="1598815"/>
                      <a:pt x="590285" y="1989649"/>
                      <a:pt x="1076560" y="1894112"/>
                    </a:cubicBezTo>
                    <a:cubicBezTo>
                      <a:pt x="1201981" y="1869554"/>
                      <a:pt x="1375783" y="1843798"/>
                      <a:pt x="1597349" y="1894112"/>
                    </a:cubicBezTo>
                    <a:close/>
                  </a:path>
                </a:pathLst>
              </a:custGeom>
              <a:solidFill>
                <a:srgbClr val="9E7253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4385B28B-C907-BDA5-B27E-C19275F73914}"/>
                  </a:ext>
                </a:extLst>
              </p:cNvPr>
              <p:cNvSpPr/>
              <p:nvPr/>
            </p:nvSpPr>
            <p:spPr>
              <a:xfrm>
                <a:off x="28754246" y="27276059"/>
                <a:ext cx="242664" cy="234820"/>
              </a:xfrm>
              <a:custGeom>
                <a:avLst/>
                <a:gdLst>
                  <a:gd name="connsiteX0" fmla="*/ 145285 w 242664"/>
                  <a:gd name="connsiteY0" fmla="*/ 2817 h 234820"/>
                  <a:gd name="connsiteX1" fmla="*/ 104608 w 242664"/>
                  <a:gd name="connsiteY1" fmla="*/ 2817 h 234820"/>
                  <a:gd name="connsiteX2" fmla="*/ 66705 w 242664"/>
                  <a:gd name="connsiteY2" fmla="*/ 2817 h 234820"/>
                  <a:gd name="connsiteX3" fmla="*/ 758 w 242664"/>
                  <a:gd name="connsiteY3" fmla="*/ 172629 h 234820"/>
                  <a:gd name="connsiteX4" fmla="*/ 242664 w 242664"/>
                  <a:gd name="connsiteY4" fmla="*/ 172629 h 234820"/>
                  <a:gd name="connsiteX5" fmla="*/ 189045 w 242664"/>
                  <a:gd name="connsiteY5" fmla="*/ 11803 h 234820"/>
                  <a:gd name="connsiteX6" fmla="*/ 145285 w 242664"/>
                  <a:gd name="connsiteY6" fmla="*/ 2817 h 23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664" h="234820">
                    <a:moveTo>
                      <a:pt x="145285" y="2817"/>
                    </a:moveTo>
                    <a:cubicBezTo>
                      <a:pt x="128028" y="7609"/>
                      <a:pt x="121558" y="8808"/>
                      <a:pt x="104608" y="2817"/>
                    </a:cubicBezTo>
                    <a:cubicBezTo>
                      <a:pt x="93206" y="-1375"/>
                      <a:pt x="77798" y="-477"/>
                      <a:pt x="66705" y="2817"/>
                    </a:cubicBezTo>
                    <a:cubicBezTo>
                      <a:pt x="30342" y="13898"/>
                      <a:pt x="-5712" y="83680"/>
                      <a:pt x="758" y="172629"/>
                    </a:cubicBezTo>
                    <a:cubicBezTo>
                      <a:pt x="7230" y="261578"/>
                      <a:pt x="242973" y="249298"/>
                      <a:pt x="242664" y="172629"/>
                    </a:cubicBezTo>
                    <a:cubicBezTo>
                      <a:pt x="242664" y="111533"/>
                      <a:pt x="219861" y="33066"/>
                      <a:pt x="189045" y="11803"/>
                    </a:cubicBezTo>
                    <a:cubicBezTo>
                      <a:pt x="175794" y="2519"/>
                      <a:pt x="165933" y="-3172"/>
                      <a:pt x="145285" y="28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130" name="圖形 17">
              <a:extLst>
                <a:ext uri="{FF2B5EF4-FFF2-40B4-BE49-F238E27FC236}">
                  <a16:creationId xmlns:a16="http://schemas.microsoft.com/office/drawing/2014/main" id="{309B856E-5244-83B5-5DDF-24B011415EDE}"/>
                </a:ext>
              </a:extLst>
            </p:cNvPr>
            <p:cNvGrpSpPr/>
            <p:nvPr/>
          </p:nvGrpSpPr>
          <p:grpSpPr>
            <a:xfrm>
              <a:off x="26226249" y="29643053"/>
              <a:ext cx="41809350" cy="5394114"/>
              <a:chOff x="26226249" y="29643053"/>
              <a:chExt cx="41809350" cy="5394114"/>
            </a:xfrm>
            <a:solidFill>
              <a:srgbClr val="714F38"/>
            </a:solidFill>
          </p:grpSpPr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2B9ED773-3962-B6C5-8B85-B51DBCD33462}"/>
                  </a:ext>
                </a:extLst>
              </p:cNvPr>
              <p:cNvSpPr/>
              <p:nvPr/>
            </p:nvSpPr>
            <p:spPr>
              <a:xfrm>
                <a:off x="26226249" y="29645749"/>
                <a:ext cx="157162" cy="297693"/>
              </a:xfrm>
              <a:custGeom>
                <a:avLst/>
                <a:gdLst>
                  <a:gd name="connsiteX0" fmla="*/ 149150 w 157162"/>
                  <a:gd name="connsiteY0" fmla="*/ 600 h 297693"/>
                  <a:gd name="connsiteX1" fmla="*/ 157162 w 157162"/>
                  <a:gd name="connsiteY1" fmla="*/ 8386 h 297693"/>
                  <a:gd name="connsiteX2" fmla="*/ 157162 w 157162"/>
                  <a:gd name="connsiteY2" fmla="*/ 26655 h 297693"/>
                  <a:gd name="connsiteX3" fmla="*/ 149150 w 157162"/>
                  <a:gd name="connsiteY3" fmla="*/ 34441 h 297693"/>
                  <a:gd name="connsiteX4" fmla="*/ 67795 w 157162"/>
                  <a:gd name="connsiteY4" fmla="*/ 34441 h 297693"/>
                  <a:gd name="connsiteX5" fmla="*/ 40986 w 157162"/>
                  <a:gd name="connsiteY5" fmla="*/ 60498 h 297693"/>
                  <a:gd name="connsiteX6" fmla="*/ 40986 w 157162"/>
                  <a:gd name="connsiteY6" fmla="*/ 126385 h 297693"/>
                  <a:gd name="connsiteX7" fmla="*/ 141754 w 157162"/>
                  <a:gd name="connsiteY7" fmla="*/ 126385 h 297693"/>
                  <a:gd name="connsiteX8" fmla="*/ 149767 w 157162"/>
                  <a:gd name="connsiteY8" fmla="*/ 134172 h 297693"/>
                  <a:gd name="connsiteX9" fmla="*/ 149767 w 157162"/>
                  <a:gd name="connsiteY9" fmla="*/ 153040 h 297693"/>
                  <a:gd name="connsiteX10" fmla="*/ 141754 w 157162"/>
                  <a:gd name="connsiteY10" fmla="*/ 160826 h 297693"/>
                  <a:gd name="connsiteX11" fmla="*/ 40986 w 157162"/>
                  <a:gd name="connsiteY11" fmla="*/ 160826 h 297693"/>
                  <a:gd name="connsiteX12" fmla="*/ 40986 w 157162"/>
                  <a:gd name="connsiteY12" fmla="*/ 289308 h 297693"/>
                  <a:gd name="connsiteX13" fmla="*/ 33282 w 157162"/>
                  <a:gd name="connsiteY13" fmla="*/ 297694 h 297693"/>
                  <a:gd name="connsiteX14" fmla="*/ 7704 w 157162"/>
                  <a:gd name="connsiteY14" fmla="*/ 297694 h 297693"/>
                  <a:gd name="connsiteX15" fmla="*/ 0 w 157162"/>
                  <a:gd name="connsiteY15" fmla="*/ 289308 h 297693"/>
                  <a:gd name="connsiteX16" fmla="*/ 0 w 157162"/>
                  <a:gd name="connsiteY16" fmla="*/ 59599 h 297693"/>
                  <a:gd name="connsiteX17" fmla="*/ 61325 w 157162"/>
                  <a:gd name="connsiteY17" fmla="*/ 0 h 297693"/>
                  <a:gd name="connsiteX18" fmla="*/ 149150 w 157162"/>
                  <a:gd name="connsiteY18" fmla="*/ 0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7162" h="297693">
                    <a:moveTo>
                      <a:pt x="149150" y="600"/>
                    </a:moveTo>
                    <a:cubicBezTo>
                      <a:pt x="154697" y="600"/>
                      <a:pt x="157162" y="2695"/>
                      <a:pt x="157162" y="8386"/>
                    </a:cubicBezTo>
                    <a:lnTo>
                      <a:pt x="157162" y="26655"/>
                    </a:lnTo>
                    <a:cubicBezTo>
                      <a:pt x="157162" y="32345"/>
                      <a:pt x="154388" y="34441"/>
                      <a:pt x="149150" y="34441"/>
                    </a:cubicBezTo>
                    <a:lnTo>
                      <a:pt x="67795" y="34441"/>
                    </a:lnTo>
                    <a:cubicBezTo>
                      <a:pt x="53004" y="34441"/>
                      <a:pt x="40986" y="46122"/>
                      <a:pt x="40986" y="60498"/>
                    </a:cubicBezTo>
                    <a:lnTo>
                      <a:pt x="40986" y="126385"/>
                    </a:lnTo>
                    <a:lnTo>
                      <a:pt x="141754" y="126385"/>
                    </a:lnTo>
                    <a:cubicBezTo>
                      <a:pt x="147609" y="126385"/>
                      <a:pt x="149767" y="128482"/>
                      <a:pt x="149767" y="134172"/>
                    </a:cubicBezTo>
                    <a:lnTo>
                      <a:pt x="149767" y="153040"/>
                    </a:lnTo>
                    <a:cubicBezTo>
                      <a:pt x="149767" y="158431"/>
                      <a:pt x="147609" y="160826"/>
                      <a:pt x="141754" y="160826"/>
                    </a:cubicBezTo>
                    <a:lnTo>
                      <a:pt x="40986" y="160826"/>
                    </a:lnTo>
                    <a:lnTo>
                      <a:pt x="40986" y="289308"/>
                    </a:lnTo>
                    <a:cubicBezTo>
                      <a:pt x="40986" y="294998"/>
                      <a:pt x="39137" y="297694"/>
                      <a:pt x="33282" y="297694"/>
                    </a:cubicBezTo>
                    <a:lnTo>
                      <a:pt x="7704" y="297694"/>
                    </a:lnTo>
                    <a:cubicBezTo>
                      <a:pt x="2157" y="297694"/>
                      <a:pt x="0" y="294998"/>
                      <a:pt x="0" y="289308"/>
                    </a:cubicBezTo>
                    <a:lnTo>
                      <a:pt x="0" y="59599"/>
                    </a:lnTo>
                    <a:cubicBezTo>
                      <a:pt x="0" y="26655"/>
                      <a:pt x="27427" y="0"/>
                      <a:pt x="61325" y="0"/>
                    </a:cubicBezTo>
                    <a:lnTo>
                      <a:pt x="149150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1B6DB3F9-BFAD-60F2-C425-FB711933668D}"/>
                  </a:ext>
                </a:extLst>
              </p:cNvPr>
              <p:cNvSpPr/>
              <p:nvPr/>
            </p:nvSpPr>
            <p:spPr>
              <a:xfrm>
                <a:off x="26530810" y="29646348"/>
                <a:ext cx="198135" cy="297393"/>
              </a:xfrm>
              <a:custGeom>
                <a:avLst/>
                <a:gdLst>
                  <a:gd name="connsiteX0" fmla="*/ 112072 w 198135"/>
                  <a:gd name="connsiteY0" fmla="*/ 0 h 297393"/>
                  <a:gd name="connsiteX1" fmla="*/ 122550 w 198135"/>
                  <a:gd name="connsiteY1" fmla="*/ 7786 h 297393"/>
                  <a:gd name="connsiteX2" fmla="*/ 197741 w 198135"/>
                  <a:gd name="connsiteY2" fmla="*/ 289607 h 297393"/>
                  <a:gd name="connsiteX3" fmla="*/ 191577 w 198135"/>
                  <a:gd name="connsiteY3" fmla="*/ 297394 h 297393"/>
                  <a:gd name="connsiteX4" fmla="*/ 165999 w 198135"/>
                  <a:gd name="connsiteY4" fmla="*/ 297394 h 297393"/>
                  <a:gd name="connsiteX5" fmla="*/ 156447 w 198135"/>
                  <a:gd name="connsiteY5" fmla="*/ 289607 h 297393"/>
                  <a:gd name="connsiteX6" fmla="*/ 137958 w 198135"/>
                  <a:gd name="connsiteY6" fmla="*/ 219526 h 297393"/>
                  <a:gd name="connsiteX7" fmla="*/ 57835 w 198135"/>
                  <a:gd name="connsiteY7" fmla="*/ 219526 h 297393"/>
                  <a:gd name="connsiteX8" fmla="*/ 39961 w 198135"/>
                  <a:gd name="connsiteY8" fmla="*/ 289607 h 297393"/>
                  <a:gd name="connsiteX9" fmla="*/ 30409 w 198135"/>
                  <a:gd name="connsiteY9" fmla="*/ 297394 h 297393"/>
                  <a:gd name="connsiteX10" fmla="*/ 6682 w 198135"/>
                  <a:gd name="connsiteY10" fmla="*/ 297394 h 297393"/>
                  <a:gd name="connsiteX11" fmla="*/ 518 w 198135"/>
                  <a:gd name="connsiteY11" fmla="*/ 289607 h 297393"/>
                  <a:gd name="connsiteX12" fmla="*/ 76017 w 198135"/>
                  <a:gd name="connsiteY12" fmla="*/ 7786 h 297393"/>
                  <a:gd name="connsiteX13" fmla="*/ 86494 w 198135"/>
                  <a:gd name="connsiteY13" fmla="*/ 0 h 297393"/>
                  <a:gd name="connsiteX14" fmla="*/ 112688 w 198135"/>
                  <a:gd name="connsiteY14" fmla="*/ 0 h 297393"/>
                  <a:gd name="connsiteX15" fmla="*/ 108065 w 198135"/>
                  <a:gd name="connsiteY15" fmla="*/ 104822 h 297393"/>
                  <a:gd name="connsiteX16" fmla="*/ 98204 w 198135"/>
                  <a:gd name="connsiteY16" fmla="*/ 47619 h 297393"/>
                  <a:gd name="connsiteX17" fmla="*/ 87728 w 198135"/>
                  <a:gd name="connsiteY17" fmla="*/ 104522 h 297393"/>
                  <a:gd name="connsiteX18" fmla="*/ 65231 w 198135"/>
                  <a:gd name="connsiteY18" fmla="*/ 187181 h 297393"/>
                  <a:gd name="connsiteX19" fmla="*/ 129945 w 198135"/>
                  <a:gd name="connsiteY19" fmla="*/ 187181 h 297393"/>
                  <a:gd name="connsiteX20" fmla="*/ 107757 w 198135"/>
                  <a:gd name="connsiteY20" fmla="*/ 104822 h 29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35" h="297393">
                    <a:moveTo>
                      <a:pt x="112072" y="0"/>
                    </a:moveTo>
                    <a:cubicBezTo>
                      <a:pt x="117618" y="0"/>
                      <a:pt x="121007" y="2695"/>
                      <a:pt x="122550" y="7786"/>
                    </a:cubicBezTo>
                    <a:lnTo>
                      <a:pt x="197741" y="289607"/>
                    </a:lnTo>
                    <a:cubicBezTo>
                      <a:pt x="198973" y="294997"/>
                      <a:pt x="197432" y="297394"/>
                      <a:pt x="191577" y="297394"/>
                    </a:cubicBezTo>
                    <a:lnTo>
                      <a:pt x="165999" y="297394"/>
                    </a:lnTo>
                    <a:cubicBezTo>
                      <a:pt x="160144" y="297394"/>
                      <a:pt x="157987" y="294399"/>
                      <a:pt x="156447" y="289607"/>
                    </a:cubicBezTo>
                    <a:lnTo>
                      <a:pt x="137958" y="219526"/>
                    </a:lnTo>
                    <a:lnTo>
                      <a:pt x="57835" y="219526"/>
                    </a:lnTo>
                    <a:lnTo>
                      <a:pt x="39961" y="289607"/>
                    </a:lnTo>
                    <a:cubicBezTo>
                      <a:pt x="38730" y="294399"/>
                      <a:pt x="35957" y="297394"/>
                      <a:pt x="30409" y="297394"/>
                    </a:cubicBezTo>
                    <a:lnTo>
                      <a:pt x="6682" y="297394"/>
                    </a:lnTo>
                    <a:cubicBezTo>
                      <a:pt x="827" y="297394"/>
                      <a:pt x="-1022" y="294698"/>
                      <a:pt x="518" y="289607"/>
                    </a:cubicBezTo>
                    <a:lnTo>
                      <a:pt x="76017" y="7786"/>
                    </a:lnTo>
                    <a:cubicBezTo>
                      <a:pt x="77249" y="2396"/>
                      <a:pt x="80639" y="0"/>
                      <a:pt x="86494" y="0"/>
                    </a:cubicBezTo>
                    <a:lnTo>
                      <a:pt x="112688" y="0"/>
                    </a:lnTo>
                    <a:close/>
                    <a:moveTo>
                      <a:pt x="108065" y="104822"/>
                    </a:moveTo>
                    <a:cubicBezTo>
                      <a:pt x="104984" y="93740"/>
                      <a:pt x="99438" y="61395"/>
                      <a:pt x="98204" y="47619"/>
                    </a:cubicBezTo>
                    <a:cubicBezTo>
                      <a:pt x="96047" y="63791"/>
                      <a:pt x="91117" y="92243"/>
                      <a:pt x="87728" y="104522"/>
                    </a:cubicBezTo>
                    <a:lnTo>
                      <a:pt x="65231" y="187181"/>
                    </a:lnTo>
                    <a:lnTo>
                      <a:pt x="129945" y="187181"/>
                    </a:lnTo>
                    <a:lnTo>
                      <a:pt x="107757" y="104822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5E0935D6-B925-1EBB-4AB6-29E9A9B3BF63}"/>
                  </a:ext>
                </a:extLst>
              </p:cNvPr>
              <p:cNvSpPr/>
              <p:nvPr/>
            </p:nvSpPr>
            <p:spPr>
              <a:xfrm>
                <a:off x="26908514" y="29646048"/>
                <a:ext cx="178423" cy="297693"/>
              </a:xfrm>
              <a:custGeom>
                <a:avLst/>
                <a:gdLst>
                  <a:gd name="connsiteX0" fmla="*/ 178423 w 178423"/>
                  <a:gd name="connsiteY0" fmla="*/ 289906 h 297693"/>
                  <a:gd name="connsiteX1" fmla="*/ 170720 w 178423"/>
                  <a:gd name="connsiteY1" fmla="*/ 297694 h 297693"/>
                  <a:gd name="connsiteX2" fmla="*/ 147301 w 178423"/>
                  <a:gd name="connsiteY2" fmla="*/ 297694 h 297693"/>
                  <a:gd name="connsiteX3" fmla="*/ 139289 w 178423"/>
                  <a:gd name="connsiteY3" fmla="*/ 292902 h 297693"/>
                  <a:gd name="connsiteX4" fmla="*/ 51462 w 178423"/>
                  <a:gd name="connsiteY4" fmla="*/ 115603 h 297693"/>
                  <a:gd name="connsiteX5" fmla="*/ 37903 w 178423"/>
                  <a:gd name="connsiteY5" fmla="*/ 84457 h 297693"/>
                  <a:gd name="connsiteX6" fmla="*/ 37903 w 178423"/>
                  <a:gd name="connsiteY6" fmla="*/ 289608 h 297693"/>
                  <a:gd name="connsiteX7" fmla="*/ 30199 w 178423"/>
                  <a:gd name="connsiteY7" fmla="*/ 297394 h 297693"/>
                  <a:gd name="connsiteX8" fmla="*/ 7704 w 178423"/>
                  <a:gd name="connsiteY8" fmla="*/ 297394 h 297693"/>
                  <a:gd name="connsiteX9" fmla="*/ 0 w 178423"/>
                  <a:gd name="connsiteY9" fmla="*/ 289608 h 297693"/>
                  <a:gd name="connsiteX10" fmla="*/ 0 w 178423"/>
                  <a:gd name="connsiteY10" fmla="*/ 7787 h 297693"/>
                  <a:gd name="connsiteX11" fmla="*/ 7704 w 178423"/>
                  <a:gd name="connsiteY11" fmla="*/ 0 h 297693"/>
                  <a:gd name="connsiteX12" fmla="*/ 31433 w 178423"/>
                  <a:gd name="connsiteY12" fmla="*/ 0 h 297693"/>
                  <a:gd name="connsiteX13" fmla="*/ 38520 w 178423"/>
                  <a:gd name="connsiteY13" fmla="*/ 4492 h 297693"/>
                  <a:gd name="connsiteX14" fmla="*/ 128502 w 178423"/>
                  <a:gd name="connsiteY14" fmla="*/ 184186 h 297693"/>
                  <a:gd name="connsiteX15" fmla="*/ 140212 w 178423"/>
                  <a:gd name="connsiteY15" fmla="*/ 212039 h 297693"/>
                  <a:gd name="connsiteX16" fmla="*/ 140212 w 178423"/>
                  <a:gd name="connsiteY16" fmla="*/ 7787 h 297693"/>
                  <a:gd name="connsiteX17" fmla="*/ 148225 w 178423"/>
                  <a:gd name="connsiteY17" fmla="*/ 0 h 297693"/>
                  <a:gd name="connsiteX18" fmla="*/ 170413 w 178423"/>
                  <a:gd name="connsiteY18" fmla="*/ 0 h 297693"/>
                  <a:gd name="connsiteX19" fmla="*/ 178117 w 178423"/>
                  <a:gd name="connsiteY19" fmla="*/ 7787 h 297693"/>
                  <a:gd name="connsiteX20" fmla="*/ 178117 w 178423"/>
                  <a:gd name="connsiteY20" fmla="*/ 2896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23" h="297693">
                    <a:moveTo>
                      <a:pt x="178423" y="289906"/>
                    </a:moveTo>
                    <a:cubicBezTo>
                      <a:pt x="178423" y="295297"/>
                      <a:pt x="176575" y="297694"/>
                      <a:pt x="170720" y="297694"/>
                    </a:cubicBezTo>
                    <a:lnTo>
                      <a:pt x="147301" y="297694"/>
                    </a:lnTo>
                    <a:cubicBezTo>
                      <a:pt x="142678" y="297694"/>
                      <a:pt x="141137" y="296495"/>
                      <a:pt x="139289" y="292902"/>
                    </a:cubicBezTo>
                    <a:lnTo>
                      <a:pt x="51462" y="115603"/>
                    </a:lnTo>
                    <a:cubicBezTo>
                      <a:pt x="46532" y="106020"/>
                      <a:pt x="40986" y="94040"/>
                      <a:pt x="37903" y="84457"/>
                    </a:cubicBezTo>
                    <a:lnTo>
                      <a:pt x="37903" y="289608"/>
                    </a:lnTo>
                    <a:cubicBezTo>
                      <a:pt x="37903" y="294998"/>
                      <a:pt x="35748" y="297394"/>
                      <a:pt x="30199" y="297394"/>
                    </a:cubicBezTo>
                    <a:lnTo>
                      <a:pt x="7704" y="297394"/>
                    </a:lnTo>
                    <a:cubicBezTo>
                      <a:pt x="2157" y="297394"/>
                      <a:pt x="0" y="294698"/>
                      <a:pt x="0" y="289608"/>
                    </a:cubicBezTo>
                    <a:lnTo>
                      <a:pt x="0" y="7787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3" y="0"/>
                    </a:lnTo>
                    <a:cubicBezTo>
                      <a:pt x="35439" y="0"/>
                      <a:pt x="37288" y="1198"/>
                      <a:pt x="38520" y="4492"/>
                    </a:cubicBezTo>
                    <a:lnTo>
                      <a:pt x="128502" y="184186"/>
                    </a:lnTo>
                    <a:cubicBezTo>
                      <a:pt x="132200" y="191674"/>
                      <a:pt x="138055" y="205750"/>
                      <a:pt x="140212" y="212039"/>
                    </a:cubicBezTo>
                    <a:lnTo>
                      <a:pt x="140212" y="7787"/>
                    </a:lnTo>
                    <a:cubicBezTo>
                      <a:pt x="140212" y="2396"/>
                      <a:pt x="142986" y="0"/>
                      <a:pt x="148225" y="0"/>
                    </a:cubicBezTo>
                    <a:lnTo>
                      <a:pt x="170413" y="0"/>
                    </a:lnTo>
                    <a:cubicBezTo>
                      <a:pt x="176268" y="0"/>
                      <a:pt x="178117" y="2695"/>
                      <a:pt x="178117" y="7787"/>
                    </a:cubicBezTo>
                    <a:lnTo>
                      <a:pt x="178117" y="2896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4" name="手繪多邊形: 圖案 133">
                <a:extLst>
                  <a:ext uri="{FF2B5EF4-FFF2-40B4-BE49-F238E27FC236}">
                    <a16:creationId xmlns:a16="http://schemas.microsoft.com/office/drawing/2014/main" id="{841D201E-0A1E-4D07-7FCF-964F4559C295}"/>
                  </a:ext>
                </a:extLst>
              </p:cNvPr>
              <p:cNvSpPr/>
              <p:nvPr/>
            </p:nvSpPr>
            <p:spPr>
              <a:xfrm>
                <a:off x="27286318" y="29643053"/>
                <a:ext cx="173185" cy="304282"/>
              </a:xfrm>
              <a:custGeom>
                <a:avLst/>
                <a:gdLst>
                  <a:gd name="connsiteX0" fmla="*/ 164558 w 173185"/>
                  <a:gd name="connsiteY0" fmla="*/ 153339 h 304282"/>
                  <a:gd name="connsiteX1" fmla="*/ 173185 w 173185"/>
                  <a:gd name="connsiteY1" fmla="*/ 160826 h 304282"/>
                  <a:gd name="connsiteX2" fmla="*/ 173185 w 173185"/>
                  <a:gd name="connsiteY2" fmla="*/ 240491 h 304282"/>
                  <a:gd name="connsiteX3" fmla="*/ 86901 w 173185"/>
                  <a:gd name="connsiteY3" fmla="*/ 304282 h 304282"/>
                  <a:gd name="connsiteX4" fmla="*/ 0 w 173185"/>
                  <a:gd name="connsiteY4" fmla="*/ 240491 h 304282"/>
                  <a:gd name="connsiteX5" fmla="*/ 0 w 173185"/>
                  <a:gd name="connsiteY5" fmla="*/ 63792 h 304282"/>
                  <a:gd name="connsiteX6" fmla="*/ 86901 w 173185"/>
                  <a:gd name="connsiteY6" fmla="*/ 0 h 304282"/>
                  <a:gd name="connsiteX7" fmla="*/ 173185 w 173185"/>
                  <a:gd name="connsiteY7" fmla="*/ 63792 h 304282"/>
                  <a:gd name="connsiteX8" fmla="*/ 173185 w 173185"/>
                  <a:gd name="connsiteY8" fmla="*/ 86253 h 304282"/>
                  <a:gd name="connsiteX9" fmla="*/ 165481 w 173185"/>
                  <a:gd name="connsiteY9" fmla="*/ 94040 h 304282"/>
                  <a:gd name="connsiteX10" fmla="*/ 141137 w 173185"/>
                  <a:gd name="connsiteY10" fmla="*/ 94040 h 304282"/>
                  <a:gd name="connsiteX11" fmla="*/ 133125 w 173185"/>
                  <a:gd name="connsiteY11" fmla="*/ 86253 h 304282"/>
                  <a:gd name="connsiteX12" fmla="*/ 133125 w 173185"/>
                  <a:gd name="connsiteY12" fmla="*/ 67385 h 304282"/>
                  <a:gd name="connsiteX13" fmla="*/ 86901 w 173185"/>
                  <a:gd name="connsiteY13" fmla="*/ 34142 h 304282"/>
                  <a:gd name="connsiteX14" fmla="*/ 41294 w 173185"/>
                  <a:gd name="connsiteY14" fmla="*/ 67385 h 304282"/>
                  <a:gd name="connsiteX15" fmla="*/ 41294 w 173185"/>
                  <a:gd name="connsiteY15" fmla="*/ 237197 h 304282"/>
                  <a:gd name="connsiteX16" fmla="*/ 86901 w 173185"/>
                  <a:gd name="connsiteY16" fmla="*/ 270440 h 304282"/>
                  <a:gd name="connsiteX17" fmla="*/ 133125 w 173185"/>
                  <a:gd name="connsiteY17" fmla="*/ 237496 h 304282"/>
                  <a:gd name="connsiteX18" fmla="*/ 133125 w 173185"/>
                  <a:gd name="connsiteY18" fmla="*/ 187481 h 304282"/>
                  <a:gd name="connsiteX19" fmla="*/ 90907 w 173185"/>
                  <a:gd name="connsiteY19" fmla="*/ 187481 h 304282"/>
                  <a:gd name="connsiteX20" fmla="*/ 82895 w 173185"/>
                  <a:gd name="connsiteY20" fmla="*/ 179694 h 304282"/>
                  <a:gd name="connsiteX21" fmla="*/ 82895 w 173185"/>
                  <a:gd name="connsiteY21" fmla="*/ 160826 h 304282"/>
                  <a:gd name="connsiteX22" fmla="*/ 90907 w 173185"/>
                  <a:gd name="connsiteY22" fmla="*/ 153339 h 304282"/>
                  <a:gd name="connsiteX23" fmla="*/ 164864 w 173185"/>
                  <a:gd name="connsiteY23" fmla="*/ 153339 h 30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3185" h="304282">
                    <a:moveTo>
                      <a:pt x="164558" y="153339"/>
                    </a:moveTo>
                    <a:cubicBezTo>
                      <a:pt x="170411" y="153339"/>
                      <a:pt x="173185" y="155436"/>
                      <a:pt x="173185" y="160826"/>
                    </a:cubicBezTo>
                    <a:lnTo>
                      <a:pt x="173185" y="240491"/>
                    </a:lnTo>
                    <a:cubicBezTo>
                      <a:pt x="173185" y="274633"/>
                      <a:pt x="153771" y="304282"/>
                      <a:pt x="86901" y="304282"/>
                    </a:cubicBezTo>
                    <a:cubicBezTo>
                      <a:pt x="20031" y="304282"/>
                      <a:pt x="0" y="274633"/>
                      <a:pt x="0" y="240491"/>
                    </a:cubicBezTo>
                    <a:lnTo>
                      <a:pt x="0" y="63792"/>
                    </a:lnTo>
                    <a:cubicBezTo>
                      <a:pt x="0" y="29649"/>
                      <a:pt x="19414" y="0"/>
                      <a:pt x="86901" y="0"/>
                    </a:cubicBezTo>
                    <a:cubicBezTo>
                      <a:pt x="154388" y="0"/>
                      <a:pt x="173185" y="29649"/>
                      <a:pt x="173185" y="63792"/>
                    </a:cubicBezTo>
                    <a:lnTo>
                      <a:pt x="173185" y="86253"/>
                    </a:lnTo>
                    <a:cubicBezTo>
                      <a:pt x="173185" y="91644"/>
                      <a:pt x="171028" y="94040"/>
                      <a:pt x="165481" y="94040"/>
                    </a:cubicBezTo>
                    <a:lnTo>
                      <a:pt x="141137" y="94040"/>
                    </a:lnTo>
                    <a:cubicBezTo>
                      <a:pt x="135282" y="94040"/>
                      <a:pt x="133125" y="91345"/>
                      <a:pt x="133125" y="86253"/>
                    </a:cubicBezTo>
                    <a:lnTo>
                      <a:pt x="133125" y="67385"/>
                    </a:lnTo>
                    <a:cubicBezTo>
                      <a:pt x="133125" y="46720"/>
                      <a:pt x="120489" y="34142"/>
                      <a:pt x="86901" y="34142"/>
                    </a:cubicBezTo>
                    <a:cubicBezTo>
                      <a:pt x="53311" y="34142"/>
                      <a:pt x="41294" y="46720"/>
                      <a:pt x="41294" y="67385"/>
                    </a:cubicBezTo>
                    <a:lnTo>
                      <a:pt x="41294" y="237197"/>
                    </a:lnTo>
                    <a:cubicBezTo>
                      <a:pt x="41294" y="257262"/>
                      <a:pt x="53311" y="270440"/>
                      <a:pt x="86901" y="270440"/>
                    </a:cubicBezTo>
                    <a:cubicBezTo>
                      <a:pt x="120489" y="270440"/>
                      <a:pt x="133125" y="257862"/>
                      <a:pt x="133125" y="237496"/>
                    </a:cubicBezTo>
                    <a:lnTo>
                      <a:pt x="133125" y="187481"/>
                    </a:lnTo>
                    <a:lnTo>
                      <a:pt x="90907" y="187481"/>
                    </a:lnTo>
                    <a:cubicBezTo>
                      <a:pt x="85361" y="187481"/>
                      <a:pt x="82895" y="185385"/>
                      <a:pt x="82895" y="179694"/>
                    </a:cubicBezTo>
                    <a:lnTo>
                      <a:pt x="82895" y="160826"/>
                    </a:lnTo>
                    <a:cubicBezTo>
                      <a:pt x="82895" y="155436"/>
                      <a:pt x="85667" y="153339"/>
                      <a:pt x="90907" y="153339"/>
                    </a:cubicBezTo>
                    <a:lnTo>
                      <a:pt x="164864" y="153339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5" name="手繪多邊形: 圖案 134">
                <a:extLst>
                  <a:ext uri="{FF2B5EF4-FFF2-40B4-BE49-F238E27FC236}">
                    <a16:creationId xmlns:a16="http://schemas.microsoft.com/office/drawing/2014/main" id="{8D547B0D-E5A2-C7FD-80F0-1F4C2D2C58ED}"/>
                  </a:ext>
                </a:extLst>
              </p:cNvPr>
              <p:cNvSpPr/>
              <p:nvPr/>
            </p:nvSpPr>
            <p:spPr>
              <a:xfrm>
                <a:off x="27877675" y="29646048"/>
                <a:ext cx="177783" cy="297693"/>
              </a:xfrm>
              <a:custGeom>
                <a:avLst/>
                <a:gdLst>
                  <a:gd name="connsiteX0" fmla="*/ 86593 w 177783"/>
                  <a:gd name="connsiteY0" fmla="*/ 300 h 297693"/>
                  <a:gd name="connsiteX1" fmla="*/ 175343 w 177783"/>
                  <a:gd name="connsiteY1" fmla="*/ 64090 h 297693"/>
                  <a:gd name="connsiteX2" fmla="*/ 175343 w 177783"/>
                  <a:gd name="connsiteY2" fmla="*/ 116202 h 297693"/>
                  <a:gd name="connsiteX3" fmla="*/ 131276 w 177783"/>
                  <a:gd name="connsiteY3" fmla="*/ 173405 h 297693"/>
                  <a:gd name="connsiteX4" fmla="*/ 177192 w 177783"/>
                  <a:gd name="connsiteY4" fmla="*/ 289308 h 297693"/>
                  <a:gd name="connsiteX5" fmla="*/ 169488 w 177783"/>
                  <a:gd name="connsiteY5" fmla="*/ 297694 h 297693"/>
                  <a:gd name="connsiteX6" fmla="*/ 141444 w 177783"/>
                  <a:gd name="connsiteY6" fmla="*/ 297694 h 297693"/>
                  <a:gd name="connsiteX7" fmla="*/ 132508 w 177783"/>
                  <a:gd name="connsiteY7" fmla="*/ 289308 h 297693"/>
                  <a:gd name="connsiteX8" fmla="*/ 89673 w 177783"/>
                  <a:gd name="connsiteY8" fmla="*/ 179096 h 297693"/>
                  <a:gd name="connsiteX9" fmla="*/ 40677 w 177783"/>
                  <a:gd name="connsiteY9" fmla="*/ 179096 h 297693"/>
                  <a:gd name="connsiteX10" fmla="*/ 40677 w 177783"/>
                  <a:gd name="connsiteY10" fmla="*/ 289308 h 297693"/>
                  <a:gd name="connsiteX11" fmla="*/ 32973 w 177783"/>
                  <a:gd name="connsiteY11" fmla="*/ 297694 h 297693"/>
                  <a:gd name="connsiteX12" fmla="*/ 7704 w 177783"/>
                  <a:gd name="connsiteY12" fmla="*/ 297694 h 297693"/>
                  <a:gd name="connsiteX13" fmla="*/ 0 w 177783"/>
                  <a:gd name="connsiteY13" fmla="*/ 289308 h 297693"/>
                  <a:gd name="connsiteX14" fmla="*/ 0 w 177783"/>
                  <a:gd name="connsiteY14" fmla="*/ 59598 h 297693"/>
                  <a:gd name="connsiteX15" fmla="*/ 61323 w 177783"/>
                  <a:gd name="connsiteY15" fmla="*/ 0 h 297693"/>
                  <a:gd name="connsiteX16" fmla="*/ 86593 w 177783"/>
                  <a:gd name="connsiteY16" fmla="*/ 0 h 297693"/>
                  <a:gd name="connsiteX17" fmla="*/ 40677 w 177783"/>
                  <a:gd name="connsiteY17" fmla="*/ 60497 h 297693"/>
                  <a:gd name="connsiteX18" fmla="*/ 40677 w 177783"/>
                  <a:gd name="connsiteY18" fmla="*/ 145253 h 297693"/>
                  <a:gd name="connsiteX19" fmla="*/ 86593 w 177783"/>
                  <a:gd name="connsiteY19" fmla="*/ 145253 h 297693"/>
                  <a:gd name="connsiteX20" fmla="*/ 134665 w 177783"/>
                  <a:gd name="connsiteY20" fmla="*/ 112009 h 297693"/>
                  <a:gd name="connsiteX21" fmla="*/ 134665 w 177783"/>
                  <a:gd name="connsiteY21" fmla="*/ 68284 h 297693"/>
                  <a:gd name="connsiteX22" fmla="*/ 86593 w 177783"/>
                  <a:gd name="connsiteY22" fmla="*/ 34741 h 297693"/>
                  <a:gd name="connsiteX23" fmla="*/ 67487 w 177783"/>
                  <a:gd name="connsiteY23" fmla="*/ 34741 h 297693"/>
                  <a:gd name="connsiteX24" fmla="*/ 40677 w 177783"/>
                  <a:gd name="connsiteY24" fmla="*/ 60797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7783" h="297693">
                    <a:moveTo>
                      <a:pt x="86593" y="300"/>
                    </a:moveTo>
                    <a:cubicBezTo>
                      <a:pt x="153771" y="300"/>
                      <a:pt x="175343" y="29949"/>
                      <a:pt x="175343" y="64090"/>
                    </a:cubicBezTo>
                    <a:lnTo>
                      <a:pt x="175343" y="116202"/>
                    </a:lnTo>
                    <a:cubicBezTo>
                      <a:pt x="175343" y="141060"/>
                      <a:pt x="163632" y="163521"/>
                      <a:pt x="131276" y="173405"/>
                    </a:cubicBezTo>
                    <a:lnTo>
                      <a:pt x="177192" y="289308"/>
                    </a:lnTo>
                    <a:cubicBezTo>
                      <a:pt x="179349" y="294698"/>
                      <a:pt x="175343" y="297694"/>
                      <a:pt x="169488" y="297694"/>
                    </a:cubicBezTo>
                    <a:lnTo>
                      <a:pt x="141444" y="297694"/>
                    </a:lnTo>
                    <a:cubicBezTo>
                      <a:pt x="135897" y="297694"/>
                      <a:pt x="134665" y="294698"/>
                      <a:pt x="132508" y="289308"/>
                    </a:cubicBezTo>
                    <a:lnTo>
                      <a:pt x="89673" y="179096"/>
                    </a:lnTo>
                    <a:lnTo>
                      <a:pt x="40677" y="179096"/>
                    </a:lnTo>
                    <a:lnTo>
                      <a:pt x="40677" y="289308"/>
                    </a:lnTo>
                    <a:cubicBezTo>
                      <a:pt x="40677" y="294998"/>
                      <a:pt x="38828" y="297694"/>
                      <a:pt x="32973" y="297694"/>
                    </a:cubicBezTo>
                    <a:lnTo>
                      <a:pt x="7704" y="297694"/>
                    </a:lnTo>
                    <a:cubicBezTo>
                      <a:pt x="2157" y="297694"/>
                      <a:pt x="0" y="294998"/>
                      <a:pt x="0" y="289308"/>
                    </a:cubicBezTo>
                    <a:lnTo>
                      <a:pt x="0" y="59598"/>
                    </a:lnTo>
                    <a:cubicBezTo>
                      <a:pt x="0" y="26654"/>
                      <a:pt x="27427" y="0"/>
                      <a:pt x="61323" y="0"/>
                    </a:cubicBezTo>
                    <a:lnTo>
                      <a:pt x="86593" y="0"/>
                    </a:lnTo>
                    <a:close/>
                    <a:moveTo>
                      <a:pt x="40677" y="60497"/>
                    </a:moveTo>
                    <a:lnTo>
                      <a:pt x="40677" y="145253"/>
                    </a:lnTo>
                    <a:lnTo>
                      <a:pt x="86593" y="145253"/>
                    </a:lnTo>
                    <a:cubicBezTo>
                      <a:pt x="120489" y="145253"/>
                      <a:pt x="134665" y="132674"/>
                      <a:pt x="134665" y="112009"/>
                    </a:cubicBezTo>
                    <a:lnTo>
                      <a:pt x="134665" y="68284"/>
                    </a:lnTo>
                    <a:cubicBezTo>
                      <a:pt x="134665" y="47619"/>
                      <a:pt x="120183" y="34741"/>
                      <a:pt x="86593" y="34741"/>
                    </a:cubicBezTo>
                    <a:lnTo>
                      <a:pt x="67487" y="34741"/>
                    </a:lnTo>
                    <a:cubicBezTo>
                      <a:pt x="52696" y="34741"/>
                      <a:pt x="40677" y="46421"/>
                      <a:pt x="40677" y="60797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6" name="手繪多邊形: 圖案 135">
                <a:extLst>
                  <a:ext uri="{FF2B5EF4-FFF2-40B4-BE49-F238E27FC236}">
                    <a16:creationId xmlns:a16="http://schemas.microsoft.com/office/drawing/2014/main" id="{0E272ABF-4059-B87D-7FED-AADBA5A683A6}"/>
                  </a:ext>
                </a:extLst>
              </p:cNvPr>
              <p:cNvSpPr/>
              <p:nvPr/>
            </p:nvSpPr>
            <p:spPr>
              <a:xfrm>
                <a:off x="28248390" y="29646048"/>
                <a:ext cx="151924" cy="296795"/>
              </a:xfrm>
              <a:custGeom>
                <a:avLst/>
                <a:gdLst>
                  <a:gd name="connsiteX0" fmla="*/ 0 w 151924"/>
                  <a:gd name="connsiteY0" fmla="*/ 238095 h 296795"/>
                  <a:gd name="connsiteX1" fmla="*/ 0 w 151924"/>
                  <a:gd name="connsiteY1" fmla="*/ 59598 h 296795"/>
                  <a:gd name="connsiteX2" fmla="*/ 61325 w 151924"/>
                  <a:gd name="connsiteY2" fmla="*/ 0 h 296795"/>
                  <a:gd name="connsiteX3" fmla="*/ 139289 w 151924"/>
                  <a:gd name="connsiteY3" fmla="*/ 0 h 296795"/>
                  <a:gd name="connsiteX4" fmla="*/ 147301 w 151924"/>
                  <a:gd name="connsiteY4" fmla="*/ 7787 h 296795"/>
                  <a:gd name="connsiteX5" fmla="*/ 147301 w 151924"/>
                  <a:gd name="connsiteY5" fmla="*/ 26056 h 296795"/>
                  <a:gd name="connsiteX6" fmla="*/ 139289 w 151924"/>
                  <a:gd name="connsiteY6" fmla="*/ 33843 h 296795"/>
                  <a:gd name="connsiteX7" fmla="*/ 68104 w 151924"/>
                  <a:gd name="connsiteY7" fmla="*/ 33843 h 296795"/>
                  <a:gd name="connsiteX8" fmla="*/ 41294 w 151924"/>
                  <a:gd name="connsiteY8" fmla="*/ 59898 h 296795"/>
                  <a:gd name="connsiteX9" fmla="*/ 41294 w 151924"/>
                  <a:gd name="connsiteY9" fmla="*/ 125187 h 296795"/>
                  <a:gd name="connsiteX10" fmla="*/ 132817 w 151924"/>
                  <a:gd name="connsiteY10" fmla="*/ 125187 h 296795"/>
                  <a:gd name="connsiteX11" fmla="*/ 141446 w 151924"/>
                  <a:gd name="connsiteY11" fmla="*/ 132974 h 296795"/>
                  <a:gd name="connsiteX12" fmla="*/ 141446 w 151924"/>
                  <a:gd name="connsiteY12" fmla="*/ 150344 h 296795"/>
                  <a:gd name="connsiteX13" fmla="*/ 132817 w 151924"/>
                  <a:gd name="connsiteY13" fmla="*/ 158131 h 296795"/>
                  <a:gd name="connsiteX14" fmla="*/ 41294 w 151924"/>
                  <a:gd name="connsiteY14" fmla="*/ 158131 h 296795"/>
                  <a:gd name="connsiteX15" fmla="*/ 41294 w 151924"/>
                  <a:gd name="connsiteY15" fmla="*/ 236597 h 296795"/>
                  <a:gd name="connsiteX16" fmla="*/ 68104 w 151924"/>
                  <a:gd name="connsiteY16" fmla="*/ 262653 h 296795"/>
                  <a:gd name="connsiteX17" fmla="*/ 143912 w 151924"/>
                  <a:gd name="connsiteY17" fmla="*/ 262653 h 296795"/>
                  <a:gd name="connsiteX18" fmla="*/ 151924 w 151924"/>
                  <a:gd name="connsiteY18" fmla="*/ 270140 h 296795"/>
                  <a:gd name="connsiteX19" fmla="*/ 151924 w 151924"/>
                  <a:gd name="connsiteY19" fmla="*/ 289008 h 296795"/>
                  <a:gd name="connsiteX20" fmla="*/ 143912 w 151924"/>
                  <a:gd name="connsiteY20" fmla="*/ 296795 h 296795"/>
                  <a:gd name="connsiteX21" fmla="*/ 61632 w 151924"/>
                  <a:gd name="connsiteY21" fmla="*/ 296795 h 296795"/>
                  <a:gd name="connsiteX22" fmla="*/ 308 w 151924"/>
                  <a:gd name="connsiteY22" fmla="*/ 237197 h 296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24" h="296795">
                    <a:moveTo>
                      <a:pt x="0" y="238095"/>
                    </a:moveTo>
                    <a:lnTo>
                      <a:pt x="0" y="59598"/>
                    </a:lnTo>
                    <a:cubicBezTo>
                      <a:pt x="0" y="26654"/>
                      <a:pt x="27427" y="0"/>
                      <a:pt x="61325" y="0"/>
                    </a:cubicBezTo>
                    <a:lnTo>
                      <a:pt x="139289" y="0"/>
                    </a:lnTo>
                    <a:cubicBezTo>
                      <a:pt x="145144" y="0"/>
                      <a:pt x="147301" y="2097"/>
                      <a:pt x="147301" y="7787"/>
                    </a:cubicBezTo>
                    <a:lnTo>
                      <a:pt x="147301" y="26056"/>
                    </a:lnTo>
                    <a:cubicBezTo>
                      <a:pt x="147301" y="31746"/>
                      <a:pt x="145144" y="33843"/>
                      <a:pt x="139289" y="33843"/>
                    </a:cubicBezTo>
                    <a:lnTo>
                      <a:pt x="68104" y="33843"/>
                    </a:lnTo>
                    <a:cubicBezTo>
                      <a:pt x="53313" y="33843"/>
                      <a:pt x="41294" y="45522"/>
                      <a:pt x="41294" y="59898"/>
                    </a:cubicBezTo>
                    <a:lnTo>
                      <a:pt x="41294" y="125187"/>
                    </a:lnTo>
                    <a:lnTo>
                      <a:pt x="132817" y="125187"/>
                    </a:lnTo>
                    <a:cubicBezTo>
                      <a:pt x="138672" y="125187"/>
                      <a:pt x="141446" y="127283"/>
                      <a:pt x="141446" y="132974"/>
                    </a:cubicBezTo>
                    <a:lnTo>
                      <a:pt x="141446" y="150344"/>
                    </a:lnTo>
                    <a:cubicBezTo>
                      <a:pt x="141446" y="155735"/>
                      <a:pt x="138672" y="158131"/>
                      <a:pt x="132817" y="158131"/>
                    </a:cubicBezTo>
                    <a:lnTo>
                      <a:pt x="41294" y="158131"/>
                    </a:lnTo>
                    <a:lnTo>
                      <a:pt x="41294" y="236597"/>
                    </a:lnTo>
                    <a:cubicBezTo>
                      <a:pt x="41294" y="250973"/>
                      <a:pt x="53313" y="262653"/>
                      <a:pt x="68104" y="262653"/>
                    </a:cubicBezTo>
                    <a:lnTo>
                      <a:pt x="143912" y="262653"/>
                    </a:lnTo>
                    <a:cubicBezTo>
                      <a:pt x="149458" y="262653"/>
                      <a:pt x="151924" y="264450"/>
                      <a:pt x="151924" y="270140"/>
                    </a:cubicBezTo>
                    <a:lnTo>
                      <a:pt x="151924" y="289008"/>
                    </a:lnTo>
                    <a:cubicBezTo>
                      <a:pt x="151924" y="294698"/>
                      <a:pt x="149150" y="296795"/>
                      <a:pt x="143912" y="296795"/>
                    </a:cubicBezTo>
                    <a:lnTo>
                      <a:pt x="61632" y="296795"/>
                    </a:lnTo>
                    <a:cubicBezTo>
                      <a:pt x="27735" y="296795"/>
                      <a:pt x="308" y="270140"/>
                      <a:pt x="308" y="237197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7" name="手繪多邊形: 圖案 136">
                <a:extLst>
                  <a:ext uri="{FF2B5EF4-FFF2-40B4-BE49-F238E27FC236}">
                    <a16:creationId xmlns:a16="http://schemas.microsoft.com/office/drawing/2014/main" id="{0E10CCDF-4391-F0FC-C49E-4913EEE0F3FC}"/>
                  </a:ext>
                </a:extLst>
              </p:cNvPr>
              <p:cNvSpPr/>
              <p:nvPr/>
            </p:nvSpPr>
            <p:spPr>
              <a:xfrm>
                <a:off x="29569470" y="29646048"/>
                <a:ext cx="151922" cy="296795"/>
              </a:xfrm>
              <a:custGeom>
                <a:avLst/>
                <a:gdLst>
                  <a:gd name="connsiteX0" fmla="*/ 0 w 151922"/>
                  <a:gd name="connsiteY0" fmla="*/ 238095 h 296795"/>
                  <a:gd name="connsiteX1" fmla="*/ 0 w 151922"/>
                  <a:gd name="connsiteY1" fmla="*/ 59598 h 296795"/>
                  <a:gd name="connsiteX2" fmla="*/ 61323 w 151922"/>
                  <a:gd name="connsiteY2" fmla="*/ 0 h 296795"/>
                  <a:gd name="connsiteX3" fmla="*/ 139287 w 151922"/>
                  <a:gd name="connsiteY3" fmla="*/ 0 h 296795"/>
                  <a:gd name="connsiteX4" fmla="*/ 147299 w 151922"/>
                  <a:gd name="connsiteY4" fmla="*/ 7787 h 296795"/>
                  <a:gd name="connsiteX5" fmla="*/ 147299 w 151922"/>
                  <a:gd name="connsiteY5" fmla="*/ 26056 h 296795"/>
                  <a:gd name="connsiteX6" fmla="*/ 139287 w 151922"/>
                  <a:gd name="connsiteY6" fmla="*/ 33843 h 296795"/>
                  <a:gd name="connsiteX7" fmla="*/ 68102 w 151922"/>
                  <a:gd name="connsiteY7" fmla="*/ 33843 h 296795"/>
                  <a:gd name="connsiteX8" fmla="*/ 41292 w 151922"/>
                  <a:gd name="connsiteY8" fmla="*/ 59898 h 296795"/>
                  <a:gd name="connsiteX9" fmla="*/ 41292 w 151922"/>
                  <a:gd name="connsiteY9" fmla="*/ 125187 h 296795"/>
                  <a:gd name="connsiteX10" fmla="*/ 132817 w 151922"/>
                  <a:gd name="connsiteY10" fmla="*/ 125187 h 296795"/>
                  <a:gd name="connsiteX11" fmla="*/ 141444 w 151922"/>
                  <a:gd name="connsiteY11" fmla="*/ 132974 h 296795"/>
                  <a:gd name="connsiteX12" fmla="*/ 141444 w 151922"/>
                  <a:gd name="connsiteY12" fmla="*/ 150344 h 296795"/>
                  <a:gd name="connsiteX13" fmla="*/ 132817 w 151922"/>
                  <a:gd name="connsiteY13" fmla="*/ 158131 h 296795"/>
                  <a:gd name="connsiteX14" fmla="*/ 41292 w 151922"/>
                  <a:gd name="connsiteY14" fmla="*/ 158131 h 296795"/>
                  <a:gd name="connsiteX15" fmla="*/ 41292 w 151922"/>
                  <a:gd name="connsiteY15" fmla="*/ 236597 h 296795"/>
                  <a:gd name="connsiteX16" fmla="*/ 68102 w 151922"/>
                  <a:gd name="connsiteY16" fmla="*/ 262653 h 296795"/>
                  <a:gd name="connsiteX17" fmla="*/ 143910 w 151922"/>
                  <a:gd name="connsiteY17" fmla="*/ 262653 h 296795"/>
                  <a:gd name="connsiteX18" fmla="*/ 151922 w 151922"/>
                  <a:gd name="connsiteY18" fmla="*/ 270140 h 296795"/>
                  <a:gd name="connsiteX19" fmla="*/ 151922 w 151922"/>
                  <a:gd name="connsiteY19" fmla="*/ 289008 h 296795"/>
                  <a:gd name="connsiteX20" fmla="*/ 143910 w 151922"/>
                  <a:gd name="connsiteY20" fmla="*/ 296795 h 296795"/>
                  <a:gd name="connsiteX21" fmla="*/ 61632 w 151922"/>
                  <a:gd name="connsiteY21" fmla="*/ 296795 h 296795"/>
                  <a:gd name="connsiteX22" fmla="*/ 307 w 151922"/>
                  <a:gd name="connsiteY22" fmla="*/ 237197 h 2967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22" h="296795">
                    <a:moveTo>
                      <a:pt x="0" y="238095"/>
                    </a:moveTo>
                    <a:lnTo>
                      <a:pt x="0" y="59598"/>
                    </a:lnTo>
                    <a:cubicBezTo>
                      <a:pt x="0" y="26654"/>
                      <a:pt x="27425" y="0"/>
                      <a:pt x="61323" y="0"/>
                    </a:cubicBezTo>
                    <a:lnTo>
                      <a:pt x="139287" y="0"/>
                    </a:lnTo>
                    <a:cubicBezTo>
                      <a:pt x="145142" y="0"/>
                      <a:pt x="147299" y="2097"/>
                      <a:pt x="147299" y="7787"/>
                    </a:cubicBezTo>
                    <a:lnTo>
                      <a:pt x="147299" y="26056"/>
                    </a:lnTo>
                    <a:cubicBezTo>
                      <a:pt x="147299" y="31746"/>
                      <a:pt x="145142" y="33843"/>
                      <a:pt x="139287" y="33843"/>
                    </a:cubicBezTo>
                    <a:lnTo>
                      <a:pt x="68102" y="33843"/>
                    </a:lnTo>
                    <a:cubicBezTo>
                      <a:pt x="53311" y="33843"/>
                      <a:pt x="41292" y="45522"/>
                      <a:pt x="41292" y="59898"/>
                    </a:cubicBezTo>
                    <a:lnTo>
                      <a:pt x="41292" y="125187"/>
                    </a:lnTo>
                    <a:lnTo>
                      <a:pt x="132817" y="125187"/>
                    </a:lnTo>
                    <a:cubicBezTo>
                      <a:pt x="138672" y="125187"/>
                      <a:pt x="141444" y="127283"/>
                      <a:pt x="141444" y="132974"/>
                    </a:cubicBezTo>
                    <a:lnTo>
                      <a:pt x="141444" y="150344"/>
                    </a:lnTo>
                    <a:cubicBezTo>
                      <a:pt x="141444" y="155735"/>
                      <a:pt x="138672" y="158131"/>
                      <a:pt x="132817" y="158131"/>
                    </a:cubicBezTo>
                    <a:lnTo>
                      <a:pt x="41292" y="158131"/>
                    </a:lnTo>
                    <a:lnTo>
                      <a:pt x="41292" y="236597"/>
                    </a:lnTo>
                    <a:cubicBezTo>
                      <a:pt x="41292" y="250973"/>
                      <a:pt x="53311" y="262653"/>
                      <a:pt x="68102" y="262653"/>
                    </a:cubicBezTo>
                    <a:lnTo>
                      <a:pt x="143910" y="262653"/>
                    </a:lnTo>
                    <a:cubicBezTo>
                      <a:pt x="149456" y="262653"/>
                      <a:pt x="151922" y="264450"/>
                      <a:pt x="151922" y="270140"/>
                    </a:cubicBezTo>
                    <a:lnTo>
                      <a:pt x="151922" y="289008"/>
                    </a:lnTo>
                    <a:cubicBezTo>
                      <a:pt x="151922" y="294698"/>
                      <a:pt x="149148" y="296795"/>
                      <a:pt x="143910" y="296795"/>
                    </a:cubicBezTo>
                    <a:lnTo>
                      <a:pt x="61632" y="296795"/>
                    </a:lnTo>
                    <a:cubicBezTo>
                      <a:pt x="27733" y="296795"/>
                      <a:pt x="307" y="270140"/>
                      <a:pt x="307" y="237197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8" name="手繪多邊形: 圖案 137">
                <a:extLst>
                  <a:ext uri="{FF2B5EF4-FFF2-40B4-BE49-F238E27FC236}">
                    <a16:creationId xmlns:a16="http://schemas.microsoft.com/office/drawing/2014/main" id="{7EA92053-5F4E-1311-9F42-EB7F01BBCB3F}"/>
                  </a:ext>
                </a:extLst>
              </p:cNvPr>
              <p:cNvSpPr/>
              <p:nvPr/>
            </p:nvSpPr>
            <p:spPr>
              <a:xfrm>
                <a:off x="28588599" y="29646048"/>
                <a:ext cx="178423" cy="297693"/>
              </a:xfrm>
              <a:custGeom>
                <a:avLst/>
                <a:gdLst>
                  <a:gd name="connsiteX0" fmla="*/ 178423 w 178423"/>
                  <a:gd name="connsiteY0" fmla="*/ 289906 h 297693"/>
                  <a:gd name="connsiteX1" fmla="*/ 170720 w 178423"/>
                  <a:gd name="connsiteY1" fmla="*/ 297694 h 297693"/>
                  <a:gd name="connsiteX2" fmla="*/ 147299 w 178423"/>
                  <a:gd name="connsiteY2" fmla="*/ 297694 h 297693"/>
                  <a:gd name="connsiteX3" fmla="*/ 139287 w 178423"/>
                  <a:gd name="connsiteY3" fmla="*/ 292902 h 297693"/>
                  <a:gd name="connsiteX4" fmla="*/ 51462 w 178423"/>
                  <a:gd name="connsiteY4" fmla="*/ 115603 h 297693"/>
                  <a:gd name="connsiteX5" fmla="*/ 37903 w 178423"/>
                  <a:gd name="connsiteY5" fmla="*/ 84457 h 297693"/>
                  <a:gd name="connsiteX6" fmla="*/ 37903 w 178423"/>
                  <a:gd name="connsiteY6" fmla="*/ 289608 h 297693"/>
                  <a:gd name="connsiteX7" fmla="*/ 30199 w 178423"/>
                  <a:gd name="connsiteY7" fmla="*/ 297394 h 297693"/>
                  <a:gd name="connsiteX8" fmla="*/ 7704 w 178423"/>
                  <a:gd name="connsiteY8" fmla="*/ 297394 h 297693"/>
                  <a:gd name="connsiteX9" fmla="*/ 0 w 178423"/>
                  <a:gd name="connsiteY9" fmla="*/ 289608 h 297693"/>
                  <a:gd name="connsiteX10" fmla="*/ 0 w 178423"/>
                  <a:gd name="connsiteY10" fmla="*/ 7787 h 297693"/>
                  <a:gd name="connsiteX11" fmla="*/ 7704 w 178423"/>
                  <a:gd name="connsiteY11" fmla="*/ 0 h 297693"/>
                  <a:gd name="connsiteX12" fmla="*/ 31431 w 178423"/>
                  <a:gd name="connsiteY12" fmla="*/ 0 h 297693"/>
                  <a:gd name="connsiteX13" fmla="*/ 38520 w 178423"/>
                  <a:gd name="connsiteY13" fmla="*/ 4492 h 297693"/>
                  <a:gd name="connsiteX14" fmla="*/ 128502 w 178423"/>
                  <a:gd name="connsiteY14" fmla="*/ 184186 h 297693"/>
                  <a:gd name="connsiteX15" fmla="*/ 140212 w 178423"/>
                  <a:gd name="connsiteY15" fmla="*/ 212039 h 297693"/>
                  <a:gd name="connsiteX16" fmla="*/ 140212 w 178423"/>
                  <a:gd name="connsiteY16" fmla="*/ 7787 h 297693"/>
                  <a:gd name="connsiteX17" fmla="*/ 148225 w 178423"/>
                  <a:gd name="connsiteY17" fmla="*/ 0 h 297693"/>
                  <a:gd name="connsiteX18" fmla="*/ 170411 w 178423"/>
                  <a:gd name="connsiteY18" fmla="*/ 0 h 297693"/>
                  <a:gd name="connsiteX19" fmla="*/ 178115 w 178423"/>
                  <a:gd name="connsiteY19" fmla="*/ 7787 h 297693"/>
                  <a:gd name="connsiteX20" fmla="*/ 178115 w 178423"/>
                  <a:gd name="connsiteY20" fmla="*/ 2896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23" h="297693">
                    <a:moveTo>
                      <a:pt x="178423" y="289906"/>
                    </a:moveTo>
                    <a:cubicBezTo>
                      <a:pt x="178423" y="295297"/>
                      <a:pt x="176575" y="297694"/>
                      <a:pt x="170720" y="297694"/>
                    </a:cubicBezTo>
                    <a:lnTo>
                      <a:pt x="147299" y="297694"/>
                    </a:lnTo>
                    <a:cubicBezTo>
                      <a:pt x="142678" y="297694"/>
                      <a:pt x="141137" y="296495"/>
                      <a:pt x="139287" y="292902"/>
                    </a:cubicBezTo>
                    <a:lnTo>
                      <a:pt x="51462" y="115603"/>
                    </a:lnTo>
                    <a:cubicBezTo>
                      <a:pt x="46532" y="106020"/>
                      <a:pt x="40986" y="94040"/>
                      <a:pt x="37903" y="84457"/>
                    </a:cubicBezTo>
                    <a:lnTo>
                      <a:pt x="37903" y="289608"/>
                    </a:lnTo>
                    <a:cubicBezTo>
                      <a:pt x="37903" y="294998"/>
                      <a:pt x="35746" y="297394"/>
                      <a:pt x="30199" y="297394"/>
                    </a:cubicBezTo>
                    <a:lnTo>
                      <a:pt x="7704" y="297394"/>
                    </a:lnTo>
                    <a:cubicBezTo>
                      <a:pt x="2157" y="297394"/>
                      <a:pt x="0" y="294698"/>
                      <a:pt x="0" y="289608"/>
                    </a:cubicBezTo>
                    <a:lnTo>
                      <a:pt x="0" y="7787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1" y="0"/>
                    </a:lnTo>
                    <a:cubicBezTo>
                      <a:pt x="35437" y="0"/>
                      <a:pt x="37286" y="1198"/>
                      <a:pt x="38520" y="4492"/>
                    </a:cubicBezTo>
                    <a:lnTo>
                      <a:pt x="128502" y="184186"/>
                    </a:lnTo>
                    <a:cubicBezTo>
                      <a:pt x="132200" y="191674"/>
                      <a:pt x="138055" y="205750"/>
                      <a:pt x="140212" y="212039"/>
                    </a:cubicBezTo>
                    <a:lnTo>
                      <a:pt x="140212" y="7787"/>
                    </a:lnTo>
                    <a:cubicBezTo>
                      <a:pt x="140212" y="2396"/>
                      <a:pt x="142986" y="0"/>
                      <a:pt x="148225" y="0"/>
                    </a:cubicBezTo>
                    <a:lnTo>
                      <a:pt x="170411" y="0"/>
                    </a:lnTo>
                    <a:cubicBezTo>
                      <a:pt x="176266" y="0"/>
                      <a:pt x="178115" y="2695"/>
                      <a:pt x="178115" y="7787"/>
                    </a:cubicBezTo>
                    <a:lnTo>
                      <a:pt x="178115" y="2896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39" name="手繪多邊形: 圖案 138">
                <a:extLst>
                  <a:ext uri="{FF2B5EF4-FFF2-40B4-BE49-F238E27FC236}">
                    <a16:creationId xmlns:a16="http://schemas.microsoft.com/office/drawing/2014/main" id="{DA49DBE1-C42D-7505-04B2-0E95A351DE0B}"/>
                  </a:ext>
                </a:extLst>
              </p:cNvPr>
              <p:cNvSpPr/>
              <p:nvPr/>
            </p:nvSpPr>
            <p:spPr>
              <a:xfrm>
                <a:off x="29192590" y="29646048"/>
                <a:ext cx="177808" cy="297693"/>
              </a:xfrm>
              <a:custGeom>
                <a:avLst/>
                <a:gdLst>
                  <a:gd name="connsiteX0" fmla="*/ 6780 w 177808"/>
                  <a:gd name="connsiteY0" fmla="*/ 297694 h 297693"/>
                  <a:gd name="connsiteX1" fmla="*/ 0 w 177808"/>
                  <a:gd name="connsiteY1" fmla="*/ 289308 h 297693"/>
                  <a:gd name="connsiteX2" fmla="*/ 0 w 177808"/>
                  <a:gd name="connsiteY2" fmla="*/ 8386 h 297693"/>
                  <a:gd name="connsiteX3" fmla="*/ 7704 w 177808"/>
                  <a:gd name="connsiteY3" fmla="*/ 0 h 297693"/>
                  <a:gd name="connsiteX4" fmla="*/ 88750 w 177808"/>
                  <a:gd name="connsiteY4" fmla="*/ 0 h 297693"/>
                  <a:gd name="connsiteX5" fmla="*/ 177808 w 177808"/>
                  <a:gd name="connsiteY5" fmla="*/ 63792 h 297693"/>
                  <a:gd name="connsiteX6" fmla="*/ 177808 w 177808"/>
                  <a:gd name="connsiteY6" fmla="*/ 233602 h 297693"/>
                  <a:gd name="connsiteX7" fmla="*/ 88750 w 177808"/>
                  <a:gd name="connsiteY7" fmla="*/ 297394 h 297693"/>
                  <a:gd name="connsiteX8" fmla="*/ 6780 w 177808"/>
                  <a:gd name="connsiteY8" fmla="*/ 297394 h 297693"/>
                  <a:gd name="connsiteX9" fmla="*/ 40986 w 177808"/>
                  <a:gd name="connsiteY9" fmla="*/ 34441 h 297693"/>
                  <a:gd name="connsiteX10" fmla="*/ 40986 w 177808"/>
                  <a:gd name="connsiteY10" fmla="*/ 263551 h 297693"/>
                  <a:gd name="connsiteX11" fmla="*/ 88133 w 177808"/>
                  <a:gd name="connsiteY11" fmla="*/ 263551 h 297693"/>
                  <a:gd name="connsiteX12" fmla="*/ 136823 w 177808"/>
                  <a:gd name="connsiteY12" fmla="*/ 229410 h 297693"/>
                  <a:gd name="connsiteX13" fmla="*/ 136823 w 177808"/>
                  <a:gd name="connsiteY13" fmla="*/ 68284 h 297693"/>
                  <a:gd name="connsiteX14" fmla="*/ 88133 w 177808"/>
                  <a:gd name="connsiteY14" fmla="*/ 34141 h 297693"/>
                  <a:gd name="connsiteX15" fmla="*/ 40986 w 177808"/>
                  <a:gd name="connsiteY15" fmla="*/ 34141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7808" h="297693">
                    <a:moveTo>
                      <a:pt x="6780" y="297694"/>
                    </a:moveTo>
                    <a:cubicBezTo>
                      <a:pt x="1849" y="297694"/>
                      <a:pt x="0" y="294998"/>
                      <a:pt x="0" y="289308"/>
                    </a:cubicBezTo>
                    <a:lnTo>
                      <a:pt x="0" y="8386"/>
                    </a:lnTo>
                    <a:cubicBezTo>
                      <a:pt x="0" y="2695"/>
                      <a:pt x="2157" y="0"/>
                      <a:pt x="7704" y="0"/>
                    </a:cubicBezTo>
                    <a:lnTo>
                      <a:pt x="88750" y="0"/>
                    </a:lnTo>
                    <a:cubicBezTo>
                      <a:pt x="155928" y="0"/>
                      <a:pt x="177808" y="29649"/>
                      <a:pt x="177808" y="63792"/>
                    </a:cubicBezTo>
                    <a:lnTo>
                      <a:pt x="177808" y="233602"/>
                    </a:lnTo>
                    <a:cubicBezTo>
                      <a:pt x="177808" y="267744"/>
                      <a:pt x="155620" y="297394"/>
                      <a:pt x="88750" y="297394"/>
                    </a:cubicBezTo>
                    <a:lnTo>
                      <a:pt x="6780" y="297394"/>
                    </a:lnTo>
                    <a:close/>
                    <a:moveTo>
                      <a:pt x="40986" y="34441"/>
                    </a:moveTo>
                    <a:lnTo>
                      <a:pt x="40986" y="263551"/>
                    </a:lnTo>
                    <a:lnTo>
                      <a:pt x="88133" y="263551"/>
                    </a:lnTo>
                    <a:cubicBezTo>
                      <a:pt x="122340" y="263551"/>
                      <a:pt x="136823" y="250374"/>
                      <a:pt x="136823" y="229410"/>
                    </a:cubicBezTo>
                    <a:lnTo>
                      <a:pt x="136823" y="68284"/>
                    </a:lnTo>
                    <a:cubicBezTo>
                      <a:pt x="136823" y="47319"/>
                      <a:pt x="122340" y="34141"/>
                      <a:pt x="88133" y="34141"/>
                    </a:cubicBezTo>
                    <a:lnTo>
                      <a:pt x="40986" y="34141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0" name="手繪多邊形: 圖案 139">
                <a:extLst>
                  <a:ext uri="{FF2B5EF4-FFF2-40B4-BE49-F238E27FC236}">
                    <a16:creationId xmlns:a16="http://schemas.microsoft.com/office/drawing/2014/main" id="{7AB7D3A3-90E9-22EA-C1B6-3EAF45522BC7}"/>
                  </a:ext>
                </a:extLst>
              </p:cNvPr>
              <p:cNvSpPr/>
              <p:nvPr/>
            </p:nvSpPr>
            <p:spPr>
              <a:xfrm>
                <a:off x="29909677" y="29646048"/>
                <a:ext cx="178423" cy="297693"/>
              </a:xfrm>
              <a:custGeom>
                <a:avLst/>
                <a:gdLst>
                  <a:gd name="connsiteX0" fmla="*/ 178423 w 178423"/>
                  <a:gd name="connsiteY0" fmla="*/ 289906 h 297693"/>
                  <a:gd name="connsiteX1" fmla="*/ 170720 w 178423"/>
                  <a:gd name="connsiteY1" fmla="*/ 297694 h 297693"/>
                  <a:gd name="connsiteX2" fmla="*/ 147299 w 178423"/>
                  <a:gd name="connsiteY2" fmla="*/ 297694 h 297693"/>
                  <a:gd name="connsiteX3" fmla="*/ 139289 w 178423"/>
                  <a:gd name="connsiteY3" fmla="*/ 292902 h 297693"/>
                  <a:gd name="connsiteX4" fmla="*/ 51462 w 178423"/>
                  <a:gd name="connsiteY4" fmla="*/ 115603 h 297693"/>
                  <a:gd name="connsiteX5" fmla="*/ 37903 w 178423"/>
                  <a:gd name="connsiteY5" fmla="*/ 84457 h 297693"/>
                  <a:gd name="connsiteX6" fmla="*/ 37903 w 178423"/>
                  <a:gd name="connsiteY6" fmla="*/ 289608 h 297693"/>
                  <a:gd name="connsiteX7" fmla="*/ 30199 w 178423"/>
                  <a:gd name="connsiteY7" fmla="*/ 297394 h 297693"/>
                  <a:gd name="connsiteX8" fmla="*/ 7704 w 178423"/>
                  <a:gd name="connsiteY8" fmla="*/ 297394 h 297693"/>
                  <a:gd name="connsiteX9" fmla="*/ 0 w 178423"/>
                  <a:gd name="connsiteY9" fmla="*/ 289608 h 297693"/>
                  <a:gd name="connsiteX10" fmla="*/ 0 w 178423"/>
                  <a:gd name="connsiteY10" fmla="*/ 7787 h 297693"/>
                  <a:gd name="connsiteX11" fmla="*/ 7704 w 178423"/>
                  <a:gd name="connsiteY11" fmla="*/ 0 h 297693"/>
                  <a:gd name="connsiteX12" fmla="*/ 31433 w 178423"/>
                  <a:gd name="connsiteY12" fmla="*/ 0 h 297693"/>
                  <a:gd name="connsiteX13" fmla="*/ 38520 w 178423"/>
                  <a:gd name="connsiteY13" fmla="*/ 4492 h 297693"/>
                  <a:gd name="connsiteX14" fmla="*/ 128502 w 178423"/>
                  <a:gd name="connsiteY14" fmla="*/ 184186 h 297693"/>
                  <a:gd name="connsiteX15" fmla="*/ 140212 w 178423"/>
                  <a:gd name="connsiteY15" fmla="*/ 212039 h 297693"/>
                  <a:gd name="connsiteX16" fmla="*/ 140212 w 178423"/>
                  <a:gd name="connsiteY16" fmla="*/ 7787 h 297693"/>
                  <a:gd name="connsiteX17" fmla="*/ 148225 w 178423"/>
                  <a:gd name="connsiteY17" fmla="*/ 0 h 297693"/>
                  <a:gd name="connsiteX18" fmla="*/ 170411 w 178423"/>
                  <a:gd name="connsiteY18" fmla="*/ 0 h 297693"/>
                  <a:gd name="connsiteX19" fmla="*/ 178115 w 178423"/>
                  <a:gd name="connsiteY19" fmla="*/ 7787 h 297693"/>
                  <a:gd name="connsiteX20" fmla="*/ 178115 w 178423"/>
                  <a:gd name="connsiteY20" fmla="*/ 2896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23" h="297693">
                    <a:moveTo>
                      <a:pt x="178423" y="289906"/>
                    </a:moveTo>
                    <a:cubicBezTo>
                      <a:pt x="178423" y="295297"/>
                      <a:pt x="176575" y="297694"/>
                      <a:pt x="170720" y="297694"/>
                    </a:cubicBezTo>
                    <a:lnTo>
                      <a:pt x="147299" y="297694"/>
                    </a:lnTo>
                    <a:cubicBezTo>
                      <a:pt x="142678" y="297694"/>
                      <a:pt x="141137" y="296495"/>
                      <a:pt x="139289" y="292902"/>
                    </a:cubicBezTo>
                    <a:lnTo>
                      <a:pt x="51462" y="115603"/>
                    </a:lnTo>
                    <a:cubicBezTo>
                      <a:pt x="46532" y="106020"/>
                      <a:pt x="40986" y="94040"/>
                      <a:pt x="37903" y="84457"/>
                    </a:cubicBezTo>
                    <a:lnTo>
                      <a:pt x="37903" y="289608"/>
                    </a:lnTo>
                    <a:cubicBezTo>
                      <a:pt x="37903" y="294998"/>
                      <a:pt x="35746" y="297394"/>
                      <a:pt x="30199" y="297394"/>
                    </a:cubicBezTo>
                    <a:lnTo>
                      <a:pt x="7704" y="297394"/>
                    </a:lnTo>
                    <a:cubicBezTo>
                      <a:pt x="2157" y="297394"/>
                      <a:pt x="0" y="294698"/>
                      <a:pt x="0" y="289608"/>
                    </a:cubicBezTo>
                    <a:lnTo>
                      <a:pt x="0" y="7787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3" y="0"/>
                    </a:lnTo>
                    <a:cubicBezTo>
                      <a:pt x="35437" y="0"/>
                      <a:pt x="37288" y="1198"/>
                      <a:pt x="38520" y="4492"/>
                    </a:cubicBezTo>
                    <a:lnTo>
                      <a:pt x="128502" y="184186"/>
                    </a:lnTo>
                    <a:cubicBezTo>
                      <a:pt x="132200" y="191674"/>
                      <a:pt x="138055" y="205750"/>
                      <a:pt x="140212" y="212039"/>
                    </a:cubicBezTo>
                    <a:lnTo>
                      <a:pt x="140212" y="7787"/>
                    </a:lnTo>
                    <a:cubicBezTo>
                      <a:pt x="140212" y="2396"/>
                      <a:pt x="142986" y="0"/>
                      <a:pt x="148225" y="0"/>
                    </a:cubicBezTo>
                    <a:lnTo>
                      <a:pt x="170411" y="0"/>
                    </a:lnTo>
                    <a:cubicBezTo>
                      <a:pt x="176266" y="0"/>
                      <a:pt x="178115" y="2695"/>
                      <a:pt x="178115" y="7787"/>
                    </a:cubicBezTo>
                    <a:lnTo>
                      <a:pt x="178115" y="2896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6773DB94-6F20-FA8A-5ED2-18D5F2AE24C7}"/>
                  </a:ext>
                </a:extLst>
              </p:cNvPr>
              <p:cNvSpPr/>
              <p:nvPr/>
            </p:nvSpPr>
            <p:spPr>
              <a:xfrm>
                <a:off x="30266833" y="29646348"/>
                <a:ext cx="176884" cy="297393"/>
              </a:xfrm>
              <a:custGeom>
                <a:avLst/>
                <a:gdLst>
                  <a:gd name="connsiteX0" fmla="*/ 168873 w 176884"/>
                  <a:gd name="connsiteY0" fmla="*/ 0 h 297393"/>
                  <a:gd name="connsiteX1" fmla="*/ 176885 w 176884"/>
                  <a:gd name="connsiteY1" fmla="*/ 7786 h 297393"/>
                  <a:gd name="connsiteX2" fmla="*/ 176885 w 176884"/>
                  <a:gd name="connsiteY2" fmla="*/ 26056 h 297393"/>
                  <a:gd name="connsiteX3" fmla="*/ 168873 w 176884"/>
                  <a:gd name="connsiteY3" fmla="*/ 33842 h 297393"/>
                  <a:gd name="connsiteX4" fmla="*/ 109090 w 176884"/>
                  <a:gd name="connsiteY4" fmla="*/ 33842 h 297393"/>
                  <a:gd name="connsiteX5" fmla="*/ 109090 w 176884"/>
                  <a:gd name="connsiteY5" fmla="*/ 289008 h 297393"/>
                  <a:gd name="connsiteX6" fmla="*/ 101386 w 176884"/>
                  <a:gd name="connsiteY6" fmla="*/ 297394 h 297393"/>
                  <a:gd name="connsiteX7" fmla="*/ 75808 w 176884"/>
                  <a:gd name="connsiteY7" fmla="*/ 297394 h 297393"/>
                  <a:gd name="connsiteX8" fmla="*/ 67795 w 176884"/>
                  <a:gd name="connsiteY8" fmla="*/ 289008 h 297393"/>
                  <a:gd name="connsiteX9" fmla="*/ 67795 w 176884"/>
                  <a:gd name="connsiteY9" fmla="*/ 33842 h 297393"/>
                  <a:gd name="connsiteX10" fmla="*/ 8012 w 176884"/>
                  <a:gd name="connsiteY10" fmla="*/ 33842 h 297393"/>
                  <a:gd name="connsiteX11" fmla="*/ 0 w 176884"/>
                  <a:gd name="connsiteY11" fmla="*/ 26056 h 297393"/>
                  <a:gd name="connsiteX12" fmla="*/ 0 w 176884"/>
                  <a:gd name="connsiteY12" fmla="*/ 7786 h 297393"/>
                  <a:gd name="connsiteX13" fmla="*/ 8012 w 176884"/>
                  <a:gd name="connsiteY13" fmla="*/ 0 h 297393"/>
                  <a:gd name="connsiteX14" fmla="*/ 169181 w 176884"/>
                  <a:gd name="connsiteY14" fmla="*/ 0 h 29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6884" h="297393">
                    <a:moveTo>
                      <a:pt x="168873" y="0"/>
                    </a:moveTo>
                    <a:cubicBezTo>
                      <a:pt x="174419" y="0"/>
                      <a:pt x="176885" y="2096"/>
                      <a:pt x="176885" y="7786"/>
                    </a:cubicBezTo>
                    <a:lnTo>
                      <a:pt x="176885" y="26056"/>
                    </a:lnTo>
                    <a:cubicBezTo>
                      <a:pt x="176885" y="31746"/>
                      <a:pt x="174111" y="33842"/>
                      <a:pt x="168873" y="33842"/>
                    </a:cubicBezTo>
                    <a:lnTo>
                      <a:pt x="109090" y="33842"/>
                    </a:lnTo>
                    <a:lnTo>
                      <a:pt x="109090" y="289008"/>
                    </a:lnTo>
                    <a:cubicBezTo>
                      <a:pt x="109090" y="294698"/>
                      <a:pt x="106932" y="297394"/>
                      <a:pt x="101386" y="297394"/>
                    </a:cubicBezTo>
                    <a:lnTo>
                      <a:pt x="75808" y="297394"/>
                    </a:lnTo>
                    <a:cubicBezTo>
                      <a:pt x="69953" y="297394"/>
                      <a:pt x="67795" y="294698"/>
                      <a:pt x="67795" y="289008"/>
                    </a:cubicBezTo>
                    <a:lnTo>
                      <a:pt x="67795" y="33842"/>
                    </a:lnTo>
                    <a:lnTo>
                      <a:pt x="8012" y="33842"/>
                    </a:lnTo>
                    <a:cubicBezTo>
                      <a:pt x="2157" y="33842"/>
                      <a:pt x="0" y="31746"/>
                      <a:pt x="0" y="26056"/>
                    </a:cubicBezTo>
                    <a:lnTo>
                      <a:pt x="0" y="7786"/>
                    </a:lnTo>
                    <a:cubicBezTo>
                      <a:pt x="0" y="2096"/>
                      <a:pt x="2157" y="0"/>
                      <a:pt x="8012" y="0"/>
                    </a:cubicBezTo>
                    <a:lnTo>
                      <a:pt x="169181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B3607B36-C31A-62FE-25DC-7C0A1FB1DB30}"/>
                  </a:ext>
                </a:extLst>
              </p:cNvPr>
              <p:cNvSpPr/>
              <p:nvPr/>
            </p:nvSpPr>
            <p:spPr>
              <a:xfrm>
                <a:off x="30578172" y="29646348"/>
                <a:ext cx="198134" cy="297393"/>
              </a:xfrm>
              <a:custGeom>
                <a:avLst/>
                <a:gdLst>
                  <a:gd name="connsiteX0" fmla="*/ 112073 w 198134"/>
                  <a:gd name="connsiteY0" fmla="*/ 0 h 297393"/>
                  <a:gd name="connsiteX1" fmla="*/ 122549 w 198134"/>
                  <a:gd name="connsiteY1" fmla="*/ 7786 h 297393"/>
                  <a:gd name="connsiteX2" fmla="*/ 197740 w 198134"/>
                  <a:gd name="connsiteY2" fmla="*/ 289607 h 297393"/>
                  <a:gd name="connsiteX3" fmla="*/ 191576 w 198134"/>
                  <a:gd name="connsiteY3" fmla="*/ 297394 h 297393"/>
                  <a:gd name="connsiteX4" fmla="*/ 166000 w 198134"/>
                  <a:gd name="connsiteY4" fmla="*/ 297394 h 297393"/>
                  <a:gd name="connsiteX5" fmla="*/ 156448 w 198134"/>
                  <a:gd name="connsiteY5" fmla="*/ 289607 h 297393"/>
                  <a:gd name="connsiteX6" fmla="*/ 137957 w 198134"/>
                  <a:gd name="connsiteY6" fmla="*/ 219526 h 297393"/>
                  <a:gd name="connsiteX7" fmla="*/ 57836 w 198134"/>
                  <a:gd name="connsiteY7" fmla="*/ 219526 h 297393"/>
                  <a:gd name="connsiteX8" fmla="*/ 39962 w 198134"/>
                  <a:gd name="connsiteY8" fmla="*/ 289607 h 297393"/>
                  <a:gd name="connsiteX9" fmla="*/ 30410 w 198134"/>
                  <a:gd name="connsiteY9" fmla="*/ 297394 h 297393"/>
                  <a:gd name="connsiteX10" fmla="*/ 6681 w 198134"/>
                  <a:gd name="connsiteY10" fmla="*/ 297394 h 297393"/>
                  <a:gd name="connsiteX11" fmla="*/ 519 w 198134"/>
                  <a:gd name="connsiteY11" fmla="*/ 289607 h 297393"/>
                  <a:gd name="connsiteX12" fmla="*/ 76017 w 198134"/>
                  <a:gd name="connsiteY12" fmla="*/ 7786 h 297393"/>
                  <a:gd name="connsiteX13" fmla="*/ 86495 w 198134"/>
                  <a:gd name="connsiteY13" fmla="*/ 0 h 297393"/>
                  <a:gd name="connsiteX14" fmla="*/ 112688 w 198134"/>
                  <a:gd name="connsiteY14" fmla="*/ 0 h 297393"/>
                  <a:gd name="connsiteX15" fmla="*/ 108066 w 198134"/>
                  <a:gd name="connsiteY15" fmla="*/ 104822 h 297393"/>
                  <a:gd name="connsiteX16" fmla="*/ 98205 w 198134"/>
                  <a:gd name="connsiteY16" fmla="*/ 47619 h 297393"/>
                  <a:gd name="connsiteX17" fmla="*/ 87727 w 198134"/>
                  <a:gd name="connsiteY17" fmla="*/ 104522 h 297393"/>
                  <a:gd name="connsiteX18" fmla="*/ 65232 w 198134"/>
                  <a:gd name="connsiteY18" fmla="*/ 187181 h 297393"/>
                  <a:gd name="connsiteX19" fmla="*/ 129944 w 198134"/>
                  <a:gd name="connsiteY19" fmla="*/ 187181 h 297393"/>
                  <a:gd name="connsiteX20" fmla="*/ 107758 w 198134"/>
                  <a:gd name="connsiteY20" fmla="*/ 104822 h 297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34" h="297393">
                    <a:moveTo>
                      <a:pt x="112073" y="0"/>
                    </a:moveTo>
                    <a:cubicBezTo>
                      <a:pt x="117619" y="0"/>
                      <a:pt x="121008" y="2695"/>
                      <a:pt x="122549" y="7786"/>
                    </a:cubicBezTo>
                    <a:lnTo>
                      <a:pt x="197740" y="289607"/>
                    </a:lnTo>
                    <a:cubicBezTo>
                      <a:pt x="198972" y="294997"/>
                      <a:pt x="197431" y="297394"/>
                      <a:pt x="191576" y="297394"/>
                    </a:cubicBezTo>
                    <a:lnTo>
                      <a:pt x="166000" y="297394"/>
                    </a:lnTo>
                    <a:cubicBezTo>
                      <a:pt x="160145" y="297394"/>
                      <a:pt x="157988" y="294399"/>
                      <a:pt x="156448" y="289607"/>
                    </a:cubicBezTo>
                    <a:lnTo>
                      <a:pt x="137957" y="219526"/>
                    </a:lnTo>
                    <a:lnTo>
                      <a:pt x="57836" y="219526"/>
                    </a:lnTo>
                    <a:lnTo>
                      <a:pt x="39962" y="289607"/>
                    </a:lnTo>
                    <a:cubicBezTo>
                      <a:pt x="38730" y="294399"/>
                      <a:pt x="35956" y="297394"/>
                      <a:pt x="30410" y="297394"/>
                    </a:cubicBezTo>
                    <a:lnTo>
                      <a:pt x="6681" y="297394"/>
                    </a:lnTo>
                    <a:cubicBezTo>
                      <a:pt x="826" y="297394"/>
                      <a:pt x="-1023" y="294698"/>
                      <a:pt x="519" y="289607"/>
                    </a:cubicBezTo>
                    <a:lnTo>
                      <a:pt x="76017" y="7786"/>
                    </a:lnTo>
                    <a:cubicBezTo>
                      <a:pt x="77250" y="2396"/>
                      <a:pt x="80640" y="0"/>
                      <a:pt x="86495" y="0"/>
                    </a:cubicBezTo>
                    <a:lnTo>
                      <a:pt x="112688" y="0"/>
                    </a:lnTo>
                    <a:close/>
                    <a:moveTo>
                      <a:pt x="108066" y="104822"/>
                    </a:moveTo>
                    <a:cubicBezTo>
                      <a:pt x="104984" y="93740"/>
                      <a:pt x="99437" y="61395"/>
                      <a:pt x="98205" y="47619"/>
                    </a:cubicBezTo>
                    <a:cubicBezTo>
                      <a:pt x="96048" y="63791"/>
                      <a:pt x="91116" y="92243"/>
                      <a:pt x="87727" y="104522"/>
                    </a:cubicBezTo>
                    <a:lnTo>
                      <a:pt x="65232" y="187181"/>
                    </a:lnTo>
                    <a:lnTo>
                      <a:pt x="129944" y="187181"/>
                    </a:lnTo>
                    <a:lnTo>
                      <a:pt x="107758" y="104822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8FABCD75-01BC-8C0C-F56D-02D36947C01A}"/>
                  </a:ext>
                </a:extLst>
              </p:cNvPr>
              <p:cNvSpPr/>
              <p:nvPr/>
            </p:nvSpPr>
            <p:spPr>
              <a:xfrm>
                <a:off x="30955878" y="29646048"/>
                <a:ext cx="144833" cy="297693"/>
              </a:xfrm>
              <a:custGeom>
                <a:avLst/>
                <a:gdLst>
                  <a:gd name="connsiteX0" fmla="*/ 61323 w 144833"/>
                  <a:gd name="connsiteY0" fmla="*/ 297694 h 297693"/>
                  <a:gd name="connsiteX1" fmla="*/ 0 w 144833"/>
                  <a:gd name="connsiteY1" fmla="*/ 238095 h 297693"/>
                  <a:gd name="connsiteX2" fmla="*/ 0 w 144833"/>
                  <a:gd name="connsiteY2" fmla="*/ 8386 h 297693"/>
                  <a:gd name="connsiteX3" fmla="*/ 8012 w 144833"/>
                  <a:gd name="connsiteY3" fmla="*/ 0 h 297693"/>
                  <a:gd name="connsiteX4" fmla="*/ 33280 w 144833"/>
                  <a:gd name="connsiteY4" fmla="*/ 0 h 297693"/>
                  <a:gd name="connsiteX5" fmla="*/ 40984 w 144833"/>
                  <a:gd name="connsiteY5" fmla="*/ 8386 h 297693"/>
                  <a:gd name="connsiteX6" fmla="*/ 40984 w 144833"/>
                  <a:gd name="connsiteY6" fmla="*/ 237496 h 297693"/>
                  <a:gd name="connsiteX7" fmla="*/ 67794 w 144833"/>
                  <a:gd name="connsiteY7" fmla="*/ 263551 h 297693"/>
                  <a:gd name="connsiteX8" fmla="*/ 136823 w 144833"/>
                  <a:gd name="connsiteY8" fmla="*/ 263551 h 297693"/>
                  <a:gd name="connsiteX9" fmla="*/ 144833 w 144833"/>
                  <a:gd name="connsiteY9" fmla="*/ 271038 h 297693"/>
                  <a:gd name="connsiteX10" fmla="*/ 144833 w 144833"/>
                  <a:gd name="connsiteY10" fmla="*/ 289906 h 297693"/>
                  <a:gd name="connsiteX11" fmla="*/ 136823 w 144833"/>
                  <a:gd name="connsiteY11" fmla="*/ 297694 h 297693"/>
                  <a:gd name="connsiteX12" fmla="*/ 61323 w 144833"/>
                  <a:gd name="connsiteY12" fmla="*/ 297694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33" h="297693">
                    <a:moveTo>
                      <a:pt x="61323" y="297694"/>
                    </a:moveTo>
                    <a:cubicBezTo>
                      <a:pt x="27425" y="297694"/>
                      <a:pt x="0" y="271038"/>
                      <a:pt x="0" y="238095"/>
                    </a:cubicBezTo>
                    <a:lnTo>
                      <a:pt x="0" y="8386"/>
                    </a:lnTo>
                    <a:cubicBezTo>
                      <a:pt x="0" y="2695"/>
                      <a:pt x="2157" y="0"/>
                      <a:pt x="8012" y="0"/>
                    </a:cubicBezTo>
                    <a:lnTo>
                      <a:pt x="33280" y="0"/>
                    </a:lnTo>
                    <a:cubicBezTo>
                      <a:pt x="39135" y="0"/>
                      <a:pt x="40984" y="2695"/>
                      <a:pt x="40984" y="8386"/>
                    </a:cubicBezTo>
                    <a:lnTo>
                      <a:pt x="40984" y="237496"/>
                    </a:lnTo>
                    <a:cubicBezTo>
                      <a:pt x="40984" y="251872"/>
                      <a:pt x="53002" y="263551"/>
                      <a:pt x="67794" y="263551"/>
                    </a:cubicBezTo>
                    <a:lnTo>
                      <a:pt x="136823" y="263551"/>
                    </a:lnTo>
                    <a:cubicBezTo>
                      <a:pt x="142369" y="263551"/>
                      <a:pt x="144833" y="265348"/>
                      <a:pt x="144833" y="271038"/>
                    </a:cubicBezTo>
                    <a:lnTo>
                      <a:pt x="144833" y="289906"/>
                    </a:lnTo>
                    <a:cubicBezTo>
                      <a:pt x="144833" y="295597"/>
                      <a:pt x="142061" y="297694"/>
                      <a:pt x="136823" y="297694"/>
                    </a:cubicBezTo>
                    <a:lnTo>
                      <a:pt x="61323" y="297694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D843AA5C-8575-E957-EEA7-64C0B3D79690}"/>
                  </a:ext>
                </a:extLst>
              </p:cNvPr>
              <p:cNvSpPr/>
              <p:nvPr/>
            </p:nvSpPr>
            <p:spPr>
              <a:xfrm>
                <a:off x="31852929" y="29646048"/>
                <a:ext cx="144835" cy="297693"/>
              </a:xfrm>
              <a:custGeom>
                <a:avLst/>
                <a:gdLst>
                  <a:gd name="connsiteX0" fmla="*/ 61323 w 144835"/>
                  <a:gd name="connsiteY0" fmla="*/ 297694 h 297693"/>
                  <a:gd name="connsiteX1" fmla="*/ 0 w 144835"/>
                  <a:gd name="connsiteY1" fmla="*/ 238095 h 297693"/>
                  <a:gd name="connsiteX2" fmla="*/ 0 w 144835"/>
                  <a:gd name="connsiteY2" fmla="*/ 8386 h 297693"/>
                  <a:gd name="connsiteX3" fmla="*/ 8012 w 144835"/>
                  <a:gd name="connsiteY3" fmla="*/ 0 h 297693"/>
                  <a:gd name="connsiteX4" fmla="*/ 33282 w 144835"/>
                  <a:gd name="connsiteY4" fmla="*/ 0 h 297693"/>
                  <a:gd name="connsiteX5" fmla="*/ 40986 w 144835"/>
                  <a:gd name="connsiteY5" fmla="*/ 8386 h 297693"/>
                  <a:gd name="connsiteX6" fmla="*/ 40986 w 144835"/>
                  <a:gd name="connsiteY6" fmla="*/ 237496 h 297693"/>
                  <a:gd name="connsiteX7" fmla="*/ 67795 w 144835"/>
                  <a:gd name="connsiteY7" fmla="*/ 263551 h 297693"/>
                  <a:gd name="connsiteX8" fmla="*/ 136823 w 144835"/>
                  <a:gd name="connsiteY8" fmla="*/ 263551 h 297693"/>
                  <a:gd name="connsiteX9" fmla="*/ 144835 w 144835"/>
                  <a:gd name="connsiteY9" fmla="*/ 271038 h 297693"/>
                  <a:gd name="connsiteX10" fmla="*/ 144835 w 144835"/>
                  <a:gd name="connsiteY10" fmla="*/ 289906 h 297693"/>
                  <a:gd name="connsiteX11" fmla="*/ 136823 w 144835"/>
                  <a:gd name="connsiteY11" fmla="*/ 297694 h 297693"/>
                  <a:gd name="connsiteX12" fmla="*/ 61323 w 144835"/>
                  <a:gd name="connsiteY12" fmla="*/ 297694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35" h="297693">
                    <a:moveTo>
                      <a:pt x="61323" y="297694"/>
                    </a:moveTo>
                    <a:cubicBezTo>
                      <a:pt x="27427" y="297694"/>
                      <a:pt x="0" y="271038"/>
                      <a:pt x="0" y="238095"/>
                    </a:cubicBezTo>
                    <a:lnTo>
                      <a:pt x="0" y="8386"/>
                    </a:lnTo>
                    <a:cubicBezTo>
                      <a:pt x="0" y="2695"/>
                      <a:pt x="2157" y="0"/>
                      <a:pt x="8012" y="0"/>
                    </a:cubicBezTo>
                    <a:lnTo>
                      <a:pt x="33282" y="0"/>
                    </a:lnTo>
                    <a:cubicBezTo>
                      <a:pt x="39137" y="0"/>
                      <a:pt x="40986" y="2695"/>
                      <a:pt x="40986" y="8386"/>
                    </a:cubicBezTo>
                    <a:lnTo>
                      <a:pt x="40986" y="237496"/>
                    </a:lnTo>
                    <a:cubicBezTo>
                      <a:pt x="40986" y="251872"/>
                      <a:pt x="53002" y="263551"/>
                      <a:pt x="67795" y="263551"/>
                    </a:cubicBezTo>
                    <a:lnTo>
                      <a:pt x="136823" y="263551"/>
                    </a:lnTo>
                    <a:cubicBezTo>
                      <a:pt x="142369" y="263551"/>
                      <a:pt x="144835" y="265348"/>
                      <a:pt x="144835" y="271038"/>
                    </a:cubicBezTo>
                    <a:lnTo>
                      <a:pt x="144835" y="289906"/>
                    </a:lnTo>
                    <a:cubicBezTo>
                      <a:pt x="144835" y="295597"/>
                      <a:pt x="142061" y="297694"/>
                      <a:pt x="136823" y="297694"/>
                    </a:cubicBezTo>
                    <a:lnTo>
                      <a:pt x="61323" y="297694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5" name="手繪多邊形: 圖案 144">
                <a:extLst>
                  <a:ext uri="{FF2B5EF4-FFF2-40B4-BE49-F238E27FC236}">
                    <a16:creationId xmlns:a16="http://schemas.microsoft.com/office/drawing/2014/main" id="{BD8F0C41-A924-746A-8E93-4BC274443E21}"/>
                  </a:ext>
                </a:extLst>
              </p:cNvPr>
              <p:cNvSpPr/>
              <p:nvPr/>
            </p:nvSpPr>
            <p:spPr>
              <a:xfrm>
                <a:off x="31490225" y="29643053"/>
                <a:ext cx="172570" cy="304282"/>
              </a:xfrm>
              <a:custGeom>
                <a:avLst/>
                <a:gdLst>
                  <a:gd name="connsiteX0" fmla="*/ 172570 w 172570"/>
                  <a:gd name="connsiteY0" fmla="*/ 240491 h 304282"/>
                  <a:gd name="connsiteX1" fmla="*/ 86284 w 172570"/>
                  <a:gd name="connsiteY1" fmla="*/ 304282 h 304282"/>
                  <a:gd name="connsiteX2" fmla="*/ 0 w 172570"/>
                  <a:gd name="connsiteY2" fmla="*/ 240491 h 304282"/>
                  <a:gd name="connsiteX3" fmla="*/ 0 w 172570"/>
                  <a:gd name="connsiteY3" fmla="*/ 63792 h 304282"/>
                  <a:gd name="connsiteX4" fmla="*/ 86284 w 172570"/>
                  <a:gd name="connsiteY4" fmla="*/ 0 h 304282"/>
                  <a:gd name="connsiteX5" fmla="*/ 172570 w 172570"/>
                  <a:gd name="connsiteY5" fmla="*/ 63792 h 304282"/>
                  <a:gd name="connsiteX6" fmla="*/ 172570 w 172570"/>
                  <a:gd name="connsiteY6" fmla="*/ 88350 h 304282"/>
                  <a:gd name="connsiteX7" fmla="*/ 164866 w 172570"/>
                  <a:gd name="connsiteY7" fmla="*/ 96736 h 304282"/>
                  <a:gd name="connsiteX8" fmla="*/ 140521 w 172570"/>
                  <a:gd name="connsiteY8" fmla="*/ 96736 h 304282"/>
                  <a:gd name="connsiteX9" fmla="*/ 132508 w 172570"/>
                  <a:gd name="connsiteY9" fmla="*/ 88350 h 304282"/>
                  <a:gd name="connsiteX10" fmla="*/ 132508 w 172570"/>
                  <a:gd name="connsiteY10" fmla="*/ 67385 h 304282"/>
                  <a:gd name="connsiteX11" fmla="*/ 86593 w 172570"/>
                  <a:gd name="connsiteY11" fmla="*/ 34142 h 304282"/>
                  <a:gd name="connsiteX12" fmla="*/ 40986 w 172570"/>
                  <a:gd name="connsiteY12" fmla="*/ 67385 h 304282"/>
                  <a:gd name="connsiteX13" fmla="*/ 40986 w 172570"/>
                  <a:gd name="connsiteY13" fmla="*/ 237197 h 304282"/>
                  <a:gd name="connsiteX14" fmla="*/ 86593 w 172570"/>
                  <a:gd name="connsiteY14" fmla="*/ 270440 h 304282"/>
                  <a:gd name="connsiteX15" fmla="*/ 132508 w 172570"/>
                  <a:gd name="connsiteY15" fmla="*/ 237197 h 304282"/>
                  <a:gd name="connsiteX16" fmla="*/ 132508 w 172570"/>
                  <a:gd name="connsiteY16" fmla="*/ 210542 h 304282"/>
                  <a:gd name="connsiteX17" fmla="*/ 140521 w 172570"/>
                  <a:gd name="connsiteY17" fmla="*/ 202756 h 304282"/>
                  <a:gd name="connsiteX18" fmla="*/ 164866 w 172570"/>
                  <a:gd name="connsiteY18" fmla="*/ 202756 h 304282"/>
                  <a:gd name="connsiteX19" fmla="*/ 172570 w 172570"/>
                  <a:gd name="connsiteY19" fmla="*/ 210542 h 304282"/>
                  <a:gd name="connsiteX20" fmla="*/ 172570 w 172570"/>
                  <a:gd name="connsiteY20" fmla="*/ 240791 h 30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70" h="304282">
                    <a:moveTo>
                      <a:pt x="172570" y="240491"/>
                    </a:moveTo>
                    <a:cubicBezTo>
                      <a:pt x="172570" y="274633"/>
                      <a:pt x="153771" y="304282"/>
                      <a:pt x="86284" y="304282"/>
                    </a:cubicBezTo>
                    <a:cubicBezTo>
                      <a:pt x="18797" y="304282"/>
                      <a:pt x="0" y="274633"/>
                      <a:pt x="0" y="240491"/>
                    </a:cubicBezTo>
                    <a:lnTo>
                      <a:pt x="0" y="63792"/>
                    </a:lnTo>
                    <a:cubicBezTo>
                      <a:pt x="0" y="29649"/>
                      <a:pt x="19414" y="0"/>
                      <a:pt x="86284" y="0"/>
                    </a:cubicBezTo>
                    <a:cubicBezTo>
                      <a:pt x="153156" y="0"/>
                      <a:pt x="172570" y="29649"/>
                      <a:pt x="172570" y="63792"/>
                    </a:cubicBezTo>
                    <a:lnTo>
                      <a:pt x="172570" y="88350"/>
                    </a:lnTo>
                    <a:cubicBezTo>
                      <a:pt x="172570" y="94040"/>
                      <a:pt x="170413" y="96736"/>
                      <a:pt x="164866" y="96736"/>
                    </a:cubicBezTo>
                    <a:lnTo>
                      <a:pt x="140521" y="96736"/>
                    </a:lnTo>
                    <a:cubicBezTo>
                      <a:pt x="134665" y="96736"/>
                      <a:pt x="132508" y="94040"/>
                      <a:pt x="132508" y="88350"/>
                    </a:cubicBezTo>
                    <a:lnTo>
                      <a:pt x="132508" y="67385"/>
                    </a:lnTo>
                    <a:cubicBezTo>
                      <a:pt x="132508" y="46720"/>
                      <a:pt x="120491" y="34142"/>
                      <a:pt x="86593" y="34142"/>
                    </a:cubicBezTo>
                    <a:cubicBezTo>
                      <a:pt x="52696" y="34142"/>
                      <a:pt x="40986" y="46720"/>
                      <a:pt x="40986" y="67385"/>
                    </a:cubicBezTo>
                    <a:lnTo>
                      <a:pt x="40986" y="237197"/>
                    </a:lnTo>
                    <a:cubicBezTo>
                      <a:pt x="40986" y="257862"/>
                      <a:pt x="52696" y="270440"/>
                      <a:pt x="86593" y="270440"/>
                    </a:cubicBezTo>
                    <a:cubicBezTo>
                      <a:pt x="120491" y="270440"/>
                      <a:pt x="132508" y="257862"/>
                      <a:pt x="132508" y="237197"/>
                    </a:cubicBezTo>
                    <a:lnTo>
                      <a:pt x="132508" y="210542"/>
                    </a:lnTo>
                    <a:cubicBezTo>
                      <a:pt x="132508" y="204851"/>
                      <a:pt x="134665" y="202756"/>
                      <a:pt x="140521" y="202756"/>
                    </a:cubicBezTo>
                    <a:lnTo>
                      <a:pt x="164866" y="202756"/>
                    </a:lnTo>
                    <a:cubicBezTo>
                      <a:pt x="170413" y="202756"/>
                      <a:pt x="172570" y="204851"/>
                      <a:pt x="172570" y="210542"/>
                    </a:cubicBezTo>
                    <a:lnTo>
                      <a:pt x="172570" y="240791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8014EF19-9052-97D3-BC4C-D2C5E843EA4A}"/>
                  </a:ext>
                </a:extLst>
              </p:cNvPr>
              <p:cNvSpPr/>
              <p:nvPr/>
            </p:nvSpPr>
            <p:spPr>
              <a:xfrm>
                <a:off x="32175264" y="29646048"/>
                <a:ext cx="40983" cy="297693"/>
              </a:xfrm>
              <a:custGeom>
                <a:avLst/>
                <a:gdLst>
                  <a:gd name="connsiteX0" fmla="*/ 40984 w 40983"/>
                  <a:gd name="connsiteY0" fmla="*/ 289308 h 297693"/>
                  <a:gd name="connsiteX1" fmla="*/ 33280 w 40983"/>
                  <a:gd name="connsiteY1" fmla="*/ 297694 h 297693"/>
                  <a:gd name="connsiteX2" fmla="*/ 7704 w 40983"/>
                  <a:gd name="connsiteY2" fmla="*/ 297694 h 297693"/>
                  <a:gd name="connsiteX3" fmla="*/ 0 w 40983"/>
                  <a:gd name="connsiteY3" fmla="*/ 289308 h 297693"/>
                  <a:gd name="connsiteX4" fmla="*/ 0 w 40983"/>
                  <a:gd name="connsiteY4" fmla="*/ 8386 h 297693"/>
                  <a:gd name="connsiteX5" fmla="*/ 7704 w 40983"/>
                  <a:gd name="connsiteY5" fmla="*/ 0 h 297693"/>
                  <a:gd name="connsiteX6" fmla="*/ 33280 w 40983"/>
                  <a:gd name="connsiteY6" fmla="*/ 0 h 297693"/>
                  <a:gd name="connsiteX7" fmla="*/ 40984 w 40983"/>
                  <a:gd name="connsiteY7" fmla="*/ 8386 h 297693"/>
                  <a:gd name="connsiteX8" fmla="*/ 40984 w 40983"/>
                  <a:gd name="connsiteY8" fmla="*/ 2893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3" h="297693">
                    <a:moveTo>
                      <a:pt x="40984" y="289308"/>
                    </a:moveTo>
                    <a:cubicBezTo>
                      <a:pt x="40984" y="294998"/>
                      <a:pt x="39135" y="297694"/>
                      <a:pt x="33280" y="297694"/>
                    </a:cubicBezTo>
                    <a:lnTo>
                      <a:pt x="7704" y="297694"/>
                    </a:lnTo>
                    <a:cubicBezTo>
                      <a:pt x="2155" y="297694"/>
                      <a:pt x="0" y="294998"/>
                      <a:pt x="0" y="289308"/>
                    </a:cubicBezTo>
                    <a:lnTo>
                      <a:pt x="0" y="8386"/>
                    </a:lnTo>
                    <a:cubicBezTo>
                      <a:pt x="0" y="2695"/>
                      <a:pt x="2155" y="0"/>
                      <a:pt x="7704" y="0"/>
                    </a:cubicBezTo>
                    <a:lnTo>
                      <a:pt x="33280" y="0"/>
                    </a:lnTo>
                    <a:cubicBezTo>
                      <a:pt x="39135" y="0"/>
                      <a:pt x="40984" y="2695"/>
                      <a:pt x="40984" y="8386"/>
                    </a:cubicBezTo>
                    <a:lnTo>
                      <a:pt x="40984" y="2893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7" name="手繪多邊形: 圖案 146">
                <a:extLst>
                  <a:ext uri="{FF2B5EF4-FFF2-40B4-BE49-F238E27FC236}">
                    <a16:creationId xmlns:a16="http://schemas.microsoft.com/office/drawing/2014/main" id="{C9220B42-4163-6C0D-1839-E12C78C62732}"/>
                  </a:ext>
                </a:extLst>
              </p:cNvPr>
              <p:cNvSpPr/>
              <p:nvPr/>
            </p:nvSpPr>
            <p:spPr>
              <a:xfrm>
                <a:off x="32419634" y="29646048"/>
                <a:ext cx="178425" cy="297693"/>
              </a:xfrm>
              <a:custGeom>
                <a:avLst/>
                <a:gdLst>
                  <a:gd name="connsiteX0" fmla="*/ 178425 w 178425"/>
                  <a:gd name="connsiteY0" fmla="*/ 289906 h 297693"/>
                  <a:gd name="connsiteX1" fmla="*/ 170721 w 178425"/>
                  <a:gd name="connsiteY1" fmla="*/ 297694 h 297693"/>
                  <a:gd name="connsiteX2" fmla="*/ 147301 w 178425"/>
                  <a:gd name="connsiteY2" fmla="*/ 297694 h 297693"/>
                  <a:gd name="connsiteX3" fmla="*/ 139289 w 178425"/>
                  <a:gd name="connsiteY3" fmla="*/ 292902 h 297693"/>
                  <a:gd name="connsiteX4" fmla="*/ 51460 w 178425"/>
                  <a:gd name="connsiteY4" fmla="*/ 115603 h 297693"/>
                  <a:gd name="connsiteX5" fmla="*/ 37903 w 178425"/>
                  <a:gd name="connsiteY5" fmla="*/ 84457 h 297693"/>
                  <a:gd name="connsiteX6" fmla="*/ 37903 w 178425"/>
                  <a:gd name="connsiteY6" fmla="*/ 289608 h 297693"/>
                  <a:gd name="connsiteX7" fmla="*/ 30199 w 178425"/>
                  <a:gd name="connsiteY7" fmla="*/ 297394 h 297693"/>
                  <a:gd name="connsiteX8" fmla="*/ 7704 w 178425"/>
                  <a:gd name="connsiteY8" fmla="*/ 297394 h 297693"/>
                  <a:gd name="connsiteX9" fmla="*/ 0 w 178425"/>
                  <a:gd name="connsiteY9" fmla="*/ 289608 h 297693"/>
                  <a:gd name="connsiteX10" fmla="*/ 0 w 178425"/>
                  <a:gd name="connsiteY10" fmla="*/ 7787 h 297693"/>
                  <a:gd name="connsiteX11" fmla="*/ 7704 w 178425"/>
                  <a:gd name="connsiteY11" fmla="*/ 0 h 297693"/>
                  <a:gd name="connsiteX12" fmla="*/ 31433 w 178425"/>
                  <a:gd name="connsiteY12" fmla="*/ 0 h 297693"/>
                  <a:gd name="connsiteX13" fmla="*/ 38520 w 178425"/>
                  <a:gd name="connsiteY13" fmla="*/ 4492 h 297693"/>
                  <a:gd name="connsiteX14" fmla="*/ 128500 w 178425"/>
                  <a:gd name="connsiteY14" fmla="*/ 184186 h 297693"/>
                  <a:gd name="connsiteX15" fmla="*/ 140210 w 178425"/>
                  <a:gd name="connsiteY15" fmla="*/ 212039 h 297693"/>
                  <a:gd name="connsiteX16" fmla="*/ 140210 w 178425"/>
                  <a:gd name="connsiteY16" fmla="*/ 7787 h 297693"/>
                  <a:gd name="connsiteX17" fmla="*/ 148223 w 178425"/>
                  <a:gd name="connsiteY17" fmla="*/ 0 h 297693"/>
                  <a:gd name="connsiteX18" fmla="*/ 170413 w 178425"/>
                  <a:gd name="connsiteY18" fmla="*/ 0 h 297693"/>
                  <a:gd name="connsiteX19" fmla="*/ 178117 w 178425"/>
                  <a:gd name="connsiteY19" fmla="*/ 7787 h 297693"/>
                  <a:gd name="connsiteX20" fmla="*/ 178117 w 178425"/>
                  <a:gd name="connsiteY20" fmla="*/ 2896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25" h="297693">
                    <a:moveTo>
                      <a:pt x="178425" y="289906"/>
                    </a:moveTo>
                    <a:cubicBezTo>
                      <a:pt x="178425" y="295297"/>
                      <a:pt x="176575" y="297694"/>
                      <a:pt x="170721" y="297694"/>
                    </a:cubicBezTo>
                    <a:lnTo>
                      <a:pt x="147301" y="297694"/>
                    </a:lnTo>
                    <a:cubicBezTo>
                      <a:pt x="142678" y="297694"/>
                      <a:pt x="141136" y="296495"/>
                      <a:pt x="139289" y="292902"/>
                    </a:cubicBezTo>
                    <a:lnTo>
                      <a:pt x="51460" y="115603"/>
                    </a:lnTo>
                    <a:cubicBezTo>
                      <a:pt x="46532" y="106020"/>
                      <a:pt x="40984" y="94040"/>
                      <a:pt x="37903" y="84457"/>
                    </a:cubicBezTo>
                    <a:lnTo>
                      <a:pt x="37903" y="289608"/>
                    </a:lnTo>
                    <a:cubicBezTo>
                      <a:pt x="37903" y="294998"/>
                      <a:pt x="35748" y="297394"/>
                      <a:pt x="30199" y="297394"/>
                    </a:cubicBezTo>
                    <a:lnTo>
                      <a:pt x="7704" y="297394"/>
                    </a:lnTo>
                    <a:cubicBezTo>
                      <a:pt x="2157" y="297394"/>
                      <a:pt x="0" y="294698"/>
                      <a:pt x="0" y="289608"/>
                    </a:cubicBezTo>
                    <a:lnTo>
                      <a:pt x="0" y="7787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3" y="0"/>
                    </a:lnTo>
                    <a:cubicBezTo>
                      <a:pt x="35439" y="0"/>
                      <a:pt x="37286" y="1198"/>
                      <a:pt x="38520" y="4492"/>
                    </a:cubicBezTo>
                    <a:lnTo>
                      <a:pt x="128500" y="184186"/>
                    </a:lnTo>
                    <a:cubicBezTo>
                      <a:pt x="132202" y="191674"/>
                      <a:pt x="138055" y="205750"/>
                      <a:pt x="140210" y="212039"/>
                    </a:cubicBezTo>
                    <a:lnTo>
                      <a:pt x="140210" y="7787"/>
                    </a:lnTo>
                    <a:cubicBezTo>
                      <a:pt x="140210" y="2396"/>
                      <a:pt x="142986" y="0"/>
                      <a:pt x="148223" y="0"/>
                    </a:cubicBezTo>
                    <a:lnTo>
                      <a:pt x="170413" y="0"/>
                    </a:lnTo>
                    <a:cubicBezTo>
                      <a:pt x="176266" y="0"/>
                      <a:pt x="178117" y="2695"/>
                      <a:pt x="178117" y="7787"/>
                    </a:cubicBezTo>
                    <a:lnTo>
                      <a:pt x="178117" y="2896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8" name="手繪多邊形: 圖案 147">
                <a:extLst>
                  <a:ext uri="{FF2B5EF4-FFF2-40B4-BE49-F238E27FC236}">
                    <a16:creationId xmlns:a16="http://schemas.microsoft.com/office/drawing/2014/main" id="{3925EDE1-A77B-F06E-B37A-808874C04FBE}"/>
                  </a:ext>
                </a:extLst>
              </p:cNvPr>
              <p:cNvSpPr/>
              <p:nvPr/>
            </p:nvSpPr>
            <p:spPr>
              <a:xfrm>
                <a:off x="32801752" y="29646048"/>
                <a:ext cx="40983" cy="297693"/>
              </a:xfrm>
              <a:custGeom>
                <a:avLst/>
                <a:gdLst>
                  <a:gd name="connsiteX0" fmla="*/ 40984 w 40983"/>
                  <a:gd name="connsiteY0" fmla="*/ 289308 h 297693"/>
                  <a:gd name="connsiteX1" fmla="*/ 33280 w 40983"/>
                  <a:gd name="connsiteY1" fmla="*/ 297694 h 297693"/>
                  <a:gd name="connsiteX2" fmla="*/ 7704 w 40983"/>
                  <a:gd name="connsiteY2" fmla="*/ 297694 h 297693"/>
                  <a:gd name="connsiteX3" fmla="*/ 0 w 40983"/>
                  <a:gd name="connsiteY3" fmla="*/ 289308 h 297693"/>
                  <a:gd name="connsiteX4" fmla="*/ 0 w 40983"/>
                  <a:gd name="connsiteY4" fmla="*/ 8386 h 297693"/>
                  <a:gd name="connsiteX5" fmla="*/ 7704 w 40983"/>
                  <a:gd name="connsiteY5" fmla="*/ 0 h 297693"/>
                  <a:gd name="connsiteX6" fmla="*/ 33280 w 40983"/>
                  <a:gd name="connsiteY6" fmla="*/ 0 h 297693"/>
                  <a:gd name="connsiteX7" fmla="*/ 40984 w 40983"/>
                  <a:gd name="connsiteY7" fmla="*/ 8386 h 297693"/>
                  <a:gd name="connsiteX8" fmla="*/ 40984 w 40983"/>
                  <a:gd name="connsiteY8" fmla="*/ 289308 h 297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3" h="297693">
                    <a:moveTo>
                      <a:pt x="40984" y="289308"/>
                    </a:moveTo>
                    <a:cubicBezTo>
                      <a:pt x="40984" y="294998"/>
                      <a:pt x="39133" y="297694"/>
                      <a:pt x="33280" y="297694"/>
                    </a:cubicBezTo>
                    <a:lnTo>
                      <a:pt x="7704" y="297694"/>
                    </a:lnTo>
                    <a:cubicBezTo>
                      <a:pt x="2155" y="297694"/>
                      <a:pt x="0" y="294998"/>
                      <a:pt x="0" y="289308"/>
                    </a:cubicBezTo>
                    <a:lnTo>
                      <a:pt x="0" y="8386"/>
                    </a:lnTo>
                    <a:cubicBezTo>
                      <a:pt x="0" y="2695"/>
                      <a:pt x="2155" y="0"/>
                      <a:pt x="7704" y="0"/>
                    </a:cubicBezTo>
                    <a:lnTo>
                      <a:pt x="33280" y="0"/>
                    </a:lnTo>
                    <a:cubicBezTo>
                      <a:pt x="39133" y="0"/>
                      <a:pt x="40984" y="2695"/>
                      <a:pt x="40984" y="8386"/>
                    </a:cubicBezTo>
                    <a:lnTo>
                      <a:pt x="40984" y="289308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F1ADE46C-E82E-7BE6-5949-08C9022E17EB}"/>
                  </a:ext>
                </a:extLst>
              </p:cNvPr>
              <p:cNvSpPr/>
              <p:nvPr/>
            </p:nvSpPr>
            <p:spPr>
              <a:xfrm>
                <a:off x="33042114" y="29643053"/>
                <a:ext cx="172568" cy="304282"/>
              </a:xfrm>
              <a:custGeom>
                <a:avLst/>
                <a:gdLst>
                  <a:gd name="connsiteX0" fmla="*/ 172568 w 172568"/>
                  <a:gd name="connsiteY0" fmla="*/ 240491 h 304282"/>
                  <a:gd name="connsiteX1" fmla="*/ 86286 w 172568"/>
                  <a:gd name="connsiteY1" fmla="*/ 304282 h 304282"/>
                  <a:gd name="connsiteX2" fmla="*/ 0 w 172568"/>
                  <a:gd name="connsiteY2" fmla="*/ 240491 h 304282"/>
                  <a:gd name="connsiteX3" fmla="*/ 0 w 172568"/>
                  <a:gd name="connsiteY3" fmla="*/ 63792 h 304282"/>
                  <a:gd name="connsiteX4" fmla="*/ 86286 w 172568"/>
                  <a:gd name="connsiteY4" fmla="*/ 0 h 304282"/>
                  <a:gd name="connsiteX5" fmla="*/ 172568 w 172568"/>
                  <a:gd name="connsiteY5" fmla="*/ 63792 h 304282"/>
                  <a:gd name="connsiteX6" fmla="*/ 172568 w 172568"/>
                  <a:gd name="connsiteY6" fmla="*/ 88350 h 304282"/>
                  <a:gd name="connsiteX7" fmla="*/ 164864 w 172568"/>
                  <a:gd name="connsiteY7" fmla="*/ 96736 h 304282"/>
                  <a:gd name="connsiteX8" fmla="*/ 140522 w 172568"/>
                  <a:gd name="connsiteY8" fmla="*/ 96736 h 304282"/>
                  <a:gd name="connsiteX9" fmla="*/ 132510 w 172568"/>
                  <a:gd name="connsiteY9" fmla="*/ 88350 h 304282"/>
                  <a:gd name="connsiteX10" fmla="*/ 132510 w 172568"/>
                  <a:gd name="connsiteY10" fmla="*/ 67385 h 304282"/>
                  <a:gd name="connsiteX11" fmla="*/ 86595 w 172568"/>
                  <a:gd name="connsiteY11" fmla="*/ 34142 h 304282"/>
                  <a:gd name="connsiteX12" fmla="*/ 40988 w 172568"/>
                  <a:gd name="connsiteY12" fmla="*/ 67385 h 304282"/>
                  <a:gd name="connsiteX13" fmla="*/ 40988 w 172568"/>
                  <a:gd name="connsiteY13" fmla="*/ 237197 h 304282"/>
                  <a:gd name="connsiteX14" fmla="*/ 86595 w 172568"/>
                  <a:gd name="connsiteY14" fmla="*/ 270440 h 304282"/>
                  <a:gd name="connsiteX15" fmla="*/ 132510 w 172568"/>
                  <a:gd name="connsiteY15" fmla="*/ 237197 h 304282"/>
                  <a:gd name="connsiteX16" fmla="*/ 132510 w 172568"/>
                  <a:gd name="connsiteY16" fmla="*/ 210542 h 304282"/>
                  <a:gd name="connsiteX17" fmla="*/ 140522 w 172568"/>
                  <a:gd name="connsiteY17" fmla="*/ 202756 h 304282"/>
                  <a:gd name="connsiteX18" fmla="*/ 164864 w 172568"/>
                  <a:gd name="connsiteY18" fmla="*/ 202756 h 304282"/>
                  <a:gd name="connsiteX19" fmla="*/ 172568 w 172568"/>
                  <a:gd name="connsiteY19" fmla="*/ 210542 h 304282"/>
                  <a:gd name="connsiteX20" fmla="*/ 172568 w 172568"/>
                  <a:gd name="connsiteY20" fmla="*/ 240791 h 3042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68" h="304282">
                    <a:moveTo>
                      <a:pt x="172568" y="240491"/>
                    </a:moveTo>
                    <a:cubicBezTo>
                      <a:pt x="172568" y="274633"/>
                      <a:pt x="153771" y="304282"/>
                      <a:pt x="86286" y="304282"/>
                    </a:cubicBezTo>
                    <a:cubicBezTo>
                      <a:pt x="18797" y="304282"/>
                      <a:pt x="0" y="274633"/>
                      <a:pt x="0" y="240491"/>
                    </a:cubicBezTo>
                    <a:lnTo>
                      <a:pt x="0" y="63792"/>
                    </a:lnTo>
                    <a:cubicBezTo>
                      <a:pt x="0" y="29649"/>
                      <a:pt x="19414" y="0"/>
                      <a:pt x="86286" y="0"/>
                    </a:cubicBezTo>
                    <a:cubicBezTo>
                      <a:pt x="153154" y="0"/>
                      <a:pt x="172568" y="29649"/>
                      <a:pt x="172568" y="63792"/>
                    </a:cubicBezTo>
                    <a:lnTo>
                      <a:pt x="172568" y="88350"/>
                    </a:lnTo>
                    <a:cubicBezTo>
                      <a:pt x="172568" y="94040"/>
                      <a:pt x="170413" y="96736"/>
                      <a:pt x="164864" y="96736"/>
                    </a:cubicBezTo>
                    <a:lnTo>
                      <a:pt x="140522" y="96736"/>
                    </a:lnTo>
                    <a:cubicBezTo>
                      <a:pt x="134665" y="96736"/>
                      <a:pt x="132510" y="94040"/>
                      <a:pt x="132510" y="88350"/>
                    </a:cubicBezTo>
                    <a:lnTo>
                      <a:pt x="132510" y="67385"/>
                    </a:lnTo>
                    <a:cubicBezTo>
                      <a:pt x="132510" y="46720"/>
                      <a:pt x="120491" y="34142"/>
                      <a:pt x="86595" y="34142"/>
                    </a:cubicBezTo>
                    <a:cubicBezTo>
                      <a:pt x="52698" y="34142"/>
                      <a:pt x="40988" y="46720"/>
                      <a:pt x="40988" y="67385"/>
                    </a:cubicBezTo>
                    <a:lnTo>
                      <a:pt x="40988" y="237197"/>
                    </a:lnTo>
                    <a:cubicBezTo>
                      <a:pt x="40988" y="257862"/>
                      <a:pt x="52698" y="270440"/>
                      <a:pt x="86595" y="270440"/>
                    </a:cubicBezTo>
                    <a:cubicBezTo>
                      <a:pt x="120491" y="270440"/>
                      <a:pt x="132510" y="257862"/>
                      <a:pt x="132510" y="237197"/>
                    </a:cubicBezTo>
                    <a:lnTo>
                      <a:pt x="132510" y="210542"/>
                    </a:lnTo>
                    <a:cubicBezTo>
                      <a:pt x="132510" y="204851"/>
                      <a:pt x="134665" y="202756"/>
                      <a:pt x="140522" y="202756"/>
                    </a:cubicBezTo>
                    <a:lnTo>
                      <a:pt x="164864" y="202756"/>
                    </a:lnTo>
                    <a:cubicBezTo>
                      <a:pt x="170413" y="202756"/>
                      <a:pt x="172568" y="204851"/>
                      <a:pt x="172568" y="210542"/>
                    </a:cubicBezTo>
                    <a:lnTo>
                      <a:pt x="172568" y="240791"/>
                    </a:lnTo>
                    <a:close/>
                  </a:path>
                </a:pathLst>
              </a:custGeom>
              <a:solidFill>
                <a:srgbClr val="714F38"/>
              </a:solidFill>
              <a:ln w="515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150" name="圖形 17">
            <a:extLst>
              <a:ext uri="{FF2B5EF4-FFF2-40B4-BE49-F238E27FC236}">
                <a16:creationId xmlns:a16="http://schemas.microsoft.com/office/drawing/2014/main" id="{6704B7AB-5A58-FFE2-2988-A604FE39B2E4}"/>
              </a:ext>
            </a:extLst>
          </p:cNvPr>
          <p:cNvGrpSpPr/>
          <p:nvPr/>
        </p:nvGrpSpPr>
        <p:grpSpPr>
          <a:xfrm>
            <a:off x="4388549" y="25550218"/>
            <a:ext cx="52258929" cy="150493777"/>
            <a:chOff x="4388549" y="25550218"/>
            <a:chExt cx="52258929" cy="150493777"/>
          </a:xfrm>
        </p:grpSpPr>
        <p:sp>
          <p:nvSpPr>
            <p:cNvPr id="151" name="手繪多邊形: 圖案 150">
              <a:extLst>
                <a:ext uri="{FF2B5EF4-FFF2-40B4-BE49-F238E27FC236}">
                  <a16:creationId xmlns:a16="http://schemas.microsoft.com/office/drawing/2014/main" id="{0D479C56-B4D5-9799-61FC-008FE72AD4D7}"/>
                </a:ext>
              </a:extLst>
            </p:cNvPr>
            <p:cNvSpPr/>
            <p:nvPr/>
          </p:nvSpPr>
          <p:spPr>
            <a:xfrm>
              <a:off x="4388549" y="25550218"/>
              <a:ext cx="8735080" cy="8489354"/>
            </a:xfrm>
            <a:custGeom>
              <a:avLst/>
              <a:gdLst>
                <a:gd name="connsiteX0" fmla="*/ 8735080 w 8735080"/>
                <a:gd name="connsiteY0" fmla="*/ 4244677 h 8489354"/>
                <a:gd name="connsiteX1" fmla="*/ 4367541 w 8735080"/>
                <a:gd name="connsiteY1" fmla="*/ 8489354 h 8489354"/>
                <a:gd name="connsiteX2" fmla="*/ 0 w 8735080"/>
                <a:gd name="connsiteY2" fmla="*/ 4244676 h 8489354"/>
                <a:gd name="connsiteX3" fmla="*/ 4367541 w 8735080"/>
                <a:gd name="connsiteY3" fmla="*/ -1 h 8489354"/>
                <a:gd name="connsiteX4" fmla="*/ 8735080 w 8735080"/>
                <a:gd name="connsiteY4" fmla="*/ 4244677 h 8489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080" h="8489354">
                  <a:moveTo>
                    <a:pt x="8735080" y="4244677"/>
                  </a:moveTo>
                  <a:cubicBezTo>
                    <a:pt x="8735080" y="6588948"/>
                    <a:pt x="6779666" y="8489354"/>
                    <a:pt x="4367541" y="8489354"/>
                  </a:cubicBezTo>
                  <a:cubicBezTo>
                    <a:pt x="1955415" y="8489354"/>
                    <a:pt x="0" y="6588947"/>
                    <a:pt x="0" y="4244676"/>
                  </a:cubicBezTo>
                  <a:cubicBezTo>
                    <a:pt x="0" y="1900405"/>
                    <a:pt x="1955415" y="-1"/>
                    <a:pt x="4367541" y="-1"/>
                  </a:cubicBezTo>
                  <a:cubicBezTo>
                    <a:pt x="6779666" y="-1"/>
                    <a:pt x="8735080" y="1900405"/>
                    <a:pt x="8735080" y="4244677"/>
                  </a:cubicBezTo>
                  <a:close/>
                </a:path>
              </a:pathLst>
            </a:custGeom>
            <a:noFill/>
            <a:ln w="128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152" name="圖形 17">
              <a:extLst>
                <a:ext uri="{FF2B5EF4-FFF2-40B4-BE49-F238E27FC236}">
                  <a16:creationId xmlns:a16="http://schemas.microsoft.com/office/drawing/2014/main" id="{E2EB289F-1F31-6182-3E4E-5D05C700F77D}"/>
                </a:ext>
              </a:extLst>
            </p:cNvPr>
            <p:cNvGrpSpPr/>
            <p:nvPr/>
          </p:nvGrpSpPr>
          <p:grpSpPr>
            <a:xfrm>
              <a:off x="5801167" y="27074911"/>
              <a:ext cx="35357630" cy="96436021"/>
              <a:chOff x="5801167" y="27074911"/>
              <a:chExt cx="35357630" cy="96436021"/>
            </a:xfrm>
          </p:grpSpPr>
          <p:grpSp>
            <p:nvGrpSpPr>
              <p:cNvPr id="153" name="圖形 17">
                <a:extLst>
                  <a:ext uri="{FF2B5EF4-FFF2-40B4-BE49-F238E27FC236}">
                    <a16:creationId xmlns:a16="http://schemas.microsoft.com/office/drawing/2014/main" id="{28B3BB89-55B3-9444-B9F5-417CCA390EC0}"/>
                  </a:ext>
                </a:extLst>
              </p:cNvPr>
              <p:cNvGrpSpPr/>
              <p:nvPr/>
            </p:nvGrpSpPr>
            <p:grpSpPr>
              <a:xfrm>
                <a:off x="6029189" y="31410945"/>
                <a:ext cx="5423894" cy="15619588"/>
                <a:chOff x="6029189" y="31410945"/>
                <a:chExt cx="5423894" cy="15619588"/>
              </a:xfrm>
            </p:grpSpPr>
            <p:sp>
              <p:nvSpPr>
                <p:cNvPr id="154" name="手繪多邊形: 圖案 153">
                  <a:extLst>
                    <a:ext uri="{FF2B5EF4-FFF2-40B4-BE49-F238E27FC236}">
                      <a16:creationId xmlns:a16="http://schemas.microsoft.com/office/drawing/2014/main" id="{E470707D-87C7-A69B-15E1-566322676347}"/>
                    </a:ext>
                  </a:extLst>
                </p:cNvPr>
                <p:cNvSpPr/>
                <p:nvPr/>
              </p:nvSpPr>
              <p:spPr>
                <a:xfrm>
                  <a:off x="6029189" y="31410945"/>
                  <a:ext cx="906604" cy="881101"/>
                </a:xfrm>
                <a:custGeom>
                  <a:avLst/>
                  <a:gdLst>
                    <a:gd name="connsiteX0" fmla="*/ 906604 w 906604"/>
                    <a:gd name="connsiteY0" fmla="*/ 440550 h 881101"/>
                    <a:gd name="connsiteX1" fmla="*/ 453302 w 906604"/>
                    <a:gd name="connsiteY1" fmla="*/ 881101 h 881101"/>
                    <a:gd name="connsiteX2" fmla="*/ 0 w 906604"/>
                    <a:gd name="connsiteY2" fmla="*/ 440550 h 881101"/>
                    <a:gd name="connsiteX3" fmla="*/ 453302 w 906604"/>
                    <a:gd name="connsiteY3" fmla="*/ 0 h 881101"/>
                    <a:gd name="connsiteX4" fmla="*/ 906604 w 906604"/>
                    <a:gd name="connsiteY4" fmla="*/ 440550 h 88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604" h="881101">
                      <a:moveTo>
                        <a:pt x="906604" y="440550"/>
                      </a:moveTo>
                      <a:cubicBezTo>
                        <a:pt x="906604" y="776578"/>
                        <a:pt x="703528" y="881101"/>
                        <a:pt x="453302" y="881101"/>
                      </a:cubicBezTo>
                      <a:cubicBezTo>
                        <a:pt x="203077" y="881101"/>
                        <a:pt x="0" y="776279"/>
                        <a:pt x="0" y="440550"/>
                      </a:cubicBezTo>
                      <a:cubicBezTo>
                        <a:pt x="0" y="104822"/>
                        <a:pt x="203077" y="0"/>
                        <a:pt x="453302" y="0"/>
                      </a:cubicBezTo>
                      <a:cubicBezTo>
                        <a:pt x="703528" y="0"/>
                        <a:pt x="906604" y="108117"/>
                        <a:pt x="906604" y="440550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253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55" name="手繪多邊形: 圖案 154">
                  <a:extLst>
                    <a:ext uri="{FF2B5EF4-FFF2-40B4-BE49-F238E27FC236}">
                      <a16:creationId xmlns:a16="http://schemas.microsoft.com/office/drawing/2014/main" id="{0A8ECFE2-AC08-B6E4-ED3A-2C55532F3116}"/>
                    </a:ext>
                  </a:extLst>
                </p:cNvPr>
                <p:cNvSpPr/>
                <p:nvPr/>
              </p:nvSpPr>
              <p:spPr>
                <a:xfrm>
                  <a:off x="6490194" y="32082998"/>
                  <a:ext cx="107560" cy="104266"/>
                </a:xfrm>
                <a:custGeom>
                  <a:avLst/>
                  <a:gdLst>
                    <a:gd name="connsiteX0" fmla="*/ 42835 w 107560"/>
                    <a:gd name="connsiteY0" fmla="*/ 103028 h 104266"/>
                    <a:gd name="connsiteX1" fmla="*/ 61017 w 107560"/>
                    <a:gd name="connsiteY1" fmla="*/ 103028 h 104266"/>
                    <a:gd name="connsiteX2" fmla="*/ 77965 w 107560"/>
                    <a:gd name="connsiteY2" fmla="*/ 103028 h 104266"/>
                    <a:gd name="connsiteX3" fmla="*/ 107240 w 107560"/>
                    <a:gd name="connsiteY3" fmla="*/ 27557 h 104266"/>
                    <a:gd name="connsiteX4" fmla="*/ 1 w 107560"/>
                    <a:gd name="connsiteY4" fmla="*/ 27557 h 104266"/>
                    <a:gd name="connsiteX5" fmla="*/ 23729 w 107560"/>
                    <a:gd name="connsiteY5" fmla="*/ 98836 h 104266"/>
                    <a:gd name="connsiteX6" fmla="*/ 43143 w 107560"/>
                    <a:gd name="connsiteY6" fmla="*/ 102729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6">
                      <a:moveTo>
                        <a:pt x="42835" y="103028"/>
                      </a:moveTo>
                      <a:cubicBezTo>
                        <a:pt x="50539" y="100932"/>
                        <a:pt x="53313" y="100333"/>
                        <a:pt x="61017" y="103028"/>
                      </a:cubicBezTo>
                      <a:cubicBezTo>
                        <a:pt x="65947" y="104825"/>
                        <a:pt x="72726" y="104525"/>
                        <a:pt x="77965" y="103028"/>
                      </a:cubicBezTo>
                      <a:cubicBezTo>
                        <a:pt x="94297" y="98236"/>
                        <a:pt x="110014" y="67089"/>
                        <a:pt x="107240" y="27557"/>
                      </a:cubicBezTo>
                      <a:cubicBezTo>
                        <a:pt x="104467" y="-11976"/>
                        <a:pt x="-307" y="-6285"/>
                        <a:pt x="1" y="27557"/>
                      </a:cubicBezTo>
                      <a:cubicBezTo>
                        <a:pt x="1" y="54511"/>
                        <a:pt x="10170" y="89551"/>
                        <a:pt x="23729" y="98836"/>
                      </a:cubicBezTo>
                      <a:cubicBezTo>
                        <a:pt x="29584" y="103028"/>
                        <a:pt x="33898" y="105424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56" name="手繪多邊形: 圖案 155">
                  <a:extLst>
                    <a:ext uri="{FF2B5EF4-FFF2-40B4-BE49-F238E27FC236}">
                      <a16:creationId xmlns:a16="http://schemas.microsoft.com/office/drawing/2014/main" id="{2B1CB199-9147-BD82-FE31-F9AF4F63A274}"/>
                    </a:ext>
                  </a:extLst>
                </p:cNvPr>
                <p:cNvSpPr/>
                <p:nvPr/>
              </p:nvSpPr>
              <p:spPr>
                <a:xfrm>
                  <a:off x="6029189" y="31410945"/>
                  <a:ext cx="906604" cy="881101"/>
                </a:xfrm>
                <a:custGeom>
                  <a:avLst/>
                  <a:gdLst>
                    <a:gd name="connsiteX0" fmla="*/ 906604 w 906604"/>
                    <a:gd name="connsiteY0" fmla="*/ 440550 h 881101"/>
                    <a:gd name="connsiteX1" fmla="*/ 453302 w 906604"/>
                    <a:gd name="connsiteY1" fmla="*/ 881101 h 881101"/>
                    <a:gd name="connsiteX2" fmla="*/ 0 w 906604"/>
                    <a:gd name="connsiteY2" fmla="*/ 440550 h 881101"/>
                    <a:gd name="connsiteX3" fmla="*/ 453302 w 906604"/>
                    <a:gd name="connsiteY3" fmla="*/ 0 h 881101"/>
                    <a:gd name="connsiteX4" fmla="*/ 906604 w 906604"/>
                    <a:gd name="connsiteY4" fmla="*/ 440550 h 8811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604" h="881101">
                      <a:moveTo>
                        <a:pt x="906604" y="440550"/>
                      </a:moveTo>
                      <a:cubicBezTo>
                        <a:pt x="906604" y="776578"/>
                        <a:pt x="703528" y="881101"/>
                        <a:pt x="453302" y="881101"/>
                      </a:cubicBezTo>
                      <a:cubicBezTo>
                        <a:pt x="203077" y="881101"/>
                        <a:pt x="0" y="776279"/>
                        <a:pt x="0" y="440550"/>
                      </a:cubicBezTo>
                      <a:cubicBezTo>
                        <a:pt x="0" y="104822"/>
                        <a:pt x="203077" y="0"/>
                        <a:pt x="453302" y="0"/>
                      </a:cubicBezTo>
                      <a:cubicBezTo>
                        <a:pt x="703528" y="0"/>
                        <a:pt x="906604" y="108117"/>
                        <a:pt x="906604" y="440550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253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57" name="手繪多邊形: 圖案 156">
                  <a:extLst>
                    <a:ext uri="{FF2B5EF4-FFF2-40B4-BE49-F238E27FC236}">
                      <a16:creationId xmlns:a16="http://schemas.microsoft.com/office/drawing/2014/main" id="{75379519-99F8-ADAA-7C83-0C354DC61613}"/>
                    </a:ext>
                  </a:extLst>
                </p:cNvPr>
                <p:cNvSpPr/>
                <p:nvPr/>
              </p:nvSpPr>
              <p:spPr>
                <a:xfrm>
                  <a:off x="6490194" y="32082998"/>
                  <a:ext cx="107560" cy="104266"/>
                </a:xfrm>
                <a:custGeom>
                  <a:avLst/>
                  <a:gdLst>
                    <a:gd name="connsiteX0" fmla="*/ 42835 w 107560"/>
                    <a:gd name="connsiteY0" fmla="*/ 103028 h 104266"/>
                    <a:gd name="connsiteX1" fmla="*/ 61017 w 107560"/>
                    <a:gd name="connsiteY1" fmla="*/ 103028 h 104266"/>
                    <a:gd name="connsiteX2" fmla="*/ 77965 w 107560"/>
                    <a:gd name="connsiteY2" fmla="*/ 103028 h 104266"/>
                    <a:gd name="connsiteX3" fmla="*/ 107240 w 107560"/>
                    <a:gd name="connsiteY3" fmla="*/ 27557 h 104266"/>
                    <a:gd name="connsiteX4" fmla="*/ 1 w 107560"/>
                    <a:gd name="connsiteY4" fmla="*/ 27557 h 104266"/>
                    <a:gd name="connsiteX5" fmla="*/ 23729 w 107560"/>
                    <a:gd name="connsiteY5" fmla="*/ 98836 h 104266"/>
                    <a:gd name="connsiteX6" fmla="*/ 43143 w 107560"/>
                    <a:gd name="connsiteY6" fmla="*/ 102729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6">
                      <a:moveTo>
                        <a:pt x="42835" y="103028"/>
                      </a:moveTo>
                      <a:cubicBezTo>
                        <a:pt x="50539" y="100932"/>
                        <a:pt x="53313" y="100333"/>
                        <a:pt x="61017" y="103028"/>
                      </a:cubicBezTo>
                      <a:cubicBezTo>
                        <a:pt x="65947" y="104825"/>
                        <a:pt x="72726" y="104525"/>
                        <a:pt x="77965" y="103028"/>
                      </a:cubicBezTo>
                      <a:cubicBezTo>
                        <a:pt x="94297" y="98236"/>
                        <a:pt x="110014" y="67089"/>
                        <a:pt x="107240" y="27557"/>
                      </a:cubicBezTo>
                      <a:cubicBezTo>
                        <a:pt x="104467" y="-11976"/>
                        <a:pt x="-307" y="-6285"/>
                        <a:pt x="1" y="27557"/>
                      </a:cubicBezTo>
                      <a:cubicBezTo>
                        <a:pt x="1" y="54511"/>
                        <a:pt x="10170" y="89551"/>
                        <a:pt x="23729" y="98836"/>
                      </a:cubicBezTo>
                      <a:cubicBezTo>
                        <a:pt x="29584" y="103028"/>
                        <a:pt x="33898" y="105424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58" name="圖形 17">
                <a:extLst>
                  <a:ext uri="{FF2B5EF4-FFF2-40B4-BE49-F238E27FC236}">
                    <a16:creationId xmlns:a16="http://schemas.microsoft.com/office/drawing/2014/main" id="{50D87CE7-11E9-91B3-690E-FE06FA7FD9A0}"/>
                  </a:ext>
                </a:extLst>
              </p:cNvPr>
              <p:cNvGrpSpPr/>
              <p:nvPr/>
            </p:nvGrpSpPr>
            <p:grpSpPr>
              <a:xfrm>
                <a:off x="10344832" y="31635799"/>
                <a:ext cx="8174472" cy="7634302"/>
                <a:chOff x="10344832" y="31635799"/>
                <a:chExt cx="8174472" cy="7634302"/>
              </a:xfrm>
            </p:grpSpPr>
            <p:sp>
              <p:nvSpPr>
                <p:cNvPr id="159" name="手繪多邊形: 圖案 158">
                  <a:extLst>
                    <a:ext uri="{FF2B5EF4-FFF2-40B4-BE49-F238E27FC236}">
                      <a16:creationId xmlns:a16="http://schemas.microsoft.com/office/drawing/2014/main" id="{FB4FF010-B7F5-BDB9-334F-ED857F40F7DE}"/>
                    </a:ext>
                  </a:extLst>
                </p:cNvPr>
                <p:cNvSpPr/>
                <p:nvPr/>
              </p:nvSpPr>
              <p:spPr>
                <a:xfrm>
                  <a:off x="10344832" y="31635799"/>
                  <a:ext cx="1366363" cy="430651"/>
                </a:xfrm>
                <a:custGeom>
                  <a:avLst/>
                  <a:gdLst>
                    <a:gd name="connsiteX0" fmla="*/ 610282 w 1366363"/>
                    <a:gd name="connsiteY0" fmla="*/ 201321 h 430651"/>
                    <a:gd name="connsiteX1" fmla="*/ 153282 w 1366363"/>
                    <a:gd name="connsiteY1" fmla="*/ 44987 h 430651"/>
                    <a:gd name="connsiteX2" fmla="*/ 174853 w 1366363"/>
                    <a:gd name="connsiteY2" fmla="*/ 428035 h 430651"/>
                    <a:gd name="connsiteX3" fmla="*/ 1001336 w 1366363"/>
                    <a:gd name="connsiteY3" fmla="*/ 404675 h 430651"/>
                    <a:gd name="connsiteX4" fmla="*/ 1365272 w 1366363"/>
                    <a:gd name="connsiteY4" fmla="*/ 260321 h 430651"/>
                    <a:gd name="connsiteX5" fmla="*/ 1175446 w 1366363"/>
                    <a:gd name="connsiteY5" fmla="*/ 68347 h 430651"/>
                    <a:gd name="connsiteX6" fmla="*/ 880846 w 1366363"/>
                    <a:gd name="connsiteY6" fmla="*/ 234564 h 430651"/>
                    <a:gd name="connsiteX7" fmla="*/ 610590 w 1366363"/>
                    <a:gd name="connsiteY7" fmla="*/ 201621 h 430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363" h="430651">
                      <a:moveTo>
                        <a:pt x="610282" y="201321"/>
                      </a:moveTo>
                      <a:cubicBezTo>
                        <a:pt x="473767" y="95900"/>
                        <a:pt x="365604" y="-84393"/>
                        <a:pt x="153282" y="44987"/>
                      </a:cubicBezTo>
                      <a:cubicBezTo>
                        <a:pt x="-59040" y="174367"/>
                        <a:pt x="-49795" y="460979"/>
                        <a:pt x="174853" y="428035"/>
                      </a:cubicBezTo>
                      <a:cubicBezTo>
                        <a:pt x="430933" y="390599"/>
                        <a:pt x="645412" y="293265"/>
                        <a:pt x="1001336" y="404675"/>
                      </a:cubicBezTo>
                      <a:cubicBezTo>
                        <a:pt x="1299634" y="498116"/>
                        <a:pt x="1360649" y="304046"/>
                        <a:pt x="1365272" y="260321"/>
                      </a:cubicBezTo>
                      <a:cubicBezTo>
                        <a:pt x="1373592" y="177661"/>
                        <a:pt x="1336613" y="42591"/>
                        <a:pt x="1175446" y="68347"/>
                      </a:cubicBezTo>
                      <a:cubicBezTo>
                        <a:pt x="1043245" y="89611"/>
                        <a:pt x="999486" y="177961"/>
                        <a:pt x="880846" y="234564"/>
                      </a:cubicBezTo>
                      <a:cubicBezTo>
                        <a:pt x="772373" y="286376"/>
                        <a:pt x="675303" y="251335"/>
                        <a:pt x="610590" y="201621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253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0" name="手繪多邊形: 圖案 159">
                  <a:extLst>
                    <a:ext uri="{FF2B5EF4-FFF2-40B4-BE49-F238E27FC236}">
                      <a16:creationId xmlns:a16="http://schemas.microsoft.com/office/drawing/2014/main" id="{5DBF9771-AB76-D3DE-9E56-A89FE4FDDD2C}"/>
                    </a:ext>
                  </a:extLst>
                </p:cNvPr>
                <p:cNvSpPr/>
                <p:nvPr/>
              </p:nvSpPr>
              <p:spPr>
                <a:xfrm>
                  <a:off x="10572676" y="31740644"/>
                  <a:ext cx="107560" cy="104266"/>
                </a:xfrm>
                <a:custGeom>
                  <a:avLst/>
                  <a:gdLst>
                    <a:gd name="connsiteX0" fmla="*/ 64726 w 107560"/>
                    <a:gd name="connsiteY0" fmla="*/ 1238 h 104266"/>
                    <a:gd name="connsiteX1" fmla="*/ 46544 w 107560"/>
                    <a:gd name="connsiteY1" fmla="*/ 1238 h 104266"/>
                    <a:gd name="connsiteX2" fmla="*/ 29595 w 107560"/>
                    <a:gd name="connsiteY2" fmla="*/ 1238 h 104266"/>
                    <a:gd name="connsiteX3" fmla="*/ 320 w 107560"/>
                    <a:gd name="connsiteY3" fmla="*/ 76709 h 104266"/>
                    <a:gd name="connsiteX4" fmla="*/ 107560 w 107560"/>
                    <a:gd name="connsiteY4" fmla="*/ 76709 h 104266"/>
                    <a:gd name="connsiteX5" fmla="*/ 83832 w 107560"/>
                    <a:gd name="connsiteY5" fmla="*/ 5430 h 104266"/>
                    <a:gd name="connsiteX6" fmla="*/ 64418 w 107560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6">
                      <a:moveTo>
                        <a:pt x="64726" y="1238"/>
                      </a:moveTo>
                      <a:cubicBezTo>
                        <a:pt x="57022" y="3334"/>
                        <a:pt x="54248" y="3933"/>
                        <a:pt x="46544" y="1238"/>
                      </a:cubicBezTo>
                      <a:cubicBezTo>
                        <a:pt x="41614" y="-559"/>
                        <a:pt x="34835" y="-260"/>
                        <a:pt x="29595" y="1238"/>
                      </a:cubicBezTo>
                      <a:cubicBezTo>
                        <a:pt x="13263" y="6029"/>
                        <a:pt x="-2453" y="37176"/>
                        <a:pt x="320" y="76709"/>
                      </a:cubicBezTo>
                      <a:cubicBezTo>
                        <a:pt x="3094" y="116242"/>
                        <a:pt x="107868" y="110552"/>
                        <a:pt x="107560" y="76709"/>
                      </a:cubicBezTo>
                      <a:cubicBezTo>
                        <a:pt x="107560" y="49755"/>
                        <a:pt x="97391" y="14715"/>
                        <a:pt x="83832" y="5430"/>
                      </a:cubicBezTo>
                      <a:cubicBezTo>
                        <a:pt x="77977" y="1238"/>
                        <a:pt x="73662" y="-1158"/>
                        <a:pt x="64418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1" name="手繪多邊形: 圖案 160">
                  <a:extLst>
                    <a:ext uri="{FF2B5EF4-FFF2-40B4-BE49-F238E27FC236}">
                      <a16:creationId xmlns:a16="http://schemas.microsoft.com/office/drawing/2014/main" id="{9BB9179C-F340-F654-1A7D-B0455DD7DE90}"/>
                    </a:ext>
                  </a:extLst>
                </p:cNvPr>
                <p:cNvSpPr/>
                <p:nvPr/>
              </p:nvSpPr>
              <p:spPr>
                <a:xfrm>
                  <a:off x="10344832" y="31635799"/>
                  <a:ext cx="1366363" cy="430651"/>
                </a:xfrm>
                <a:custGeom>
                  <a:avLst/>
                  <a:gdLst>
                    <a:gd name="connsiteX0" fmla="*/ 610282 w 1366363"/>
                    <a:gd name="connsiteY0" fmla="*/ 201321 h 430651"/>
                    <a:gd name="connsiteX1" fmla="*/ 153282 w 1366363"/>
                    <a:gd name="connsiteY1" fmla="*/ 44987 h 430651"/>
                    <a:gd name="connsiteX2" fmla="*/ 174853 w 1366363"/>
                    <a:gd name="connsiteY2" fmla="*/ 428035 h 430651"/>
                    <a:gd name="connsiteX3" fmla="*/ 1001336 w 1366363"/>
                    <a:gd name="connsiteY3" fmla="*/ 404675 h 430651"/>
                    <a:gd name="connsiteX4" fmla="*/ 1365272 w 1366363"/>
                    <a:gd name="connsiteY4" fmla="*/ 260321 h 430651"/>
                    <a:gd name="connsiteX5" fmla="*/ 1175446 w 1366363"/>
                    <a:gd name="connsiteY5" fmla="*/ 68347 h 430651"/>
                    <a:gd name="connsiteX6" fmla="*/ 880846 w 1366363"/>
                    <a:gd name="connsiteY6" fmla="*/ 234564 h 430651"/>
                    <a:gd name="connsiteX7" fmla="*/ 610590 w 1366363"/>
                    <a:gd name="connsiteY7" fmla="*/ 201621 h 4306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363" h="430651">
                      <a:moveTo>
                        <a:pt x="610282" y="201321"/>
                      </a:moveTo>
                      <a:cubicBezTo>
                        <a:pt x="473767" y="95900"/>
                        <a:pt x="365604" y="-84393"/>
                        <a:pt x="153282" y="44987"/>
                      </a:cubicBezTo>
                      <a:cubicBezTo>
                        <a:pt x="-59040" y="174367"/>
                        <a:pt x="-49795" y="460979"/>
                        <a:pt x="174853" y="428035"/>
                      </a:cubicBezTo>
                      <a:cubicBezTo>
                        <a:pt x="430933" y="390599"/>
                        <a:pt x="645412" y="293265"/>
                        <a:pt x="1001336" y="404675"/>
                      </a:cubicBezTo>
                      <a:cubicBezTo>
                        <a:pt x="1299634" y="498116"/>
                        <a:pt x="1360649" y="304046"/>
                        <a:pt x="1365272" y="260321"/>
                      </a:cubicBezTo>
                      <a:cubicBezTo>
                        <a:pt x="1373592" y="177661"/>
                        <a:pt x="1336613" y="42591"/>
                        <a:pt x="1175446" y="68347"/>
                      </a:cubicBezTo>
                      <a:cubicBezTo>
                        <a:pt x="1043245" y="89611"/>
                        <a:pt x="999486" y="177961"/>
                        <a:pt x="880846" y="234564"/>
                      </a:cubicBezTo>
                      <a:cubicBezTo>
                        <a:pt x="772373" y="286376"/>
                        <a:pt x="675303" y="251335"/>
                        <a:pt x="610590" y="201621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253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2" name="手繪多邊形: 圖案 161">
                  <a:extLst>
                    <a:ext uri="{FF2B5EF4-FFF2-40B4-BE49-F238E27FC236}">
                      <a16:creationId xmlns:a16="http://schemas.microsoft.com/office/drawing/2014/main" id="{B5AD613E-86FC-0B80-A1B4-0FB0E79B1333}"/>
                    </a:ext>
                  </a:extLst>
                </p:cNvPr>
                <p:cNvSpPr/>
                <p:nvPr/>
              </p:nvSpPr>
              <p:spPr>
                <a:xfrm>
                  <a:off x="10572676" y="31740644"/>
                  <a:ext cx="107560" cy="104266"/>
                </a:xfrm>
                <a:custGeom>
                  <a:avLst/>
                  <a:gdLst>
                    <a:gd name="connsiteX0" fmla="*/ 64726 w 107560"/>
                    <a:gd name="connsiteY0" fmla="*/ 1238 h 104266"/>
                    <a:gd name="connsiteX1" fmla="*/ 46544 w 107560"/>
                    <a:gd name="connsiteY1" fmla="*/ 1238 h 104266"/>
                    <a:gd name="connsiteX2" fmla="*/ 29595 w 107560"/>
                    <a:gd name="connsiteY2" fmla="*/ 1238 h 104266"/>
                    <a:gd name="connsiteX3" fmla="*/ 320 w 107560"/>
                    <a:gd name="connsiteY3" fmla="*/ 76709 h 104266"/>
                    <a:gd name="connsiteX4" fmla="*/ 107560 w 107560"/>
                    <a:gd name="connsiteY4" fmla="*/ 76709 h 104266"/>
                    <a:gd name="connsiteX5" fmla="*/ 83832 w 107560"/>
                    <a:gd name="connsiteY5" fmla="*/ 5430 h 104266"/>
                    <a:gd name="connsiteX6" fmla="*/ 64418 w 107560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6">
                      <a:moveTo>
                        <a:pt x="64726" y="1238"/>
                      </a:moveTo>
                      <a:cubicBezTo>
                        <a:pt x="57022" y="3334"/>
                        <a:pt x="54248" y="3933"/>
                        <a:pt x="46544" y="1238"/>
                      </a:cubicBezTo>
                      <a:cubicBezTo>
                        <a:pt x="41614" y="-559"/>
                        <a:pt x="34835" y="-260"/>
                        <a:pt x="29595" y="1238"/>
                      </a:cubicBezTo>
                      <a:cubicBezTo>
                        <a:pt x="13263" y="6029"/>
                        <a:pt x="-2453" y="37176"/>
                        <a:pt x="320" y="76709"/>
                      </a:cubicBezTo>
                      <a:cubicBezTo>
                        <a:pt x="3094" y="116242"/>
                        <a:pt x="107868" y="110552"/>
                        <a:pt x="107560" y="76709"/>
                      </a:cubicBezTo>
                      <a:cubicBezTo>
                        <a:pt x="107560" y="49755"/>
                        <a:pt x="97391" y="14715"/>
                        <a:pt x="83832" y="5430"/>
                      </a:cubicBezTo>
                      <a:cubicBezTo>
                        <a:pt x="77977" y="1238"/>
                        <a:pt x="73662" y="-1158"/>
                        <a:pt x="64418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3" name="圖形 17">
                <a:extLst>
                  <a:ext uri="{FF2B5EF4-FFF2-40B4-BE49-F238E27FC236}">
                    <a16:creationId xmlns:a16="http://schemas.microsoft.com/office/drawing/2014/main" id="{D45266D6-8FDB-E6CB-668B-D86D135AFFA7}"/>
                  </a:ext>
                </a:extLst>
              </p:cNvPr>
              <p:cNvGrpSpPr/>
              <p:nvPr/>
            </p:nvGrpSpPr>
            <p:grpSpPr>
              <a:xfrm>
                <a:off x="8074442" y="31189068"/>
                <a:ext cx="8152431" cy="23502889"/>
                <a:chOff x="8074442" y="31189068"/>
                <a:chExt cx="8152431" cy="23502889"/>
              </a:xfrm>
            </p:grpSpPr>
            <p:sp>
              <p:nvSpPr>
                <p:cNvPr id="164" name="手繪多邊形: 圖案 163">
                  <a:extLst>
                    <a:ext uri="{FF2B5EF4-FFF2-40B4-BE49-F238E27FC236}">
                      <a16:creationId xmlns:a16="http://schemas.microsoft.com/office/drawing/2014/main" id="{42E27DC3-9DF4-33AC-651F-939ADA3AA074}"/>
                    </a:ext>
                  </a:extLst>
                </p:cNvPr>
                <p:cNvSpPr/>
                <p:nvPr/>
              </p:nvSpPr>
              <p:spPr>
                <a:xfrm>
                  <a:off x="8074442" y="31189068"/>
                  <a:ext cx="1362679" cy="1325798"/>
                </a:xfrm>
                <a:custGeom>
                  <a:avLst/>
                  <a:gdLst>
                    <a:gd name="connsiteX0" fmla="*/ 220950 w 1362679"/>
                    <a:gd name="connsiteY0" fmla="*/ 1325799 h 1325798"/>
                    <a:gd name="connsiteX1" fmla="*/ 0 w 1362679"/>
                    <a:gd name="connsiteY1" fmla="*/ 1045176 h 1325798"/>
                    <a:gd name="connsiteX2" fmla="*/ 408311 w 1362679"/>
                    <a:gd name="connsiteY2" fmla="*/ 93395 h 1325798"/>
                    <a:gd name="connsiteX3" fmla="*/ 951287 w 1362679"/>
                    <a:gd name="connsiteY3" fmla="*/ 93395 h 1325798"/>
                    <a:gd name="connsiteX4" fmla="*/ 1362680 w 1362679"/>
                    <a:gd name="connsiteY4" fmla="*/ 1063445 h 1325798"/>
                    <a:gd name="connsiteX5" fmla="*/ 1142654 w 1362679"/>
                    <a:gd name="connsiteY5" fmla="*/ 1325799 h 1325798"/>
                    <a:gd name="connsiteX6" fmla="*/ 220950 w 1362679"/>
                    <a:gd name="connsiteY6" fmla="*/ 1325799 h 1325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679" h="1325798">
                      <a:moveTo>
                        <a:pt x="220950" y="1325799"/>
                      </a:moveTo>
                      <a:cubicBezTo>
                        <a:pt x="129735" y="1325799"/>
                        <a:pt x="0" y="1275484"/>
                        <a:pt x="0" y="1045176"/>
                      </a:cubicBezTo>
                      <a:cubicBezTo>
                        <a:pt x="0" y="1045176"/>
                        <a:pt x="11094" y="445896"/>
                        <a:pt x="408311" y="93395"/>
                      </a:cubicBezTo>
                      <a:cubicBezTo>
                        <a:pt x="563931" y="-44670"/>
                        <a:pt x="820011" y="-16817"/>
                        <a:pt x="951287" y="93395"/>
                      </a:cubicBezTo>
                      <a:cubicBezTo>
                        <a:pt x="1217229" y="316516"/>
                        <a:pt x="1362680" y="803188"/>
                        <a:pt x="1362680" y="1063445"/>
                      </a:cubicBezTo>
                      <a:cubicBezTo>
                        <a:pt x="1362680" y="1246733"/>
                        <a:pt x="1290571" y="1325799"/>
                        <a:pt x="1142654" y="1325799"/>
                      </a:cubicBezTo>
                      <a:lnTo>
                        <a:pt x="220950" y="1325799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253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5" name="手繪多邊形: 圖案 164">
                  <a:extLst>
                    <a:ext uri="{FF2B5EF4-FFF2-40B4-BE49-F238E27FC236}">
                      <a16:creationId xmlns:a16="http://schemas.microsoft.com/office/drawing/2014/main" id="{E14F6807-B41C-E336-265A-0C340E0C3033}"/>
                    </a:ext>
                  </a:extLst>
                </p:cNvPr>
                <p:cNvSpPr/>
                <p:nvPr/>
              </p:nvSpPr>
              <p:spPr>
                <a:xfrm>
                  <a:off x="8762857" y="31292307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09 h 104266"/>
                    <a:gd name="connsiteX4" fmla="*/ 107559 w 107559"/>
                    <a:gd name="connsiteY4" fmla="*/ 76709 h 104266"/>
                    <a:gd name="connsiteX5" fmla="*/ 83831 w 107559"/>
                    <a:gd name="connsiteY5" fmla="*/ 5430 h 104266"/>
                    <a:gd name="connsiteX6" fmla="*/ 64417 w 107559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4"/>
                        <a:pt x="54248" y="3933"/>
                        <a:pt x="46544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30"/>
                        <a:pt x="-2454" y="37176"/>
                        <a:pt x="320" y="76709"/>
                      </a:cubicBezTo>
                      <a:cubicBezTo>
                        <a:pt x="3093" y="116242"/>
                        <a:pt x="107867" y="110552"/>
                        <a:pt x="107559" y="76709"/>
                      </a:cubicBezTo>
                      <a:cubicBezTo>
                        <a:pt x="107559" y="49755"/>
                        <a:pt x="97390" y="14715"/>
                        <a:pt x="83831" y="5430"/>
                      </a:cubicBezTo>
                      <a:cubicBezTo>
                        <a:pt x="77976" y="1238"/>
                        <a:pt x="73662" y="-1158"/>
                        <a:pt x="64417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6" name="手繪多邊形: 圖案 165">
                  <a:extLst>
                    <a:ext uri="{FF2B5EF4-FFF2-40B4-BE49-F238E27FC236}">
                      <a16:creationId xmlns:a16="http://schemas.microsoft.com/office/drawing/2014/main" id="{D0EC79CF-0C5A-BB92-50C7-FA9CC8174C60}"/>
                    </a:ext>
                  </a:extLst>
                </p:cNvPr>
                <p:cNvSpPr/>
                <p:nvPr/>
              </p:nvSpPr>
              <p:spPr>
                <a:xfrm>
                  <a:off x="8074442" y="31189068"/>
                  <a:ext cx="1362679" cy="1325798"/>
                </a:xfrm>
                <a:custGeom>
                  <a:avLst/>
                  <a:gdLst>
                    <a:gd name="connsiteX0" fmla="*/ 220950 w 1362679"/>
                    <a:gd name="connsiteY0" fmla="*/ 1325799 h 1325798"/>
                    <a:gd name="connsiteX1" fmla="*/ 0 w 1362679"/>
                    <a:gd name="connsiteY1" fmla="*/ 1045176 h 1325798"/>
                    <a:gd name="connsiteX2" fmla="*/ 408311 w 1362679"/>
                    <a:gd name="connsiteY2" fmla="*/ 93395 h 1325798"/>
                    <a:gd name="connsiteX3" fmla="*/ 951287 w 1362679"/>
                    <a:gd name="connsiteY3" fmla="*/ 93395 h 1325798"/>
                    <a:gd name="connsiteX4" fmla="*/ 1362680 w 1362679"/>
                    <a:gd name="connsiteY4" fmla="*/ 1063445 h 1325798"/>
                    <a:gd name="connsiteX5" fmla="*/ 1142654 w 1362679"/>
                    <a:gd name="connsiteY5" fmla="*/ 1325799 h 1325798"/>
                    <a:gd name="connsiteX6" fmla="*/ 220950 w 1362679"/>
                    <a:gd name="connsiteY6" fmla="*/ 1325799 h 13257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679" h="1325798">
                      <a:moveTo>
                        <a:pt x="220950" y="1325799"/>
                      </a:moveTo>
                      <a:cubicBezTo>
                        <a:pt x="129735" y="1325799"/>
                        <a:pt x="0" y="1275484"/>
                        <a:pt x="0" y="1045176"/>
                      </a:cubicBezTo>
                      <a:cubicBezTo>
                        <a:pt x="0" y="1045176"/>
                        <a:pt x="11094" y="445896"/>
                        <a:pt x="408311" y="93395"/>
                      </a:cubicBezTo>
                      <a:cubicBezTo>
                        <a:pt x="563931" y="-44670"/>
                        <a:pt x="820011" y="-16817"/>
                        <a:pt x="951287" y="93395"/>
                      </a:cubicBezTo>
                      <a:cubicBezTo>
                        <a:pt x="1217229" y="316516"/>
                        <a:pt x="1362680" y="803188"/>
                        <a:pt x="1362680" y="1063445"/>
                      </a:cubicBezTo>
                      <a:cubicBezTo>
                        <a:pt x="1362680" y="1246733"/>
                        <a:pt x="1290571" y="1325799"/>
                        <a:pt x="1142654" y="1325799"/>
                      </a:cubicBezTo>
                      <a:lnTo>
                        <a:pt x="220950" y="1325799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253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67" name="手繪多邊形: 圖案 166">
                  <a:extLst>
                    <a:ext uri="{FF2B5EF4-FFF2-40B4-BE49-F238E27FC236}">
                      <a16:creationId xmlns:a16="http://schemas.microsoft.com/office/drawing/2014/main" id="{C369A4FA-0A8A-C0ED-5250-3724153D5687}"/>
                    </a:ext>
                  </a:extLst>
                </p:cNvPr>
                <p:cNvSpPr/>
                <p:nvPr/>
              </p:nvSpPr>
              <p:spPr>
                <a:xfrm>
                  <a:off x="8762857" y="31292307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09 h 104266"/>
                    <a:gd name="connsiteX4" fmla="*/ 107559 w 107559"/>
                    <a:gd name="connsiteY4" fmla="*/ 76709 h 104266"/>
                    <a:gd name="connsiteX5" fmla="*/ 83831 w 107559"/>
                    <a:gd name="connsiteY5" fmla="*/ 5430 h 104266"/>
                    <a:gd name="connsiteX6" fmla="*/ 64417 w 107559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4"/>
                        <a:pt x="54248" y="3933"/>
                        <a:pt x="46544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30"/>
                        <a:pt x="-2454" y="37176"/>
                        <a:pt x="320" y="76709"/>
                      </a:cubicBezTo>
                      <a:cubicBezTo>
                        <a:pt x="3093" y="116242"/>
                        <a:pt x="107867" y="110552"/>
                        <a:pt x="107559" y="76709"/>
                      </a:cubicBezTo>
                      <a:cubicBezTo>
                        <a:pt x="107559" y="49755"/>
                        <a:pt x="97390" y="14715"/>
                        <a:pt x="83831" y="5430"/>
                      </a:cubicBezTo>
                      <a:cubicBezTo>
                        <a:pt x="77976" y="1238"/>
                        <a:pt x="73662" y="-1158"/>
                        <a:pt x="64417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68" name="圖形 17">
                <a:extLst>
                  <a:ext uri="{FF2B5EF4-FFF2-40B4-BE49-F238E27FC236}">
                    <a16:creationId xmlns:a16="http://schemas.microsoft.com/office/drawing/2014/main" id="{4134B1ED-3652-1E8F-731A-B3046743FC34}"/>
                  </a:ext>
                </a:extLst>
              </p:cNvPr>
              <p:cNvGrpSpPr/>
              <p:nvPr/>
            </p:nvGrpSpPr>
            <p:grpSpPr>
              <a:xfrm>
                <a:off x="10345936" y="29522932"/>
                <a:ext cx="8158474" cy="7627725"/>
                <a:chOff x="10345936" y="29522932"/>
                <a:chExt cx="8158474" cy="7627725"/>
              </a:xfrm>
            </p:grpSpPr>
            <p:sp>
              <p:nvSpPr>
                <p:cNvPr id="169" name="手繪多邊形: 圖案 168">
                  <a:extLst>
                    <a:ext uri="{FF2B5EF4-FFF2-40B4-BE49-F238E27FC236}">
                      <a16:creationId xmlns:a16="http://schemas.microsoft.com/office/drawing/2014/main" id="{54DE05EC-075A-C8E9-596B-CB520D579E13}"/>
                    </a:ext>
                  </a:extLst>
                </p:cNvPr>
                <p:cNvSpPr/>
                <p:nvPr/>
              </p:nvSpPr>
              <p:spPr>
                <a:xfrm>
                  <a:off x="10345936" y="29522932"/>
                  <a:ext cx="1363689" cy="430280"/>
                </a:xfrm>
                <a:custGeom>
                  <a:avLst/>
                  <a:gdLst>
                    <a:gd name="connsiteX0" fmla="*/ 168510 w 1363689"/>
                    <a:gd name="connsiteY0" fmla="*/ 345338 h 430280"/>
                    <a:gd name="connsiteX1" fmla="*/ 22442 w 1363689"/>
                    <a:gd name="connsiteY1" fmla="*/ 66812 h 430280"/>
                    <a:gd name="connsiteX2" fmla="*/ 451399 w 1363689"/>
                    <a:gd name="connsiteY2" fmla="*/ 43152 h 430280"/>
                    <a:gd name="connsiteX3" fmla="*/ 912098 w 1363689"/>
                    <a:gd name="connsiteY3" fmla="*/ 42253 h 430280"/>
                    <a:gd name="connsiteX4" fmla="*/ 1325955 w 1363689"/>
                    <a:gd name="connsiteY4" fmla="*/ 58726 h 430280"/>
                    <a:gd name="connsiteX5" fmla="*/ 1189133 w 1363689"/>
                    <a:gd name="connsiteY5" fmla="*/ 359413 h 430280"/>
                    <a:gd name="connsiteX6" fmla="*/ 168202 w 1363689"/>
                    <a:gd name="connsiteY6" fmla="*/ 345338 h 430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689" h="430280">
                      <a:moveTo>
                        <a:pt x="168510" y="345338"/>
                      </a:moveTo>
                      <a:cubicBezTo>
                        <a:pt x="3337" y="266572"/>
                        <a:pt x="-29021" y="136593"/>
                        <a:pt x="22442" y="66812"/>
                      </a:cubicBezTo>
                      <a:cubicBezTo>
                        <a:pt x="90545" y="-25132"/>
                        <a:pt x="263423" y="-11355"/>
                        <a:pt x="451399" y="43152"/>
                      </a:cubicBezTo>
                      <a:cubicBezTo>
                        <a:pt x="613492" y="90472"/>
                        <a:pt x="803318" y="76096"/>
                        <a:pt x="912098" y="42253"/>
                      </a:cubicBezTo>
                      <a:cubicBezTo>
                        <a:pt x="1061555" y="-4167"/>
                        <a:pt x="1229501" y="-26329"/>
                        <a:pt x="1325955" y="58726"/>
                      </a:cubicBezTo>
                      <a:cubicBezTo>
                        <a:pt x="1400222" y="124314"/>
                        <a:pt x="1370023" y="273460"/>
                        <a:pt x="1189133" y="359413"/>
                      </a:cubicBezTo>
                      <a:cubicBezTo>
                        <a:pt x="1013790" y="442673"/>
                        <a:pt x="428596" y="469627"/>
                        <a:pt x="168202" y="345338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253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70" name="手繪多邊形: 圖案 169">
                  <a:extLst>
                    <a:ext uri="{FF2B5EF4-FFF2-40B4-BE49-F238E27FC236}">
                      <a16:creationId xmlns:a16="http://schemas.microsoft.com/office/drawing/2014/main" id="{EDFF79DE-E1B6-3923-11BA-8F953642B22D}"/>
                    </a:ext>
                  </a:extLst>
                </p:cNvPr>
                <p:cNvSpPr/>
                <p:nvPr/>
              </p:nvSpPr>
              <p:spPr>
                <a:xfrm>
                  <a:off x="11494997" y="29627740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10 h 104266"/>
                    <a:gd name="connsiteX4" fmla="*/ 107559 w 107559"/>
                    <a:gd name="connsiteY4" fmla="*/ 76710 h 104266"/>
                    <a:gd name="connsiteX5" fmla="*/ 83831 w 107559"/>
                    <a:gd name="connsiteY5" fmla="*/ 5431 h 104266"/>
                    <a:gd name="connsiteX6" fmla="*/ 64417 w 107559"/>
                    <a:gd name="connsiteY6" fmla="*/ 1538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4"/>
                        <a:pt x="54248" y="3933"/>
                        <a:pt x="46544" y="1238"/>
                      </a:cubicBezTo>
                      <a:cubicBezTo>
                        <a:pt x="41613" y="-559"/>
                        <a:pt x="34834" y="-259"/>
                        <a:pt x="29595" y="1238"/>
                      </a:cubicBezTo>
                      <a:cubicBezTo>
                        <a:pt x="13262" y="6030"/>
                        <a:pt x="-2453" y="37177"/>
                        <a:pt x="320" y="76710"/>
                      </a:cubicBezTo>
                      <a:cubicBezTo>
                        <a:pt x="3093" y="116242"/>
                        <a:pt x="107867" y="110552"/>
                        <a:pt x="107559" y="76710"/>
                      </a:cubicBezTo>
                      <a:cubicBezTo>
                        <a:pt x="107559" y="49755"/>
                        <a:pt x="97390" y="14715"/>
                        <a:pt x="83831" y="5431"/>
                      </a:cubicBezTo>
                      <a:cubicBezTo>
                        <a:pt x="77976" y="1238"/>
                        <a:pt x="73662" y="-1158"/>
                        <a:pt x="64417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71" name="手繪多邊形: 圖案 170">
                  <a:extLst>
                    <a:ext uri="{FF2B5EF4-FFF2-40B4-BE49-F238E27FC236}">
                      <a16:creationId xmlns:a16="http://schemas.microsoft.com/office/drawing/2014/main" id="{541644A3-E275-C2BD-033F-93D9A42B7907}"/>
                    </a:ext>
                  </a:extLst>
                </p:cNvPr>
                <p:cNvSpPr/>
                <p:nvPr/>
              </p:nvSpPr>
              <p:spPr>
                <a:xfrm>
                  <a:off x="10345936" y="29522932"/>
                  <a:ext cx="1363689" cy="430280"/>
                </a:xfrm>
                <a:custGeom>
                  <a:avLst/>
                  <a:gdLst>
                    <a:gd name="connsiteX0" fmla="*/ 168510 w 1363689"/>
                    <a:gd name="connsiteY0" fmla="*/ 345338 h 430280"/>
                    <a:gd name="connsiteX1" fmla="*/ 22442 w 1363689"/>
                    <a:gd name="connsiteY1" fmla="*/ 66812 h 430280"/>
                    <a:gd name="connsiteX2" fmla="*/ 451399 w 1363689"/>
                    <a:gd name="connsiteY2" fmla="*/ 43152 h 430280"/>
                    <a:gd name="connsiteX3" fmla="*/ 912098 w 1363689"/>
                    <a:gd name="connsiteY3" fmla="*/ 42253 h 430280"/>
                    <a:gd name="connsiteX4" fmla="*/ 1325955 w 1363689"/>
                    <a:gd name="connsiteY4" fmla="*/ 58726 h 430280"/>
                    <a:gd name="connsiteX5" fmla="*/ 1189133 w 1363689"/>
                    <a:gd name="connsiteY5" fmla="*/ 359413 h 430280"/>
                    <a:gd name="connsiteX6" fmla="*/ 168202 w 1363689"/>
                    <a:gd name="connsiteY6" fmla="*/ 345338 h 430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689" h="430280">
                      <a:moveTo>
                        <a:pt x="168510" y="345338"/>
                      </a:moveTo>
                      <a:cubicBezTo>
                        <a:pt x="3337" y="266572"/>
                        <a:pt x="-29021" y="136593"/>
                        <a:pt x="22442" y="66812"/>
                      </a:cubicBezTo>
                      <a:cubicBezTo>
                        <a:pt x="90545" y="-25132"/>
                        <a:pt x="263423" y="-11355"/>
                        <a:pt x="451399" y="43152"/>
                      </a:cubicBezTo>
                      <a:cubicBezTo>
                        <a:pt x="613492" y="90472"/>
                        <a:pt x="803318" y="76096"/>
                        <a:pt x="912098" y="42253"/>
                      </a:cubicBezTo>
                      <a:cubicBezTo>
                        <a:pt x="1061555" y="-4167"/>
                        <a:pt x="1229501" y="-26329"/>
                        <a:pt x="1325955" y="58726"/>
                      </a:cubicBezTo>
                      <a:cubicBezTo>
                        <a:pt x="1400222" y="124314"/>
                        <a:pt x="1370023" y="273460"/>
                        <a:pt x="1189133" y="359413"/>
                      </a:cubicBezTo>
                      <a:cubicBezTo>
                        <a:pt x="1013790" y="442673"/>
                        <a:pt x="428596" y="469627"/>
                        <a:pt x="168202" y="345338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253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72" name="手繪多邊形: 圖案 171">
                  <a:extLst>
                    <a:ext uri="{FF2B5EF4-FFF2-40B4-BE49-F238E27FC236}">
                      <a16:creationId xmlns:a16="http://schemas.microsoft.com/office/drawing/2014/main" id="{0823A861-5B85-7BE5-2E94-F5C35104C039}"/>
                    </a:ext>
                  </a:extLst>
                </p:cNvPr>
                <p:cNvSpPr/>
                <p:nvPr/>
              </p:nvSpPr>
              <p:spPr>
                <a:xfrm>
                  <a:off x="11494997" y="29627740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10 h 104266"/>
                    <a:gd name="connsiteX4" fmla="*/ 107559 w 107559"/>
                    <a:gd name="connsiteY4" fmla="*/ 76710 h 104266"/>
                    <a:gd name="connsiteX5" fmla="*/ 83831 w 107559"/>
                    <a:gd name="connsiteY5" fmla="*/ 5431 h 104266"/>
                    <a:gd name="connsiteX6" fmla="*/ 64417 w 107559"/>
                    <a:gd name="connsiteY6" fmla="*/ 1538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4"/>
                        <a:pt x="54248" y="3933"/>
                        <a:pt x="46544" y="1238"/>
                      </a:cubicBezTo>
                      <a:cubicBezTo>
                        <a:pt x="41613" y="-559"/>
                        <a:pt x="34834" y="-259"/>
                        <a:pt x="29595" y="1238"/>
                      </a:cubicBezTo>
                      <a:cubicBezTo>
                        <a:pt x="13262" y="6030"/>
                        <a:pt x="-2453" y="37177"/>
                        <a:pt x="320" y="76710"/>
                      </a:cubicBezTo>
                      <a:cubicBezTo>
                        <a:pt x="3093" y="116242"/>
                        <a:pt x="107867" y="110552"/>
                        <a:pt x="107559" y="76710"/>
                      </a:cubicBezTo>
                      <a:cubicBezTo>
                        <a:pt x="107559" y="49755"/>
                        <a:pt x="97390" y="14715"/>
                        <a:pt x="83831" y="5431"/>
                      </a:cubicBezTo>
                      <a:cubicBezTo>
                        <a:pt x="77976" y="1238"/>
                        <a:pt x="73662" y="-1158"/>
                        <a:pt x="64417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73" name="圖形 17">
                <a:extLst>
                  <a:ext uri="{FF2B5EF4-FFF2-40B4-BE49-F238E27FC236}">
                    <a16:creationId xmlns:a16="http://schemas.microsoft.com/office/drawing/2014/main" id="{1D2B04CE-FC50-A026-0A2E-75B85DBB232D}"/>
                  </a:ext>
                </a:extLst>
              </p:cNvPr>
              <p:cNvGrpSpPr/>
              <p:nvPr/>
            </p:nvGrpSpPr>
            <p:grpSpPr>
              <a:xfrm>
                <a:off x="5801167" y="29410820"/>
                <a:ext cx="8159850" cy="11606505"/>
                <a:chOff x="5801167" y="29410820"/>
                <a:chExt cx="8159850" cy="11606505"/>
              </a:xfrm>
            </p:grpSpPr>
            <p:sp>
              <p:nvSpPr>
                <p:cNvPr id="174" name="手繪多邊形: 圖案 173">
                  <a:extLst>
                    <a:ext uri="{FF2B5EF4-FFF2-40B4-BE49-F238E27FC236}">
                      <a16:creationId xmlns:a16="http://schemas.microsoft.com/office/drawing/2014/main" id="{BA089C92-8A4C-EB31-ED5B-A1DE91D2E31D}"/>
                    </a:ext>
                  </a:extLst>
                </p:cNvPr>
                <p:cNvSpPr/>
                <p:nvPr/>
              </p:nvSpPr>
              <p:spPr>
                <a:xfrm>
                  <a:off x="5801167" y="29410820"/>
                  <a:ext cx="1363919" cy="654723"/>
                </a:xfrm>
                <a:custGeom>
                  <a:avLst/>
                  <a:gdLst>
                    <a:gd name="connsiteX0" fmla="*/ 1279770 w 1363919"/>
                    <a:gd name="connsiteY0" fmla="*/ 208275 h 654723"/>
                    <a:gd name="connsiteX1" fmla="*/ 1240634 w 1363919"/>
                    <a:gd name="connsiteY1" fmla="*/ 622769 h 654723"/>
                    <a:gd name="connsiteX2" fmla="*/ 851428 w 1363919"/>
                    <a:gd name="connsiteY2" fmla="*/ 609592 h 654723"/>
                    <a:gd name="connsiteX3" fmla="*/ 126946 w 1363919"/>
                    <a:gd name="connsiteY3" fmla="*/ 615881 h 654723"/>
                    <a:gd name="connsiteX4" fmla="*/ 84420 w 1363919"/>
                    <a:gd name="connsiteY4" fmla="*/ 210071 h 654723"/>
                    <a:gd name="connsiteX5" fmla="*/ 1279770 w 1363919"/>
                    <a:gd name="connsiteY5" fmla="*/ 208275 h 65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919" h="654723">
                      <a:moveTo>
                        <a:pt x="1279770" y="208275"/>
                      </a:moveTo>
                      <a:cubicBezTo>
                        <a:pt x="1414743" y="375989"/>
                        <a:pt x="1376840" y="535917"/>
                        <a:pt x="1240634" y="622769"/>
                      </a:cubicBezTo>
                      <a:cubicBezTo>
                        <a:pt x="1160820" y="673682"/>
                        <a:pt x="1015369" y="655713"/>
                        <a:pt x="851428" y="609592"/>
                      </a:cubicBezTo>
                      <a:cubicBezTo>
                        <a:pt x="516460" y="515252"/>
                        <a:pt x="379020" y="741067"/>
                        <a:pt x="126946" y="615881"/>
                      </a:cubicBezTo>
                      <a:cubicBezTo>
                        <a:pt x="13543" y="559576"/>
                        <a:pt x="-69967" y="372395"/>
                        <a:pt x="84420" y="210071"/>
                      </a:cubicBezTo>
                      <a:cubicBezTo>
                        <a:pt x="370700" y="-90617"/>
                        <a:pt x="1073611" y="-48089"/>
                        <a:pt x="1279770" y="208275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253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75" name="圖形 17">
                  <a:extLst>
                    <a:ext uri="{FF2B5EF4-FFF2-40B4-BE49-F238E27FC236}">
                      <a16:creationId xmlns:a16="http://schemas.microsoft.com/office/drawing/2014/main" id="{75B46E38-6350-88D0-B9AF-C23268304898}"/>
                    </a:ext>
                  </a:extLst>
                </p:cNvPr>
                <p:cNvGrpSpPr/>
                <p:nvPr/>
              </p:nvGrpSpPr>
              <p:grpSpPr>
                <a:xfrm>
                  <a:off x="6360140" y="29515431"/>
                  <a:ext cx="1463894" cy="1848360"/>
                  <a:chOff x="6360140" y="29515431"/>
                  <a:chExt cx="1463894" cy="1848360"/>
                </a:xfrm>
                <a:solidFill>
                  <a:srgbClr val="FFFFFF"/>
                </a:solidFill>
              </p:grpSpPr>
              <p:sp>
                <p:nvSpPr>
                  <p:cNvPr id="176" name="手繪多邊形: 圖案 175">
                    <a:extLst>
                      <a:ext uri="{FF2B5EF4-FFF2-40B4-BE49-F238E27FC236}">
                        <a16:creationId xmlns:a16="http://schemas.microsoft.com/office/drawing/2014/main" id="{64AA3EBD-7304-D075-00CD-44D7ABFC03DB}"/>
                      </a:ext>
                    </a:extLst>
                  </p:cNvPr>
                  <p:cNvSpPr/>
                  <p:nvPr/>
                </p:nvSpPr>
                <p:spPr>
                  <a:xfrm>
                    <a:off x="6360140" y="29515431"/>
                    <a:ext cx="107560" cy="104266"/>
                  </a:xfrm>
                  <a:custGeom>
                    <a:avLst/>
                    <a:gdLst>
                      <a:gd name="connsiteX0" fmla="*/ 64725 w 107560"/>
                      <a:gd name="connsiteY0" fmla="*/ 1238 h 104266"/>
                      <a:gd name="connsiteX1" fmla="*/ 46544 w 107560"/>
                      <a:gd name="connsiteY1" fmla="*/ 1238 h 104266"/>
                      <a:gd name="connsiteX2" fmla="*/ 29595 w 107560"/>
                      <a:gd name="connsiteY2" fmla="*/ 1238 h 104266"/>
                      <a:gd name="connsiteX3" fmla="*/ 320 w 107560"/>
                      <a:gd name="connsiteY3" fmla="*/ 76710 h 104266"/>
                      <a:gd name="connsiteX4" fmla="*/ 107559 w 107560"/>
                      <a:gd name="connsiteY4" fmla="*/ 76710 h 104266"/>
                      <a:gd name="connsiteX5" fmla="*/ 83831 w 107560"/>
                      <a:gd name="connsiteY5" fmla="*/ 5431 h 104266"/>
                      <a:gd name="connsiteX6" fmla="*/ 64417 w 107560"/>
                      <a:gd name="connsiteY6" fmla="*/ 1538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0" h="104266">
                        <a:moveTo>
                          <a:pt x="64725" y="1238"/>
                        </a:moveTo>
                        <a:cubicBezTo>
                          <a:pt x="57021" y="3334"/>
                          <a:pt x="54248" y="3933"/>
                          <a:pt x="46544" y="1238"/>
                        </a:cubicBezTo>
                        <a:cubicBezTo>
                          <a:pt x="41613" y="-559"/>
                          <a:pt x="34834" y="-259"/>
                          <a:pt x="29595" y="1238"/>
                        </a:cubicBezTo>
                        <a:cubicBezTo>
                          <a:pt x="13263" y="6030"/>
                          <a:pt x="-2454" y="37177"/>
                          <a:pt x="320" y="76710"/>
                        </a:cubicBezTo>
                        <a:cubicBezTo>
                          <a:pt x="3093" y="116242"/>
                          <a:pt x="107867" y="110552"/>
                          <a:pt x="107559" y="76710"/>
                        </a:cubicBezTo>
                        <a:cubicBezTo>
                          <a:pt x="107559" y="49755"/>
                          <a:pt x="97390" y="14715"/>
                          <a:pt x="83831" y="5431"/>
                        </a:cubicBezTo>
                        <a:cubicBezTo>
                          <a:pt x="77976" y="1238"/>
                          <a:pt x="73662" y="-1158"/>
                          <a:pt x="64417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77" name="手繪多邊形: 圖案 176">
                    <a:extLst>
                      <a:ext uri="{FF2B5EF4-FFF2-40B4-BE49-F238E27FC236}">
                        <a16:creationId xmlns:a16="http://schemas.microsoft.com/office/drawing/2014/main" id="{F7914337-D278-FA4B-F1D5-0BF4BE139840}"/>
                      </a:ext>
                    </a:extLst>
                  </p:cNvPr>
                  <p:cNvSpPr/>
                  <p:nvPr/>
                </p:nvSpPr>
                <p:spPr>
                  <a:xfrm>
                    <a:off x="6497271" y="29515431"/>
                    <a:ext cx="107559" cy="104266"/>
                  </a:xfrm>
                  <a:custGeom>
                    <a:avLst/>
                    <a:gdLst>
                      <a:gd name="connsiteX0" fmla="*/ 64725 w 107559"/>
                      <a:gd name="connsiteY0" fmla="*/ 1238 h 104266"/>
                      <a:gd name="connsiteX1" fmla="*/ 46544 w 107559"/>
                      <a:gd name="connsiteY1" fmla="*/ 1238 h 104266"/>
                      <a:gd name="connsiteX2" fmla="*/ 29595 w 107559"/>
                      <a:gd name="connsiteY2" fmla="*/ 1238 h 104266"/>
                      <a:gd name="connsiteX3" fmla="*/ 320 w 107559"/>
                      <a:gd name="connsiteY3" fmla="*/ 76710 h 104266"/>
                      <a:gd name="connsiteX4" fmla="*/ 107559 w 107559"/>
                      <a:gd name="connsiteY4" fmla="*/ 76710 h 104266"/>
                      <a:gd name="connsiteX5" fmla="*/ 83831 w 107559"/>
                      <a:gd name="connsiteY5" fmla="*/ 5431 h 104266"/>
                      <a:gd name="connsiteX6" fmla="*/ 64417 w 107559"/>
                      <a:gd name="connsiteY6" fmla="*/ 1538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9" h="104266">
                        <a:moveTo>
                          <a:pt x="64725" y="1238"/>
                        </a:moveTo>
                        <a:cubicBezTo>
                          <a:pt x="57021" y="3334"/>
                          <a:pt x="54248" y="3933"/>
                          <a:pt x="46544" y="1238"/>
                        </a:cubicBezTo>
                        <a:cubicBezTo>
                          <a:pt x="41613" y="-559"/>
                          <a:pt x="34834" y="-259"/>
                          <a:pt x="29595" y="1238"/>
                        </a:cubicBezTo>
                        <a:cubicBezTo>
                          <a:pt x="13263" y="6030"/>
                          <a:pt x="-2453" y="37177"/>
                          <a:pt x="320" y="76710"/>
                        </a:cubicBezTo>
                        <a:cubicBezTo>
                          <a:pt x="3093" y="116242"/>
                          <a:pt x="107868" y="110552"/>
                          <a:pt x="107559" y="76710"/>
                        </a:cubicBezTo>
                        <a:cubicBezTo>
                          <a:pt x="107559" y="49755"/>
                          <a:pt x="97390" y="14715"/>
                          <a:pt x="83831" y="5431"/>
                        </a:cubicBezTo>
                        <a:cubicBezTo>
                          <a:pt x="77976" y="1238"/>
                          <a:pt x="73662" y="-1158"/>
                          <a:pt x="64417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78" name="手繪多邊形: 圖案 177">
                  <a:extLst>
                    <a:ext uri="{FF2B5EF4-FFF2-40B4-BE49-F238E27FC236}">
                      <a16:creationId xmlns:a16="http://schemas.microsoft.com/office/drawing/2014/main" id="{A3306C11-037F-6B16-F8BA-5F6C74989F09}"/>
                    </a:ext>
                  </a:extLst>
                </p:cNvPr>
                <p:cNvSpPr/>
                <p:nvPr/>
              </p:nvSpPr>
              <p:spPr>
                <a:xfrm>
                  <a:off x="5801167" y="29410820"/>
                  <a:ext cx="1363919" cy="654723"/>
                </a:xfrm>
                <a:custGeom>
                  <a:avLst/>
                  <a:gdLst>
                    <a:gd name="connsiteX0" fmla="*/ 1279770 w 1363919"/>
                    <a:gd name="connsiteY0" fmla="*/ 208275 h 654723"/>
                    <a:gd name="connsiteX1" fmla="*/ 1240634 w 1363919"/>
                    <a:gd name="connsiteY1" fmla="*/ 622769 h 654723"/>
                    <a:gd name="connsiteX2" fmla="*/ 851428 w 1363919"/>
                    <a:gd name="connsiteY2" fmla="*/ 609592 h 654723"/>
                    <a:gd name="connsiteX3" fmla="*/ 126946 w 1363919"/>
                    <a:gd name="connsiteY3" fmla="*/ 615881 h 654723"/>
                    <a:gd name="connsiteX4" fmla="*/ 84420 w 1363919"/>
                    <a:gd name="connsiteY4" fmla="*/ 210071 h 654723"/>
                    <a:gd name="connsiteX5" fmla="*/ 1279770 w 1363919"/>
                    <a:gd name="connsiteY5" fmla="*/ 208275 h 6547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919" h="654723">
                      <a:moveTo>
                        <a:pt x="1279770" y="208275"/>
                      </a:moveTo>
                      <a:cubicBezTo>
                        <a:pt x="1414743" y="375989"/>
                        <a:pt x="1376840" y="535917"/>
                        <a:pt x="1240634" y="622769"/>
                      </a:cubicBezTo>
                      <a:cubicBezTo>
                        <a:pt x="1160820" y="673682"/>
                        <a:pt x="1015369" y="655713"/>
                        <a:pt x="851428" y="609592"/>
                      </a:cubicBezTo>
                      <a:cubicBezTo>
                        <a:pt x="516460" y="515252"/>
                        <a:pt x="379020" y="741067"/>
                        <a:pt x="126946" y="615881"/>
                      </a:cubicBezTo>
                      <a:cubicBezTo>
                        <a:pt x="13543" y="559576"/>
                        <a:pt x="-69967" y="372395"/>
                        <a:pt x="84420" y="210071"/>
                      </a:cubicBezTo>
                      <a:cubicBezTo>
                        <a:pt x="370700" y="-90617"/>
                        <a:pt x="1073611" y="-48089"/>
                        <a:pt x="1279770" y="208275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253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79" name="圖形 17">
                  <a:extLst>
                    <a:ext uri="{FF2B5EF4-FFF2-40B4-BE49-F238E27FC236}">
                      <a16:creationId xmlns:a16="http://schemas.microsoft.com/office/drawing/2014/main" id="{2995365E-1612-A4D1-4482-6F5AEC4E9D4D}"/>
                    </a:ext>
                  </a:extLst>
                </p:cNvPr>
                <p:cNvGrpSpPr/>
                <p:nvPr/>
              </p:nvGrpSpPr>
              <p:grpSpPr>
                <a:xfrm>
                  <a:off x="6360140" y="29515431"/>
                  <a:ext cx="1463894" cy="1848360"/>
                  <a:chOff x="6360140" y="29515431"/>
                  <a:chExt cx="1463894" cy="1848360"/>
                </a:xfrm>
                <a:solidFill>
                  <a:srgbClr val="FFFFFF"/>
                </a:solidFill>
              </p:grpSpPr>
              <p:sp>
                <p:nvSpPr>
                  <p:cNvPr id="180" name="手繪多邊形: 圖案 179">
                    <a:extLst>
                      <a:ext uri="{FF2B5EF4-FFF2-40B4-BE49-F238E27FC236}">
                        <a16:creationId xmlns:a16="http://schemas.microsoft.com/office/drawing/2014/main" id="{651193B4-037A-DE42-3658-916A9B687D1E}"/>
                      </a:ext>
                    </a:extLst>
                  </p:cNvPr>
                  <p:cNvSpPr/>
                  <p:nvPr/>
                </p:nvSpPr>
                <p:spPr>
                  <a:xfrm>
                    <a:off x="6360140" y="29515431"/>
                    <a:ext cx="107560" cy="104266"/>
                  </a:xfrm>
                  <a:custGeom>
                    <a:avLst/>
                    <a:gdLst>
                      <a:gd name="connsiteX0" fmla="*/ 64725 w 107560"/>
                      <a:gd name="connsiteY0" fmla="*/ 1238 h 104266"/>
                      <a:gd name="connsiteX1" fmla="*/ 46544 w 107560"/>
                      <a:gd name="connsiteY1" fmla="*/ 1238 h 104266"/>
                      <a:gd name="connsiteX2" fmla="*/ 29595 w 107560"/>
                      <a:gd name="connsiteY2" fmla="*/ 1238 h 104266"/>
                      <a:gd name="connsiteX3" fmla="*/ 320 w 107560"/>
                      <a:gd name="connsiteY3" fmla="*/ 76710 h 104266"/>
                      <a:gd name="connsiteX4" fmla="*/ 107559 w 107560"/>
                      <a:gd name="connsiteY4" fmla="*/ 76710 h 104266"/>
                      <a:gd name="connsiteX5" fmla="*/ 83831 w 107560"/>
                      <a:gd name="connsiteY5" fmla="*/ 5431 h 104266"/>
                      <a:gd name="connsiteX6" fmla="*/ 64417 w 107560"/>
                      <a:gd name="connsiteY6" fmla="*/ 1538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0" h="104266">
                        <a:moveTo>
                          <a:pt x="64725" y="1238"/>
                        </a:moveTo>
                        <a:cubicBezTo>
                          <a:pt x="57021" y="3334"/>
                          <a:pt x="54248" y="3933"/>
                          <a:pt x="46544" y="1238"/>
                        </a:cubicBezTo>
                        <a:cubicBezTo>
                          <a:pt x="41613" y="-559"/>
                          <a:pt x="34834" y="-259"/>
                          <a:pt x="29595" y="1238"/>
                        </a:cubicBezTo>
                        <a:cubicBezTo>
                          <a:pt x="13263" y="6030"/>
                          <a:pt x="-2454" y="37177"/>
                          <a:pt x="320" y="76710"/>
                        </a:cubicBezTo>
                        <a:cubicBezTo>
                          <a:pt x="3093" y="116242"/>
                          <a:pt x="107867" y="110552"/>
                          <a:pt x="107559" y="76710"/>
                        </a:cubicBezTo>
                        <a:cubicBezTo>
                          <a:pt x="107559" y="49755"/>
                          <a:pt x="97390" y="14715"/>
                          <a:pt x="83831" y="5431"/>
                        </a:cubicBezTo>
                        <a:cubicBezTo>
                          <a:pt x="77976" y="1238"/>
                          <a:pt x="73662" y="-1158"/>
                          <a:pt x="64417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81" name="手繪多邊形: 圖案 180">
                    <a:extLst>
                      <a:ext uri="{FF2B5EF4-FFF2-40B4-BE49-F238E27FC236}">
                        <a16:creationId xmlns:a16="http://schemas.microsoft.com/office/drawing/2014/main" id="{E593B63C-B43D-9970-5860-CFA29D85CA27}"/>
                      </a:ext>
                    </a:extLst>
                  </p:cNvPr>
                  <p:cNvSpPr/>
                  <p:nvPr/>
                </p:nvSpPr>
                <p:spPr>
                  <a:xfrm>
                    <a:off x="6497271" y="29515431"/>
                    <a:ext cx="107559" cy="104266"/>
                  </a:xfrm>
                  <a:custGeom>
                    <a:avLst/>
                    <a:gdLst>
                      <a:gd name="connsiteX0" fmla="*/ 64725 w 107559"/>
                      <a:gd name="connsiteY0" fmla="*/ 1238 h 104266"/>
                      <a:gd name="connsiteX1" fmla="*/ 46544 w 107559"/>
                      <a:gd name="connsiteY1" fmla="*/ 1238 h 104266"/>
                      <a:gd name="connsiteX2" fmla="*/ 29595 w 107559"/>
                      <a:gd name="connsiteY2" fmla="*/ 1238 h 104266"/>
                      <a:gd name="connsiteX3" fmla="*/ 320 w 107559"/>
                      <a:gd name="connsiteY3" fmla="*/ 76710 h 104266"/>
                      <a:gd name="connsiteX4" fmla="*/ 107559 w 107559"/>
                      <a:gd name="connsiteY4" fmla="*/ 76710 h 104266"/>
                      <a:gd name="connsiteX5" fmla="*/ 83831 w 107559"/>
                      <a:gd name="connsiteY5" fmla="*/ 5431 h 104266"/>
                      <a:gd name="connsiteX6" fmla="*/ 64417 w 107559"/>
                      <a:gd name="connsiteY6" fmla="*/ 1538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9" h="104266">
                        <a:moveTo>
                          <a:pt x="64725" y="1238"/>
                        </a:moveTo>
                        <a:cubicBezTo>
                          <a:pt x="57021" y="3334"/>
                          <a:pt x="54248" y="3933"/>
                          <a:pt x="46544" y="1238"/>
                        </a:cubicBezTo>
                        <a:cubicBezTo>
                          <a:pt x="41613" y="-559"/>
                          <a:pt x="34834" y="-259"/>
                          <a:pt x="29595" y="1238"/>
                        </a:cubicBezTo>
                        <a:cubicBezTo>
                          <a:pt x="13263" y="6030"/>
                          <a:pt x="-2453" y="37177"/>
                          <a:pt x="320" y="76710"/>
                        </a:cubicBezTo>
                        <a:cubicBezTo>
                          <a:pt x="3093" y="116242"/>
                          <a:pt x="107868" y="110552"/>
                          <a:pt x="107559" y="76710"/>
                        </a:cubicBezTo>
                        <a:cubicBezTo>
                          <a:pt x="107559" y="49755"/>
                          <a:pt x="97390" y="14715"/>
                          <a:pt x="83831" y="5431"/>
                        </a:cubicBezTo>
                        <a:cubicBezTo>
                          <a:pt x="77976" y="1238"/>
                          <a:pt x="73662" y="-1158"/>
                          <a:pt x="64417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82" name="圖形 17">
                <a:extLst>
                  <a:ext uri="{FF2B5EF4-FFF2-40B4-BE49-F238E27FC236}">
                    <a16:creationId xmlns:a16="http://schemas.microsoft.com/office/drawing/2014/main" id="{13F88BA4-7946-453C-6E2B-86255BF3013C}"/>
                  </a:ext>
                </a:extLst>
              </p:cNvPr>
              <p:cNvGrpSpPr/>
              <p:nvPr/>
            </p:nvGrpSpPr>
            <p:grpSpPr>
              <a:xfrm>
                <a:off x="6031991" y="27074911"/>
                <a:ext cx="5396512" cy="15545470"/>
                <a:chOff x="6031991" y="27074911"/>
                <a:chExt cx="5396512" cy="15545470"/>
              </a:xfrm>
            </p:grpSpPr>
            <p:sp>
              <p:nvSpPr>
                <p:cNvPr id="183" name="手繪多邊形: 圖案 182">
                  <a:extLst>
                    <a:ext uri="{FF2B5EF4-FFF2-40B4-BE49-F238E27FC236}">
                      <a16:creationId xmlns:a16="http://schemas.microsoft.com/office/drawing/2014/main" id="{23D2D79B-1448-2BD2-5CD2-82C39431C798}"/>
                    </a:ext>
                  </a:extLst>
                </p:cNvPr>
                <p:cNvSpPr/>
                <p:nvPr/>
              </p:nvSpPr>
              <p:spPr>
                <a:xfrm>
                  <a:off x="6031991" y="27074911"/>
                  <a:ext cx="902027" cy="876920"/>
                </a:xfrm>
                <a:custGeom>
                  <a:avLst/>
                  <a:gdLst>
                    <a:gd name="connsiteX0" fmla="*/ 74546 w 902027"/>
                    <a:gd name="connsiteY0" fmla="*/ 128794 h 876920"/>
                    <a:gd name="connsiteX1" fmla="*/ 826763 w 902027"/>
                    <a:gd name="connsiteY1" fmla="*/ 128794 h 876920"/>
                    <a:gd name="connsiteX2" fmla="*/ 848950 w 902027"/>
                    <a:gd name="connsiteY2" fmla="*/ 586416 h 876920"/>
                    <a:gd name="connsiteX3" fmla="*/ 450809 w 902027"/>
                    <a:gd name="connsiteY3" fmla="*/ 876921 h 876920"/>
                    <a:gd name="connsiteX4" fmla="*/ 56056 w 902027"/>
                    <a:gd name="connsiteY4" fmla="*/ 586416 h 876920"/>
                    <a:gd name="connsiteX5" fmla="*/ 74546 w 902027"/>
                    <a:gd name="connsiteY5" fmla="*/ 128794 h 876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27" h="876920">
                      <a:moveTo>
                        <a:pt x="74546" y="128794"/>
                      </a:moveTo>
                      <a:cubicBezTo>
                        <a:pt x="225544" y="-33830"/>
                        <a:pt x="637553" y="-51798"/>
                        <a:pt x="826763" y="128794"/>
                      </a:cubicBezTo>
                      <a:cubicBezTo>
                        <a:pt x="950643" y="246793"/>
                        <a:pt x="894558" y="492375"/>
                        <a:pt x="848950" y="586416"/>
                      </a:cubicBezTo>
                      <a:cubicBezTo>
                        <a:pt x="787318" y="713699"/>
                        <a:pt x="726919" y="876921"/>
                        <a:pt x="450809" y="876921"/>
                      </a:cubicBezTo>
                      <a:cubicBezTo>
                        <a:pt x="259441" y="876921"/>
                        <a:pt x="152818" y="792764"/>
                        <a:pt x="56056" y="586416"/>
                      </a:cubicBezTo>
                      <a:cubicBezTo>
                        <a:pt x="-32077" y="398635"/>
                        <a:pt x="-8965" y="218342"/>
                        <a:pt x="74546" y="128794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253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84" name="圖形 17">
                  <a:extLst>
                    <a:ext uri="{FF2B5EF4-FFF2-40B4-BE49-F238E27FC236}">
                      <a16:creationId xmlns:a16="http://schemas.microsoft.com/office/drawing/2014/main" id="{80E5AB17-7B77-6B6F-A7D9-D9610FF66644}"/>
                    </a:ext>
                  </a:extLst>
                </p:cNvPr>
                <p:cNvGrpSpPr/>
                <p:nvPr/>
              </p:nvGrpSpPr>
              <p:grpSpPr>
                <a:xfrm>
                  <a:off x="6361076" y="27743382"/>
                  <a:ext cx="1463900" cy="1848360"/>
                  <a:chOff x="6361076" y="27743382"/>
                  <a:chExt cx="1463900" cy="1848360"/>
                </a:xfrm>
                <a:solidFill>
                  <a:srgbClr val="FFFFFF"/>
                </a:solidFill>
              </p:grpSpPr>
              <p:sp>
                <p:nvSpPr>
                  <p:cNvPr id="185" name="手繪多邊形: 圖案 184">
                    <a:extLst>
                      <a:ext uri="{FF2B5EF4-FFF2-40B4-BE49-F238E27FC236}">
                        <a16:creationId xmlns:a16="http://schemas.microsoft.com/office/drawing/2014/main" id="{6F40799E-B7C3-0D79-AD2C-942EFBB37A53}"/>
                      </a:ext>
                    </a:extLst>
                  </p:cNvPr>
                  <p:cNvSpPr/>
                  <p:nvPr/>
                </p:nvSpPr>
                <p:spPr>
                  <a:xfrm>
                    <a:off x="6498207" y="27743382"/>
                    <a:ext cx="107559" cy="104266"/>
                  </a:xfrm>
                  <a:custGeom>
                    <a:avLst/>
                    <a:gdLst>
                      <a:gd name="connsiteX0" fmla="*/ 42835 w 107559"/>
                      <a:gd name="connsiteY0" fmla="*/ 103029 h 104266"/>
                      <a:gd name="connsiteX1" fmla="*/ 61016 w 107559"/>
                      <a:gd name="connsiteY1" fmla="*/ 103029 h 104266"/>
                      <a:gd name="connsiteX2" fmla="*/ 77965 w 107559"/>
                      <a:gd name="connsiteY2" fmla="*/ 103029 h 104266"/>
                      <a:gd name="connsiteX3" fmla="*/ 107240 w 107559"/>
                      <a:gd name="connsiteY3" fmla="*/ 27556 h 104266"/>
                      <a:gd name="connsiteX4" fmla="*/ 1 w 107559"/>
                      <a:gd name="connsiteY4" fmla="*/ 27556 h 104266"/>
                      <a:gd name="connsiteX5" fmla="*/ 23729 w 107559"/>
                      <a:gd name="connsiteY5" fmla="*/ 98835 h 104266"/>
                      <a:gd name="connsiteX6" fmla="*/ 43143 w 107559"/>
                      <a:gd name="connsiteY6" fmla="*/ 102729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9" h="104266">
                        <a:moveTo>
                          <a:pt x="42835" y="103029"/>
                        </a:moveTo>
                        <a:cubicBezTo>
                          <a:pt x="50539" y="100932"/>
                          <a:pt x="53312" y="100333"/>
                          <a:pt x="61016" y="103029"/>
                        </a:cubicBezTo>
                        <a:cubicBezTo>
                          <a:pt x="65947" y="104825"/>
                          <a:pt x="72726" y="104526"/>
                          <a:pt x="77965" y="103029"/>
                        </a:cubicBezTo>
                        <a:cubicBezTo>
                          <a:pt x="94297" y="98237"/>
                          <a:pt x="110013" y="67089"/>
                          <a:pt x="107240" y="27556"/>
                        </a:cubicBezTo>
                        <a:cubicBezTo>
                          <a:pt x="104467" y="-11976"/>
                          <a:pt x="-308" y="-6285"/>
                          <a:pt x="1" y="27556"/>
                        </a:cubicBezTo>
                        <a:cubicBezTo>
                          <a:pt x="1" y="54511"/>
                          <a:pt x="10170" y="89551"/>
                          <a:pt x="23729" y="98835"/>
                        </a:cubicBezTo>
                        <a:cubicBezTo>
                          <a:pt x="29584" y="103029"/>
                          <a:pt x="33898" y="105424"/>
                          <a:pt x="43143" y="1027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86" name="手繪多邊形: 圖案 185">
                    <a:extLst>
                      <a:ext uri="{FF2B5EF4-FFF2-40B4-BE49-F238E27FC236}">
                        <a16:creationId xmlns:a16="http://schemas.microsoft.com/office/drawing/2014/main" id="{F042871C-7514-3506-F5B7-9C0D43E3CFE7}"/>
                      </a:ext>
                    </a:extLst>
                  </p:cNvPr>
                  <p:cNvSpPr/>
                  <p:nvPr/>
                </p:nvSpPr>
                <p:spPr>
                  <a:xfrm>
                    <a:off x="6361076" y="27743382"/>
                    <a:ext cx="107560" cy="104266"/>
                  </a:xfrm>
                  <a:custGeom>
                    <a:avLst/>
                    <a:gdLst>
                      <a:gd name="connsiteX0" fmla="*/ 42835 w 107560"/>
                      <a:gd name="connsiteY0" fmla="*/ 103029 h 104266"/>
                      <a:gd name="connsiteX1" fmla="*/ 61017 w 107560"/>
                      <a:gd name="connsiteY1" fmla="*/ 103029 h 104266"/>
                      <a:gd name="connsiteX2" fmla="*/ 77965 w 107560"/>
                      <a:gd name="connsiteY2" fmla="*/ 103029 h 104266"/>
                      <a:gd name="connsiteX3" fmla="*/ 107240 w 107560"/>
                      <a:gd name="connsiteY3" fmla="*/ 27556 h 104266"/>
                      <a:gd name="connsiteX4" fmla="*/ 1 w 107560"/>
                      <a:gd name="connsiteY4" fmla="*/ 27556 h 104266"/>
                      <a:gd name="connsiteX5" fmla="*/ 23729 w 107560"/>
                      <a:gd name="connsiteY5" fmla="*/ 98835 h 104266"/>
                      <a:gd name="connsiteX6" fmla="*/ 43143 w 107560"/>
                      <a:gd name="connsiteY6" fmla="*/ 102729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0" h="104266">
                        <a:moveTo>
                          <a:pt x="42835" y="103029"/>
                        </a:moveTo>
                        <a:cubicBezTo>
                          <a:pt x="50539" y="100932"/>
                          <a:pt x="53313" y="100333"/>
                          <a:pt x="61017" y="103029"/>
                        </a:cubicBezTo>
                        <a:cubicBezTo>
                          <a:pt x="65947" y="104825"/>
                          <a:pt x="72726" y="104526"/>
                          <a:pt x="77965" y="103029"/>
                        </a:cubicBezTo>
                        <a:cubicBezTo>
                          <a:pt x="94298" y="98237"/>
                          <a:pt x="110014" y="67089"/>
                          <a:pt x="107240" y="27556"/>
                        </a:cubicBezTo>
                        <a:cubicBezTo>
                          <a:pt x="104467" y="-11976"/>
                          <a:pt x="-307" y="-6285"/>
                          <a:pt x="1" y="27556"/>
                        </a:cubicBezTo>
                        <a:cubicBezTo>
                          <a:pt x="1" y="54511"/>
                          <a:pt x="10170" y="89551"/>
                          <a:pt x="23729" y="98835"/>
                        </a:cubicBezTo>
                        <a:cubicBezTo>
                          <a:pt x="29584" y="103029"/>
                          <a:pt x="33898" y="105424"/>
                          <a:pt x="43143" y="1027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187" name="手繪多邊形: 圖案 186">
                  <a:extLst>
                    <a:ext uri="{FF2B5EF4-FFF2-40B4-BE49-F238E27FC236}">
                      <a16:creationId xmlns:a16="http://schemas.microsoft.com/office/drawing/2014/main" id="{1D3A5BE7-5BC8-C11B-07ED-E0AE92BD9947}"/>
                    </a:ext>
                  </a:extLst>
                </p:cNvPr>
                <p:cNvSpPr/>
                <p:nvPr/>
              </p:nvSpPr>
              <p:spPr>
                <a:xfrm>
                  <a:off x="6031991" y="27074911"/>
                  <a:ext cx="902027" cy="876920"/>
                </a:xfrm>
                <a:custGeom>
                  <a:avLst/>
                  <a:gdLst>
                    <a:gd name="connsiteX0" fmla="*/ 74546 w 902027"/>
                    <a:gd name="connsiteY0" fmla="*/ 128794 h 876920"/>
                    <a:gd name="connsiteX1" fmla="*/ 826763 w 902027"/>
                    <a:gd name="connsiteY1" fmla="*/ 128794 h 876920"/>
                    <a:gd name="connsiteX2" fmla="*/ 848950 w 902027"/>
                    <a:gd name="connsiteY2" fmla="*/ 586416 h 876920"/>
                    <a:gd name="connsiteX3" fmla="*/ 450809 w 902027"/>
                    <a:gd name="connsiteY3" fmla="*/ 876921 h 876920"/>
                    <a:gd name="connsiteX4" fmla="*/ 56056 w 902027"/>
                    <a:gd name="connsiteY4" fmla="*/ 586416 h 876920"/>
                    <a:gd name="connsiteX5" fmla="*/ 74546 w 902027"/>
                    <a:gd name="connsiteY5" fmla="*/ 128794 h 8769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27" h="876920">
                      <a:moveTo>
                        <a:pt x="74546" y="128794"/>
                      </a:moveTo>
                      <a:cubicBezTo>
                        <a:pt x="225544" y="-33830"/>
                        <a:pt x="637553" y="-51798"/>
                        <a:pt x="826763" y="128794"/>
                      </a:cubicBezTo>
                      <a:cubicBezTo>
                        <a:pt x="950643" y="246793"/>
                        <a:pt x="894558" y="492375"/>
                        <a:pt x="848950" y="586416"/>
                      </a:cubicBezTo>
                      <a:cubicBezTo>
                        <a:pt x="787318" y="713699"/>
                        <a:pt x="726919" y="876921"/>
                        <a:pt x="450809" y="876921"/>
                      </a:cubicBezTo>
                      <a:cubicBezTo>
                        <a:pt x="259441" y="876921"/>
                        <a:pt x="152818" y="792764"/>
                        <a:pt x="56056" y="586416"/>
                      </a:cubicBezTo>
                      <a:cubicBezTo>
                        <a:pt x="-32077" y="398635"/>
                        <a:pt x="-8965" y="218342"/>
                        <a:pt x="74546" y="128794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253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188" name="圖形 17">
                  <a:extLst>
                    <a:ext uri="{FF2B5EF4-FFF2-40B4-BE49-F238E27FC236}">
                      <a16:creationId xmlns:a16="http://schemas.microsoft.com/office/drawing/2014/main" id="{3914A262-F0D1-E65F-0100-DFC7086CDD2C}"/>
                    </a:ext>
                  </a:extLst>
                </p:cNvPr>
                <p:cNvGrpSpPr/>
                <p:nvPr/>
              </p:nvGrpSpPr>
              <p:grpSpPr>
                <a:xfrm>
                  <a:off x="6361076" y="27743382"/>
                  <a:ext cx="1463900" cy="1848360"/>
                  <a:chOff x="6361076" y="27743382"/>
                  <a:chExt cx="1463900" cy="1848360"/>
                </a:xfrm>
                <a:solidFill>
                  <a:srgbClr val="FFFFFF"/>
                </a:solidFill>
              </p:grpSpPr>
              <p:sp>
                <p:nvSpPr>
                  <p:cNvPr id="189" name="手繪多邊形: 圖案 188">
                    <a:extLst>
                      <a:ext uri="{FF2B5EF4-FFF2-40B4-BE49-F238E27FC236}">
                        <a16:creationId xmlns:a16="http://schemas.microsoft.com/office/drawing/2014/main" id="{30C239D0-B45E-AE56-A5FE-6AC12DBE1164}"/>
                      </a:ext>
                    </a:extLst>
                  </p:cNvPr>
                  <p:cNvSpPr/>
                  <p:nvPr/>
                </p:nvSpPr>
                <p:spPr>
                  <a:xfrm>
                    <a:off x="6498207" y="27743382"/>
                    <a:ext cx="107559" cy="104266"/>
                  </a:xfrm>
                  <a:custGeom>
                    <a:avLst/>
                    <a:gdLst>
                      <a:gd name="connsiteX0" fmla="*/ 42835 w 107559"/>
                      <a:gd name="connsiteY0" fmla="*/ 103029 h 104266"/>
                      <a:gd name="connsiteX1" fmla="*/ 61016 w 107559"/>
                      <a:gd name="connsiteY1" fmla="*/ 103029 h 104266"/>
                      <a:gd name="connsiteX2" fmla="*/ 77965 w 107559"/>
                      <a:gd name="connsiteY2" fmla="*/ 103029 h 104266"/>
                      <a:gd name="connsiteX3" fmla="*/ 107240 w 107559"/>
                      <a:gd name="connsiteY3" fmla="*/ 27556 h 104266"/>
                      <a:gd name="connsiteX4" fmla="*/ 1 w 107559"/>
                      <a:gd name="connsiteY4" fmla="*/ 27556 h 104266"/>
                      <a:gd name="connsiteX5" fmla="*/ 23729 w 107559"/>
                      <a:gd name="connsiteY5" fmla="*/ 98835 h 104266"/>
                      <a:gd name="connsiteX6" fmla="*/ 43143 w 107559"/>
                      <a:gd name="connsiteY6" fmla="*/ 102729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9" h="104266">
                        <a:moveTo>
                          <a:pt x="42835" y="103029"/>
                        </a:moveTo>
                        <a:cubicBezTo>
                          <a:pt x="50539" y="100932"/>
                          <a:pt x="53312" y="100333"/>
                          <a:pt x="61016" y="103029"/>
                        </a:cubicBezTo>
                        <a:cubicBezTo>
                          <a:pt x="65947" y="104825"/>
                          <a:pt x="72726" y="104526"/>
                          <a:pt x="77965" y="103029"/>
                        </a:cubicBezTo>
                        <a:cubicBezTo>
                          <a:pt x="94297" y="98237"/>
                          <a:pt x="110013" y="67089"/>
                          <a:pt x="107240" y="27556"/>
                        </a:cubicBezTo>
                        <a:cubicBezTo>
                          <a:pt x="104467" y="-11976"/>
                          <a:pt x="-308" y="-6285"/>
                          <a:pt x="1" y="27556"/>
                        </a:cubicBezTo>
                        <a:cubicBezTo>
                          <a:pt x="1" y="54511"/>
                          <a:pt x="10170" y="89551"/>
                          <a:pt x="23729" y="98835"/>
                        </a:cubicBezTo>
                        <a:cubicBezTo>
                          <a:pt x="29584" y="103029"/>
                          <a:pt x="33898" y="105424"/>
                          <a:pt x="43143" y="1027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190" name="手繪多邊形: 圖案 189">
                    <a:extLst>
                      <a:ext uri="{FF2B5EF4-FFF2-40B4-BE49-F238E27FC236}">
                        <a16:creationId xmlns:a16="http://schemas.microsoft.com/office/drawing/2014/main" id="{F073A782-7F8E-CE59-814D-EE691972C16D}"/>
                      </a:ext>
                    </a:extLst>
                  </p:cNvPr>
                  <p:cNvSpPr/>
                  <p:nvPr/>
                </p:nvSpPr>
                <p:spPr>
                  <a:xfrm>
                    <a:off x="6361076" y="27743382"/>
                    <a:ext cx="107560" cy="104266"/>
                  </a:xfrm>
                  <a:custGeom>
                    <a:avLst/>
                    <a:gdLst>
                      <a:gd name="connsiteX0" fmla="*/ 42835 w 107560"/>
                      <a:gd name="connsiteY0" fmla="*/ 103029 h 104266"/>
                      <a:gd name="connsiteX1" fmla="*/ 61017 w 107560"/>
                      <a:gd name="connsiteY1" fmla="*/ 103029 h 104266"/>
                      <a:gd name="connsiteX2" fmla="*/ 77965 w 107560"/>
                      <a:gd name="connsiteY2" fmla="*/ 103029 h 104266"/>
                      <a:gd name="connsiteX3" fmla="*/ 107240 w 107560"/>
                      <a:gd name="connsiteY3" fmla="*/ 27556 h 104266"/>
                      <a:gd name="connsiteX4" fmla="*/ 1 w 107560"/>
                      <a:gd name="connsiteY4" fmla="*/ 27556 h 104266"/>
                      <a:gd name="connsiteX5" fmla="*/ 23729 w 107560"/>
                      <a:gd name="connsiteY5" fmla="*/ 98835 h 104266"/>
                      <a:gd name="connsiteX6" fmla="*/ 43143 w 107560"/>
                      <a:gd name="connsiteY6" fmla="*/ 102729 h 1042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0" h="104266">
                        <a:moveTo>
                          <a:pt x="42835" y="103029"/>
                        </a:moveTo>
                        <a:cubicBezTo>
                          <a:pt x="50539" y="100932"/>
                          <a:pt x="53313" y="100333"/>
                          <a:pt x="61017" y="103029"/>
                        </a:cubicBezTo>
                        <a:cubicBezTo>
                          <a:pt x="65947" y="104825"/>
                          <a:pt x="72726" y="104526"/>
                          <a:pt x="77965" y="103029"/>
                        </a:cubicBezTo>
                        <a:cubicBezTo>
                          <a:pt x="94298" y="98237"/>
                          <a:pt x="110014" y="67089"/>
                          <a:pt x="107240" y="27556"/>
                        </a:cubicBezTo>
                        <a:cubicBezTo>
                          <a:pt x="104467" y="-11976"/>
                          <a:pt x="-307" y="-6285"/>
                          <a:pt x="1" y="27556"/>
                        </a:cubicBezTo>
                        <a:cubicBezTo>
                          <a:pt x="1" y="54511"/>
                          <a:pt x="10170" y="89551"/>
                          <a:pt x="23729" y="98835"/>
                        </a:cubicBezTo>
                        <a:cubicBezTo>
                          <a:pt x="29584" y="103029"/>
                          <a:pt x="33898" y="105424"/>
                          <a:pt x="43143" y="102729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15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191" name="圖形 17">
                <a:extLst>
                  <a:ext uri="{FF2B5EF4-FFF2-40B4-BE49-F238E27FC236}">
                    <a16:creationId xmlns:a16="http://schemas.microsoft.com/office/drawing/2014/main" id="{C41B7D3C-1230-E606-711A-1D96D38A5CDB}"/>
                  </a:ext>
                </a:extLst>
              </p:cNvPr>
              <p:cNvGrpSpPr/>
              <p:nvPr/>
            </p:nvGrpSpPr>
            <p:grpSpPr>
              <a:xfrm>
                <a:off x="8305251" y="29409586"/>
                <a:ext cx="5394334" cy="11652224"/>
                <a:chOff x="8305251" y="29409586"/>
                <a:chExt cx="5394334" cy="11652224"/>
              </a:xfrm>
            </p:grpSpPr>
            <p:sp>
              <p:nvSpPr>
                <p:cNvPr id="192" name="手繪多邊形: 圖案 191">
                  <a:extLst>
                    <a:ext uri="{FF2B5EF4-FFF2-40B4-BE49-F238E27FC236}">
                      <a16:creationId xmlns:a16="http://schemas.microsoft.com/office/drawing/2014/main" id="{FBBA1828-666E-24BA-DC8D-3891722B4523}"/>
                    </a:ext>
                  </a:extLst>
                </p:cNvPr>
                <p:cNvSpPr/>
                <p:nvPr/>
              </p:nvSpPr>
              <p:spPr>
                <a:xfrm>
                  <a:off x="8305251" y="29409586"/>
                  <a:ext cx="901663" cy="657302"/>
                </a:xfrm>
                <a:custGeom>
                  <a:avLst/>
                  <a:gdLst>
                    <a:gd name="connsiteX0" fmla="*/ 549450 w 901663"/>
                    <a:gd name="connsiteY0" fmla="*/ 651257 h 657302"/>
                    <a:gd name="connsiteX1" fmla="*/ 833265 w 901663"/>
                    <a:gd name="connsiteY1" fmla="*/ 472161 h 657302"/>
                    <a:gd name="connsiteX2" fmla="*/ 896437 w 901663"/>
                    <a:gd name="connsiteY2" fmla="*/ 133438 h 657302"/>
                    <a:gd name="connsiteX3" fmla="*/ 658538 w 901663"/>
                    <a:gd name="connsiteY3" fmla="*/ 6454 h 657302"/>
                    <a:gd name="connsiteX4" fmla="*/ 247454 w 901663"/>
                    <a:gd name="connsiteY4" fmla="*/ 6454 h 657302"/>
                    <a:gd name="connsiteX5" fmla="*/ 4624 w 901663"/>
                    <a:gd name="connsiteY5" fmla="*/ 133438 h 657302"/>
                    <a:gd name="connsiteX6" fmla="*/ 73652 w 901663"/>
                    <a:gd name="connsiteY6" fmla="*/ 472161 h 657302"/>
                    <a:gd name="connsiteX7" fmla="*/ 370409 w 901663"/>
                    <a:gd name="connsiteY7" fmla="*/ 651257 h 657302"/>
                    <a:gd name="connsiteX8" fmla="*/ 549450 w 901663"/>
                    <a:gd name="connsiteY8" fmla="*/ 651257 h 657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663" h="657302">
                      <a:moveTo>
                        <a:pt x="549450" y="651257"/>
                      </a:moveTo>
                      <a:cubicBezTo>
                        <a:pt x="715240" y="688992"/>
                        <a:pt x="804913" y="540445"/>
                        <a:pt x="833265" y="472161"/>
                      </a:cubicBezTo>
                      <a:cubicBezTo>
                        <a:pt x="879488" y="359852"/>
                        <a:pt x="915543" y="211305"/>
                        <a:pt x="896437" y="133438"/>
                      </a:cubicBezTo>
                      <a:cubicBezTo>
                        <a:pt x="870860" y="29515"/>
                        <a:pt x="776872" y="-18404"/>
                        <a:pt x="658538" y="6454"/>
                      </a:cubicBezTo>
                      <a:cubicBezTo>
                        <a:pt x="397835" y="61261"/>
                        <a:pt x="412011" y="37900"/>
                        <a:pt x="247454" y="6454"/>
                      </a:cubicBezTo>
                      <a:cubicBezTo>
                        <a:pt x="92758" y="-23196"/>
                        <a:pt x="23422" y="55271"/>
                        <a:pt x="4624" y="133438"/>
                      </a:cubicBezTo>
                      <a:cubicBezTo>
                        <a:pt x="-14173" y="211605"/>
                        <a:pt x="27428" y="380817"/>
                        <a:pt x="73652" y="472161"/>
                      </a:cubicBezTo>
                      <a:cubicBezTo>
                        <a:pt x="112788" y="549729"/>
                        <a:pt x="203079" y="684201"/>
                        <a:pt x="370409" y="651257"/>
                      </a:cubicBezTo>
                      <a:cubicBezTo>
                        <a:pt x="413552" y="642871"/>
                        <a:pt x="473335" y="633886"/>
                        <a:pt x="549450" y="651257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253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93" name="手繪多邊形: 圖案 192">
                  <a:extLst>
                    <a:ext uri="{FF2B5EF4-FFF2-40B4-BE49-F238E27FC236}">
                      <a16:creationId xmlns:a16="http://schemas.microsoft.com/office/drawing/2014/main" id="{76F17056-BA3A-E7C9-5DD8-AF0A4FE32513}"/>
                    </a:ext>
                  </a:extLst>
                </p:cNvPr>
                <p:cNvSpPr/>
                <p:nvPr/>
              </p:nvSpPr>
              <p:spPr>
                <a:xfrm>
                  <a:off x="8411248" y="29513933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09 h 104266"/>
                    <a:gd name="connsiteX4" fmla="*/ 107559 w 107559"/>
                    <a:gd name="connsiteY4" fmla="*/ 76709 h 104266"/>
                    <a:gd name="connsiteX5" fmla="*/ 83831 w 107559"/>
                    <a:gd name="connsiteY5" fmla="*/ 5430 h 104266"/>
                    <a:gd name="connsiteX6" fmla="*/ 64417 w 107559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5"/>
                        <a:pt x="54248" y="3933"/>
                        <a:pt x="46544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30"/>
                        <a:pt x="-2453" y="37176"/>
                        <a:pt x="320" y="76709"/>
                      </a:cubicBezTo>
                      <a:cubicBezTo>
                        <a:pt x="3093" y="116242"/>
                        <a:pt x="107867" y="110552"/>
                        <a:pt x="107559" y="76709"/>
                      </a:cubicBezTo>
                      <a:cubicBezTo>
                        <a:pt x="107559" y="49755"/>
                        <a:pt x="97390" y="14715"/>
                        <a:pt x="83831" y="5430"/>
                      </a:cubicBezTo>
                      <a:cubicBezTo>
                        <a:pt x="77976" y="1238"/>
                        <a:pt x="73662" y="-1158"/>
                        <a:pt x="64417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94" name="手繪多邊形: 圖案 193">
                  <a:extLst>
                    <a:ext uri="{FF2B5EF4-FFF2-40B4-BE49-F238E27FC236}">
                      <a16:creationId xmlns:a16="http://schemas.microsoft.com/office/drawing/2014/main" id="{85B04B79-B16E-EB33-EA8F-35C1012574B2}"/>
                    </a:ext>
                  </a:extLst>
                </p:cNvPr>
                <p:cNvSpPr/>
                <p:nvPr/>
              </p:nvSpPr>
              <p:spPr>
                <a:xfrm>
                  <a:off x="8305251" y="29409586"/>
                  <a:ext cx="901663" cy="657302"/>
                </a:xfrm>
                <a:custGeom>
                  <a:avLst/>
                  <a:gdLst>
                    <a:gd name="connsiteX0" fmla="*/ 549450 w 901663"/>
                    <a:gd name="connsiteY0" fmla="*/ 651257 h 657302"/>
                    <a:gd name="connsiteX1" fmla="*/ 833265 w 901663"/>
                    <a:gd name="connsiteY1" fmla="*/ 472161 h 657302"/>
                    <a:gd name="connsiteX2" fmla="*/ 896437 w 901663"/>
                    <a:gd name="connsiteY2" fmla="*/ 133438 h 657302"/>
                    <a:gd name="connsiteX3" fmla="*/ 658538 w 901663"/>
                    <a:gd name="connsiteY3" fmla="*/ 6454 h 657302"/>
                    <a:gd name="connsiteX4" fmla="*/ 247454 w 901663"/>
                    <a:gd name="connsiteY4" fmla="*/ 6454 h 657302"/>
                    <a:gd name="connsiteX5" fmla="*/ 4624 w 901663"/>
                    <a:gd name="connsiteY5" fmla="*/ 133438 h 657302"/>
                    <a:gd name="connsiteX6" fmla="*/ 73652 w 901663"/>
                    <a:gd name="connsiteY6" fmla="*/ 472161 h 657302"/>
                    <a:gd name="connsiteX7" fmla="*/ 370409 w 901663"/>
                    <a:gd name="connsiteY7" fmla="*/ 651257 h 657302"/>
                    <a:gd name="connsiteX8" fmla="*/ 549450 w 901663"/>
                    <a:gd name="connsiteY8" fmla="*/ 651257 h 6573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663" h="657302">
                      <a:moveTo>
                        <a:pt x="549450" y="651257"/>
                      </a:moveTo>
                      <a:cubicBezTo>
                        <a:pt x="715240" y="688992"/>
                        <a:pt x="804913" y="540445"/>
                        <a:pt x="833265" y="472161"/>
                      </a:cubicBezTo>
                      <a:cubicBezTo>
                        <a:pt x="879488" y="359852"/>
                        <a:pt x="915543" y="211305"/>
                        <a:pt x="896437" y="133438"/>
                      </a:cubicBezTo>
                      <a:cubicBezTo>
                        <a:pt x="870860" y="29515"/>
                        <a:pt x="776872" y="-18404"/>
                        <a:pt x="658538" y="6454"/>
                      </a:cubicBezTo>
                      <a:cubicBezTo>
                        <a:pt x="397835" y="61261"/>
                        <a:pt x="412011" y="37900"/>
                        <a:pt x="247454" y="6454"/>
                      </a:cubicBezTo>
                      <a:cubicBezTo>
                        <a:pt x="92758" y="-23196"/>
                        <a:pt x="23422" y="55271"/>
                        <a:pt x="4624" y="133438"/>
                      </a:cubicBezTo>
                      <a:cubicBezTo>
                        <a:pt x="-14173" y="211605"/>
                        <a:pt x="27428" y="380817"/>
                        <a:pt x="73652" y="472161"/>
                      </a:cubicBezTo>
                      <a:cubicBezTo>
                        <a:pt x="112788" y="549729"/>
                        <a:pt x="203079" y="684201"/>
                        <a:pt x="370409" y="651257"/>
                      </a:cubicBezTo>
                      <a:cubicBezTo>
                        <a:pt x="413552" y="642871"/>
                        <a:pt x="473335" y="633886"/>
                        <a:pt x="549450" y="651257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253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95" name="手繪多邊形: 圖案 194">
                  <a:extLst>
                    <a:ext uri="{FF2B5EF4-FFF2-40B4-BE49-F238E27FC236}">
                      <a16:creationId xmlns:a16="http://schemas.microsoft.com/office/drawing/2014/main" id="{6938AEBC-7D1A-1AFE-A6E2-F96E344BB757}"/>
                    </a:ext>
                  </a:extLst>
                </p:cNvPr>
                <p:cNvSpPr/>
                <p:nvPr/>
              </p:nvSpPr>
              <p:spPr>
                <a:xfrm>
                  <a:off x="8411248" y="29513933"/>
                  <a:ext cx="107559" cy="104266"/>
                </a:xfrm>
                <a:custGeom>
                  <a:avLst/>
                  <a:gdLst>
                    <a:gd name="connsiteX0" fmla="*/ 64725 w 107559"/>
                    <a:gd name="connsiteY0" fmla="*/ 1238 h 104266"/>
                    <a:gd name="connsiteX1" fmla="*/ 46544 w 107559"/>
                    <a:gd name="connsiteY1" fmla="*/ 1238 h 104266"/>
                    <a:gd name="connsiteX2" fmla="*/ 29595 w 107559"/>
                    <a:gd name="connsiteY2" fmla="*/ 1238 h 104266"/>
                    <a:gd name="connsiteX3" fmla="*/ 320 w 107559"/>
                    <a:gd name="connsiteY3" fmla="*/ 76709 h 104266"/>
                    <a:gd name="connsiteX4" fmla="*/ 107559 w 107559"/>
                    <a:gd name="connsiteY4" fmla="*/ 76709 h 104266"/>
                    <a:gd name="connsiteX5" fmla="*/ 83831 w 107559"/>
                    <a:gd name="connsiteY5" fmla="*/ 5430 h 104266"/>
                    <a:gd name="connsiteX6" fmla="*/ 64417 w 107559"/>
                    <a:gd name="connsiteY6" fmla="*/ 1537 h 1042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6">
                      <a:moveTo>
                        <a:pt x="64725" y="1238"/>
                      </a:moveTo>
                      <a:cubicBezTo>
                        <a:pt x="57021" y="3335"/>
                        <a:pt x="54248" y="3933"/>
                        <a:pt x="46544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30"/>
                        <a:pt x="-2453" y="37176"/>
                        <a:pt x="320" y="76709"/>
                      </a:cubicBezTo>
                      <a:cubicBezTo>
                        <a:pt x="3093" y="116242"/>
                        <a:pt x="107867" y="110552"/>
                        <a:pt x="107559" y="76709"/>
                      </a:cubicBezTo>
                      <a:cubicBezTo>
                        <a:pt x="107559" y="49755"/>
                        <a:pt x="97390" y="14715"/>
                        <a:pt x="83831" y="5430"/>
                      </a:cubicBezTo>
                      <a:cubicBezTo>
                        <a:pt x="77976" y="1238"/>
                        <a:pt x="73662" y="-1158"/>
                        <a:pt x="64417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96" name="圖形 17">
                <a:extLst>
                  <a:ext uri="{FF2B5EF4-FFF2-40B4-BE49-F238E27FC236}">
                    <a16:creationId xmlns:a16="http://schemas.microsoft.com/office/drawing/2014/main" id="{BA1BFC43-61B2-90E8-2274-67170ECA63AA}"/>
                  </a:ext>
                </a:extLst>
              </p:cNvPr>
              <p:cNvGrpSpPr/>
              <p:nvPr/>
            </p:nvGrpSpPr>
            <p:grpSpPr>
              <a:xfrm>
                <a:off x="8073241" y="27186482"/>
                <a:ext cx="8168279" cy="11589026"/>
                <a:chOff x="8073241" y="27186482"/>
                <a:chExt cx="8168279" cy="11589026"/>
              </a:xfrm>
            </p:grpSpPr>
            <p:sp>
              <p:nvSpPr>
                <p:cNvPr id="197" name="手繪多邊形: 圖案 196">
                  <a:extLst>
                    <a:ext uri="{FF2B5EF4-FFF2-40B4-BE49-F238E27FC236}">
                      <a16:creationId xmlns:a16="http://schemas.microsoft.com/office/drawing/2014/main" id="{B2225186-5D40-0756-F053-F5025566D25B}"/>
                    </a:ext>
                  </a:extLst>
                </p:cNvPr>
                <p:cNvSpPr/>
                <p:nvPr/>
              </p:nvSpPr>
              <p:spPr>
                <a:xfrm>
                  <a:off x="8073241" y="27186482"/>
                  <a:ext cx="1365328" cy="653737"/>
                </a:xfrm>
                <a:custGeom>
                  <a:avLst/>
                  <a:gdLst>
                    <a:gd name="connsiteX0" fmla="*/ 223384 w 1365328"/>
                    <a:gd name="connsiteY0" fmla="*/ 616802 h 653737"/>
                    <a:gd name="connsiteX1" fmla="*/ 495180 w 1365328"/>
                    <a:gd name="connsiteY1" fmla="*/ 623691 h 653737"/>
                    <a:gd name="connsiteX2" fmla="*/ 895787 w 1365328"/>
                    <a:gd name="connsiteY2" fmla="*/ 631477 h 653737"/>
                    <a:gd name="connsiteX3" fmla="*/ 1145087 w 1365328"/>
                    <a:gd name="connsiteY3" fmla="*/ 625488 h 653737"/>
                    <a:gd name="connsiteX4" fmla="*/ 1321046 w 1365328"/>
                    <a:gd name="connsiteY4" fmla="*/ 95689 h 653737"/>
                    <a:gd name="connsiteX5" fmla="*/ 991008 w 1365328"/>
                    <a:gd name="connsiteY5" fmla="*/ 26507 h 653737"/>
                    <a:gd name="connsiteX6" fmla="*/ 318605 w 1365328"/>
                    <a:gd name="connsiteY6" fmla="*/ 20217 h 653737"/>
                    <a:gd name="connsiteX7" fmla="*/ 22772 w 1365328"/>
                    <a:gd name="connsiteY7" fmla="*/ 95689 h 653737"/>
                    <a:gd name="connsiteX8" fmla="*/ 223384 w 1365328"/>
                    <a:gd name="connsiteY8" fmla="*/ 616802 h 653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328" h="653737">
                      <a:moveTo>
                        <a:pt x="223384" y="616802"/>
                      </a:moveTo>
                      <a:cubicBezTo>
                        <a:pt x="276695" y="658132"/>
                        <a:pt x="385167" y="669513"/>
                        <a:pt x="495180" y="623691"/>
                      </a:cubicBezTo>
                      <a:cubicBezTo>
                        <a:pt x="644637" y="561396"/>
                        <a:pt x="769134" y="588350"/>
                        <a:pt x="895787" y="631477"/>
                      </a:cubicBezTo>
                      <a:cubicBezTo>
                        <a:pt x="932766" y="644056"/>
                        <a:pt x="1063734" y="677599"/>
                        <a:pt x="1145087" y="625488"/>
                      </a:cubicBezTo>
                      <a:cubicBezTo>
                        <a:pt x="1241850" y="563493"/>
                        <a:pt x="1458177" y="275383"/>
                        <a:pt x="1321046" y="95689"/>
                      </a:cubicBezTo>
                      <a:cubicBezTo>
                        <a:pt x="1206719" y="-54056"/>
                        <a:pt x="1028912" y="13329"/>
                        <a:pt x="991008" y="26507"/>
                      </a:cubicBezTo>
                      <a:cubicBezTo>
                        <a:pt x="854802" y="73826"/>
                        <a:pt x="619676" y="127734"/>
                        <a:pt x="318605" y="20217"/>
                      </a:cubicBezTo>
                      <a:cubicBezTo>
                        <a:pt x="265909" y="1350"/>
                        <a:pt x="96422" y="-36686"/>
                        <a:pt x="22772" y="95689"/>
                      </a:cubicBezTo>
                      <a:cubicBezTo>
                        <a:pt x="-56117" y="238246"/>
                        <a:pt x="84404" y="508985"/>
                        <a:pt x="223384" y="616802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253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98" name="手繪多邊形: 圖案 197">
                  <a:extLst>
                    <a:ext uri="{FF2B5EF4-FFF2-40B4-BE49-F238E27FC236}">
                      <a16:creationId xmlns:a16="http://schemas.microsoft.com/office/drawing/2014/main" id="{8A62A03B-00DF-A177-58A8-D81B2D0AFEE9}"/>
                    </a:ext>
                  </a:extLst>
                </p:cNvPr>
                <p:cNvSpPr/>
                <p:nvPr/>
              </p:nvSpPr>
              <p:spPr>
                <a:xfrm>
                  <a:off x="8994912" y="27632271"/>
                  <a:ext cx="107560" cy="104267"/>
                </a:xfrm>
                <a:custGeom>
                  <a:avLst/>
                  <a:gdLst>
                    <a:gd name="connsiteX0" fmla="*/ 42835 w 107560"/>
                    <a:gd name="connsiteY0" fmla="*/ 103029 h 104267"/>
                    <a:gd name="connsiteX1" fmla="*/ 61017 w 107560"/>
                    <a:gd name="connsiteY1" fmla="*/ 103029 h 104267"/>
                    <a:gd name="connsiteX2" fmla="*/ 77965 w 107560"/>
                    <a:gd name="connsiteY2" fmla="*/ 103029 h 104267"/>
                    <a:gd name="connsiteX3" fmla="*/ 107240 w 107560"/>
                    <a:gd name="connsiteY3" fmla="*/ 27557 h 104267"/>
                    <a:gd name="connsiteX4" fmla="*/ 1 w 107560"/>
                    <a:gd name="connsiteY4" fmla="*/ 27557 h 104267"/>
                    <a:gd name="connsiteX5" fmla="*/ 23730 w 107560"/>
                    <a:gd name="connsiteY5" fmla="*/ 98836 h 104267"/>
                    <a:gd name="connsiteX6" fmla="*/ 43143 w 107560"/>
                    <a:gd name="connsiteY6" fmla="*/ 102729 h 104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7">
                      <a:moveTo>
                        <a:pt x="42835" y="103029"/>
                      </a:moveTo>
                      <a:cubicBezTo>
                        <a:pt x="50539" y="100933"/>
                        <a:pt x="53313" y="100333"/>
                        <a:pt x="61017" y="103029"/>
                      </a:cubicBezTo>
                      <a:cubicBezTo>
                        <a:pt x="65947" y="104826"/>
                        <a:pt x="72727" y="104526"/>
                        <a:pt x="77965" y="103029"/>
                      </a:cubicBezTo>
                      <a:cubicBezTo>
                        <a:pt x="94297" y="98237"/>
                        <a:pt x="110014" y="67090"/>
                        <a:pt x="107240" y="27557"/>
                      </a:cubicBezTo>
                      <a:cubicBezTo>
                        <a:pt x="104467" y="-11976"/>
                        <a:pt x="-308" y="-6285"/>
                        <a:pt x="1" y="27557"/>
                      </a:cubicBezTo>
                      <a:cubicBezTo>
                        <a:pt x="1" y="54511"/>
                        <a:pt x="10170" y="89552"/>
                        <a:pt x="23730" y="98836"/>
                      </a:cubicBezTo>
                      <a:cubicBezTo>
                        <a:pt x="29584" y="103029"/>
                        <a:pt x="33898" y="105425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199" name="手繪多邊形: 圖案 198">
                  <a:extLst>
                    <a:ext uri="{FF2B5EF4-FFF2-40B4-BE49-F238E27FC236}">
                      <a16:creationId xmlns:a16="http://schemas.microsoft.com/office/drawing/2014/main" id="{E01300DF-0F51-4C1A-85F8-40B1B1810BCF}"/>
                    </a:ext>
                  </a:extLst>
                </p:cNvPr>
                <p:cNvSpPr/>
                <p:nvPr/>
              </p:nvSpPr>
              <p:spPr>
                <a:xfrm>
                  <a:off x="8073241" y="27186482"/>
                  <a:ext cx="1365328" cy="653737"/>
                </a:xfrm>
                <a:custGeom>
                  <a:avLst/>
                  <a:gdLst>
                    <a:gd name="connsiteX0" fmla="*/ 223384 w 1365328"/>
                    <a:gd name="connsiteY0" fmla="*/ 616802 h 653737"/>
                    <a:gd name="connsiteX1" fmla="*/ 495180 w 1365328"/>
                    <a:gd name="connsiteY1" fmla="*/ 623691 h 653737"/>
                    <a:gd name="connsiteX2" fmla="*/ 895787 w 1365328"/>
                    <a:gd name="connsiteY2" fmla="*/ 631477 h 653737"/>
                    <a:gd name="connsiteX3" fmla="*/ 1145087 w 1365328"/>
                    <a:gd name="connsiteY3" fmla="*/ 625488 h 653737"/>
                    <a:gd name="connsiteX4" fmla="*/ 1321046 w 1365328"/>
                    <a:gd name="connsiteY4" fmla="*/ 95689 h 653737"/>
                    <a:gd name="connsiteX5" fmla="*/ 991008 w 1365328"/>
                    <a:gd name="connsiteY5" fmla="*/ 26507 h 653737"/>
                    <a:gd name="connsiteX6" fmla="*/ 318605 w 1365328"/>
                    <a:gd name="connsiteY6" fmla="*/ 20217 h 653737"/>
                    <a:gd name="connsiteX7" fmla="*/ 22772 w 1365328"/>
                    <a:gd name="connsiteY7" fmla="*/ 95689 h 653737"/>
                    <a:gd name="connsiteX8" fmla="*/ 223384 w 1365328"/>
                    <a:gd name="connsiteY8" fmla="*/ 616802 h 6537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328" h="653737">
                      <a:moveTo>
                        <a:pt x="223384" y="616802"/>
                      </a:moveTo>
                      <a:cubicBezTo>
                        <a:pt x="276695" y="658132"/>
                        <a:pt x="385167" y="669513"/>
                        <a:pt x="495180" y="623691"/>
                      </a:cubicBezTo>
                      <a:cubicBezTo>
                        <a:pt x="644637" y="561396"/>
                        <a:pt x="769134" y="588350"/>
                        <a:pt x="895787" y="631477"/>
                      </a:cubicBezTo>
                      <a:cubicBezTo>
                        <a:pt x="932766" y="644056"/>
                        <a:pt x="1063734" y="677599"/>
                        <a:pt x="1145087" y="625488"/>
                      </a:cubicBezTo>
                      <a:cubicBezTo>
                        <a:pt x="1241850" y="563493"/>
                        <a:pt x="1458177" y="275383"/>
                        <a:pt x="1321046" y="95689"/>
                      </a:cubicBezTo>
                      <a:cubicBezTo>
                        <a:pt x="1206719" y="-54056"/>
                        <a:pt x="1028912" y="13329"/>
                        <a:pt x="991008" y="26507"/>
                      </a:cubicBezTo>
                      <a:cubicBezTo>
                        <a:pt x="854802" y="73826"/>
                        <a:pt x="619676" y="127734"/>
                        <a:pt x="318605" y="20217"/>
                      </a:cubicBezTo>
                      <a:cubicBezTo>
                        <a:pt x="265909" y="1350"/>
                        <a:pt x="96422" y="-36686"/>
                        <a:pt x="22772" y="95689"/>
                      </a:cubicBezTo>
                      <a:cubicBezTo>
                        <a:pt x="-56117" y="238246"/>
                        <a:pt x="84404" y="508985"/>
                        <a:pt x="223384" y="616802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253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00" name="手繪多邊形: 圖案 199">
                  <a:extLst>
                    <a:ext uri="{FF2B5EF4-FFF2-40B4-BE49-F238E27FC236}">
                      <a16:creationId xmlns:a16="http://schemas.microsoft.com/office/drawing/2014/main" id="{ACEBC6E0-5EBC-546E-E920-C4648FFBF723}"/>
                    </a:ext>
                  </a:extLst>
                </p:cNvPr>
                <p:cNvSpPr/>
                <p:nvPr/>
              </p:nvSpPr>
              <p:spPr>
                <a:xfrm>
                  <a:off x="8994912" y="27632271"/>
                  <a:ext cx="107560" cy="104267"/>
                </a:xfrm>
                <a:custGeom>
                  <a:avLst/>
                  <a:gdLst>
                    <a:gd name="connsiteX0" fmla="*/ 42835 w 107560"/>
                    <a:gd name="connsiteY0" fmla="*/ 103029 h 104267"/>
                    <a:gd name="connsiteX1" fmla="*/ 61017 w 107560"/>
                    <a:gd name="connsiteY1" fmla="*/ 103029 h 104267"/>
                    <a:gd name="connsiteX2" fmla="*/ 77965 w 107560"/>
                    <a:gd name="connsiteY2" fmla="*/ 103029 h 104267"/>
                    <a:gd name="connsiteX3" fmla="*/ 107240 w 107560"/>
                    <a:gd name="connsiteY3" fmla="*/ 27557 h 104267"/>
                    <a:gd name="connsiteX4" fmla="*/ 1 w 107560"/>
                    <a:gd name="connsiteY4" fmla="*/ 27557 h 104267"/>
                    <a:gd name="connsiteX5" fmla="*/ 23730 w 107560"/>
                    <a:gd name="connsiteY5" fmla="*/ 98836 h 104267"/>
                    <a:gd name="connsiteX6" fmla="*/ 43143 w 107560"/>
                    <a:gd name="connsiteY6" fmla="*/ 102729 h 104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0" h="104267">
                      <a:moveTo>
                        <a:pt x="42835" y="103029"/>
                      </a:moveTo>
                      <a:cubicBezTo>
                        <a:pt x="50539" y="100933"/>
                        <a:pt x="53313" y="100333"/>
                        <a:pt x="61017" y="103029"/>
                      </a:cubicBezTo>
                      <a:cubicBezTo>
                        <a:pt x="65947" y="104826"/>
                        <a:pt x="72727" y="104526"/>
                        <a:pt x="77965" y="103029"/>
                      </a:cubicBezTo>
                      <a:cubicBezTo>
                        <a:pt x="94297" y="98237"/>
                        <a:pt x="110014" y="67090"/>
                        <a:pt x="107240" y="27557"/>
                      </a:cubicBezTo>
                      <a:cubicBezTo>
                        <a:pt x="104467" y="-11976"/>
                        <a:pt x="-308" y="-6285"/>
                        <a:pt x="1" y="27557"/>
                      </a:cubicBezTo>
                      <a:cubicBezTo>
                        <a:pt x="1" y="54511"/>
                        <a:pt x="10170" y="89552"/>
                        <a:pt x="23730" y="98836"/>
                      </a:cubicBezTo>
                      <a:cubicBezTo>
                        <a:pt x="29584" y="103029"/>
                        <a:pt x="33898" y="105425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201" name="圖形 17">
                <a:extLst>
                  <a:ext uri="{FF2B5EF4-FFF2-40B4-BE49-F238E27FC236}">
                    <a16:creationId xmlns:a16="http://schemas.microsoft.com/office/drawing/2014/main" id="{E82CFF2E-53A9-EE24-ADA2-BEE9DEEB0755}"/>
                  </a:ext>
                </a:extLst>
              </p:cNvPr>
              <p:cNvGrpSpPr/>
              <p:nvPr/>
            </p:nvGrpSpPr>
            <p:grpSpPr>
              <a:xfrm>
                <a:off x="10346723" y="27411134"/>
                <a:ext cx="8153903" cy="7613490"/>
                <a:chOff x="10346723" y="27411134"/>
                <a:chExt cx="8153903" cy="7613490"/>
              </a:xfrm>
            </p:grpSpPr>
            <p:sp>
              <p:nvSpPr>
                <p:cNvPr id="202" name="手繪多邊形: 圖案 201">
                  <a:extLst>
                    <a:ext uri="{FF2B5EF4-FFF2-40B4-BE49-F238E27FC236}">
                      <a16:creationId xmlns:a16="http://schemas.microsoft.com/office/drawing/2014/main" id="{974D756E-6241-6CEB-DE9F-38C7769AB607}"/>
                    </a:ext>
                  </a:extLst>
                </p:cNvPr>
                <p:cNvSpPr/>
                <p:nvPr/>
              </p:nvSpPr>
              <p:spPr>
                <a:xfrm>
                  <a:off x="10346723" y="27411134"/>
                  <a:ext cx="1362925" cy="429477"/>
                </a:xfrm>
                <a:custGeom>
                  <a:avLst/>
                  <a:gdLst>
                    <a:gd name="connsiteX0" fmla="*/ 960308 w 1362925"/>
                    <a:gd name="connsiteY0" fmla="*/ 419702 h 429477"/>
                    <a:gd name="connsiteX1" fmla="*/ 1322704 w 1362925"/>
                    <a:gd name="connsiteY1" fmla="*/ 281638 h 429477"/>
                    <a:gd name="connsiteX2" fmla="*/ 1356602 w 1362925"/>
                    <a:gd name="connsiteY2" fmla="*/ 79482 h 429477"/>
                    <a:gd name="connsiteX3" fmla="*/ 1099904 w 1362925"/>
                    <a:gd name="connsiteY3" fmla="*/ 19584 h 429477"/>
                    <a:gd name="connsiteX4" fmla="*/ 296533 w 1362925"/>
                    <a:gd name="connsiteY4" fmla="*/ 20182 h 429477"/>
                    <a:gd name="connsiteX5" fmla="*/ 23196 w 1362925"/>
                    <a:gd name="connsiteY5" fmla="*/ 63609 h 429477"/>
                    <a:gd name="connsiteX6" fmla="*/ 47849 w 1362925"/>
                    <a:gd name="connsiteY6" fmla="*/ 277744 h 429477"/>
                    <a:gd name="connsiteX7" fmla="*/ 376655 w 1362925"/>
                    <a:gd name="connsiteY7" fmla="*/ 424195 h 429477"/>
                    <a:gd name="connsiteX8" fmla="*/ 960617 w 1362925"/>
                    <a:gd name="connsiteY8" fmla="*/ 419404 h 429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925" h="429477">
                      <a:moveTo>
                        <a:pt x="960308" y="419702"/>
                      </a:moveTo>
                      <a:cubicBezTo>
                        <a:pt x="1124249" y="453845"/>
                        <a:pt x="1253677" y="396342"/>
                        <a:pt x="1322704" y="281638"/>
                      </a:cubicBezTo>
                      <a:cubicBezTo>
                        <a:pt x="1350747" y="234917"/>
                        <a:pt x="1374783" y="140877"/>
                        <a:pt x="1356602" y="79482"/>
                      </a:cubicBezTo>
                      <a:cubicBezTo>
                        <a:pt x="1337496" y="14792"/>
                        <a:pt x="1244740" y="-26238"/>
                        <a:pt x="1099904" y="19584"/>
                      </a:cubicBezTo>
                      <a:cubicBezTo>
                        <a:pt x="851837" y="97750"/>
                        <a:pt x="593291" y="113025"/>
                        <a:pt x="296533" y="20182"/>
                      </a:cubicBezTo>
                      <a:cubicBezTo>
                        <a:pt x="226890" y="-1680"/>
                        <a:pt x="87910" y="-25340"/>
                        <a:pt x="23196" y="63609"/>
                      </a:cubicBezTo>
                      <a:cubicBezTo>
                        <a:pt x="-33813" y="141775"/>
                        <a:pt x="29976" y="251389"/>
                        <a:pt x="47849" y="277744"/>
                      </a:cubicBezTo>
                      <a:cubicBezTo>
                        <a:pt x="134134" y="405627"/>
                        <a:pt x="243222" y="444261"/>
                        <a:pt x="376655" y="424195"/>
                      </a:cubicBezTo>
                      <a:cubicBezTo>
                        <a:pt x="648143" y="383464"/>
                        <a:pt x="687587" y="362799"/>
                        <a:pt x="960617" y="419404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253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03" name="手繪多邊形: 圖案 202">
                  <a:extLst>
                    <a:ext uri="{FF2B5EF4-FFF2-40B4-BE49-F238E27FC236}">
                      <a16:creationId xmlns:a16="http://schemas.microsoft.com/office/drawing/2014/main" id="{D4B0FB35-8B2A-D8CC-918D-9E2B32B4CC3C}"/>
                    </a:ext>
                  </a:extLst>
                </p:cNvPr>
                <p:cNvSpPr/>
                <p:nvPr/>
              </p:nvSpPr>
              <p:spPr>
                <a:xfrm>
                  <a:off x="11266046" y="27632271"/>
                  <a:ext cx="107559" cy="104267"/>
                </a:xfrm>
                <a:custGeom>
                  <a:avLst/>
                  <a:gdLst>
                    <a:gd name="connsiteX0" fmla="*/ 42834 w 107559"/>
                    <a:gd name="connsiteY0" fmla="*/ 103029 h 104267"/>
                    <a:gd name="connsiteX1" fmla="*/ 61016 w 107559"/>
                    <a:gd name="connsiteY1" fmla="*/ 103029 h 104267"/>
                    <a:gd name="connsiteX2" fmla="*/ 77965 w 107559"/>
                    <a:gd name="connsiteY2" fmla="*/ 103029 h 104267"/>
                    <a:gd name="connsiteX3" fmla="*/ 107239 w 107559"/>
                    <a:gd name="connsiteY3" fmla="*/ 27557 h 104267"/>
                    <a:gd name="connsiteX4" fmla="*/ 1 w 107559"/>
                    <a:gd name="connsiteY4" fmla="*/ 27557 h 104267"/>
                    <a:gd name="connsiteX5" fmla="*/ 23729 w 107559"/>
                    <a:gd name="connsiteY5" fmla="*/ 98836 h 104267"/>
                    <a:gd name="connsiteX6" fmla="*/ 43143 w 107559"/>
                    <a:gd name="connsiteY6" fmla="*/ 102729 h 104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7">
                      <a:moveTo>
                        <a:pt x="42834" y="103029"/>
                      </a:moveTo>
                      <a:cubicBezTo>
                        <a:pt x="50538" y="100933"/>
                        <a:pt x="53312" y="100333"/>
                        <a:pt x="61016" y="103029"/>
                      </a:cubicBezTo>
                      <a:cubicBezTo>
                        <a:pt x="65946" y="104826"/>
                        <a:pt x="72726" y="104526"/>
                        <a:pt x="77965" y="103029"/>
                      </a:cubicBezTo>
                      <a:cubicBezTo>
                        <a:pt x="94297" y="98237"/>
                        <a:pt x="110014" y="67090"/>
                        <a:pt x="107239" y="27557"/>
                      </a:cubicBezTo>
                      <a:cubicBezTo>
                        <a:pt x="104466" y="-11976"/>
                        <a:pt x="-308" y="-6285"/>
                        <a:pt x="1" y="27557"/>
                      </a:cubicBezTo>
                      <a:cubicBezTo>
                        <a:pt x="1" y="54511"/>
                        <a:pt x="10170" y="89552"/>
                        <a:pt x="23729" y="98836"/>
                      </a:cubicBezTo>
                      <a:cubicBezTo>
                        <a:pt x="29584" y="103029"/>
                        <a:pt x="33898" y="105425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04" name="手繪多邊形: 圖案 203">
                  <a:extLst>
                    <a:ext uri="{FF2B5EF4-FFF2-40B4-BE49-F238E27FC236}">
                      <a16:creationId xmlns:a16="http://schemas.microsoft.com/office/drawing/2014/main" id="{ED962C4D-36CD-17A7-6BB5-EC5AE63BBA31}"/>
                    </a:ext>
                  </a:extLst>
                </p:cNvPr>
                <p:cNvSpPr/>
                <p:nvPr/>
              </p:nvSpPr>
              <p:spPr>
                <a:xfrm>
                  <a:off x="10346723" y="27411134"/>
                  <a:ext cx="1362925" cy="429477"/>
                </a:xfrm>
                <a:custGeom>
                  <a:avLst/>
                  <a:gdLst>
                    <a:gd name="connsiteX0" fmla="*/ 960308 w 1362925"/>
                    <a:gd name="connsiteY0" fmla="*/ 419702 h 429477"/>
                    <a:gd name="connsiteX1" fmla="*/ 1322704 w 1362925"/>
                    <a:gd name="connsiteY1" fmla="*/ 281638 h 429477"/>
                    <a:gd name="connsiteX2" fmla="*/ 1356602 w 1362925"/>
                    <a:gd name="connsiteY2" fmla="*/ 79482 h 429477"/>
                    <a:gd name="connsiteX3" fmla="*/ 1099904 w 1362925"/>
                    <a:gd name="connsiteY3" fmla="*/ 19584 h 429477"/>
                    <a:gd name="connsiteX4" fmla="*/ 296533 w 1362925"/>
                    <a:gd name="connsiteY4" fmla="*/ 20182 h 429477"/>
                    <a:gd name="connsiteX5" fmla="*/ 23196 w 1362925"/>
                    <a:gd name="connsiteY5" fmla="*/ 63609 h 429477"/>
                    <a:gd name="connsiteX6" fmla="*/ 47849 w 1362925"/>
                    <a:gd name="connsiteY6" fmla="*/ 277744 h 429477"/>
                    <a:gd name="connsiteX7" fmla="*/ 376655 w 1362925"/>
                    <a:gd name="connsiteY7" fmla="*/ 424195 h 429477"/>
                    <a:gd name="connsiteX8" fmla="*/ 960617 w 1362925"/>
                    <a:gd name="connsiteY8" fmla="*/ 419404 h 4294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925" h="429477">
                      <a:moveTo>
                        <a:pt x="960308" y="419702"/>
                      </a:moveTo>
                      <a:cubicBezTo>
                        <a:pt x="1124249" y="453845"/>
                        <a:pt x="1253677" y="396342"/>
                        <a:pt x="1322704" y="281638"/>
                      </a:cubicBezTo>
                      <a:cubicBezTo>
                        <a:pt x="1350747" y="234917"/>
                        <a:pt x="1374783" y="140877"/>
                        <a:pt x="1356602" y="79482"/>
                      </a:cubicBezTo>
                      <a:cubicBezTo>
                        <a:pt x="1337496" y="14792"/>
                        <a:pt x="1244740" y="-26238"/>
                        <a:pt x="1099904" y="19584"/>
                      </a:cubicBezTo>
                      <a:cubicBezTo>
                        <a:pt x="851837" y="97750"/>
                        <a:pt x="593291" y="113025"/>
                        <a:pt x="296533" y="20182"/>
                      </a:cubicBezTo>
                      <a:cubicBezTo>
                        <a:pt x="226890" y="-1680"/>
                        <a:pt x="87910" y="-25340"/>
                        <a:pt x="23196" y="63609"/>
                      </a:cubicBezTo>
                      <a:cubicBezTo>
                        <a:pt x="-33813" y="141775"/>
                        <a:pt x="29976" y="251389"/>
                        <a:pt x="47849" y="277744"/>
                      </a:cubicBezTo>
                      <a:cubicBezTo>
                        <a:pt x="134134" y="405627"/>
                        <a:pt x="243222" y="444261"/>
                        <a:pt x="376655" y="424195"/>
                      </a:cubicBezTo>
                      <a:cubicBezTo>
                        <a:pt x="648143" y="383464"/>
                        <a:pt x="687587" y="362799"/>
                        <a:pt x="960617" y="419404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253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05" name="手繪多邊形: 圖案 204">
                  <a:extLst>
                    <a:ext uri="{FF2B5EF4-FFF2-40B4-BE49-F238E27FC236}">
                      <a16:creationId xmlns:a16="http://schemas.microsoft.com/office/drawing/2014/main" id="{58C85F4C-D6D4-9758-FB8F-68BD7A1AAA9F}"/>
                    </a:ext>
                  </a:extLst>
                </p:cNvPr>
                <p:cNvSpPr/>
                <p:nvPr/>
              </p:nvSpPr>
              <p:spPr>
                <a:xfrm>
                  <a:off x="11266046" y="27632271"/>
                  <a:ext cx="107559" cy="104267"/>
                </a:xfrm>
                <a:custGeom>
                  <a:avLst/>
                  <a:gdLst>
                    <a:gd name="connsiteX0" fmla="*/ 42834 w 107559"/>
                    <a:gd name="connsiteY0" fmla="*/ 103029 h 104267"/>
                    <a:gd name="connsiteX1" fmla="*/ 61016 w 107559"/>
                    <a:gd name="connsiteY1" fmla="*/ 103029 h 104267"/>
                    <a:gd name="connsiteX2" fmla="*/ 77965 w 107559"/>
                    <a:gd name="connsiteY2" fmla="*/ 103029 h 104267"/>
                    <a:gd name="connsiteX3" fmla="*/ 107239 w 107559"/>
                    <a:gd name="connsiteY3" fmla="*/ 27557 h 104267"/>
                    <a:gd name="connsiteX4" fmla="*/ 1 w 107559"/>
                    <a:gd name="connsiteY4" fmla="*/ 27557 h 104267"/>
                    <a:gd name="connsiteX5" fmla="*/ 23729 w 107559"/>
                    <a:gd name="connsiteY5" fmla="*/ 98836 h 104267"/>
                    <a:gd name="connsiteX6" fmla="*/ 43143 w 107559"/>
                    <a:gd name="connsiteY6" fmla="*/ 102729 h 1042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9" h="104267">
                      <a:moveTo>
                        <a:pt x="42834" y="103029"/>
                      </a:moveTo>
                      <a:cubicBezTo>
                        <a:pt x="50538" y="100933"/>
                        <a:pt x="53312" y="100333"/>
                        <a:pt x="61016" y="103029"/>
                      </a:cubicBezTo>
                      <a:cubicBezTo>
                        <a:pt x="65946" y="104826"/>
                        <a:pt x="72726" y="104526"/>
                        <a:pt x="77965" y="103029"/>
                      </a:cubicBezTo>
                      <a:cubicBezTo>
                        <a:pt x="94297" y="98237"/>
                        <a:pt x="110014" y="67090"/>
                        <a:pt x="107239" y="27557"/>
                      </a:cubicBezTo>
                      <a:cubicBezTo>
                        <a:pt x="104466" y="-11976"/>
                        <a:pt x="-308" y="-6285"/>
                        <a:pt x="1" y="27557"/>
                      </a:cubicBezTo>
                      <a:cubicBezTo>
                        <a:pt x="1" y="54511"/>
                        <a:pt x="10170" y="89552"/>
                        <a:pt x="23729" y="98836"/>
                      </a:cubicBezTo>
                      <a:cubicBezTo>
                        <a:pt x="29584" y="103029"/>
                        <a:pt x="33898" y="105425"/>
                        <a:pt x="43143" y="102729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15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206" name="圖形 17">
            <a:extLst>
              <a:ext uri="{FF2B5EF4-FFF2-40B4-BE49-F238E27FC236}">
                <a16:creationId xmlns:a16="http://schemas.microsoft.com/office/drawing/2014/main" id="{E570F1C3-4ED2-6678-EF89-3EA3E2663D5F}"/>
              </a:ext>
            </a:extLst>
          </p:cNvPr>
          <p:cNvGrpSpPr/>
          <p:nvPr/>
        </p:nvGrpSpPr>
        <p:grpSpPr>
          <a:xfrm>
            <a:off x="-68873523" y="23923087"/>
            <a:ext cx="104519712" cy="66470820"/>
            <a:chOff x="-68873523" y="23923087"/>
            <a:chExt cx="104519712" cy="66470820"/>
          </a:xfrm>
          <a:noFill/>
        </p:grpSpPr>
        <p:grpSp>
          <p:nvGrpSpPr>
            <p:cNvPr id="207" name="圖形 17">
              <a:extLst>
                <a:ext uri="{FF2B5EF4-FFF2-40B4-BE49-F238E27FC236}">
                  <a16:creationId xmlns:a16="http://schemas.microsoft.com/office/drawing/2014/main" id="{F56E1FF1-8031-D69A-0701-6E6B1E3F412F}"/>
                </a:ext>
              </a:extLst>
            </p:cNvPr>
            <p:cNvGrpSpPr/>
            <p:nvPr/>
          </p:nvGrpSpPr>
          <p:grpSpPr>
            <a:xfrm>
              <a:off x="-54422397" y="23923087"/>
              <a:ext cx="18063679" cy="66470820"/>
              <a:chOff x="-54422397" y="23923087"/>
              <a:chExt cx="18063679" cy="66470820"/>
            </a:xfrm>
            <a:noFill/>
          </p:grpSpPr>
          <p:grpSp>
            <p:nvGrpSpPr>
              <p:cNvPr id="208" name="圖形 17">
                <a:extLst>
                  <a:ext uri="{FF2B5EF4-FFF2-40B4-BE49-F238E27FC236}">
                    <a16:creationId xmlns:a16="http://schemas.microsoft.com/office/drawing/2014/main" id="{85DFBB52-F20E-9694-BF3C-6ADF4531CDA9}"/>
                  </a:ext>
                </a:extLst>
              </p:cNvPr>
              <p:cNvGrpSpPr/>
              <p:nvPr/>
            </p:nvGrpSpPr>
            <p:grpSpPr>
              <a:xfrm>
                <a:off x="-54422397" y="23923087"/>
                <a:ext cx="18063679" cy="30150788"/>
                <a:chOff x="-54422397" y="23923087"/>
                <a:chExt cx="18063679" cy="30150788"/>
              </a:xfrm>
              <a:noFill/>
            </p:grpSpPr>
            <p:sp>
              <p:nvSpPr>
                <p:cNvPr id="209" name="手繪多邊形: 圖案 208">
                  <a:extLst>
                    <a:ext uri="{FF2B5EF4-FFF2-40B4-BE49-F238E27FC236}">
                      <a16:creationId xmlns:a16="http://schemas.microsoft.com/office/drawing/2014/main" id="{EB9A1BF1-308B-E16A-3943-F0E37FC9348D}"/>
                    </a:ext>
                  </a:extLst>
                </p:cNvPr>
                <p:cNvSpPr/>
                <p:nvPr/>
              </p:nvSpPr>
              <p:spPr>
                <a:xfrm>
                  <a:off x="-54422397" y="23923087"/>
                  <a:ext cx="1476082" cy="29949"/>
                </a:xfrm>
                <a:custGeom>
                  <a:avLst/>
                  <a:gdLst>
                    <a:gd name="connsiteX0" fmla="*/ 2 w 1476082"/>
                    <a:gd name="connsiteY0" fmla="*/ 0 h 29949"/>
                    <a:gd name="connsiteX1" fmla="*/ 1476081 w 1476082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082" h="29949">
                      <a:moveTo>
                        <a:pt x="2" y="0"/>
                      </a:moveTo>
                      <a:lnTo>
                        <a:pt x="1476081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0" name="手繪多邊形: 圖案 209">
                  <a:extLst>
                    <a:ext uri="{FF2B5EF4-FFF2-40B4-BE49-F238E27FC236}">
                      <a16:creationId xmlns:a16="http://schemas.microsoft.com/office/drawing/2014/main" id="{403C87C5-8353-E335-E224-1C21A4391C87}"/>
                    </a:ext>
                  </a:extLst>
                </p:cNvPr>
                <p:cNvSpPr/>
                <p:nvPr/>
              </p:nvSpPr>
              <p:spPr>
                <a:xfrm>
                  <a:off x="-54240276" y="23923087"/>
                  <a:ext cx="1293960" cy="1700806"/>
                </a:xfrm>
                <a:custGeom>
                  <a:avLst/>
                  <a:gdLst>
                    <a:gd name="connsiteX0" fmla="*/ 1293960 w 1293960"/>
                    <a:gd name="connsiteY0" fmla="*/ 1700806 h 1700806"/>
                    <a:gd name="connsiteX1" fmla="*/ 385816 w 1293960"/>
                    <a:gd name="connsiteY1" fmla="*/ 1700806 h 1700806"/>
                    <a:gd name="connsiteX2" fmla="*/ 0 w 1293960"/>
                    <a:gd name="connsiteY2" fmla="*/ 1325844 h 1700806"/>
                    <a:gd name="connsiteX3" fmla="*/ 0 w 1293960"/>
                    <a:gd name="connsiteY3" fmla="*/ 0 h 17008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3960" h="1700806">
                      <a:moveTo>
                        <a:pt x="1293960" y="1700806"/>
                      </a:moveTo>
                      <a:lnTo>
                        <a:pt x="385816" y="1700806"/>
                      </a:lnTo>
                      <a:cubicBezTo>
                        <a:pt x="172877" y="1700806"/>
                        <a:pt x="0" y="1532792"/>
                        <a:pt x="0" y="1325844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1" name="手繪多邊形: 圖案 210">
                  <a:extLst>
                    <a:ext uri="{FF2B5EF4-FFF2-40B4-BE49-F238E27FC236}">
                      <a16:creationId xmlns:a16="http://schemas.microsoft.com/office/drawing/2014/main" id="{38DEE33C-0F39-7D82-6FFD-6E2442A7F297}"/>
                    </a:ext>
                  </a:extLst>
                </p:cNvPr>
                <p:cNvSpPr/>
                <p:nvPr/>
              </p:nvSpPr>
              <p:spPr>
                <a:xfrm>
                  <a:off x="-53890206" y="24315719"/>
                  <a:ext cx="821244" cy="29949"/>
                </a:xfrm>
                <a:custGeom>
                  <a:avLst/>
                  <a:gdLst>
                    <a:gd name="connsiteX0" fmla="*/ -2 w 821244"/>
                    <a:gd name="connsiteY0" fmla="*/ 0 h 29949"/>
                    <a:gd name="connsiteX1" fmla="*/ 821244 w 821244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44" h="29949">
                      <a:moveTo>
                        <a:pt x="-2" y="0"/>
                      </a:moveTo>
                      <a:lnTo>
                        <a:pt x="821244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2" name="手繪多邊形: 圖案 211">
                  <a:extLst>
                    <a:ext uri="{FF2B5EF4-FFF2-40B4-BE49-F238E27FC236}">
                      <a16:creationId xmlns:a16="http://schemas.microsoft.com/office/drawing/2014/main" id="{988B811C-FDF2-5781-E8BB-3787AC41F05D}"/>
                    </a:ext>
                  </a:extLst>
                </p:cNvPr>
                <p:cNvSpPr/>
                <p:nvPr/>
              </p:nvSpPr>
              <p:spPr>
                <a:xfrm>
                  <a:off x="-53951838" y="24765254"/>
                  <a:ext cx="882876" cy="29949"/>
                </a:xfrm>
                <a:custGeom>
                  <a:avLst/>
                  <a:gdLst>
                    <a:gd name="connsiteX0" fmla="*/ -2 w 882876"/>
                    <a:gd name="connsiteY0" fmla="*/ 0 h 29949"/>
                    <a:gd name="connsiteX1" fmla="*/ 882875 w 882876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876" h="29949">
                      <a:moveTo>
                        <a:pt x="-2" y="0"/>
                      </a:moveTo>
                      <a:lnTo>
                        <a:pt x="882875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3" name="手繪多邊形: 圖案 212">
                  <a:extLst>
                    <a:ext uri="{FF2B5EF4-FFF2-40B4-BE49-F238E27FC236}">
                      <a16:creationId xmlns:a16="http://schemas.microsoft.com/office/drawing/2014/main" id="{66C72E6D-E99A-B899-D1D7-1A0E1F18D655}"/>
                    </a:ext>
                  </a:extLst>
                </p:cNvPr>
                <p:cNvSpPr/>
                <p:nvPr/>
              </p:nvSpPr>
              <p:spPr>
                <a:xfrm>
                  <a:off x="-52559575" y="23923087"/>
                  <a:ext cx="1156522" cy="495057"/>
                </a:xfrm>
                <a:custGeom>
                  <a:avLst/>
                  <a:gdLst>
                    <a:gd name="connsiteX0" fmla="*/ 1156522 w 1156522"/>
                    <a:gd name="connsiteY0" fmla="*/ 495058 h 495057"/>
                    <a:gd name="connsiteX1" fmla="*/ 1136183 w 1156522"/>
                    <a:gd name="connsiteY1" fmla="*/ 495058 h 495057"/>
                    <a:gd name="connsiteX2" fmla="*/ 943275 w 1156522"/>
                    <a:gd name="connsiteY2" fmla="*/ 307576 h 495057"/>
                    <a:gd name="connsiteX3" fmla="*/ 943275 w 1156522"/>
                    <a:gd name="connsiteY3" fmla="*/ 0 h 495057"/>
                    <a:gd name="connsiteX4" fmla="*/ 0 w 1156522"/>
                    <a:gd name="connsiteY4" fmla="*/ 0 h 495057"/>
                    <a:gd name="connsiteX5" fmla="*/ 0 w 1156522"/>
                    <a:gd name="connsiteY5" fmla="*/ 206349 h 495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22" h="495057">
                      <a:moveTo>
                        <a:pt x="1156522" y="495058"/>
                      </a:moveTo>
                      <a:lnTo>
                        <a:pt x="1136183" y="495058"/>
                      </a:lnTo>
                      <a:cubicBezTo>
                        <a:pt x="1029561" y="495058"/>
                        <a:pt x="943275" y="411200"/>
                        <a:pt x="943275" y="307576"/>
                      </a:cubicBezTo>
                      <a:lnTo>
                        <a:pt x="943275" y="0"/>
                      </a:lnTo>
                      <a:lnTo>
                        <a:pt x="0" y="0"/>
                      </a:lnTo>
                      <a:lnTo>
                        <a:pt x="0" y="206349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4" name="手繪多邊形: 圖案 213">
                  <a:extLst>
                    <a:ext uri="{FF2B5EF4-FFF2-40B4-BE49-F238E27FC236}">
                      <a16:creationId xmlns:a16="http://schemas.microsoft.com/office/drawing/2014/main" id="{7DF71A34-6710-F8F1-6B9E-39F894E4CB11}"/>
                    </a:ext>
                  </a:extLst>
                </p:cNvPr>
                <p:cNvSpPr/>
                <p:nvPr/>
              </p:nvSpPr>
              <p:spPr>
                <a:xfrm>
                  <a:off x="-53378661" y="25046176"/>
                  <a:ext cx="283813" cy="281220"/>
                </a:xfrm>
                <a:custGeom>
                  <a:avLst/>
                  <a:gdLst>
                    <a:gd name="connsiteX0" fmla="*/ 0 w 283813"/>
                    <a:gd name="connsiteY0" fmla="*/ 0 h 281220"/>
                    <a:gd name="connsiteX1" fmla="*/ 0 w 283813"/>
                    <a:gd name="connsiteY1" fmla="*/ 93741 h 281220"/>
                    <a:gd name="connsiteX2" fmla="*/ 192908 w 283813"/>
                    <a:gd name="connsiteY2" fmla="*/ 281221 h 281220"/>
                    <a:gd name="connsiteX3" fmla="*/ 283813 w 283813"/>
                    <a:gd name="connsiteY3" fmla="*/ 281221 h 2812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13" h="281220">
                      <a:moveTo>
                        <a:pt x="0" y="0"/>
                      </a:moveTo>
                      <a:lnTo>
                        <a:pt x="0" y="93741"/>
                      </a:lnTo>
                      <a:cubicBezTo>
                        <a:pt x="0" y="197364"/>
                        <a:pt x="86282" y="281221"/>
                        <a:pt x="192908" y="281221"/>
                      </a:cubicBezTo>
                      <a:lnTo>
                        <a:pt x="283813" y="281221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5" name="手繪多邊形: 圖案 214">
                  <a:extLst>
                    <a:ext uri="{FF2B5EF4-FFF2-40B4-BE49-F238E27FC236}">
                      <a16:creationId xmlns:a16="http://schemas.microsoft.com/office/drawing/2014/main" id="{F8EF2268-9663-C1D0-B2CC-9BDEDCF19F36}"/>
                    </a:ext>
                  </a:extLst>
                </p:cNvPr>
                <p:cNvSpPr/>
                <p:nvPr/>
              </p:nvSpPr>
              <p:spPr>
                <a:xfrm>
                  <a:off x="-52627985" y="24765254"/>
                  <a:ext cx="1133406" cy="858639"/>
                </a:xfrm>
                <a:custGeom>
                  <a:avLst/>
                  <a:gdLst>
                    <a:gd name="connsiteX0" fmla="*/ 1133407 w 1133406"/>
                    <a:gd name="connsiteY0" fmla="*/ 858639 h 858639"/>
                    <a:gd name="connsiteX1" fmla="*/ 68410 w 1133406"/>
                    <a:gd name="connsiteY1" fmla="*/ 0 h 858639"/>
                    <a:gd name="connsiteX2" fmla="*/ 1068386 w 1133406"/>
                    <a:gd name="connsiteY2" fmla="*/ 0 h 858639"/>
                    <a:gd name="connsiteX3" fmla="*/ 0 w 1133406"/>
                    <a:gd name="connsiteY3" fmla="*/ 858639 h 8586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06" h="858639">
                      <a:moveTo>
                        <a:pt x="1133407" y="858639"/>
                      </a:moveTo>
                      <a:cubicBezTo>
                        <a:pt x="646826" y="858639"/>
                        <a:pt x="82893" y="515423"/>
                        <a:pt x="68410" y="0"/>
                      </a:cubicBezTo>
                      <a:lnTo>
                        <a:pt x="1068386" y="0"/>
                      </a:lnTo>
                      <a:cubicBezTo>
                        <a:pt x="1056367" y="512727"/>
                        <a:pt x="467167" y="858639"/>
                        <a:pt x="0" y="858639"/>
                      </a:cubicBez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6" name="手繪多邊形: 圖案 215">
                  <a:extLst>
                    <a:ext uri="{FF2B5EF4-FFF2-40B4-BE49-F238E27FC236}">
                      <a16:creationId xmlns:a16="http://schemas.microsoft.com/office/drawing/2014/main" id="{C6C03BFD-CAAA-BC7A-B23C-245FC186DBE8}"/>
                    </a:ext>
                  </a:extLst>
                </p:cNvPr>
                <p:cNvSpPr/>
                <p:nvPr/>
              </p:nvSpPr>
              <p:spPr>
                <a:xfrm>
                  <a:off x="-53856925" y="24315719"/>
                  <a:ext cx="416631" cy="1011977"/>
                </a:xfrm>
                <a:custGeom>
                  <a:avLst/>
                  <a:gdLst>
                    <a:gd name="connsiteX0" fmla="*/ 416633 w 416631"/>
                    <a:gd name="connsiteY0" fmla="*/ 0 h 1011977"/>
                    <a:gd name="connsiteX1" fmla="*/ 1 w 416631"/>
                    <a:gd name="connsiteY1" fmla="*/ 1011978 h 1011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31" h="1011977">
                      <a:moveTo>
                        <a:pt x="416633" y="0"/>
                      </a:moveTo>
                      <a:lnTo>
                        <a:pt x="1" y="1011978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7" name="手繪多邊形: 圖案 216">
                  <a:extLst>
                    <a:ext uri="{FF2B5EF4-FFF2-40B4-BE49-F238E27FC236}">
                      <a16:creationId xmlns:a16="http://schemas.microsoft.com/office/drawing/2014/main" id="{90485E32-5675-B162-E25C-F65A84B36276}"/>
                    </a:ext>
                  </a:extLst>
                </p:cNvPr>
                <p:cNvSpPr/>
                <p:nvPr/>
              </p:nvSpPr>
              <p:spPr>
                <a:xfrm>
                  <a:off x="-52678216" y="24129735"/>
                  <a:ext cx="118641" cy="288409"/>
                </a:xfrm>
                <a:custGeom>
                  <a:avLst/>
                  <a:gdLst>
                    <a:gd name="connsiteX0" fmla="*/ 118641 w 118641"/>
                    <a:gd name="connsiteY0" fmla="*/ 0 h 288409"/>
                    <a:gd name="connsiteX1" fmla="*/ 1 w 118641"/>
                    <a:gd name="connsiteY1" fmla="*/ 288409 h 288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1" h="288409">
                      <a:moveTo>
                        <a:pt x="118641" y="0"/>
                      </a:moveTo>
                      <a:lnTo>
                        <a:pt x="1" y="288409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18" name="手繪多邊形: 圖案 217">
                  <a:extLst>
                    <a:ext uri="{FF2B5EF4-FFF2-40B4-BE49-F238E27FC236}">
                      <a16:creationId xmlns:a16="http://schemas.microsoft.com/office/drawing/2014/main" id="{5DD17C95-665D-59E8-DCFF-64E92C4920F3}"/>
                    </a:ext>
                  </a:extLst>
                </p:cNvPr>
                <p:cNvSpPr/>
                <p:nvPr/>
              </p:nvSpPr>
              <p:spPr>
                <a:xfrm>
                  <a:off x="-53951838" y="23923087"/>
                  <a:ext cx="223415" cy="542377"/>
                </a:xfrm>
                <a:custGeom>
                  <a:avLst/>
                  <a:gdLst>
                    <a:gd name="connsiteX0" fmla="*/ 223414 w 223415"/>
                    <a:gd name="connsiteY0" fmla="*/ 0 h 542377"/>
                    <a:gd name="connsiteX1" fmla="*/ -2 w 223415"/>
                    <a:gd name="connsiteY1" fmla="*/ 542377 h 542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15" h="542377">
                      <a:moveTo>
                        <a:pt x="223414" y="0"/>
                      </a:moveTo>
                      <a:lnTo>
                        <a:pt x="-2" y="542377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742AB1E1-AEC0-AA35-8B9C-28D1EBD20EC9}"/>
                  </a:ext>
                </a:extLst>
              </p:cNvPr>
              <p:cNvSpPr/>
              <p:nvPr/>
            </p:nvSpPr>
            <p:spPr>
              <a:xfrm>
                <a:off x="-54320397" y="25979687"/>
                <a:ext cx="2893306" cy="29949"/>
              </a:xfrm>
              <a:custGeom>
                <a:avLst/>
                <a:gdLst>
                  <a:gd name="connsiteX0" fmla="*/ 0 w 2893306"/>
                  <a:gd name="connsiteY0" fmla="*/ 0 h 29949"/>
                  <a:gd name="connsiteX1" fmla="*/ 2893307 w 2893306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306" h="29949">
                    <a:moveTo>
                      <a:pt x="0" y="0"/>
                    </a:moveTo>
                    <a:lnTo>
                      <a:pt x="289330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0" name="手繪多邊形: 圖案 219">
                <a:extLst>
                  <a:ext uri="{FF2B5EF4-FFF2-40B4-BE49-F238E27FC236}">
                    <a16:creationId xmlns:a16="http://schemas.microsoft.com/office/drawing/2014/main" id="{753CD7C3-8532-DA79-A3BA-86ADE6279375}"/>
                  </a:ext>
                </a:extLst>
              </p:cNvPr>
              <p:cNvSpPr/>
              <p:nvPr/>
            </p:nvSpPr>
            <p:spPr>
              <a:xfrm>
                <a:off x="-54220657" y="26373518"/>
                <a:ext cx="2694130" cy="1299188"/>
              </a:xfrm>
              <a:custGeom>
                <a:avLst/>
                <a:gdLst>
                  <a:gd name="connsiteX0" fmla="*/ 2691874 w 2694130"/>
                  <a:gd name="connsiteY0" fmla="*/ 215633 h 1299188"/>
                  <a:gd name="connsiteX1" fmla="*/ 2571695 w 2694130"/>
                  <a:gd name="connsiteY1" fmla="*/ 980831 h 1299188"/>
                  <a:gd name="connsiteX2" fmla="*/ 2190193 w 2694130"/>
                  <a:gd name="connsiteY2" fmla="*/ 1299189 h 1299188"/>
                  <a:gd name="connsiteX3" fmla="*/ 503943 w 2694130"/>
                  <a:gd name="connsiteY3" fmla="*/ 1299189 h 1299188"/>
                  <a:gd name="connsiteX4" fmla="*/ 122442 w 2694130"/>
                  <a:gd name="connsiteY4" fmla="*/ 980831 h 1299188"/>
                  <a:gd name="connsiteX5" fmla="*/ 2263 w 2694130"/>
                  <a:gd name="connsiteY5" fmla="*/ 215633 h 1299188"/>
                  <a:gd name="connsiteX6" fmla="*/ 193012 w 2694130"/>
                  <a:gd name="connsiteY6" fmla="*/ 0 h 1299188"/>
                  <a:gd name="connsiteX7" fmla="*/ 2501125 w 2694130"/>
                  <a:gd name="connsiteY7" fmla="*/ 0 h 1299188"/>
                  <a:gd name="connsiteX8" fmla="*/ 2691874 w 2694130"/>
                  <a:gd name="connsiteY8" fmla="*/ 215633 h 1299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130" h="1299188">
                    <a:moveTo>
                      <a:pt x="2691874" y="215633"/>
                    </a:moveTo>
                    <a:lnTo>
                      <a:pt x="2571695" y="980831"/>
                    </a:lnTo>
                    <a:cubicBezTo>
                      <a:pt x="2543034" y="1163819"/>
                      <a:pt x="2380942" y="1299189"/>
                      <a:pt x="2190193" y="1299189"/>
                    </a:cubicBezTo>
                    <a:lnTo>
                      <a:pt x="503943" y="1299189"/>
                    </a:lnTo>
                    <a:cubicBezTo>
                      <a:pt x="313503" y="1299189"/>
                      <a:pt x="151411" y="1163819"/>
                      <a:pt x="122442" y="980831"/>
                    </a:cubicBezTo>
                    <a:lnTo>
                      <a:pt x="2263" y="215633"/>
                    </a:lnTo>
                    <a:cubicBezTo>
                      <a:pt x="-15613" y="102125"/>
                      <a:pt x="74680" y="0"/>
                      <a:pt x="193012" y="0"/>
                    </a:cubicBezTo>
                    <a:lnTo>
                      <a:pt x="2501125" y="0"/>
                    </a:lnTo>
                    <a:cubicBezTo>
                      <a:pt x="2619149" y="0"/>
                      <a:pt x="2709749" y="102125"/>
                      <a:pt x="2691874" y="215633"/>
                    </a:cubicBezTo>
                    <a:close/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1" name="手繪多邊形: 圖案 220">
                <a:extLst>
                  <a:ext uri="{FF2B5EF4-FFF2-40B4-BE49-F238E27FC236}">
                    <a16:creationId xmlns:a16="http://schemas.microsoft.com/office/drawing/2014/main" id="{AFD0A7CA-BEF9-8750-F9CB-E54237F33273}"/>
                  </a:ext>
                </a:extLst>
              </p:cNvPr>
              <p:cNvSpPr/>
              <p:nvPr/>
            </p:nvSpPr>
            <p:spPr>
              <a:xfrm>
                <a:off x="-53807928" y="25979687"/>
                <a:ext cx="587966" cy="964059"/>
              </a:xfrm>
              <a:custGeom>
                <a:avLst/>
                <a:gdLst>
                  <a:gd name="connsiteX0" fmla="*/ 587966 w 587966"/>
                  <a:gd name="connsiteY0" fmla="*/ 0 h 964059"/>
                  <a:gd name="connsiteX1" fmla="*/ 587966 w 587966"/>
                  <a:gd name="connsiteY1" fmla="*/ 589098 h 964059"/>
                  <a:gd name="connsiteX2" fmla="*/ 202154 w 587966"/>
                  <a:gd name="connsiteY2" fmla="*/ 964060 h 964059"/>
                  <a:gd name="connsiteX3" fmla="*/ 0 w 587966"/>
                  <a:gd name="connsiteY3" fmla="*/ 964060 h 964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66" h="964059">
                    <a:moveTo>
                      <a:pt x="587966" y="0"/>
                    </a:moveTo>
                    <a:lnTo>
                      <a:pt x="587966" y="589098"/>
                    </a:lnTo>
                    <a:cubicBezTo>
                      <a:pt x="587966" y="796046"/>
                      <a:pt x="415090" y="964060"/>
                      <a:pt x="202154" y="964060"/>
                    </a:cubicBezTo>
                    <a:lnTo>
                      <a:pt x="0" y="96406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A9154FBE-4D10-431E-D662-3699535194F4}"/>
                  </a:ext>
                </a:extLst>
              </p:cNvPr>
              <p:cNvSpPr/>
              <p:nvPr/>
            </p:nvSpPr>
            <p:spPr>
              <a:xfrm>
                <a:off x="-52525987" y="25979687"/>
                <a:ext cx="559001" cy="964059"/>
              </a:xfrm>
              <a:custGeom>
                <a:avLst/>
                <a:gdLst>
                  <a:gd name="connsiteX0" fmla="*/ 0 w 559001"/>
                  <a:gd name="connsiteY0" fmla="*/ 0 h 964059"/>
                  <a:gd name="connsiteX1" fmla="*/ 0 w 559001"/>
                  <a:gd name="connsiteY1" fmla="*/ 589098 h 964059"/>
                  <a:gd name="connsiteX2" fmla="*/ 385816 w 559001"/>
                  <a:gd name="connsiteY2" fmla="*/ 964060 h 964059"/>
                  <a:gd name="connsiteX3" fmla="*/ 559001 w 559001"/>
                  <a:gd name="connsiteY3" fmla="*/ 964060 h 964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01" h="964059">
                    <a:moveTo>
                      <a:pt x="0" y="0"/>
                    </a:moveTo>
                    <a:lnTo>
                      <a:pt x="0" y="589098"/>
                    </a:lnTo>
                    <a:cubicBezTo>
                      <a:pt x="0" y="796046"/>
                      <a:pt x="172877" y="964060"/>
                      <a:pt x="385816" y="964060"/>
                    </a:cubicBezTo>
                    <a:lnTo>
                      <a:pt x="559001" y="96406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3" name="手繪多邊形: 圖案 222">
                <a:extLst>
                  <a:ext uri="{FF2B5EF4-FFF2-40B4-BE49-F238E27FC236}">
                    <a16:creationId xmlns:a16="http://schemas.microsoft.com/office/drawing/2014/main" id="{1BCD6BA0-B032-97C8-BD5D-5FD7F6549C2B}"/>
                  </a:ext>
                </a:extLst>
              </p:cNvPr>
              <p:cNvSpPr/>
              <p:nvPr/>
            </p:nvSpPr>
            <p:spPr>
              <a:xfrm>
                <a:off x="-53422421" y="27311222"/>
                <a:ext cx="1097663" cy="29949"/>
              </a:xfrm>
              <a:custGeom>
                <a:avLst/>
                <a:gdLst>
                  <a:gd name="connsiteX0" fmla="*/ 0 w 1097663"/>
                  <a:gd name="connsiteY0" fmla="*/ 0 h 29949"/>
                  <a:gd name="connsiteX1" fmla="*/ 1097663 w 1097663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663" h="29949">
                    <a:moveTo>
                      <a:pt x="0" y="0"/>
                    </a:moveTo>
                    <a:lnTo>
                      <a:pt x="1097663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224" name="圖形 17">
              <a:extLst>
                <a:ext uri="{FF2B5EF4-FFF2-40B4-BE49-F238E27FC236}">
                  <a16:creationId xmlns:a16="http://schemas.microsoft.com/office/drawing/2014/main" id="{D488C43B-687F-8763-DEE1-D23979E64220}"/>
                </a:ext>
              </a:extLst>
            </p:cNvPr>
            <p:cNvGrpSpPr/>
            <p:nvPr/>
          </p:nvGrpSpPr>
          <p:grpSpPr>
            <a:xfrm>
              <a:off x="-64186727" y="23923087"/>
              <a:ext cx="18124498" cy="66470820"/>
              <a:chOff x="-64186727" y="23923087"/>
              <a:chExt cx="18124498" cy="66470820"/>
            </a:xfrm>
            <a:noFill/>
          </p:grpSpPr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6AE479C4-047A-2237-FF22-9A6BCCC1EDCB}"/>
                  </a:ext>
                </a:extLst>
              </p:cNvPr>
              <p:cNvSpPr/>
              <p:nvPr/>
            </p:nvSpPr>
            <p:spPr>
              <a:xfrm>
                <a:off x="-62808333" y="24644859"/>
                <a:ext cx="1651116" cy="29949"/>
              </a:xfrm>
              <a:custGeom>
                <a:avLst/>
                <a:gdLst>
                  <a:gd name="connsiteX0" fmla="*/ 2 w 1651116"/>
                  <a:gd name="connsiteY0" fmla="*/ 0 h 29949"/>
                  <a:gd name="connsiteX1" fmla="*/ 1651117 w 1651116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116" h="29949">
                    <a:moveTo>
                      <a:pt x="2" y="0"/>
                    </a:moveTo>
                    <a:lnTo>
                      <a:pt x="165111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2A47B869-1DE7-6B6A-A112-62586AD2AB20}"/>
                  </a:ext>
                </a:extLst>
              </p:cNvPr>
              <p:cNvSpPr/>
              <p:nvPr/>
            </p:nvSpPr>
            <p:spPr>
              <a:xfrm>
                <a:off x="-62808333" y="27311222"/>
                <a:ext cx="1651116" cy="29949"/>
              </a:xfrm>
              <a:custGeom>
                <a:avLst/>
                <a:gdLst>
                  <a:gd name="connsiteX0" fmla="*/ 2 w 1651116"/>
                  <a:gd name="connsiteY0" fmla="*/ 0 h 29949"/>
                  <a:gd name="connsiteX1" fmla="*/ 1651117 w 1651116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116" h="29949">
                    <a:moveTo>
                      <a:pt x="2" y="0"/>
                    </a:moveTo>
                    <a:lnTo>
                      <a:pt x="165111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3C3BE2DD-6785-6693-0188-BFB6BA1D0CAB}"/>
                  </a:ext>
                </a:extLst>
              </p:cNvPr>
              <p:cNvSpPr/>
              <p:nvPr/>
            </p:nvSpPr>
            <p:spPr>
              <a:xfrm>
                <a:off x="-63479196" y="25607421"/>
                <a:ext cx="30815" cy="2065285"/>
              </a:xfrm>
              <a:custGeom>
                <a:avLst/>
                <a:gdLst>
                  <a:gd name="connsiteX0" fmla="*/ 1 w 30815"/>
                  <a:gd name="connsiteY0" fmla="*/ 2065285 h 2065285"/>
                  <a:gd name="connsiteX1" fmla="*/ 1 w 30815"/>
                  <a:gd name="connsiteY1" fmla="*/ 0 h 2065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065285">
                    <a:moveTo>
                      <a:pt x="1" y="2065285"/>
                    </a:moveTo>
                    <a:lnTo>
                      <a:pt x="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28" name="手繪多邊形: 圖案 227">
                <a:extLst>
                  <a:ext uri="{FF2B5EF4-FFF2-40B4-BE49-F238E27FC236}">
                    <a16:creationId xmlns:a16="http://schemas.microsoft.com/office/drawing/2014/main" id="{DA769AF7-3CE6-23F9-8C74-707777ABD159}"/>
                  </a:ext>
                </a:extLst>
              </p:cNvPr>
              <p:cNvSpPr/>
              <p:nvPr/>
            </p:nvSpPr>
            <p:spPr>
              <a:xfrm>
                <a:off x="-64186727" y="23923087"/>
                <a:ext cx="1081325" cy="1635516"/>
              </a:xfrm>
              <a:custGeom>
                <a:avLst/>
                <a:gdLst>
                  <a:gd name="connsiteX0" fmla="*/ 1081326 w 1081325"/>
                  <a:gd name="connsiteY0" fmla="*/ 0 h 1635516"/>
                  <a:gd name="connsiteX1" fmla="*/ 0 w 1081325"/>
                  <a:gd name="connsiteY1" fmla="*/ 1635517 h 163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25" h="1635516">
                    <a:moveTo>
                      <a:pt x="1081326" y="0"/>
                    </a:moveTo>
                    <a:cubicBezTo>
                      <a:pt x="1081326" y="0"/>
                      <a:pt x="977480" y="1125186"/>
                      <a:pt x="0" y="1635517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229" name="圖形 17">
              <a:extLst>
                <a:ext uri="{FF2B5EF4-FFF2-40B4-BE49-F238E27FC236}">
                  <a16:creationId xmlns:a16="http://schemas.microsoft.com/office/drawing/2014/main" id="{73BD0A37-88C4-77CF-D93E-EC976BE5CF44}"/>
                </a:ext>
              </a:extLst>
            </p:cNvPr>
            <p:cNvGrpSpPr/>
            <p:nvPr/>
          </p:nvGrpSpPr>
          <p:grpSpPr>
            <a:xfrm>
              <a:off x="-68873523" y="23951239"/>
              <a:ext cx="17311486" cy="65971742"/>
              <a:chOff x="-68873523" y="23951239"/>
              <a:chExt cx="17311486" cy="65971742"/>
            </a:xfrm>
            <a:noFill/>
          </p:grpSpPr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138037F9-61E7-167C-3621-45E8E1CEBF19}"/>
                  </a:ext>
                </a:extLst>
              </p:cNvPr>
              <p:cNvSpPr/>
              <p:nvPr/>
            </p:nvSpPr>
            <p:spPr>
              <a:xfrm>
                <a:off x="-68873522" y="24298049"/>
                <a:ext cx="2893614" cy="29949"/>
              </a:xfrm>
              <a:custGeom>
                <a:avLst/>
                <a:gdLst>
                  <a:gd name="connsiteX0" fmla="*/ -1 w 2893614"/>
                  <a:gd name="connsiteY0" fmla="*/ 0 h 29949"/>
                  <a:gd name="connsiteX1" fmla="*/ 2893611 w 2893614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614" h="29949">
                    <a:moveTo>
                      <a:pt x="-1" y="0"/>
                    </a:moveTo>
                    <a:lnTo>
                      <a:pt x="289361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1" name="手繪多邊形: 圖案 230">
                <a:extLst>
                  <a:ext uri="{FF2B5EF4-FFF2-40B4-BE49-F238E27FC236}">
                    <a16:creationId xmlns:a16="http://schemas.microsoft.com/office/drawing/2014/main" id="{CB32EBCD-4E67-8D41-4460-7A9790D20B30}"/>
                  </a:ext>
                </a:extLst>
              </p:cNvPr>
              <p:cNvSpPr/>
              <p:nvPr/>
            </p:nvSpPr>
            <p:spPr>
              <a:xfrm>
                <a:off x="-68873522" y="25366032"/>
                <a:ext cx="2893614" cy="29949"/>
              </a:xfrm>
              <a:custGeom>
                <a:avLst/>
                <a:gdLst>
                  <a:gd name="connsiteX0" fmla="*/ -1 w 2893614"/>
                  <a:gd name="connsiteY0" fmla="*/ 0 h 29949"/>
                  <a:gd name="connsiteX1" fmla="*/ 2893611 w 2893614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614" h="29949">
                    <a:moveTo>
                      <a:pt x="-1" y="0"/>
                    </a:moveTo>
                    <a:lnTo>
                      <a:pt x="289361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2" name="手繪多邊形: 圖案 231">
                <a:extLst>
                  <a:ext uri="{FF2B5EF4-FFF2-40B4-BE49-F238E27FC236}">
                    <a16:creationId xmlns:a16="http://schemas.microsoft.com/office/drawing/2014/main" id="{15934E68-E855-1407-359E-27BEB5F7E290}"/>
                  </a:ext>
                </a:extLst>
              </p:cNvPr>
              <p:cNvSpPr/>
              <p:nvPr/>
            </p:nvSpPr>
            <p:spPr>
              <a:xfrm>
                <a:off x="-68121614" y="23951239"/>
                <a:ext cx="30815" cy="693619"/>
              </a:xfrm>
              <a:custGeom>
                <a:avLst/>
                <a:gdLst>
                  <a:gd name="connsiteX0" fmla="*/ -4 w 30815"/>
                  <a:gd name="connsiteY0" fmla="*/ 0 h 693619"/>
                  <a:gd name="connsiteX1" fmla="*/ -4 w 30815"/>
                  <a:gd name="connsiteY1" fmla="*/ 693620 h 69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619">
                    <a:moveTo>
                      <a:pt x="-4" y="0"/>
                    </a:moveTo>
                    <a:lnTo>
                      <a:pt x="-4" y="69362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3" name="手繪多邊形: 圖案 232">
                <a:extLst>
                  <a:ext uri="{FF2B5EF4-FFF2-40B4-BE49-F238E27FC236}">
                    <a16:creationId xmlns:a16="http://schemas.microsoft.com/office/drawing/2014/main" id="{D060FA4B-4004-3AC5-9C7C-FD81AEB0C7D8}"/>
                  </a:ext>
                </a:extLst>
              </p:cNvPr>
              <p:cNvSpPr/>
              <p:nvPr/>
            </p:nvSpPr>
            <p:spPr>
              <a:xfrm>
                <a:off x="-66680353" y="23951239"/>
                <a:ext cx="30815" cy="693619"/>
              </a:xfrm>
              <a:custGeom>
                <a:avLst/>
                <a:gdLst>
                  <a:gd name="connsiteX0" fmla="*/ -3 w 30815"/>
                  <a:gd name="connsiteY0" fmla="*/ 0 h 693619"/>
                  <a:gd name="connsiteX1" fmla="*/ -3 w 30815"/>
                  <a:gd name="connsiteY1" fmla="*/ 693620 h 69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619">
                    <a:moveTo>
                      <a:pt x="-3" y="0"/>
                    </a:moveTo>
                    <a:lnTo>
                      <a:pt x="-3" y="69362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4" name="手繪多邊形: 圖案 233">
                <a:extLst>
                  <a:ext uri="{FF2B5EF4-FFF2-40B4-BE49-F238E27FC236}">
                    <a16:creationId xmlns:a16="http://schemas.microsoft.com/office/drawing/2014/main" id="{D0584849-CEED-6C9A-C0BE-EDEFE9EA2D85}"/>
                  </a:ext>
                </a:extLst>
              </p:cNvPr>
              <p:cNvSpPr/>
              <p:nvPr/>
            </p:nvSpPr>
            <p:spPr>
              <a:xfrm>
                <a:off x="-67133040" y="25956926"/>
                <a:ext cx="894895" cy="1715779"/>
              </a:xfrm>
              <a:custGeom>
                <a:avLst/>
                <a:gdLst>
                  <a:gd name="connsiteX0" fmla="*/ 0 w 894895"/>
                  <a:gd name="connsiteY0" fmla="*/ 0 h 1715779"/>
                  <a:gd name="connsiteX1" fmla="*/ 316172 w 894895"/>
                  <a:gd name="connsiteY1" fmla="*/ 0 h 1715779"/>
                  <a:gd name="connsiteX2" fmla="*/ 894896 w 894895"/>
                  <a:gd name="connsiteY2" fmla="*/ 562443 h 1715779"/>
                  <a:gd name="connsiteX3" fmla="*/ 894896 w 894895"/>
                  <a:gd name="connsiteY3" fmla="*/ 1340818 h 1715779"/>
                  <a:gd name="connsiteX4" fmla="*/ 509080 w 894895"/>
                  <a:gd name="connsiteY4" fmla="*/ 1715780 h 1715779"/>
                  <a:gd name="connsiteX5" fmla="*/ 260393 w 894895"/>
                  <a:gd name="connsiteY5" fmla="*/ 1715780 h 1715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895" h="1715779">
                    <a:moveTo>
                      <a:pt x="0" y="0"/>
                    </a:moveTo>
                    <a:lnTo>
                      <a:pt x="316172" y="0"/>
                    </a:lnTo>
                    <a:cubicBezTo>
                      <a:pt x="635736" y="0"/>
                      <a:pt x="894896" y="251872"/>
                      <a:pt x="894896" y="562443"/>
                    </a:cubicBezTo>
                    <a:lnTo>
                      <a:pt x="894896" y="1340818"/>
                    </a:lnTo>
                    <a:cubicBezTo>
                      <a:pt x="894896" y="1547766"/>
                      <a:pt x="722015" y="1715780"/>
                      <a:pt x="509080" y="1715780"/>
                    </a:cubicBezTo>
                    <a:lnTo>
                      <a:pt x="260393" y="171578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5" name="手繪多邊形: 圖案 234">
                <a:extLst>
                  <a:ext uri="{FF2B5EF4-FFF2-40B4-BE49-F238E27FC236}">
                    <a16:creationId xmlns:a16="http://schemas.microsoft.com/office/drawing/2014/main" id="{1FC62DA3-3FEA-F2C3-D809-6C4EAF456F7A}"/>
                  </a:ext>
                </a:extLst>
              </p:cNvPr>
              <p:cNvSpPr/>
              <p:nvPr/>
            </p:nvSpPr>
            <p:spPr>
              <a:xfrm>
                <a:off x="-68873523" y="24969507"/>
                <a:ext cx="1446859" cy="2703199"/>
              </a:xfrm>
              <a:custGeom>
                <a:avLst/>
                <a:gdLst>
                  <a:gd name="connsiteX0" fmla="*/ 1446806 w 1446859"/>
                  <a:gd name="connsiteY0" fmla="*/ 0 h 2703199"/>
                  <a:gd name="connsiteX1" fmla="*/ 0 w 1446859"/>
                  <a:gd name="connsiteY1" fmla="*/ 2703200 h 2703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859" h="2703199">
                    <a:moveTo>
                      <a:pt x="1446806" y="0"/>
                    </a:moveTo>
                    <a:cubicBezTo>
                      <a:pt x="1446806" y="0"/>
                      <a:pt x="1478547" y="1622639"/>
                      <a:pt x="0" y="2703200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236" name="圖形 17">
              <a:extLst>
                <a:ext uri="{FF2B5EF4-FFF2-40B4-BE49-F238E27FC236}">
                  <a16:creationId xmlns:a16="http://schemas.microsoft.com/office/drawing/2014/main" id="{F57B7E65-F828-CC24-661F-62315F643565}"/>
                </a:ext>
              </a:extLst>
            </p:cNvPr>
            <p:cNvGrpSpPr/>
            <p:nvPr/>
          </p:nvGrpSpPr>
          <p:grpSpPr>
            <a:xfrm>
              <a:off x="-59228140" y="23923087"/>
              <a:ext cx="17313329" cy="66470803"/>
              <a:chOff x="-59228140" y="23923087"/>
              <a:chExt cx="17313329" cy="66470803"/>
            </a:xfrm>
            <a:noFill/>
          </p:grpSpPr>
          <p:sp>
            <p:nvSpPr>
              <p:cNvPr id="237" name="手繪多邊形: 圖案 236">
                <a:extLst>
                  <a:ext uri="{FF2B5EF4-FFF2-40B4-BE49-F238E27FC236}">
                    <a16:creationId xmlns:a16="http://schemas.microsoft.com/office/drawing/2014/main" id="{A3D8EF21-C4B0-D0F9-E0EE-712BD4629306}"/>
                  </a:ext>
                </a:extLst>
              </p:cNvPr>
              <p:cNvSpPr/>
              <p:nvPr/>
            </p:nvSpPr>
            <p:spPr>
              <a:xfrm>
                <a:off x="-59228140" y="25607421"/>
                <a:ext cx="2893922" cy="29949"/>
              </a:xfrm>
              <a:custGeom>
                <a:avLst/>
                <a:gdLst>
                  <a:gd name="connsiteX0" fmla="*/ -1 w 2893922"/>
                  <a:gd name="connsiteY0" fmla="*/ 0 h 29949"/>
                  <a:gd name="connsiteX1" fmla="*/ 2893923 w 2893922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922" h="29949">
                    <a:moveTo>
                      <a:pt x="-1" y="0"/>
                    </a:moveTo>
                    <a:lnTo>
                      <a:pt x="2893923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8" name="手繪多邊形: 圖案 237">
                <a:extLst>
                  <a:ext uri="{FF2B5EF4-FFF2-40B4-BE49-F238E27FC236}">
                    <a16:creationId xmlns:a16="http://schemas.microsoft.com/office/drawing/2014/main" id="{C823AFD0-7BD1-0139-26D8-5990BE97A6A2}"/>
                  </a:ext>
                </a:extLst>
              </p:cNvPr>
              <p:cNvSpPr/>
              <p:nvPr/>
            </p:nvSpPr>
            <p:spPr>
              <a:xfrm>
                <a:off x="-58956650" y="23923087"/>
                <a:ext cx="2622433" cy="1684333"/>
              </a:xfrm>
              <a:custGeom>
                <a:avLst/>
                <a:gdLst>
                  <a:gd name="connsiteX0" fmla="*/ 2622434 w 2622433"/>
                  <a:gd name="connsiteY0" fmla="*/ 0 h 1684333"/>
                  <a:gd name="connsiteX1" fmla="*/ 771628 w 2622433"/>
                  <a:gd name="connsiteY1" fmla="*/ 0 h 1684333"/>
                  <a:gd name="connsiteX2" fmla="*/ 0 w 2622433"/>
                  <a:gd name="connsiteY2" fmla="*/ 749924 h 1684333"/>
                  <a:gd name="connsiteX3" fmla="*/ 0 w 2622433"/>
                  <a:gd name="connsiteY3" fmla="*/ 1684334 h 1684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433" h="1684333">
                    <a:moveTo>
                      <a:pt x="2622434" y="0"/>
                    </a:moveTo>
                    <a:lnTo>
                      <a:pt x="771628" y="0"/>
                    </a:lnTo>
                    <a:cubicBezTo>
                      <a:pt x="345445" y="0"/>
                      <a:pt x="0" y="335728"/>
                      <a:pt x="0" y="749924"/>
                    </a:cubicBezTo>
                    <a:lnTo>
                      <a:pt x="0" y="1684334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884E8F56-28B6-2A54-B2FA-258491FE9631}"/>
                  </a:ext>
                </a:extLst>
              </p:cNvPr>
              <p:cNvSpPr/>
              <p:nvPr/>
            </p:nvSpPr>
            <p:spPr>
              <a:xfrm>
                <a:off x="-57304918" y="24315719"/>
                <a:ext cx="650523" cy="3356986"/>
              </a:xfrm>
              <a:custGeom>
                <a:avLst/>
                <a:gdLst>
                  <a:gd name="connsiteX0" fmla="*/ 650524 w 650523"/>
                  <a:gd name="connsiteY0" fmla="*/ 0 h 3356986"/>
                  <a:gd name="connsiteX1" fmla="*/ 650524 w 650523"/>
                  <a:gd name="connsiteY1" fmla="*/ 2982026 h 3356986"/>
                  <a:gd name="connsiteX2" fmla="*/ 264708 w 650523"/>
                  <a:gd name="connsiteY2" fmla="*/ 3356987 h 3356986"/>
                  <a:gd name="connsiteX3" fmla="*/ 0 w 650523"/>
                  <a:gd name="connsiteY3" fmla="*/ 3356987 h 3356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23" h="3356986">
                    <a:moveTo>
                      <a:pt x="650524" y="0"/>
                    </a:moveTo>
                    <a:lnTo>
                      <a:pt x="650524" y="2982026"/>
                    </a:lnTo>
                    <a:cubicBezTo>
                      <a:pt x="650524" y="3188973"/>
                      <a:pt x="477647" y="3356987"/>
                      <a:pt x="264708" y="3356987"/>
                    </a:cubicBezTo>
                    <a:lnTo>
                      <a:pt x="0" y="3356987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4E5E5A2B-7EC5-16FC-E96E-A76CF4D9F856}"/>
                  </a:ext>
                </a:extLst>
              </p:cNvPr>
              <p:cNvSpPr/>
              <p:nvPr/>
            </p:nvSpPr>
            <p:spPr>
              <a:xfrm>
                <a:off x="-59228140" y="25607421"/>
                <a:ext cx="1923222" cy="2065285"/>
              </a:xfrm>
              <a:custGeom>
                <a:avLst/>
                <a:gdLst>
                  <a:gd name="connsiteX0" fmla="*/ 1923223 w 1923222"/>
                  <a:gd name="connsiteY0" fmla="*/ 0 h 2065285"/>
                  <a:gd name="connsiteX1" fmla="*/ 0 w 1923222"/>
                  <a:gd name="connsiteY1" fmla="*/ 2065285 h 2065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222" h="2065285">
                    <a:moveTo>
                      <a:pt x="1923223" y="0"/>
                    </a:moveTo>
                    <a:cubicBezTo>
                      <a:pt x="1923223" y="0"/>
                      <a:pt x="1653275" y="1703801"/>
                      <a:pt x="0" y="2065285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241" name="圖形 17">
            <a:extLst>
              <a:ext uri="{FF2B5EF4-FFF2-40B4-BE49-F238E27FC236}">
                <a16:creationId xmlns:a16="http://schemas.microsoft.com/office/drawing/2014/main" id="{6E43A874-D70D-499C-5A2D-4B19E674809D}"/>
              </a:ext>
            </a:extLst>
          </p:cNvPr>
          <p:cNvGrpSpPr/>
          <p:nvPr/>
        </p:nvGrpSpPr>
        <p:grpSpPr>
          <a:xfrm>
            <a:off x="-31168704" y="31917383"/>
            <a:ext cx="156778623" cy="19803190"/>
            <a:chOff x="-31168704" y="31917383"/>
            <a:chExt cx="156778623" cy="19803190"/>
          </a:xfrm>
          <a:solidFill>
            <a:srgbClr val="231815"/>
          </a:solidFill>
        </p:grpSpPr>
        <p:sp>
          <p:nvSpPr>
            <p:cNvPr id="242" name="手繪多邊形: 圖案 241">
              <a:extLst>
                <a:ext uri="{FF2B5EF4-FFF2-40B4-BE49-F238E27FC236}">
                  <a16:creationId xmlns:a16="http://schemas.microsoft.com/office/drawing/2014/main" id="{5FC90DAD-600E-4512-F543-1C8FCEF432C8}"/>
                </a:ext>
              </a:extLst>
            </p:cNvPr>
            <p:cNvSpPr/>
            <p:nvPr/>
          </p:nvSpPr>
          <p:spPr>
            <a:xfrm>
              <a:off x="-31168704" y="31930261"/>
              <a:ext cx="564545" cy="1091043"/>
            </a:xfrm>
            <a:custGeom>
              <a:avLst/>
              <a:gdLst>
                <a:gd name="connsiteX0" fmla="*/ 541434 w 564545"/>
                <a:gd name="connsiteY0" fmla="*/ 0 h 1091043"/>
                <a:gd name="connsiteX1" fmla="*/ 564546 w 564545"/>
                <a:gd name="connsiteY1" fmla="*/ 22462 h 1091043"/>
                <a:gd name="connsiteX2" fmla="*/ 564546 w 564545"/>
                <a:gd name="connsiteY2" fmla="*/ 68883 h 1091043"/>
                <a:gd name="connsiteX3" fmla="*/ 541434 w 564545"/>
                <a:gd name="connsiteY3" fmla="*/ 91345 h 1091043"/>
                <a:gd name="connsiteX4" fmla="*/ 207082 w 564545"/>
                <a:gd name="connsiteY4" fmla="*/ 91345 h 1091043"/>
                <a:gd name="connsiteX5" fmla="*/ 110628 w 564545"/>
                <a:gd name="connsiteY5" fmla="*/ 185086 h 1091043"/>
                <a:gd name="connsiteX6" fmla="*/ 110628 w 564545"/>
                <a:gd name="connsiteY6" fmla="*/ 476489 h 1091043"/>
                <a:gd name="connsiteX7" fmla="*/ 515241 w 564545"/>
                <a:gd name="connsiteY7" fmla="*/ 476489 h 1091043"/>
                <a:gd name="connsiteX8" fmla="*/ 538353 w 564545"/>
                <a:gd name="connsiteY8" fmla="*/ 498951 h 1091043"/>
                <a:gd name="connsiteX9" fmla="*/ 538353 w 564545"/>
                <a:gd name="connsiteY9" fmla="*/ 547170 h 1091043"/>
                <a:gd name="connsiteX10" fmla="*/ 515241 w 564545"/>
                <a:gd name="connsiteY10" fmla="*/ 569631 h 1091043"/>
                <a:gd name="connsiteX11" fmla="*/ 110628 w 564545"/>
                <a:gd name="connsiteY11" fmla="*/ 569631 h 1091043"/>
                <a:gd name="connsiteX12" fmla="*/ 110628 w 564545"/>
                <a:gd name="connsiteY12" fmla="*/ 1067084 h 1091043"/>
                <a:gd name="connsiteX13" fmla="*/ 87516 w 564545"/>
                <a:gd name="connsiteY13" fmla="*/ 1091043 h 1091043"/>
                <a:gd name="connsiteX14" fmla="*/ 23112 w 564545"/>
                <a:gd name="connsiteY14" fmla="*/ 1091043 h 1091043"/>
                <a:gd name="connsiteX15" fmla="*/ 0 w 564545"/>
                <a:gd name="connsiteY15" fmla="*/ 1067084 h 1091043"/>
                <a:gd name="connsiteX16" fmla="*/ 0 w 564545"/>
                <a:gd name="connsiteY16" fmla="*/ 185684 h 1091043"/>
                <a:gd name="connsiteX17" fmla="*/ 191057 w 564545"/>
                <a:gd name="connsiteY17" fmla="*/ 0 h 1091043"/>
                <a:gd name="connsiteX18" fmla="*/ 541434 w 564545"/>
                <a:gd name="connsiteY18" fmla="*/ 0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4545" h="1091043">
                  <a:moveTo>
                    <a:pt x="541434" y="0"/>
                  </a:moveTo>
                  <a:cubicBezTo>
                    <a:pt x="556227" y="0"/>
                    <a:pt x="564546" y="6290"/>
                    <a:pt x="564546" y="22462"/>
                  </a:cubicBezTo>
                  <a:lnTo>
                    <a:pt x="564546" y="68883"/>
                  </a:lnTo>
                  <a:cubicBezTo>
                    <a:pt x="564546" y="85055"/>
                    <a:pt x="556227" y="91345"/>
                    <a:pt x="541434" y="91345"/>
                  </a:cubicBezTo>
                  <a:lnTo>
                    <a:pt x="207082" y="91345"/>
                  </a:lnTo>
                  <a:cubicBezTo>
                    <a:pt x="153771" y="91345"/>
                    <a:pt x="110628" y="133274"/>
                    <a:pt x="110628" y="185086"/>
                  </a:cubicBezTo>
                  <a:lnTo>
                    <a:pt x="110628" y="476489"/>
                  </a:lnTo>
                  <a:lnTo>
                    <a:pt x="515241" y="476489"/>
                  </a:lnTo>
                  <a:cubicBezTo>
                    <a:pt x="531881" y="476489"/>
                    <a:pt x="538353" y="482778"/>
                    <a:pt x="538353" y="498951"/>
                  </a:cubicBezTo>
                  <a:lnTo>
                    <a:pt x="538353" y="547170"/>
                  </a:lnTo>
                  <a:cubicBezTo>
                    <a:pt x="538353" y="561544"/>
                    <a:pt x="531881" y="569631"/>
                    <a:pt x="515241" y="569631"/>
                  </a:cubicBezTo>
                  <a:lnTo>
                    <a:pt x="110628" y="569631"/>
                  </a:lnTo>
                  <a:lnTo>
                    <a:pt x="110628" y="1067084"/>
                  </a:lnTo>
                  <a:cubicBezTo>
                    <a:pt x="110628" y="1083256"/>
                    <a:pt x="104158" y="1091043"/>
                    <a:pt x="87516" y="1091043"/>
                  </a:cubicBezTo>
                  <a:lnTo>
                    <a:pt x="23112" y="1091043"/>
                  </a:lnTo>
                  <a:cubicBezTo>
                    <a:pt x="6470" y="1091043"/>
                    <a:pt x="0" y="1082958"/>
                    <a:pt x="0" y="1067084"/>
                  </a:cubicBezTo>
                  <a:lnTo>
                    <a:pt x="0" y="185684"/>
                  </a:lnTo>
                  <a:cubicBezTo>
                    <a:pt x="0" y="82959"/>
                    <a:pt x="85669" y="0"/>
                    <a:pt x="191057" y="0"/>
                  </a:cubicBezTo>
                  <a:lnTo>
                    <a:pt x="541434" y="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3" name="手繪多邊形: 圖案 242">
              <a:extLst>
                <a:ext uri="{FF2B5EF4-FFF2-40B4-BE49-F238E27FC236}">
                  <a16:creationId xmlns:a16="http://schemas.microsoft.com/office/drawing/2014/main" id="{83F6144B-559A-A596-C231-0A918E8887D3}"/>
                </a:ext>
              </a:extLst>
            </p:cNvPr>
            <p:cNvSpPr/>
            <p:nvPr/>
          </p:nvSpPr>
          <p:spPr>
            <a:xfrm>
              <a:off x="-30029512" y="31930261"/>
              <a:ext cx="699971" cy="1091043"/>
            </a:xfrm>
            <a:custGeom>
              <a:avLst/>
              <a:gdLst>
                <a:gd name="connsiteX0" fmla="*/ 383113 w 699971"/>
                <a:gd name="connsiteY0" fmla="*/ 0 h 1091043"/>
                <a:gd name="connsiteX1" fmla="*/ 412697 w 699971"/>
                <a:gd name="connsiteY1" fmla="*/ 22462 h 1091043"/>
                <a:gd name="connsiteX2" fmla="*/ 698359 w 699971"/>
                <a:gd name="connsiteY2" fmla="*/ 1068581 h 1091043"/>
                <a:gd name="connsiteX3" fmla="*/ 680179 w 699971"/>
                <a:gd name="connsiteY3" fmla="*/ 1091043 h 1091043"/>
                <a:gd name="connsiteX4" fmla="*/ 614232 w 699971"/>
                <a:gd name="connsiteY4" fmla="*/ 1091043 h 1091043"/>
                <a:gd name="connsiteX5" fmla="*/ 586190 w 699971"/>
                <a:gd name="connsiteY5" fmla="*/ 1068581 h 1091043"/>
                <a:gd name="connsiteX6" fmla="*/ 506993 w 699971"/>
                <a:gd name="connsiteY6" fmla="*/ 776578 h 1091043"/>
                <a:gd name="connsiteX7" fmla="*/ 184967 w 699971"/>
                <a:gd name="connsiteY7" fmla="*/ 776578 h 1091043"/>
                <a:gd name="connsiteX8" fmla="*/ 107310 w 699971"/>
                <a:gd name="connsiteY8" fmla="*/ 1068581 h 1091043"/>
                <a:gd name="connsiteX9" fmla="*/ 80809 w 699971"/>
                <a:gd name="connsiteY9" fmla="*/ 1091043 h 1091043"/>
                <a:gd name="connsiteX10" fmla="*/ 19794 w 699971"/>
                <a:gd name="connsiteY10" fmla="*/ 1091043 h 1091043"/>
                <a:gd name="connsiteX11" fmla="*/ 1611 w 699971"/>
                <a:gd name="connsiteY11" fmla="*/ 1068581 h 1091043"/>
                <a:gd name="connsiteX12" fmla="*/ 287276 w 699971"/>
                <a:gd name="connsiteY12" fmla="*/ 22462 h 1091043"/>
                <a:gd name="connsiteX13" fmla="*/ 316860 w 699971"/>
                <a:gd name="connsiteY13" fmla="*/ 0 h 1091043"/>
                <a:gd name="connsiteX14" fmla="*/ 382804 w 699971"/>
                <a:gd name="connsiteY14" fmla="*/ 0 h 1091043"/>
                <a:gd name="connsiteX15" fmla="*/ 381572 w 699971"/>
                <a:gd name="connsiteY15" fmla="*/ 308176 h 1091043"/>
                <a:gd name="connsiteX16" fmla="*/ 347059 w 699971"/>
                <a:gd name="connsiteY16" fmla="*/ 129979 h 1091043"/>
                <a:gd name="connsiteX17" fmla="*/ 312236 w 699971"/>
                <a:gd name="connsiteY17" fmla="*/ 306379 h 1091043"/>
                <a:gd name="connsiteX18" fmla="*/ 206538 w 699971"/>
                <a:gd name="connsiteY18" fmla="*/ 690027 h 1091043"/>
                <a:gd name="connsiteX19" fmla="*/ 487271 w 699971"/>
                <a:gd name="connsiteY19" fmla="*/ 690027 h 1091043"/>
                <a:gd name="connsiteX20" fmla="*/ 381572 w 699971"/>
                <a:gd name="connsiteY20" fmla="*/ 307876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971" h="1091043">
                  <a:moveTo>
                    <a:pt x="383113" y="0"/>
                  </a:moveTo>
                  <a:cubicBezTo>
                    <a:pt x="399753" y="0"/>
                    <a:pt x="409614" y="8087"/>
                    <a:pt x="412697" y="22462"/>
                  </a:cubicBezTo>
                  <a:lnTo>
                    <a:pt x="698359" y="1068581"/>
                  </a:lnTo>
                  <a:cubicBezTo>
                    <a:pt x="703291" y="1084755"/>
                    <a:pt x="696819" y="1091043"/>
                    <a:pt x="680179" y="1091043"/>
                  </a:cubicBezTo>
                  <a:lnTo>
                    <a:pt x="614232" y="1091043"/>
                  </a:lnTo>
                  <a:cubicBezTo>
                    <a:pt x="597592" y="1091043"/>
                    <a:pt x="589580" y="1082958"/>
                    <a:pt x="586190" y="1068581"/>
                  </a:cubicBezTo>
                  <a:lnTo>
                    <a:pt x="506993" y="776578"/>
                  </a:lnTo>
                  <a:lnTo>
                    <a:pt x="184967" y="776578"/>
                  </a:lnTo>
                  <a:lnTo>
                    <a:pt x="107310" y="1068581"/>
                  </a:lnTo>
                  <a:cubicBezTo>
                    <a:pt x="103921" y="1083256"/>
                    <a:pt x="95600" y="1091043"/>
                    <a:pt x="80809" y="1091043"/>
                  </a:cubicBezTo>
                  <a:lnTo>
                    <a:pt x="19794" y="1091043"/>
                  </a:lnTo>
                  <a:cubicBezTo>
                    <a:pt x="3152" y="1091043"/>
                    <a:pt x="-3318" y="1084755"/>
                    <a:pt x="1611" y="1068581"/>
                  </a:cubicBezTo>
                  <a:lnTo>
                    <a:pt x="287276" y="22462"/>
                  </a:lnTo>
                  <a:cubicBezTo>
                    <a:pt x="290665" y="8087"/>
                    <a:pt x="300526" y="0"/>
                    <a:pt x="316860" y="0"/>
                  </a:cubicBezTo>
                  <a:lnTo>
                    <a:pt x="382804" y="0"/>
                  </a:lnTo>
                  <a:close/>
                  <a:moveTo>
                    <a:pt x="381572" y="308176"/>
                  </a:moveTo>
                  <a:cubicBezTo>
                    <a:pt x="370171" y="266547"/>
                    <a:pt x="351988" y="171908"/>
                    <a:pt x="347059" y="129979"/>
                  </a:cubicBezTo>
                  <a:cubicBezTo>
                    <a:pt x="340587" y="176400"/>
                    <a:pt x="322406" y="268044"/>
                    <a:pt x="312236" y="306379"/>
                  </a:cubicBezTo>
                  <a:lnTo>
                    <a:pt x="206538" y="690027"/>
                  </a:lnTo>
                  <a:lnTo>
                    <a:pt x="487271" y="690027"/>
                  </a:lnTo>
                  <a:lnTo>
                    <a:pt x="381572" y="30787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4" name="手繪多邊形: 圖案 243">
              <a:extLst>
                <a:ext uri="{FF2B5EF4-FFF2-40B4-BE49-F238E27FC236}">
                  <a16:creationId xmlns:a16="http://schemas.microsoft.com/office/drawing/2014/main" id="{D9806A75-EDF7-E3F6-BE4F-28E56A4166CE}"/>
                </a:ext>
              </a:extLst>
            </p:cNvPr>
            <p:cNvSpPr/>
            <p:nvPr/>
          </p:nvSpPr>
          <p:spPr>
            <a:xfrm>
              <a:off x="-28620844" y="31930561"/>
              <a:ext cx="620939" cy="1091043"/>
            </a:xfrm>
            <a:custGeom>
              <a:avLst/>
              <a:gdLst>
                <a:gd name="connsiteX0" fmla="*/ 620940 w 620939"/>
                <a:gd name="connsiteY0" fmla="*/ 1068581 h 1091043"/>
                <a:gd name="connsiteX1" fmla="*/ 599368 w 620939"/>
                <a:gd name="connsiteY1" fmla="*/ 1091043 h 1091043"/>
                <a:gd name="connsiteX2" fmla="*/ 539894 w 620939"/>
                <a:gd name="connsiteY2" fmla="*/ 1091043 h 1091043"/>
                <a:gd name="connsiteX3" fmla="*/ 515241 w 620939"/>
                <a:gd name="connsiteY3" fmla="*/ 1078165 h 1091043"/>
                <a:gd name="connsiteX4" fmla="*/ 148533 w 620939"/>
                <a:gd name="connsiteY4" fmla="*/ 335130 h 1091043"/>
                <a:gd name="connsiteX5" fmla="*/ 102309 w 620939"/>
                <a:gd name="connsiteY5" fmla="*/ 227613 h 1091043"/>
                <a:gd name="connsiteX6" fmla="*/ 102309 w 620939"/>
                <a:gd name="connsiteY6" fmla="*/ 1068581 h 1091043"/>
                <a:gd name="connsiteX7" fmla="*/ 79197 w 620939"/>
                <a:gd name="connsiteY7" fmla="*/ 1091043 h 1091043"/>
                <a:gd name="connsiteX8" fmla="*/ 23112 w 620939"/>
                <a:gd name="connsiteY8" fmla="*/ 1091043 h 1091043"/>
                <a:gd name="connsiteX9" fmla="*/ 0 w 620939"/>
                <a:gd name="connsiteY9" fmla="*/ 1068581 h 1091043"/>
                <a:gd name="connsiteX10" fmla="*/ 0 w 620939"/>
                <a:gd name="connsiteY10" fmla="*/ 22462 h 1091043"/>
                <a:gd name="connsiteX11" fmla="*/ 23112 w 620939"/>
                <a:gd name="connsiteY11" fmla="*/ 0 h 1091043"/>
                <a:gd name="connsiteX12" fmla="*/ 82586 w 620939"/>
                <a:gd name="connsiteY12" fmla="*/ 0 h 1091043"/>
                <a:gd name="connsiteX13" fmla="*/ 104158 w 620939"/>
                <a:gd name="connsiteY13" fmla="*/ 12878 h 1091043"/>
                <a:gd name="connsiteX14" fmla="*/ 477338 w 620939"/>
                <a:gd name="connsiteY14" fmla="*/ 762203 h 1091043"/>
                <a:gd name="connsiteX15" fmla="*/ 518631 w 620939"/>
                <a:gd name="connsiteY15" fmla="*/ 860135 h 1091043"/>
                <a:gd name="connsiteX16" fmla="*/ 518631 w 620939"/>
                <a:gd name="connsiteY16" fmla="*/ 22462 h 1091043"/>
                <a:gd name="connsiteX17" fmla="*/ 543285 w 620939"/>
                <a:gd name="connsiteY17" fmla="*/ 0 h 1091043"/>
                <a:gd name="connsiteX18" fmla="*/ 599368 w 620939"/>
                <a:gd name="connsiteY18" fmla="*/ 0 h 1091043"/>
                <a:gd name="connsiteX19" fmla="*/ 620940 w 620939"/>
                <a:gd name="connsiteY19" fmla="*/ 22462 h 1091043"/>
                <a:gd name="connsiteX20" fmla="*/ 620940 w 620939"/>
                <a:gd name="connsiteY20" fmla="*/ 1068581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39" h="1091043">
                  <a:moveTo>
                    <a:pt x="620940" y="1068581"/>
                  </a:moveTo>
                  <a:cubicBezTo>
                    <a:pt x="620940" y="1083256"/>
                    <a:pt x="616010" y="1091043"/>
                    <a:pt x="599368" y="1091043"/>
                  </a:cubicBezTo>
                  <a:lnTo>
                    <a:pt x="539894" y="1091043"/>
                  </a:lnTo>
                  <a:cubicBezTo>
                    <a:pt x="526643" y="1091043"/>
                    <a:pt x="520173" y="1087749"/>
                    <a:pt x="515241" y="1078165"/>
                  </a:cubicBezTo>
                  <a:lnTo>
                    <a:pt x="148533" y="335130"/>
                  </a:lnTo>
                  <a:cubicBezTo>
                    <a:pt x="131891" y="303084"/>
                    <a:pt x="112169" y="259659"/>
                    <a:pt x="102309" y="227613"/>
                  </a:cubicBezTo>
                  <a:lnTo>
                    <a:pt x="102309" y="1068581"/>
                  </a:lnTo>
                  <a:cubicBezTo>
                    <a:pt x="102309" y="1083256"/>
                    <a:pt x="95837" y="1091043"/>
                    <a:pt x="79197" y="1091043"/>
                  </a:cubicBezTo>
                  <a:lnTo>
                    <a:pt x="23112" y="1091043"/>
                  </a:lnTo>
                  <a:cubicBezTo>
                    <a:pt x="6470" y="1091043"/>
                    <a:pt x="0" y="1082956"/>
                    <a:pt x="0" y="1068581"/>
                  </a:cubicBezTo>
                  <a:lnTo>
                    <a:pt x="0" y="22462"/>
                  </a:lnTo>
                  <a:cubicBezTo>
                    <a:pt x="0" y="8086"/>
                    <a:pt x="6470" y="0"/>
                    <a:pt x="23112" y="0"/>
                  </a:cubicBezTo>
                  <a:lnTo>
                    <a:pt x="82586" y="0"/>
                  </a:lnTo>
                  <a:cubicBezTo>
                    <a:pt x="94297" y="0"/>
                    <a:pt x="99226" y="2995"/>
                    <a:pt x="104158" y="12878"/>
                  </a:cubicBezTo>
                  <a:lnTo>
                    <a:pt x="477338" y="762203"/>
                  </a:lnTo>
                  <a:cubicBezTo>
                    <a:pt x="493978" y="794249"/>
                    <a:pt x="512160" y="839173"/>
                    <a:pt x="518631" y="860135"/>
                  </a:cubicBezTo>
                  <a:lnTo>
                    <a:pt x="518631" y="22462"/>
                  </a:lnTo>
                  <a:cubicBezTo>
                    <a:pt x="518631" y="8086"/>
                    <a:pt x="526951" y="0"/>
                    <a:pt x="543285" y="0"/>
                  </a:cubicBezTo>
                  <a:lnTo>
                    <a:pt x="599368" y="0"/>
                  </a:lnTo>
                  <a:cubicBezTo>
                    <a:pt x="616010" y="0"/>
                    <a:pt x="620940" y="8086"/>
                    <a:pt x="620940" y="22462"/>
                  </a:cubicBezTo>
                  <a:lnTo>
                    <a:pt x="620940" y="1068581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5" name="手繪多邊形: 圖案 244">
              <a:extLst>
                <a:ext uri="{FF2B5EF4-FFF2-40B4-BE49-F238E27FC236}">
                  <a16:creationId xmlns:a16="http://schemas.microsoft.com/office/drawing/2014/main" id="{A5E2A6A3-79E7-BD03-9FBA-CDE8FBA5B9AB}"/>
                </a:ext>
              </a:extLst>
            </p:cNvPr>
            <p:cNvSpPr/>
            <p:nvPr/>
          </p:nvSpPr>
          <p:spPr>
            <a:xfrm>
              <a:off x="-27214407" y="31917383"/>
              <a:ext cx="604608" cy="1117098"/>
            </a:xfrm>
            <a:custGeom>
              <a:avLst/>
              <a:gdLst>
                <a:gd name="connsiteX0" fmla="*/ 579956 w 604608"/>
                <a:gd name="connsiteY0" fmla="*/ 582509 h 1117098"/>
                <a:gd name="connsiteX1" fmla="*/ 604608 w 604608"/>
                <a:gd name="connsiteY1" fmla="*/ 603473 h 1117098"/>
                <a:gd name="connsiteX2" fmla="*/ 604608 w 604608"/>
                <a:gd name="connsiteY2" fmla="*/ 893978 h 1117098"/>
                <a:gd name="connsiteX3" fmla="*/ 302304 w 604608"/>
                <a:gd name="connsiteY3" fmla="*/ 1117099 h 1117098"/>
                <a:gd name="connsiteX4" fmla="*/ 0 w 604608"/>
                <a:gd name="connsiteY4" fmla="*/ 893978 h 1117098"/>
                <a:gd name="connsiteX5" fmla="*/ 0 w 604608"/>
                <a:gd name="connsiteY5" fmla="*/ 223121 h 1117098"/>
                <a:gd name="connsiteX6" fmla="*/ 302304 w 604608"/>
                <a:gd name="connsiteY6" fmla="*/ 0 h 1117098"/>
                <a:gd name="connsiteX7" fmla="*/ 604608 w 604608"/>
                <a:gd name="connsiteY7" fmla="*/ 223121 h 1117098"/>
                <a:gd name="connsiteX8" fmla="*/ 604608 w 604608"/>
                <a:gd name="connsiteY8" fmla="*/ 309673 h 1117098"/>
                <a:gd name="connsiteX9" fmla="*/ 583039 w 604608"/>
                <a:gd name="connsiteY9" fmla="*/ 332135 h 1117098"/>
                <a:gd name="connsiteX10" fmla="*/ 520173 w 604608"/>
                <a:gd name="connsiteY10" fmla="*/ 332135 h 1117098"/>
                <a:gd name="connsiteX11" fmla="*/ 497061 w 604608"/>
                <a:gd name="connsiteY11" fmla="*/ 309673 h 1117098"/>
                <a:gd name="connsiteX12" fmla="*/ 497061 w 604608"/>
                <a:gd name="connsiteY12" fmla="*/ 231207 h 1117098"/>
                <a:gd name="connsiteX13" fmla="*/ 302304 w 604608"/>
                <a:gd name="connsiteY13" fmla="*/ 91644 h 1117098"/>
                <a:gd name="connsiteX14" fmla="*/ 110630 w 604608"/>
                <a:gd name="connsiteY14" fmla="*/ 231207 h 1117098"/>
                <a:gd name="connsiteX15" fmla="*/ 110630 w 604608"/>
                <a:gd name="connsiteY15" fmla="*/ 885893 h 1117098"/>
                <a:gd name="connsiteX16" fmla="*/ 302304 w 604608"/>
                <a:gd name="connsiteY16" fmla="*/ 1025455 h 1117098"/>
                <a:gd name="connsiteX17" fmla="*/ 497061 w 604608"/>
                <a:gd name="connsiteY17" fmla="*/ 887390 h 1117098"/>
                <a:gd name="connsiteX18" fmla="*/ 497061 w 604608"/>
                <a:gd name="connsiteY18" fmla="*/ 673853 h 1117098"/>
                <a:gd name="connsiteX19" fmla="*/ 318637 w 604608"/>
                <a:gd name="connsiteY19" fmla="*/ 673853 h 1117098"/>
                <a:gd name="connsiteX20" fmla="*/ 295526 w 604608"/>
                <a:gd name="connsiteY20" fmla="*/ 651392 h 1117098"/>
                <a:gd name="connsiteX21" fmla="*/ 295526 w 604608"/>
                <a:gd name="connsiteY21" fmla="*/ 603174 h 1117098"/>
                <a:gd name="connsiteX22" fmla="*/ 318637 w 604608"/>
                <a:gd name="connsiteY22" fmla="*/ 582209 h 1117098"/>
                <a:gd name="connsiteX23" fmla="*/ 579647 w 604608"/>
                <a:gd name="connsiteY23" fmla="*/ 582209 h 111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4608" h="1117098">
                  <a:moveTo>
                    <a:pt x="579956" y="582509"/>
                  </a:moveTo>
                  <a:cubicBezTo>
                    <a:pt x="598138" y="582509"/>
                    <a:pt x="604608" y="588798"/>
                    <a:pt x="604608" y="603473"/>
                  </a:cubicBezTo>
                  <a:lnTo>
                    <a:pt x="604608" y="893978"/>
                  </a:lnTo>
                  <a:cubicBezTo>
                    <a:pt x="604608" y="1015871"/>
                    <a:pt x="538664" y="1117099"/>
                    <a:pt x="302304" y="1117099"/>
                  </a:cubicBezTo>
                  <a:cubicBezTo>
                    <a:pt x="65947" y="1117099"/>
                    <a:pt x="0" y="1015871"/>
                    <a:pt x="0" y="893978"/>
                  </a:cubicBezTo>
                  <a:lnTo>
                    <a:pt x="0" y="223121"/>
                  </a:lnTo>
                  <a:cubicBezTo>
                    <a:pt x="0" y="101228"/>
                    <a:pt x="65947" y="0"/>
                    <a:pt x="302304" y="0"/>
                  </a:cubicBezTo>
                  <a:cubicBezTo>
                    <a:pt x="538664" y="0"/>
                    <a:pt x="604608" y="101228"/>
                    <a:pt x="604608" y="223121"/>
                  </a:cubicBezTo>
                  <a:lnTo>
                    <a:pt x="604608" y="309673"/>
                  </a:lnTo>
                  <a:cubicBezTo>
                    <a:pt x="604608" y="324349"/>
                    <a:pt x="598138" y="332135"/>
                    <a:pt x="583039" y="332135"/>
                  </a:cubicBezTo>
                  <a:lnTo>
                    <a:pt x="520173" y="332135"/>
                  </a:lnTo>
                  <a:cubicBezTo>
                    <a:pt x="503533" y="332135"/>
                    <a:pt x="497061" y="324049"/>
                    <a:pt x="497061" y="309673"/>
                  </a:cubicBezTo>
                  <a:lnTo>
                    <a:pt x="497061" y="231207"/>
                  </a:lnTo>
                  <a:cubicBezTo>
                    <a:pt x="497061" y="147649"/>
                    <a:pt x="450837" y="91644"/>
                    <a:pt x="302304" y="91644"/>
                  </a:cubicBezTo>
                  <a:cubicBezTo>
                    <a:pt x="153773" y="91644"/>
                    <a:pt x="110630" y="147649"/>
                    <a:pt x="110630" y="231207"/>
                  </a:cubicBezTo>
                  <a:lnTo>
                    <a:pt x="110630" y="885893"/>
                  </a:lnTo>
                  <a:cubicBezTo>
                    <a:pt x="110630" y="967653"/>
                    <a:pt x="156854" y="1025455"/>
                    <a:pt x="302304" y="1025455"/>
                  </a:cubicBezTo>
                  <a:cubicBezTo>
                    <a:pt x="447756" y="1025455"/>
                    <a:pt x="497061" y="969450"/>
                    <a:pt x="497061" y="887390"/>
                  </a:cubicBezTo>
                  <a:lnTo>
                    <a:pt x="497061" y="673853"/>
                  </a:lnTo>
                  <a:lnTo>
                    <a:pt x="318637" y="673853"/>
                  </a:lnTo>
                  <a:cubicBezTo>
                    <a:pt x="301998" y="673853"/>
                    <a:pt x="295526" y="667563"/>
                    <a:pt x="295526" y="651392"/>
                  </a:cubicBezTo>
                  <a:lnTo>
                    <a:pt x="295526" y="603174"/>
                  </a:lnTo>
                  <a:cubicBezTo>
                    <a:pt x="295526" y="588498"/>
                    <a:pt x="301998" y="582209"/>
                    <a:pt x="318637" y="582209"/>
                  </a:cubicBezTo>
                  <a:lnTo>
                    <a:pt x="579647" y="582209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6" name="手繪多邊形: 圖案 245">
              <a:extLst>
                <a:ext uri="{FF2B5EF4-FFF2-40B4-BE49-F238E27FC236}">
                  <a16:creationId xmlns:a16="http://schemas.microsoft.com/office/drawing/2014/main" id="{8E9746BF-1CDF-925E-6402-64AE98FA2690}"/>
                </a:ext>
              </a:extLst>
            </p:cNvPr>
            <p:cNvSpPr/>
            <p:nvPr/>
          </p:nvSpPr>
          <p:spPr>
            <a:xfrm>
              <a:off x="-24969775" y="31930561"/>
              <a:ext cx="624630" cy="1091043"/>
            </a:xfrm>
            <a:custGeom>
              <a:avLst/>
              <a:gdLst>
                <a:gd name="connsiteX0" fmla="*/ 87518 w 624630"/>
                <a:gd name="connsiteY0" fmla="*/ 1091043 h 1091043"/>
                <a:gd name="connsiteX1" fmla="*/ 23112 w 624630"/>
                <a:gd name="connsiteY1" fmla="*/ 1091043 h 1091043"/>
                <a:gd name="connsiteX2" fmla="*/ 0 w 624630"/>
                <a:gd name="connsiteY2" fmla="*/ 1067084 h 1091043"/>
                <a:gd name="connsiteX3" fmla="*/ 0 w 624630"/>
                <a:gd name="connsiteY3" fmla="*/ 23959 h 1091043"/>
                <a:gd name="connsiteX4" fmla="*/ 21572 w 624630"/>
                <a:gd name="connsiteY4" fmla="*/ 0 h 1091043"/>
                <a:gd name="connsiteX5" fmla="*/ 302304 w 624630"/>
                <a:gd name="connsiteY5" fmla="*/ 0 h 1091043"/>
                <a:gd name="connsiteX6" fmla="*/ 612621 w 624630"/>
                <a:gd name="connsiteY6" fmla="*/ 222821 h 1091043"/>
                <a:gd name="connsiteX7" fmla="*/ 612621 w 624630"/>
                <a:gd name="connsiteY7" fmla="*/ 424977 h 1091043"/>
                <a:gd name="connsiteX8" fmla="*/ 440976 w 624630"/>
                <a:gd name="connsiteY8" fmla="*/ 630427 h 1091043"/>
                <a:gd name="connsiteX9" fmla="*/ 622790 w 624630"/>
                <a:gd name="connsiteY9" fmla="*/ 1067084 h 1091043"/>
                <a:gd name="connsiteX10" fmla="*/ 601219 w 624630"/>
                <a:gd name="connsiteY10" fmla="*/ 1091043 h 1091043"/>
                <a:gd name="connsiteX11" fmla="*/ 530343 w 624630"/>
                <a:gd name="connsiteY11" fmla="*/ 1091043 h 1091043"/>
                <a:gd name="connsiteX12" fmla="*/ 502299 w 624630"/>
                <a:gd name="connsiteY12" fmla="*/ 1067084 h 1091043"/>
                <a:gd name="connsiteX13" fmla="*/ 330654 w 624630"/>
                <a:gd name="connsiteY13" fmla="*/ 645102 h 1091043"/>
                <a:gd name="connsiteX14" fmla="*/ 109396 w 624630"/>
                <a:gd name="connsiteY14" fmla="*/ 645102 h 1091043"/>
                <a:gd name="connsiteX15" fmla="*/ 109396 w 624630"/>
                <a:gd name="connsiteY15" fmla="*/ 1067084 h 1091043"/>
                <a:gd name="connsiteX16" fmla="*/ 87825 w 624630"/>
                <a:gd name="connsiteY16" fmla="*/ 1091043 h 1091043"/>
                <a:gd name="connsiteX17" fmla="*/ 108779 w 624630"/>
                <a:gd name="connsiteY17" fmla="*/ 91045 h 1091043"/>
                <a:gd name="connsiteX18" fmla="*/ 108779 w 624630"/>
                <a:gd name="connsiteY18" fmla="*/ 553159 h 1091043"/>
                <a:gd name="connsiteX19" fmla="*/ 301996 w 624630"/>
                <a:gd name="connsiteY19" fmla="*/ 553159 h 1091043"/>
                <a:gd name="connsiteX20" fmla="*/ 503533 w 624630"/>
                <a:gd name="connsiteY20" fmla="*/ 413596 h 1091043"/>
                <a:gd name="connsiteX21" fmla="*/ 503533 w 624630"/>
                <a:gd name="connsiteY21" fmla="*/ 232105 h 1091043"/>
                <a:gd name="connsiteX22" fmla="*/ 301996 w 624630"/>
                <a:gd name="connsiteY22" fmla="*/ 90746 h 1091043"/>
                <a:gd name="connsiteX23" fmla="*/ 108779 w 624630"/>
                <a:gd name="connsiteY23" fmla="*/ 90746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630" h="1091043">
                  <a:moveTo>
                    <a:pt x="87518" y="1091043"/>
                  </a:moveTo>
                  <a:lnTo>
                    <a:pt x="23112" y="1091043"/>
                  </a:lnTo>
                  <a:cubicBezTo>
                    <a:pt x="6472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2" y="0"/>
                    <a:pt x="21572" y="0"/>
                  </a:cubicBezTo>
                  <a:lnTo>
                    <a:pt x="302304" y="0"/>
                  </a:lnTo>
                  <a:cubicBezTo>
                    <a:pt x="538353" y="0"/>
                    <a:pt x="612621" y="100928"/>
                    <a:pt x="612621" y="222821"/>
                  </a:cubicBezTo>
                  <a:lnTo>
                    <a:pt x="612621" y="424977"/>
                  </a:lnTo>
                  <a:cubicBezTo>
                    <a:pt x="612621" y="518118"/>
                    <a:pt x="567937" y="598381"/>
                    <a:pt x="440976" y="630427"/>
                  </a:cubicBezTo>
                  <a:lnTo>
                    <a:pt x="622790" y="1067084"/>
                  </a:lnTo>
                  <a:cubicBezTo>
                    <a:pt x="629261" y="1083256"/>
                    <a:pt x="617859" y="1091043"/>
                    <a:pt x="601219" y="1091043"/>
                  </a:cubicBezTo>
                  <a:lnTo>
                    <a:pt x="530343" y="1091043"/>
                  </a:lnTo>
                  <a:cubicBezTo>
                    <a:pt x="513701" y="1091043"/>
                    <a:pt x="508771" y="1081459"/>
                    <a:pt x="502299" y="1067084"/>
                  </a:cubicBezTo>
                  <a:lnTo>
                    <a:pt x="330654" y="645102"/>
                  </a:lnTo>
                  <a:lnTo>
                    <a:pt x="109396" y="645102"/>
                  </a:lnTo>
                  <a:lnTo>
                    <a:pt x="109396" y="1067084"/>
                  </a:lnTo>
                  <a:cubicBezTo>
                    <a:pt x="109396" y="1083256"/>
                    <a:pt x="104466" y="1091043"/>
                    <a:pt x="87825" y="1091043"/>
                  </a:cubicBezTo>
                  <a:close/>
                  <a:moveTo>
                    <a:pt x="108779" y="91045"/>
                  </a:moveTo>
                  <a:lnTo>
                    <a:pt x="108779" y="553159"/>
                  </a:lnTo>
                  <a:lnTo>
                    <a:pt x="301996" y="553159"/>
                  </a:lnTo>
                  <a:cubicBezTo>
                    <a:pt x="450529" y="553159"/>
                    <a:pt x="503533" y="497154"/>
                    <a:pt x="503533" y="413596"/>
                  </a:cubicBezTo>
                  <a:lnTo>
                    <a:pt x="503533" y="232105"/>
                  </a:lnTo>
                  <a:cubicBezTo>
                    <a:pt x="503533" y="148547"/>
                    <a:pt x="450837" y="90746"/>
                    <a:pt x="301996" y="90746"/>
                  </a:cubicBezTo>
                  <a:lnTo>
                    <a:pt x="108779" y="9074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7" name="手繪多邊形: 圖案 246">
              <a:extLst>
                <a:ext uri="{FF2B5EF4-FFF2-40B4-BE49-F238E27FC236}">
                  <a16:creationId xmlns:a16="http://schemas.microsoft.com/office/drawing/2014/main" id="{0F75927A-DBBB-B067-DCEB-464C47740B04}"/>
                </a:ext>
              </a:extLst>
            </p:cNvPr>
            <p:cNvSpPr/>
            <p:nvPr/>
          </p:nvSpPr>
          <p:spPr>
            <a:xfrm>
              <a:off x="-23586139" y="31930561"/>
              <a:ext cx="544825" cy="1091342"/>
            </a:xfrm>
            <a:custGeom>
              <a:avLst/>
              <a:gdLst>
                <a:gd name="connsiteX0" fmla="*/ 21570 w 544825"/>
                <a:gd name="connsiteY0" fmla="*/ 1091043 h 1091342"/>
                <a:gd name="connsiteX1" fmla="*/ 0 w 544825"/>
                <a:gd name="connsiteY1" fmla="*/ 1067084 h 1091342"/>
                <a:gd name="connsiteX2" fmla="*/ 0 w 544825"/>
                <a:gd name="connsiteY2" fmla="*/ 23959 h 1091342"/>
                <a:gd name="connsiteX3" fmla="*/ 23112 w 544825"/>
                <a:gd name="connsiteY3" fmla="*/ 0 h 1091342"/>
                <a:gd name="connsiteX4" fmla="*/ 503531 w 544825"/>
                <a:gd name="connsiteY4" fmla="*/ 0 h 1091342"/>
                <a:gd name="connsiteX5" fmla="*/ 526643 w 544825"/>
                <a:gd name="connsiteY5" fmla="*/ 22462 h 1091342"/>
                <a:gd name="connsiteX6" fmla="*/ 526643 w 544825"/>
                <a:gd name="connsiteY6" fmla="*/ 68882 h 1091342"/>
                <a:gd name="connsiteX7" fmla="*/ 503531 w 544825"/>
                <a:gd name="connsiteY7" fmla="*/ 91344 h 1091342"/>
                <a:gd name="connsiteX8" fmla="*/ 110628 w 544825"/>
                <a:gd name="connsiteY8" fmla="*/ 91344 h 1091342"/>
                <a:gd name="connsiteX9" fmla="*/ 110628 w 544825"/>
                <a:gd name="connsiteY9" fmla="*/ 473494 h 1091342"/>
                <a:gd name="connsiteX10" fmla="*/ 478879 w 544825"/>
                <a:gd name="connsiteY10" fmla="*/ 473494 h 1091342"/>
                <a:gd name="connsiteX11" fmla="*/ 503531 w 544825"/>
                <a:gd name="connsiteY11" fmla="*/ 495956 h 1091342"/>
                <a:gd name="connsiteX12" fmla="*/ 503531 w 544825"/>
                <a:gd name="connsiteY12" fmla="*/ 540880 h 1091342"/>
                <a:gd name="connsiteX13" fmla="*/ 478879 w 544825"/>
                <a:gd name="connsiteY13" fmla="*/ 563341 h 1091342"/>
                <a:gd name="connsiteX14" fmla="*/ 110628 w 544825"/>
                <a:gd name="connsiteY14" fmla="*/ 563341 h 1091342"/>
                <a:gd name="connsiteX15" fmla="*/ 110628 w 544825"/>
                <a:gd name="connsiteY15" fmla="*/ 999999 h 1091342"/>
                <a:gd name="connsiteX16" fmla="*/ 521713 w 544825"/>
                <a:gd name="connsiteY16" fmla="*/ 999999 h 1091342"/>
                <a:gd name="connsiteX17" fmla="*/ 544825 w 544825"/>
                <a:gd name="connsiteY17" fmla="*/ 1020664 h 1091342"/>
                <a:gd name="connsiteX18" fmla="*/ 544825 w 544825"/>
                <a:gd name="connsiteY18" fmla="*/ 1068881 h 1091342"/>
                <a:gd name="connsiteX19" fmla="*/ 521713 w 544825"/>
                <a:gd name="connsiteY19" fmla="*/ 1091343 h 1091342"/>
                <a:gd name="connsiteX20" fmla="*/ 21263 w 544825"/>
                <a:gd name="connsiteY20" fmla="*/ 1091343 h 109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25" h="1091342">
                  <a:moveTo>
                    <a:pt x="21570" y="1091043"/>
                  </a:moveTo>
                  <a:cubicBezTo>
                    <a:pt x="6779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0" y="0"/>
                    <a:pt x="23112" y="0"/>
                  </a:cubicBezTo>
                  <a:lnTo>
                    <a:pt x="503531" y="0"/>
                  </a:lnTo>
                  <a:cubicBezTo>
                    <a:pt x="520171" y="0"/>
                    <a:pt x="526643" y="6289"/>
                    <a:pt x="526643" y="22462"/>
                  </a:cubicBezTo>
                  <a:lnTo>
                    <a:pt x="526643" y="68882"/>
                  </a:lnTo>
                  <a:cubicBezTo>
                    <a:pt x="526643" y="85055"/>
                    <a:pt x="520171" y="91344"/>
                    <a:pt x="503531" y="91344"/>
                  </a:cubicBezTo>
                  <a:lnTo>
                    <a:pt x="110628" y="91344"/>
                  </a:lnTo>
                  <a:lnTo>
                    <a:pt x="110628" y="473494"/>
                  </a:lnTo>
                  <a:lnTo>
                    <a:pt x="478879" y="473494"/>
                  </a:lnTo>
                  <a:cubicBezTo>
                    <a:pt x="495519" y="473494"/>
                    <a:pt x="503531" y="479783"/>
                    <a:pt x="503531" y="495956"/>
                  </a:cubicBezTo>
                  <a:lnTo>
                    <a:pt x="503531" y="540880"/>
                  </a:lnTo>
                  <a:cubicBezTo>
                    <a:pt x="503531" y="557052"/>
                    <a:pt x="495210" y="563341"/>
                    <a:pt x="478879" y="563341"/>
                  </a:cubicBezTo>
                  <a:lnTo>
                    <a:pt x="110628" y="563341"/>
                  </a:lnTo>
                  <a:lnTo>
                    <a:pt x="110628" y="999999"/>
                  </a:lnTo>
                  <a:lnTo>
                    <a:pt x="521713" y="999999"/>
                  </a:lnTo>
                  <a:cubicBezTo>
                    <a:pt x="536504" y="999999"/>
                    <a:pt x="544825" y="1004790"/>
                    <a:pt x="544825" y="1020664"/>
                  </a:cubicBezTo>
                  <a:lnTo>
                    <a:pt x="544825" y="1068881"/>
                  </a:lnTo>
                  <a:cubicBezTo>
                    <a:pt x="544825" y="1085053"/>
                    <a:pt x="536504" y="1091343"/>
                    <a:pt x="521713" y="1091343"/>
                  </a:cubicBezTo>
                  <a:lnTo>
                    <a:pt x="21263" y="1091343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8" name="手繪多邊形: 圖案 247">
              <a:extLst>
                <a:ext uri="{FF2B5EF4-FFF2-40B4-BE49-F238E27FC236}">
                  <a16:creationId xmlns:a16="http://schemas.microsoft.com/office/drawing/2014/main" id="{B1F2A71B-1096-F769-86A3-93F7B79C8FDD}"/>
                </a:ext>
              </a:extLst>
            </p:cNvPr>
            <p:cNvSpPr/>
            <p:nvPr/>
          </p:nvSpPr>
          <p:spPr>
            <a:xfrm>
              <a:off x="-22299883" y="31930561"/>
              <a:ext cx="620939" cy="1091043"/>
            </a:xfrm>
            <a:custGeom>
              <a:avLst/>
              <a:gdLst>
                <a:gd name="connsiteX0" fmla="*/ 620940 w 620939"/>
                <a:gd name="connsiteY0" fmla="*/ 1068581 h 1091043"/>
                <a:gd name="connsiteX1" fmla="*/ 599370 w 620939"/>
                <a:gd name="connsiteY1" fmla="*/ 1091043 h 1091043"/>
                <a:gd name="connsiteX2" fmla="*/ 539894 w 620939"/>
                <a:gd name="connsiteY2" fmla="*/ 1091043 h 1091043"/>
                <a:gd name="connsiteX3" fmla="*/ 515241 w 620939"/>
                <a:gd name="connsiteY3" fmla="*/ 1078165 h 1091043"/>
                <a:gd name="connsiteX4" fmla="*/ 148533 w 620939"/>
                <a:gd name="connsiteY4" fmla="*/ 335130 h 1091043"/>
                <a:gd name="connsiteX5" fmla="*/ 102309 w 620939"/>
                <a:gd name="connsiteY5" fmla="*/ 227613 h 1091043"/>
                <a:gd name="connsiteX6" fmla="*/ 102309 w 620939"/>
                <a:gd name="connsiteY6" fmla="*/ 1068581 h 1091043"/>
                <a:gd name="connsiteX7" fmla="*/ 79197 w 620939"/>
                <a:gd name="connsiteY7" fmla="*/ 1091043 h 1091043"/>
                <a:gd name="connsiteX8" fmla="*/ 23112 w 620939"/>
                <a:gd name="connsiteY8" fmla="*/ 1091043 h 1091043"/>
                <a:gd name="connsiteX9" fmla="*/ 0 w 620939"/>
                <a:gd name="connsiteY9" fmla="*/ 1068581 h 1091043"/>
                <a:gd name="connsiteX10" fmla="*/ 0 w 620939"/>
                <a:gd name="connsiteY10" fmla="*/ 22462 h 1091043"/>
                <a:gd name="connsiteX11" fmla="*/ 23112 w 620939"/>
                <a:gd name="connsiteY11" fmla="*/ 0 h 1091043"/>
                <a:gd name="connsiteX12" fmla="*/ 82586 w 620939"/>
                <a:gd name="connsiteY12" fmla="*/ 0 h 1091043"/>
                <a:gd name="connsiteX13" fmla="*/ 104158 w 620939"/>
                <a:gd name="connsiteY13" fmla="*/ 12878 h 1091043"/>
                <a:gd name="connsiteX14" fmla="*/ 477338 w 620939"/>
                <a:gd name="connsiteY14" fmla="*/ 762203 h 1091043"/>
                <a:gd name="connsiteX15" fmla="*/ 518631 w 620939"/>
                <a:gd name="connsiteY15" fmla="*/ 860135 h 1091043"/>
                <a:gd name="connsiteX16" fmla="*/ 518631 w 620939"/>
                <a:gd name="connsiteY16" fmla="*/ 22462 h 1091043"/>
                <a:gd name="connsiteX17" fmla="*/ 543285 w 620939"/>
                <a:gd name="connsiteY17" fmla="*/ 0 h 1091043"/>
                <a:gd name="connsiteX18" fmla="*/ 599370 w 620939"/>
                <a:gd name="connsiteY18" fmla="*/ 0 h 1091043"/>
                <a:gd name="connsiteX19" fmla="*/ 620940 w 620939"/>
                <a:gd name="connsiteY19" fmla="*/ 22462 h 1091043"/>
                <a:gd name="connsiteX20" fmla="*/ 620940 w 620939"/>
                <a:gd name="connsiteY20" fmla="*/ 1068581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39" h="1091043">
                  <a:moveTo>
                    <a:pt x="620940" y="1068581"/>
                  </a:moveTo>
                  <a:cubicBezTo>
                    <a:pt x="620940" y="1083256"/>
                    <a:pt x="616010" y="1091043"/>
                    <a:pt x="599370" y="1091043"/>
                  </a:cubicBezTo>
                  <a:lnTo>
                    <a:pt x="539894" y="1091043"/>
                  </a:lnTo>
                  <a:cubicBezTo>
                    <a:pt x="526643" y="1091043"/>
                    <a:pt x="520173" y="1087749"/>
                    <a:pt x="515241" y="1078165"/>
                  </a:cubicBezTo>
                  <a:lnTo>
                    <a:pt x="148533" y="335130"/>
                  </a:lnTo>
                  <a:cubicBezTo>
                    <a:pt x="131891" y="303084"/>
                    <a:pt x="112169" y="259659"/>
                    <a:pt x="102309" y="227613"/>
                  </a:cubicBezTo>
                  <a:lnTo>
                    <a:pt x="102309" y="1068581"/>
                  </a:lnTo>
                  <a:cubicBezTo>
                    <a:pt x="102309" y="1083256"/>
                    <a:pt x="95837" y="1091043"/>
                    <a:pt x="79197" y="1091043"/>
                  </a:cubicBezTo>
                  <a:lnTo>
                    <a:pt x="23112" y="1091043"/>
                  </a:lnTo>
                  <a:cubicBezTo>
                    <a:pt x="6470" y="1091043"/>
                    <a:pt x="0" y="1082956"/>
                    <a:pt x="0" y="1068581"/>
                  </a:cubicBezTo>
                  <a:lnTo>
                    <a:pt x="0" y="22462"/>
                  </a:lnTo>
                  <a:cubicBezTo>
                    <a:pt x="0" y="8086"/>
                    <a:pt x="6470" y="0"/>
                    <a:pt x="23112" y="0"/>
                  </a:cubicBezTo>
                  <a:lnTo>
                    <a:pt x="82586" y="0"/>
                  </a:lnTo>
                  <a:cubicBezTo>
                    <a:pt x="93988" y="0"/>
                    <a:pt x="99226" y="2995"/>
                    <a:pt x="104158" y="12878"/>
                  </a:cubicBezTo>
                  <a:lnTo>
                    <a:pt x="477338" y="762203"/>
                  </a:lnTo>
                  <a:cubicBezTo>
                    <a:pt x="493978" y="794249"/>
                    <a:pt x="511852" y="839173"/>
                    <a:pt x="518631" y="860135"/>
                  </a:cubicBezTo>
                  <a:lnTo>
                    <a:pt x="518631" y="22462"/>
                  </a:lnTo>
                  <a:cubicBezTo>
                    <a:pt x="518631" y="8086"/>
                    <a:pt x="526951" y="0"/>
                    <a:pt x="543285" y="0"/>
                  </a:cubicBezTo>
                  <a:lnTo>
                    <a:pt x="599370" y="0"/>
                  </a:lnTo>
                  <a:cubicBezTo>
                    <a:pt x="616010" y="0"/>
                    <a:pt x="620940" y="8086"/>
                    <a:pt x="620940" y="22462"/>
                  </a:cubicBezTo>
                  <a:lnTo>
                    <a:pt x="620940" y="1068581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49" name="手繪多邊形: 圖案 248">
              <a:extLst>
                <a:ext uri="{FF2B5EF4-FFF2-40B4-BE49-F238E27FC236}">
                  <a16:creationId xmlns:a16="http://schemas.microsoft.com/office/drawing/2014/main" id="{72EF3D6D-335E-D19A-9703-CCF114E9C6B5}"/>
                </a:ext>
              </a:extLst>
            </p:cNvPr>
            <p:cNvSpPr/>
            <p:nvPr/>
          </p:nvSpPr>
          <p:spPr>
            <a:xfrm>
              <a:off x="-20012727" y="31930561"/>
              <a:ext cx="618784" cy="1091043"/>
            </a:xfrm>
            <a:custGeom>
              <a:avLst/>
              <a:gdLst>
                <a:gd name="connsiteX0" fmla="*/ 19723 w 618784"/>
                <a:gd name="connsiteY0" fmla="*/ 1091043 h 1091043"/>
                <a:gd name="connsiteX1" fmla="*/ 0 w 618784"/>
                <a:gd name="connsiteY1" fmla="*/ 1067084 h 1091043"/>
                <a:gd name="connsiteX2" fmla="*/ 0 w 618784"/>
                <a:gd name="connsiteY2" fmla="*/ 23959 h 1091043"/>
                <a:gd name="connsiteX3" fmla="*/ 21263 w 618784"/>
                <a:gd name="connsiteY3" fmla="*/ 0 h 1091043"/>
                <a:gd name="connsiteX4" fmla="*/ 308468 w 618784"/>
                <a:gd name="connsiteY4" fmla="*/ 0 h 1091043"/>
                <a:gd name="connsiteX5" fmla="*/ 618784 w 618784"/>
                <a:gd name="connsiteY5" fmla="*/ 222821 h 1091043"/>
                <a:gd name="connsiteX6" fmla="*/ 618784 w 618784"/>
                <a:gd name="connsiteY6" fmla="*/ 867923 h 1091043"/>
                <a:gd name="connsiteX7" fmla="*/ 308468 w 618784"/>
                <a:gd name="connsiteY7" fmla="*/ 1091043 h 1091043"/>
                <a:gd name="connsiteX8" fmla="*/ 19414 w 618784"/>
                <a:gd name="connsiteY8" fmla="*/ 1091043 h 1091043"/>
                <a:gd name="connsiteX9" fmla="*/ 110630 w 618784"/>
                <a:gd name="connsiteY9" fmla="*/ 91045 h 1091043"/>
                <a:gd name="connsiteX10" fmla="*/ 110630 w 618784"/>
                <a:gd name="connsiteY10" fmla="*/ 999399 h 1091043"/>
                <a:gd name="connsiteX11" fmla="*/ 307236 w 618784"/>
                <a:gd name="connsiteY11" fmla="*/ 999399 h 1091043"/>
                <a:gd name="connsiteX12" fmla="*/ 508771 w 618784"/>
                <a:gd name="connsiteY12" fmla="*/ 856542 h 1091043"/>
                <a:gd name="connsiteX13" fmla="*/ 508771 w 618784"/>
                <a:gd name="connsiteY13" fmla="*/ 233902 h 1091043"/>
                <a:gd name="connsiteX14" fmla="*/ 307236 w 618784"/>
                <a:gd name="connsiteY14" fmla="*/ 91045 h 1091043"/>
                <a:gd name="connsiteX15" fmla="*/ 110630 w 618784"/>
                <a:gd name="connsiteY15" fmla="*/ 91045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84" h="1091043">
                  <a:moveTo>
                    <a:pt x="19723" y="1091043"/>
                  </a:moveTo>
                  <a:cubicBezTo>
                    <a:pt x="6472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2" y="0"/>
                    <a:pt x="21263" y="0"/>
                  </a:cubicBezTo>
                  <a:lnTo>
                    <a:pt x="308468" y="0"/>
                  </a:lnTo>
                  <a:cubicBezTo>
                    <a:pt x="544517" y="0"/>
                    <a:pt x="618784" y="100928"/>
                    <a:pt x="618784" y="222821"/>
                  </a:cubicBezTo>
                  <a:lnTo>
                    <a:pt x="618784" y="867923"/>
                  </a:lnTo>
                  <a:cubicBezTo>
                    <a:pt x="618784" y="989815"/>
                    <a:pt x="544517" y="1091043"/>
                    <a:pt x="308468" y="1091043"/>
                  </a:cubicBezTo>
                  <a:lnTo>
                    <a:pt x="19414" y="1091043"/>
                  </a:lnTo>
                  <a:close/>
                  <a:moveTo>
                    <a:pt x="110630" y="91045"/>
                  </a:moveTo>
                  <a:lnTo>
                    <a:pt x="110630" y="999399"/>
                  </a:lnTo>
                  <a:lnTo>
                    <a:pt x="307236" y="999399"/>
                  </a:lnTo>
                  <a:cubicBezTo>
                    <a:pt x="455769" y="999399"/>
                    <a:pt x="508771" y="941598"/>
                    <a:pt x="508771" y="856542"/>
                  </a:cubicBezTo>
                  <a:lnTo>
                    <a:pt x="508771" y="233902"/>
                  </a:lnTo>
                  <a:cubicBezTo>
                    <a:pt x="508771" y="148847"/>
                    <a:pt x="456075" y="91045"/>
                    <a:pt x="307236" y="91045"/>
                  </a:cubicBezTo>
                  <a:lnTo>
                    <a:pt x="110630" y="91045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0" name="手繪多邊形: 圖案 249">
              <a:extLst>
                <a:ext uri="{FF2B5EF4-FFF2-40B4-BE49-F238E27FC236}">
                  <a16:creationId xmlns:a16="http://schemas.microsoft.com/office/drawing/2014/main" id="{2B473655-2A4B-7091-5CE0-3B99C796E81F}"/>
                </a:ext>
              </a:extLst>
            </p:cNvPr>
            <p:cNvSpPr/>
            <p:nvPr/>
          </p:nvSpPr>
          <p:spPr>
            <a:xfrm>
              <a:off x="-18607520" y="31930561"/>
              <a:ext cx="544825" cy="1091342"/>
            </a:xfrm>
            <a:custGeom>
              <a:avLst/>
              <a:gdLst>
                <a:gd name="connsiteX0" fmla="*/ 21263 w 544825"/>
                <a:gd name="connsiteY0" fmla="*/ 1091043 h 1091342"/>
                <a:gd name="connsiteX1" fmla="*/ 0 w 544825"/>
                <a:gd name="connsiteY1" fmla="*/ 1067084 h 1091342"/>
                <a:gd name="connsiteX2" fmla="*/ 0 w 544825"/>
                <a:gd name="connsiteY2" fmla="*/ 23959 h 1091342"/>
                <a:gd name="connsiteX3" fmla="*/ 23112 w 544825"/>
                <a:gd name="connsiteY3" fmla="*/ 0 h 1091342"/>
                <a:gd name="connsiteX4" fmla="*/ 503531 w 544825"/>
                <a:gd name="connsiteY4" fmla="*/ 0 h 1091342"/>
                <a:gd name="connsiteX5" fmla="*/ 526643 w 544825"/>
                <a:gd name="connsiteY5" fmla="*/ 22462 h 1091342"/>
                <a:gd name="connsiteX6" fmla="*/ 526643 w 544825"/>
                <a:gd name="connsiteY6" fmla="*/ 68882 h 1091342"/>
                <a:gd name="connsiteX7" fmla="*/ 503531 w 544825"/>
                <a:gd name="connsiteY7" fmla="*/ 91344 h 1091342"/>
                <a:gd name="connsiteX8" fmla="*/ 110628 w 544825"/>
                <a:gd name="connsiteY8" fmla="*/ 91344 h 1091342"/>
                <a:gd name="connsiteX9" fmla="*/ 110628 w 544825"/>
                <a:gd name="connsiteY9" fmla="*/ 473494 h 1091342"/>
                <a:gd name="connsiteX10" fmla="*/ 478879 w 544825"/>
                <a:gd name="connsiteY10" fmla="*/ 473494 h 1091342"/>
                <a:gd name="connsiteX11" fmla="*/ 503531 w 544825"/>
                <a:gd name="connsiteY11" fmla="*/ 495956 h 1091342"/>
                <a:gd name="connsiteX12" fmla="*/ 503531 w 544825"/>
                <a:gd name="connsiteY12" fmla="*/ 540880 h 1091342"/>
                <a:gd name="connsiteX13" fmla="*/ 478879 w 544825"/>
                <a:gd name="connsiteY13" fmla="*/ 563341 h 1091342"/>
                <a:gd name="connsiteX14" fmla="*/ 110628 w 544825"/>
                <a:gd name="connsiteY14" fmla="*/ 563341 h 1091342"/>
                <a:gd name="connsiteX15" fmla="*/ 110628 w 544825"/>
                <a:gd name="connsiteY15" fmla="*/ 999999 h 1091342"/>
                <a:gd name="connsiteX16" fmla="*/ 521713 w 544825"/>
                <a:gd name="connsiteY16" fmla="*/ 999999 h 1091342"/>
                <a:gd name="connsiteX17" fmla="*/ 544825 w 544825"/>
                <a:gd name="connsiteY17" fmla="*/ 1020664 h 1091342"/>
                <a:gd name="connsiteX18" fmla="*/ 544825 w 544825"/>
                <a:gd name="connsiteY18" fmla="*/ 1068881 h 1091342"/>
                <a:gd name="connsiteX19" fmla="*/ 521713 w 544825"/>
                <a:gd name="connsiteY19" fmla="*/ 1091343 h 1091342"/>
                <a:gd name="connsiteX20" fmla="*/ 21263 w 544825"/>
                <a:gd name="connsiteY20" fmla="*/ 1091343 h 1091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25" h="1091342">
                  <a:moveTo>
                    <a:pt x="21263" y="1091043"/>
                  </a:moveTo>
                  <a:cubicBezTo>
                    <a:pt x="6470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0" y="0"/>
                    <a:pt x="23112" y="0"/>
                  </a:cubicBezTo>
                  <a:lnTo>
                    <a:pt x="503531" y="0"/>
                  </a:lnTo>
                  <a:cubicBezTo>
                    <a:pt x="520173" y="0"/>
                    <a:pt x="526643" y="6289"/>
                    <a:pt x="526643" y="22462"/>
                  </a:cubicBezTo>
                  <a:lnTo>
                    <a:pt x="526643" y="68882"/>
                  </a:lnTo>
                  <a:cubicBezTo>
                    <a:pt x="526643" y="85055"/>
                    <a:pt x="519864" y="91344"/>
                    <a:pt x="503531" y="91344"/>
                  </a:cubicBezTo>
                  <a:lnTo>
                    <a:pt x="110628" y="91344"/>
                  </a:lnTo>
                  <a:lnTo>
                    <a:pt x="110628" y="473494"/>
                  </a:lnTo>
                  <a:lnTo>
                    <a:pt x="478879" y="473494"/>
                  </a:lnTo>
                  <a:cubicBezTo>
                    <a:pt x="495519" y="473494"/>
                    <a:pt x="503531" y="479783"/>
                    <a:pt x="503531" y="495956"/>
                  </a:cubicBezTo>
                  <a:lnTo>
                    <a:pt x="503531" y="540880"/>
                  </a:lnTo>
                  <a:cubicBezTo>
                    <a:pt x="503531" y="557052"/>
                    <a:pt x="495210" y="563341"/>
                    <a:pt x="478879" y="563341"/>
                  </a:cubicBezTo>
                  <a:lnTo>
                    <a:pt x="110628" y="563341"/>
                  </a:lnTo>
                  <a:lnTo>
                    <a:pt x="110628" y="999999"/>
                  </a:lnTo>
                  <a:lnTo>
                    <a:pt x="521713" y="999999"/>
                  </a:lnTo>
                  <a:cubicBezTo>
                    <a:pt x="536504" y="999999"/>
                    <a:pt x="544825" y="1004790"/>
                    <a:pt x="544825" y="1020664"/>
                  </a:cubicBezTo>
                  <a:lnTo>
                    <a:pt x="544825" y="1068881"/>
                  </a:lnTo>
                  <a:cubicBezTo>
                    <a:pt x="544825" y="1085053"/>
                    <a:pt x="536504" y="1091343"/>
                    <a:pt x="521713" y="1091343"/>
                  </a:cubicBezTo>
                  <a:lnTo>
                    <a:pt x="21263" y="1091343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1" name="手繪多邊形: 圖案 250">
              <a:extLst>
                <a:ext uri="{FF2B5EF4-FFF2-40B4-BE49-F238E27FC236}">
                  <a16:creationId xmlns:a16="http://schemas.microsoft.com/office/drawing/2014/main" id="{1915BE58-4F59-3D13-B264-736F855A0144}"/>
                </a:ext>
              </a:extLst>
            </p:cNvPr>
            <p:cNvSpPr/>
            <p:nvPr/>
          </p:nvSpPr>
          <p:spPr>
            <a:xfrm>
              <a:off x="-17321264" y="31930561"/>
              <a:ext cx="620939" cy="1091043"/>
            </a:xfrm>
            <a:custGeom>
              <a:avLst/>
              <a:gdLst>
                <a:gd name="connsiteX0" fmla="*/ 620940 w 620939"/>
                <a:gd name="connsiteY0" fmla="*/ 1068581 h 1091043"/>
                <a:gd name="connsiteX1" fmla="*/ 599370 w 620939"/>
                <a:gd name="connsiteY1" fmla="*/ 1091043 h 1091043"/>
                <a:gd name="connsiteX2" fmla="*/ 539894 w 620939"/>
                <a:gd name="connsiteY2" fmla="*/ 1091043 h 1091043"/>
                <a:gd name="connsiteX3" fmla="*/ 515241 w 620939"/>
                <a:gd name="connsiteY3" fmla="*/ 1078165 h 1091043"/>
                <a:gd name="connsiteX4" fmla="*/ 148533 w 620939"/>
                <a:gd name="connsiteY4" fmla="*/ 335130 h 1091043"/>
                <a:gd name="connsiteX5" fmla="*/ 102309 w 620939"/>
                <a:gd name="connsiteY5" fmla="*/ 227613 h 1091043"/>
                <a:gd name="connsiteX6" fmla="*/ 102309 w 620939"/>
                <a:gd name="connsiteY6" fmla="*/ 1068581 h 1091043"/>
                <a:gd name="connsiteX7" fmla="*/ 79197 w 620939"/>
                <a:gd name="connsiteY7" fmla="*/ 1091043 h 1091043"/>
                <a:gd name="connsiteX8" fmla="*/ 23112 w 620939"/>
                <a:gd name="connsiteY8" fmla="*/ 1091043 h 1091043"/>
                <a:gd name="connsiteX9" fmla="*/ 0 w 620939"/>
                <a:gd name="connsiteY9" fmla="*/ 1068581 h 1091043"/>
                <a:gd name="connsiteX10" fmla="*/ 0 w 620939"/>
                <a:gd name="connsiteY10" fmla="*/ 22462 h 1091043"/>
                <a:gd name="connsiteX11" fmla="*/ 23112 w 620939"/>
                <a:gd name="connsiteY11" fmla="*/ 0 h 1091043"/>
                <a:gd name="connsiteX12" fmla="*/ 82586 w 620939"/>
                <a:gd name="connsiteY12" fmla="*/ 0 h 1091043"/>
                <a:gd name="connsiteX13" fmla="*/ 104158 w 620939"/>
                <a:gd name="connsiteY13" fmla="*/ 12878 h 1091043"/>
                <a:gd name="connsiteX14" fmla="*/ 477338 w 620939"/>
                <a:gd name="connsiteY14" fmla="*/ 762203 h 1091043"/>
                <a:gd name="connsiteX15" fmla="*/ 518631 w 620939"/>
                <a:gd name="connsiteY15" fmla="*/ 860135 h 1091043"/>
                <a:gd name="connsiteX16" fmla="*/ 518631 w 620939"/>
                <a:gd name="connsiteY16" fmla="*/ 22462 h 1091043"/>
                <a:gd name="connsiteX17" fmla="*/ 543285 w 620939"/>
                <a:gd name="connsiteY17" fmla="*/ 0 h 1091043"/>
                <a:gd name="connsiteX18" fmla="*/ 599370 w 620939"/>
                <a:gd name="connsiteY18" fmla="*/ 0 h 1091043"/>
                <a:gd name="connsiteX19" fmla="*/ 620940 w 620939"/>
                <a:gd name="connsiteY19" fmla="*/ 22462 h 1091043"/>
                <a:gd name="connsiteX20" fmla="*/ 620940 w 620939"/>
                <a:gd name="connsiteY20" fmla="*/ 1068581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39" h="1091043">
                  <a:moveTo>
                    <a:pt x="620940" y="1068581"/>
                  </a:moveTo>
                  <a:cubicBezTo>
                    <a:pt x="620940" y="1083256"/>
                    <a:pt x="616010" y="1091043"/>
                    <a:pt x="599370" y="1091043"/>
                  </a:cubicBezTo>
                  <a:lnTo>
                    <a:pt x="539894" y="1091043"/>
                  </a:lnTo>
                  <a:cubicBezTo>
                    <a:pt x="526643" y="1091043"/>
                    <a:pt x="520173" y="1087749"/>
                    <a:pt x="515241" y="1078165"/>
                  </a:cubicBezTo>
                  <a:lnTo>
                    <a:pt x="148533" y="335130"/>
                  </a:lnTo>
                  <a:cubicBezTo>
                    <a:pt x="131891" y="303084"/>
                    <a:pt x="112170" y="259659"/>
                    <a:pt x="102309" y="227613"/>
                  </a:cubicBezTo>
                  <a:lnTo>
                    <a:pt x="102309" y="1068581"/>
                  </a:lnTo>
                  <a:cubicBezTo>
                    <a:pt x="102309" y="1083256"/>
                    <a:pt x="95837" y="1091043"/>
                    <a:pt x="79197" y="1091043"/>
                  </a:cubicBezTo>
                  <a:lnTo>
                    <a:pt x="23112" y="1091043"/>
                  </a:lnTo>
                  <a:cubicBezTo>
                    <a:pt x="6470" y="1091043"/>
                    <a:pt x="0" y="1082956"/>
                    <a:pt x="0" y="1068581"/>
                  </a:cubicBezTo>
                  <a:lnTo>
                    <a:pt x="0" y="22462"/>
                  </a:lnTo>
                  <a:cubicBezTo>
                    <a:pt x="0" y="8086"/>
                    <a:pt x="6470" y="0"/>
                    <a:pt x="23112" y="0"/>
                  </a:cubicBezTo>
                  <a:lnTo>
                    <a:pt x="82586" y="0"/>
                  </a:lnTo>
                  <a:cubicBezTo>
                    <a:pt x="93988" y="0"/>
                    <a:pt x="99226" y="2995"/>
                    <a:pt x="104158" y="12878"/>
                  </a:cubicBezTo>
                  <a:lnTo>
                    <a:pt x="477338" y="762203"/>
                  </a:lnTo>
                  <a:cubicBezTo>
                    <a:pt x="493978" y="794249"/>
                    <a:pt x="511852" y="839173"/>
                    <a:pt x="518631" y="860135"/>
                  </a:cubicBezTo>
                  <a:lnTo>
                    <a:pt x="518631" y="22462"/>
                  </a:lnTo>
                  <a:cubicBezTo>
                    <a:pt x="518631" y="8086"/>
                    <a:pt x="526951" y="0"/>
                    <a:pt x="543285" y="0"/>
                  </a:cubicBezTo>
                  <a:lnTo>
                    <a:pt x="599370" y="0"/>
                  </a:lnTo>
                  <a:cubicBezTo>
                    <a:pt x="616010" y="0"/>
                    <a:pt x="620940" y="8086"/>
                    <a:pt x="620940" y="22462"/>
                  </a:cubicBezTo>
                  <a:lnTo>
                    <a:pt x="620940" y="1068581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2" name="手繪多邊形: 圖案 251">
              <a:extLst>
                <a:ext uri="{FF2B5EF4-FFF2-40B4-BE49-F238E27FC236}">
                  <a16:creationId xmlns:a16="http://schemas.microsoft.com/office/drawing/2014/main" id="{BCC1E671-FE86-8756-1CCA-A7465443FCCE}"/>
                </a:ext>
              </a:extLst>
            </p:cNvPr>
            <p:cNvSpPr/>
            <p:nvPr/>
          </p:nvSpPr>
          <p:spPr>
            <a:xfrm>
              <a:off x="-15996796" y="31930261"/>
              <a:ext cx="635732" cy="1091043"/>
            </a:xfrm>
            <a:custGeom>
              <a:avLst/>
              <a:gdLst>
                <a:gd name="connsiteX0" fmla="*/ 612621 w 635732"/>
                <a:gd name="connsiteY0" fmla="*/ 0 h 1091043"/>
                <a:gd name="connsiteX1" fmla="*/ 635733 w 635732"/>
                <a:gd name="connsiteY1" fmla="*/ 22462 h 1091043"/>
                <a:gd name="connsiteX2" fmla="*/ 635733 w 635732"/>
                <a:gd name="connsiteY2" fmla="*/ 68883 h 1091043"/>
                <a:gd name="connsiteX3" fmla="*/ 612621 w 635732"/>
                <a:gd name="connsiteY3" fmla="*/ 91345 h 1091043"/>
                <a:gd name="connsiteX4" fmla="*/ 373180 w 635732"/>
                <a:gd name="connsiteY4" fmla="*/ 91345 h 1091043"/>
                <a:gd name="connsiteX5" fmla="*/ 373180 w 635732"/>
                <a:gd name="connsiteY5" fmla="*/ 1067084 h 1091043"/>
                <a:gd name="connsiteX6" fmla="*/ 351611 w 635732"/>
                <a:gd name="connsiteY6" fmla="*/ 1091043 h 1091043"/>
                <a:gd name="connsiteX7" fmla="*/ 285664 w 635732"/>
                <a:gd name="connsiteY7" fmla="*/ 1091043 h 1091043"/>
                <a:gd name="connsiteX8" fmla="*/ 262552 w 635732"/>
                <a:gd name="connsiteY8" fmla="*/ 1067084 h 1091043"/>
                <a:gd name="connsiteX9" fmla="*/ 262552 w 635732"/>
                <a:gd name="connsiteY9" fmla="*/ 91345 h 1091043"/>
                <a:gd name="connsiteX10" fmla="*/ 23112 w 635732"/>
                <a:gd name="connsiteY10" fmla="*/ 91345 h 1091043"/>
                <a:gd name="connsiteX11" fmla="*/ 0 w 635732"/>
                <a:gd name="connsiteY11" fmla="*/ 68883 h 1091043"/>
                <a:gd name="connsiteX12" fmla="*/ 0 w 635732"/>
                <a:gd name="connsiteY12" fmla="*/ 22462 h 1091043"/>
                <a:gd name="connsiteX13" fmla="*/ 23112 w 635732"/>
                <a:gd name="connsiteY13" fmla="*/ 0 h 1091043"/>
                <a:gd name="connsiteX14" fmla="*/ 612621 w 635732"/>
                <a:gd name="connsiteY14" fmla="*/ 0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5732" h="1091043">
                  <a:moveTo>
                    <a:pt x="612621" y="0"/>
                  </a:moveTo>
                  <a:cubicBezTo>
                    <a:pt x="627412" y="0"/>
                    <a:pt x="635733" y="6290"/>
                    <a:pt x="635733" y="22462"/>
                  </a:cubicBezTo>
                  <a:lnTo>
                    <a:pt x="635733" y="68883"/>
                  </a:lnTo>
                  <a:cubicBezTo>
                    <a:pt x="635733" y="85055"/>
                    <a:pt x="627412" y="91345"/>
                    <a:pt x="612621" y="91345"/>
                  </a:cubicBezTo>
                  <a:lnTo>
                    <a:pt x="373180" y="91345"/>
                  </a:lnTo>
                  <a:lnTo>
                    <a:pt x="373180" y="1067084"/>
                  </a:lnTo>
                  <a:cubicBezTo>
                    <a:pt x="373180" y="1083256"/>
                    <a:pt x="366402" y="1091043"/>
                    <a:pt x="351611" y="1091043"/>
                  </a:cubicBezTo>
                  <a:lnTo>
                    <a:pt x="285664" y="1091043"/>
                  </a:lnTo>
                  <a:cubicBezTo>
                    <a:pt x="269022" y="1091043"/>
                    <a:pt x="262552" y="1082958"/>
                    <a:pt x="262552" y="1067084"/>
                  </a:cubicBezTo>
                  <a:lnTo>
                    <a:pt x="262552" y="91345"/>
                  </a:lnTo>
                  <a:lnTo>
                    <a:pt x="23112" y="91345"/>
                  </a:lnTo>
                  <a:cubicBezTo>
                    <a:pt x="6472" y="91345"/>
                    <a:pt x="0" y="85055"/>
                    <a:pt x="0" y="68883"/>
                  </a:cubicBezTo>
                  <a:lnTo>
                    <a:pt x="0" y="22462"/>
                  </a:lnTo>
                  <a:cubicBezTo>
                    <a:pt x="0" y="6290"/>
                    <a:pt x="6472" y="0"/>
                    <a:pt x="23112" y="0"/>
                  </a:cubicBezTo>
                  <a:lnTo>
                    <a:pt x="612621" y="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3" name="手繪多邊形: 圖案 252">
              <a:extLst>
                <a:ext uri="{FF2B5EF4-FFF2-40B4-BE49-F238E27FC236}">
                  <a16:creationId xmlns:a16="http://schemas.microsoft.com/office/drawing/2014/main" id="{25BAC46E-1F9E-E0B8-898A-8BED9CCC9DD4}"/>
                </a:ext>
              </a:extLst>
            </p:cNvPr>
            <p:cNvSpPr/>
            <p:nvPr/>
          </p:nvSpPr>
          <p:spPr>
            <a:xfrm>
              <a:off x="-14829560" y="31930261"/>
              <a:ext cx="699971" cy="1091043"/>
            </a:xfrm>
            <a:custGeom>
              <a:avLst/>
              <a:gdLst>
                <a:gd name="connsiteX0" fmla="*/ 383113 w 699971"/>
                <a:gd name="connsiteY0" fmla="*/ 0 h 1091043"/>
                <a:gd name="connsiteX1" fmla="*/ 412697 w 699971"/>
                <a:gd name="connsiteY1" fmla="*/ 22462 h 1091043"/>
                <a:gd name="connsiteX2" fmla="*/ 698360 w 699971"/>
                <a:gd name="connsiteY2" fmla="*/ 1068581 h 1091043"/>
                <a:gd name="connsiteX3" fmla="*/ 680179 w 699971"/>
                <a:gd name="connsiteY3" fmla="*/ 1091043 h 1091043"/>
                <a:gd name="connsiteX4" fmla="*/ 614232 w 699971"/>
                <a:gd name="connsiteY4" fmla="*/ 1091043 h 1091043"/>
                <a:gd name="connsiteX5" fmla="*/ 586189 w 699971"/>
                <a:gd name="connsiteY5" fmla="*/ 1068581 h 1091043"/>
                <a:gd name="connsiteX6" fmla="*/ 506993 w 699971"/>
                <a:gd name="connsiteY6" fmla="*/ 776578 h 1091043"/>
                <a:gd name="connsiteX7" fmla="*/ 184966 w 699971"/>
                <a:gd name="connsiteY7" fmla="*/ 776578 h 1091043"/>
                <a:gd name="connsiteX8" fmla="*/ 107311 w 699971"/>
                <a:gd name="connsiteY8" fmla="*/ 1068581 h 1091043"/>
                <a:gd name="connsiteX9" fmla="*/ 80809 w 699971"/>
                <a:gd name="connsiteY9" fmla="*/ 1091043 h 1091043"/>
                <a:gd name="connsiteX10" fmla="*/ 19794 w 699971"/>
                <a:gd name="connsiteY10" fmla="*/ 1091043 h 1091043"/>
                <a:gd name="connsiteX11" fmla="*/ 1611 w 699971"/>
                <a:gd name="connsiteY11" fmla="*/ 1068581 h 1091043"/>
                <a:gd name="connsiteX12" fmla="*/ 287276 w 699971"/>
                <a:gd name="connsiteY12" fmla="*/ 22462 h 1091043"/>
                <a:gd name="connsiteX13" fmla="*/ 316859 w 699971"/>
                <a:gd name="connsiteY13" fmla="*/ 0 h 1091043"/>
                <a:gd name="connsiteX14" fmla="*/ 382805 w 699971"/>
                <a:gd name="connsiteY14" fmla="*/ 0 h 1091043"/>
                <a:gd name="connsiteX15" fmla="*/ 381572 w 699971"/>
                <a:gd name="connsiteY15" fmla="*/ 308176 h 1091043"/>
                <a:gd name="connsiteX16" fmla="*/ 346750 w 699971"/>
                <a:gd name="connsiteY16" fmla="*/ 129979 h 1091043"/>
                <a:gd name="connsiteX17" fmla="*/ 311928 w 699971"/>
                <a:gd name="connsiteY17" fmla="*/ 306379 h 1091043"/>
                <a:gd name="connsiteX18" fmla="*/ 206230 w 699971"/>
                <a:gd name="connsiteY18" fmla="*/ 690027 h 1091043"/>
                <a:gd name="connsiteX19" fmla="*/ 486962 w 699971"/>
                <a:gd name="connsiteY19" fmla="*/ 690027 h 1091043"/>
                <a:gd name="connsiteX20" fmla="*/ 381264 w 699971"/>
                <a:gd name="connsiteY20" fmla="*/ 307876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971" h="1091043">
                  <a:moveTo>
                    <a:pt x="383113" y="0"/>
                  </a:moveTo>
                  <a:cubicBezTo>
                    <a:pt x="399753" y="0"/>
                    <a:pt x="409615" y="8087"/>
                    <a:pt x="412697" y="22462"/>
                  </a:cubicBezTo>
                  <a:lnTo>
                    <a:pt x="698360" y="1068581"/>
                  </a:lnTo>
                  <a:cubicBezTo>
                    <a:pt x="703290" y="1084755"/>
                    <a:pt x="696818" y="1091043"/>
                    <a:pt x="680179" y="1091043"/>
                  </a:cubicBezTo>
                  <a:lnTo>
                    <a:pt x="614232" y="1091043"/>
                  </a:lnTo>
                  <a:cubicBezTo>
                    <a:pt x="597592" y="1091043"/>
                    <a:pt x="589580" y="1082958"/>
                    <a:pt x="586189" y="1068581"/>
                  </a:cubicBezTo>
                  <a:lnTo>
                    <a:pt x="506993" y="776578"/>
                  </a:lnTo>
                  <a:lnTo>
                    <a:pt x="184966" y="776578"/>
                  </a:lnTo>
                  <a:lnTo>
                    <a:pt x="107311" y="1068581"/>
                  </a:lnTo>
                  <a:cubicBezTo>
                    <a:pt x="103920" y="1083256"/>
                    <a:pt x="95908" y="1091043"/>
                    <a:pt x="80809" y="1091043"/>
                  </a:cubicBezTo>
                  <a:lnTo>
                    <a:pt x="19794" y="1091043"/>
                  </a:lnTo>
                  <a:cubicBezTo>
                    <a:pt x="3153" y="1091043"/>
                    <a:pt x="-3318" y="1084755"/>
                    <a:pt x="1611" y="1068581"/>
                  </a:cubicBezTo>
                  <a:lnTo>
                    <a:pt x="287276" y="22462"/>
                  </a:lnTo>
                  <a:cubicBezTo>
                    <a:pt x="290665" y="8087"/>
                    <a:pt x="300526" y="0"/>
                    <a:pt x="316859" y="0"/>
                  </a:cubicBezTo>
                  <a:lnTo>
                    <a:pt x="382805" y="0"/>
                  </a:lnTo>
                  <a:close/>
                  <a:moveTo>
                    <a:pt x="381572" y="308176"/>
                  </a:moveTo>
                  <a:cubicBezTo>
                    <a:pt x="369862" y="266547"/>
                    <a:pt x="351989" y="171908"/>
                    <a:pt x="346750" y="129979"/>
                  </a:cubicBezTo>
                  <a:cubicBezTo>
                    <a:pt x="339971" y="176400"/>
                    <a:pt x="322098" y="268044"/>
                    <a:pt x="311928" y="306379"/>
                  </a:cubicBezTo>
                  <a:lnTo>
                    <a:pt x="206230" y="690027"/>
                  </a:lnTo>
                  <a:lnTo>
                    <a:pt x="486962" y="690027"/>
                  </a:lnTo>
                  <a:lnTo>
                    <a:pt x="381264" y="30787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4" name="手繪多邊形: 圖案 253">
              <a:extLst>
                <a:ext uri="{FF2B5EF4-FFF2-40B4-BE49-F238E27FC236}">
                  <a16:creationId xmlns:a16="http://schemas.microsoft.com/office/drawing/2014/main" id="{7F1372E9-7765-3193-6968-0521B7C87D6D}"/>
                </a:ext>
              </a:extLst>
            </p:cNvPr>
            <p:cNvSpPr/>
            <p:nvPr/>
          </p:nvSpPr>
          <p:spPr>
            <a:xfrm>
              <a:off x="-13420894" y="31930261"/>
              <a:ext cx="521714" cy="1091043"/>
            </a:xfrm>
            <a:custGeom>
              <a:avLst/>
              <a:gdLst>
                <a:gd name="connsiteX0" fmla="*/ 110629 w 521714"/>
                <a:gd name="connsiteY0" fmla="*/ 999699 h 1091043"/>
                <a:gd name="connsiteX1" fmla="*/ 498602 w 521714"/>
                <a:gd name="connsiteY1" fmla="*/ 999699 h 1091043"/>
                <a:gd name="connsiteX2" fmla="*/ 521714 w 521714"/>
                <a:gd name="connsiteY2" fmla="*/ 1020364 h 1091043"/>
                <a:gd name="connsiteX3" fmla="*/ 521714 w 521714"/>
                <a:gd name="connsiteY3" fmla="*/ 1068581 h 1091043"/>
                <a:gd name="connsiteX4" fmla="*/ 498602 w 521714"/>
                <a:gd name="connsiteY4" fmla="*/ 1091043 h 1091043"/>
                <a:gd name="connsiteX5" fmla="*/ 19723 w 521714"/>
                <a:gd name="connsiteY5" fmla="*/ 1091043 h 1091043"/>
                <a:gd name="connsiteX6" fmla="*/ 0 w 521714"/>
                <a:gd name="connsiteY6" fmla="*/ 1067084 h 1091043"/>
                <a:gd name="connsiteX7" fmla="*/ 0 w 521714"/>
                <a:gd name="connsiteY7" fmla="*/ 23960 h 1091043"/>
                <a:gd name="connsiteX8" fmla="*/ 23112 w 521714"/>
                <a:gd name="connsiteY8" fmla="*/ 0 h 1091043"/>
                <a:gd name="connsiteX9" fmla="*/ 87517 w 521714"/>
                <a:gd name="connsiteY9" fmla="*/ 0 h 1091043"/>
                <a:gd name="connsiteX10" fmla="*/ 110629 w 521714"/>
                <a:gd name="connsiteY10" fmla="*/ 23960 h 1091043"/>
                <a:gd name="connsiteX11" fmla="*/ 110629 w 521714"/>
                <a:gd name="connsiteY11" fmla="*/ 999699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14" h="1091043">
                  <a:moveTo>
                    <a:pt x="110629" y="999699"/>
                  </a:moveTo>
                  <a:lnTo>
                    <a:pt x="498602" y="999699"/>
                  </a:lnTo>
                  <a:cubicBezTo>
                    <a:pt x="513393" y="999699"/>
                    <a:pt x="521714" y="1004492"/>
                    <a:pt x="521714" y="1020364"/>
                  </a:cubicBezTo>
                  <a:lnTo>
                    <a:pt x="521714" y="1068581"/>
                  </a:lnTo>
                  <a:cubicBezTo>
                    <a:pt x="521714" y="1084755"/>
                    <a:pt x="513393" y="1091043"/>
                    <a:pt x="498602" y="1091043"/>
                  </a:cubicBezTo>
                  <a:lnTo>
                    <a:pt x="19723" y="1091043"/>
                  </a:lnTo>
                  <a:cubicBezTo>
                    <a:pt x="6472" y="1091043"/>
                    <a:pt x="0" y="1082958"/>
                    <a:pt x="0" y="1067084"/>
                  </a:cubicBezTo>
                  <a:lnTo>
                    <a:pt x="0" y="23960"/>
                  </a:lnTo>
                  <a:cubicBezTo>
                    <a:pt x="0" y="7787"/>
                    <a:pt x="6472" y="0"/>
                    <a:pt x="23112" y="0"/>
                  </a:cubicBezTo>
                  <a:lnTo>
                    <a:pt x="87517" y="0"/>
                  </a:lnTo>
                  <a:cubicBezTo>
                    <a:pt x="104158" y="0"/>
                    <a:pt x="110629" y="8087"/>
                    <a:pt x="110629" y="23960"/>
                  </a:cubicBezTo>
                  <a:lnTo>
                    <a:pt x="110629" y="999699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5" name="手繪多邊形: 圖案 254">
              <a:extLst>
                <a:ext uri="{FF2B5EF4-FFF2-40B4-BE49-F238E27FC236}">
                  <a16:creationId xmlns:a16="http://schemas.microsoft.com/office/drawing/2014/main" id="{A3230325-591A-6819-95ED-CC20E107B40D}"/>
                </a:ext>
              </a:extLst>
            </p:cNvPr>
            <p:cNvSpPr/>
            <p:nvPr/>
          </p:nvSpPr>
          <p:spPr>
            <a:xfrm>
              <a:off x="-11373175" y="31917383"/>
              <a:ext cx="604299" cy="1117098"/>
            </a:xfrm>
            <a:custGeom>
              <a:avLst/>
              <a:gdLst>
                <a:gd name="connsiteX0" fmla="*/ 604300 w 604299"/>
                <a:gd name="connsiteY0" fmla="*/ 893978 h 1117098"/>
                <a:gd name="connsiteX1" fmla="*/ 302304 w 604299"/>
                <a:gd name="connsiteY1" fmla="*/ 1117099 h 1117098"/>
                <a:gd name="connsiteX2" fmla="*/ 0 w 604299"/>
                <a:gd name="connsiteY2" fmla="*/ 893978 h 1117098"/>
                <a:gd name="connsiteX3" fmla="*/ 0 w 604299"/>
                <a:gd name="connsiteY3" fmla="*/ 223121 h 1117098"/>
                <a:gd name="connsiteX4" fmla="*/ 302304 w 604299"/>
                <a:gd name="connsiteY4" fmla="*/ 0 h 1117098"/>
                <a:gd name="connsiteX5" fmla="*/ 604300 w 604299"/>
                <a:gd name="connsiteY5" fmla="*/ 223121 h 1117098"/>
                <a:gd name="connsiteX6" fmla="*/ 604300 w 604299"/>
                <a:gd name="connsiteY6" fmla="*/ 314465 h 1117098"/>
                <a:gd name="connsiteX7" fmla="*/ 581188 w 604299"/>
                <a:gd name="connsiteY7" fmla="*/ 338424 h 1117098"/>
                <a:gd name="connsiteX8" fmla="*/ 520173 w 604299"/>
                <a:gd name="connsiteY8" fmla="*/ 338424 h 1117098"/>
                <a:gd name="connsiteX9" fmla="*/ 495520 w 604299"/>
                <a:gd name="connsiteY9" fmla="*/ 314465 h 1117098"/>
                <a:gd name="connsiteX10" fmla="*/ 495520 w 604299"/>
                <a:gd name="connsiteY10" fmla="*/ 230907 h 1117098"/>
                <a:gd name="connsiteX11" fmla="*/ 302304 w 604299"/>
                <a:gd name="connsiteY11" fmla="*/ 91344 h 1117098"/>
                <a:gd name="connsiteX12" fmla="*/ 110629 w 604299"/>
                <a:gd name="connsiteY12" fmla="*/ 230907 h 1117098"/>
                <a:gd name="connsiteX13" fmla="*/ 110629 w 604299"/>
                <a:gd name="connsiteY13" fmla="*/ 885593 h 1117098"/>
                <a:gd name="connsiteX14" fmla="*/ 302304 w 604299"/>
                <a:gd name="connsiteY14" fmla="*/ 1025155 h 1117098"/>
                <a:gd name="connsiteX15" fmla="*/ 495520 w 604299"/>
                <a:gd name="connsiteY15" fmla="*/ 885593 h 1117098"/>
                <a:gd name="connsiteX16" fmla="*/ 495520 w 604299"/>
                <a:gd name="connsiteY16" fmla="*/ 781371 h 1117098"/>
                <a:gd name="connsiteX17" fmla="*/ 520173 w 604299"/>
                <a:gd name="connsiteY17" fmla="*/ 758909 h 1117098"/>
                <a:gd name="connsiteX18" fmla="*/ 581188 w 604299"/>
                <a:gd name="connsiteY18" fmla="*/ 758909 h 1117098"/>
                <a:gd name="connsiteX19" fmla="*/ 604300 w 604299"/>
                <a:gd name="connsiteY19" fmla="*/ 781371 h 1117098"/>
                <a:gd name="connsiteX20" fmla="*/ 604300 w 604299"/>
                <a:gd name="connsiteY20" fmla="*/ 893680 h 111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299" h="1117098">
                  <a:moveTo>
                    <a:pt x="604300" y="893978"/>
                  </a:moveTo>
                  <a:cubicBezTo>
                    <a:pt x="604300" y="1015871"/>
                    <a:pt x="538354" y="1117099"/>
                    <a:pt x="302304" y="1117099"/>
                  </a:cubicBezTo>
                  <a:cubicBezTo>
                    <a:pt x="66254" y="1117099"/>
                    <a:pt x="0" y="1015871"/>
                    <a:pt x="0" y="893978"/>
                  </a:cubicBezTo>
                  <a:lnTo>
                    <a:pt x="0" y="223121"/>
                  </a:lnTo>
                  <a:cubicBezTo>
                    <a:pt x="0" y="101228"/>
                    <a:pt x="65946" y="0"/>
                    <a:pt x="302304" y="0"/>
                  </a:cubicBezTo>
                  <a:cubicBezTo>
                    <a:pt x="538663" y="0"/>
                    <a:pt x="604300" y="101228"/>
                    <a:pt x="604300" y="223121"/>
                  </a:cubicBezTo>
                  <a:lnTo>
                    <a:pt x="604300" y="314465"/>
                  </a:lnTo>
                  <a:cubicBezTo>
                    <a:pt x="604300" y="330638"/>
                    <a:pt x="597829" y="338424"/>
                    <a:pt x="581188" y="338424"/>
                  </a:cubicBezTo>
                  <a:lnTo>
                    <a:pt x="520173" y="338424"/>
                  </a:lnTo>
                  <a:cubicBezTo>
                    <a:pt x="501992" y="338424"/>
                    <a:pt x="495520" y="330338"/>
                    <a:pt x="495520" y="314465"/>
                  </a:cubicBezTo>
                  <a:lnTo>
                    <a:pt x="495520" y="230907"/>
                  </a:lnTo>
                  <a:cubicBezTo>
                    <a:pt x="495520" y="147350"/>
                    <a:pt x="450837" y="91344"/>
                    <a:pt x="302304" y="91344"/>
                  </a:cubicBezTo>
                  <a:cubicBezTo>
                    <a:pt x="153771" y="91344"/>
                    <a:pt x="110629" y="147350"/>
                    <a:pt x="110629" y="230907"/>
                  </a:cubicBezTo>
                  <a:lnTo>
                    <a:pt x="110629" y="885593"/>
                  </a:lnTo>
                  <a:cubicBezTo>
                    <a:pt x="110629" y="969150"/>
                    <a:pt x="155313" y="1025155"/>
                    <a:pt x="302304" y="1025155"/>
                  </a:cubicBezTo>
                  <a:cubicBezTo>
                    <a:pt x="449296" y="1025155"/>
                    <a:pt x="495520" y="969150"/>
                    <a:pt x="495520" y="885593"/>
                  </a:cubicBezTo>
                  <a:lnTo>
                    <a:pt x="495520" y="781371"/>
                  </a:lnTo>
                  <a:cubicBezTo>
                    <a:pt x="495520" y="765198"/>
                    <a:pt x="502299" y="758909"/>
                    <a:pt x="520173" y="758909"/>
                  </a:cubicBezTo>
                  <a:lnTo>
                    <a:pt x="581188" y="758909"/>
                  </a:lnTo>
                  <a:cubicBezTo>
                    <a:pt x="597829" y="758909"/>
                    <a:pt x="604300" y="765198"/>
                    <a:pt x="604300" y="781371"/>
                  </a:cubicBezTo>
                  <a:lnTo>
                    <a:pt x="604300" y="89368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6" name="手繪多邊形: 圖案 255">
              <a:extLst>
                <a:ext uri="{FF2B5EF4-FFF2-40B4-BE49-F238E27FC236}">
                  <a16:creationId xmlns:a16="http://schemas.microsoft.com/office/drawing/2014/main" id="{FE3B809C-17E6-964C-5146-EF73F99B60E7}"/>
                </a:ext>
              </a:extLst>
            </p:cNvPr>
            <p:cNvSpPr/>
            <p:nvPr/>
          </p:nvSpPr>
          <p:spPr>
            <a:xfrm>
              <a:off x="-10020973" y="31930261"/>
              <a:ext cx="521713" cy="1091043"/>
            </a:xfrm>
            <a:custGeom>
              <a:avLst/>
              <a:gdLst>
                <a:gd name="connsiteX0" fmla="*/ 110629 w 521713"/>
                <a:gd name="connsiteY0" fmla="*/ 999699 h 1091043"/>
                <a:gd name="connsiteX1" fmla="*/ 498601 w 521713"/>
                <a:gd name="connsiteY1" fmla="*/ 999699 h 1091043"/>
                <a:gd name="connsiteX2" fmla="*/ 521713 w 521713"/>
                <a:gd name="connsiteY2" fmla="*/ 1020364 h 1091043"/>
                <a:gd name="connsiteX3" fmla="*/ 521713 w 521713"/>
                <a:gd name="connsiteY3" fmla="*/ 1068581 h 1091043"/>
                <a:gd name="connsiteX4" fmla="*/ 498601 w 521713"/>
                <a:gd name="connsiteY4" fmla="*/ 1091043 h 1091043"/>
                <a:gd name="connsiteX5" fmla="*/ 19722 w 521713"/>
                <a:gd name="connsiteY5" fmla="*/ 1091043 h 1091043"/>
                <a:gd name="connsiteX6" fmla="*/ 0 w 521713"/>
                <a:gd name="connsiteY6" fmla="*/ 1067084 h 1091043"/>
                <a:gd name="connsiteX7" fmla="*/ 0 w 521713"/>
                <a:gd name="connsiteY7" fmla="*/ 23960 h 1091043"/>
                <a:gd name="connsiteX8" fmla="*/ 23112 w 521713"/>
                <a:gd name="connsiteY8" fmla="*/ 0 h 1091043"/>
                <a:gd name="connsiteX9" fmla="*/ 87517 w 521713"/>
                <a:gd name="connsiteY9" fmla="*/ 0 h 1091043"/>
                <a:gd name="connsiteX10" fmla="*/ 110629 w 521713"/>
                <a:gd name="connsiteY10" fmla="*/ 23960 h 1091043"/>
                <a:gd name="connsiteX11" fmla="*/ 110629 w 521713"/>
                <a:gd name="connsiteY11" fmla="*/ 999699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13" h="1091043">
                  <a:moveTo>
                    <a:pt x="110629" y="999699"/>
                  </a:moveTo>
                  <a:lnTo>
                    <a:pt x="498601" y="999699"/>
                  </a:lnTo>
                  <a:cubicBezTo>
                    <a:pt x="513393" y="999699"/>
                    <a:pt x="521713" y="1004492"/>
                    <a:pt x="521713" y="1020364"/>
                  </a:cubicBezTo>
                  <a:lnTo>
                    <a:pt x="521713" y="1068581"/>
                  </a:lnTo>
                  <a:cubicBezTo>
                    <a:pt x="521713" y="1084755"/>
                    <a:pt x="513393" y="1091043"/>
                    <a:pt x="498601" y="1091043"/>
                  </a:cubicBezTo>
                  <a:lnTo>
                    <a:pt x="19722" y="1091043"/>
                  </a:lnTo>
                  <a:cubicBezTo>
                    <a:pt x="6471" y="1091043"/>
                    <a:pt x="0" y="1082958"/>
                    <a:pt x="0" y="1067084"/>
                  </a:cubicBezTo>
                  <a:lnTo>
                    <a:pt x="0" y="23960"/>
                  </a:lnTo>
                  <a:cubicBezTo>
                    <a:pt x="0" y="7787"/>
                    <a:pt x="6471" y="0"/>
                    <a:pt x="23112" y="0"/>
                  </a:cubicBezTo>
                  <a:lnTo>
                    <a:pt x="87517" y="0"/>
                  </a:lnTo>
                  <a:cubicBezTo>
                    <a:pt x="104158" y="0"/>
                    <a:pt x="110629" y="8087"/>
                    <a:pt x="110629" y="23960"/>
                  </a:cubicBezTo>
                  <a:lnTo>
                    <a:pt x="110629" y="999699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7" name="手繪多邊形: 圖案 256">
              <a:extLst>
                <a:ext uri="{FF2B5EF4-FFF2-40B4-BE49-F238E27FC236}">
                  <a16:creationId xmlns:a16="http://schemas.microsoft.com/office/drawing/2014/main" id="{7DB7984C-4C51-2F1B-05E2-9048197022BA}"/>
                </a:ext>
              </a:extLst>
            </p:cNvPr>
            <p:cNvSpPr/>
            <p:nvPr/>
          </p:nvSpPr>
          <p:spPr>
            <a:xfrm>
              <a:off x="-8800662" y="31930561"/>
              <a:ext cx="110629" cy="1091043"/>
            </a:xfrm>
            <a:custGeom>
              <a:avLst/>
              <a:gdLst>
                <a:gd name="connsiteX0" fmla="*/ 110629 w 110629"/>
                <a:gd name="connsiteY0" fmla="*/ 1067084 h 1091043"/>
                <a:gd name="connsiteX1" fmla="*/ 87517 w 110629"/>
                <a:gd name="connsiteY1" fmla="*/ 1091043 h 1091043"/>
                <a:gd name="connsiteX2" fmla="*/ 23112 w 110629"/>
                <a:gd name="connsiteY2" fmla="*/ 1091043 h 1091043"/>
                <a:gd name="connsiteX3" fmla="*/ 0 w 110629"/>
                <a:gd name="connsiteY3" fmla="*/ 1067084 h 1091043"/>
                <a:gd name="connsiteX4" fmla="*/ 0 w 110629"/>
                <a:gd name="connsiteY4" fmla="*/ 23959 h 1091043"/>
                <a:gd name="connsiteX5" fmla="*/ 23112 w 110629"/>
                <a:gd name="connsiteY5" fmla="*/ 0 h 1091043"/>
                <a:gd name="connsiteX6" fmla="*/ 87517 w 110629"/>
                <a:gd name="connsiteY6" fmla="*/ 0 h 1091043"/>
                <a:gd name="connsiteX7" fmla="*/ 110629 w 110629"/>
                <a:gd name="connsiteY7" fmla="*/ 23959 h 1091043"/>
                <a:gd name="connsiteX8" fmla="*/ 110629 w 110629"/>
                <a:gd name="connsiteY8" fmla="*/ 1067084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9" h="1091043">
                  <a:moveTo>
                    <a:pt x="110629" y="1067084"/>
                  </a:moveTo>
                  <a:cubicBezTo>
                    <a:pt x="110629" y="1083256"/>
                    <a:pt x="104157" y="1091043"/>
                    <a:pt x="87517" y="1091043"/>
                  </a:cubicBezTo>
                  <a:lnTo>
                    <a:pt x="23112" y="1091043"/>
                  </a:lnTo>
                  <a:cubicBezTo>
                    <a:pt x="6471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1" y="0"/>
                    <a:pt x="23112" y="0"/>
                  </a:cubicBezTo>
                  <a:lnTo>
                    <a:pt x="87517" y="0"/>
                  </a:lnTo>
                  <a:cubicBezTo>
                    <a:pt x="104157" y="0"/>
                    <a:pt x="110629" y="8086"/>
                    <a:pt x="110629" y="23959"/>
                  </a:cubicBezTo>
                  <a:lnTo>
                    <a:pt x="110629" y="1067084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8" name="手繪多邊形: 圖案 257">
              <a:extLst>
                <a:ext uri="{FF2B5EF4-FFF2-40B4-BE49-F238E27FC236}">
                  <a16:creationId xmlns:a16="http://schemas.microsoft.com/office/drawing/2014/main" id="{608588B7-993C-007C-366C-AA5AAF746B16}"/>
                </a:ext>
              </a:extLst>
            </p:cNvPr>
            <p:cNvSpPr/>
            <p:nvPr/>
          </p:nvSpPr>
          <p:spPr>
            <a:xfrm>
              <a:off x="-7887587" y="31930561"/>
              <a:ext cx="620941" cy="1091043"/>
            </a:xfrm>
            <a:custGeom>
              <a:avLst/>
              <a:gdLst>
                <a:gd name="connsiteX0" fmla="*/ 620942 w 620941"/>
                <a:gd name="connsiteY0" fmla="*/ 1068581 h 1091043"/>
                <a:gd name="connsiteX1" fmla="*/ 599370 w 620941"/>
                <a:gd name="connsiteY1" fmla="*/ 1091043 h 1091043"/>
                <a:gd name="connsiteX2" fmla="*/ 539896 w 620941"/>
                <a:gd name="connsiteY2" fmla="*/ 1091043 h 1091043"/>
                <a:gd name="connsiteX3" fmla="*/ 515242 w 620941"/>
                <a:gd name="connsiteY3" fmla="*/ 1078165 h 1091043"/>
                <a:gd name="connsiteX4" fmla="*/ 148533 w 620941"/>
                <a:gd name="connsiteY4" fmla="*/ 335130 h 1091043"/>
                <a:gd name="connsiteX5" fmla="*/ 102309 w 620941"/>
                <a:gd name="connsiteY5" fmla="*/ 227613 h 1091043"/>
                <a:gd name="connsiteX6" fmla="*/ 102309 w 620941"/>
                <a:gd name="connsiteY6" fmla="*/ 1068581 h 1091043"/>
                <a:gd name="connsiteX7" fmla="*/ 79197 w 620941"/>
                <a:gd name="connsiteY7" fmla="*/ 1091043 h 1091043"/>
                <a:gd name="connsiteX8" fmla="*/ 23112 w 620941"/>
                <a:gd name="connsiteY8" fmla="*/ 1091043 h 1091043"/>
                <a:gd name="connsiteX9" fmla="*/ 0 w 620941"/>
                <a:gd name="connsiteY9" fmla="*/ 1068581 h 1091043"/>
                <a:gd name="connsiteX10" fmla="*/ 0 w 620941"/>
                <a:gd name="connsiteY10" fmla="*/ 22462 h 1091043"/>
                <a:gd name="connsiteX11" fmla="*/ 23112 w 620941"/>
                <a:gd name="connsiteY11" fmla="*/ 0 h 1091043"/>
                <a:gd name="connsiteX12" fmla="*/ 82587 w 620941"/>
                <a:gd name="connsiteY12" fmla="*/ 0 h 1091043"/>
                <a:gd name="connsiteX13" fmla="*/ 104158 w 620941"/>
                <a:gd name="connsiteY13" fmla="*/ 12878 h 1091043"/>
                <a:gd name="connsiteX14" fmla="*/ 477339 w 620941"/>
                <a:gd name="connsiteY14" fmla="*/ 762203 h 1091043"/>
                <a:gd name="connsiteX15" fmla="*/ 518632 w 620941"/>
                <a:gd name="connsiteY15" fmla="*/ 860135 h 1091043"/>
                <a:gd name="connsiteX16" fmla="*/ 518632 w 620941"/>
                <a:gd name="connsiteY16" fmla="*/ 22462 h 1091043"/>
                <a:gd name="connsiteX17" fmla="*/ 543285 w 620941"/>
                <a:gd name="connsiteY17" fmla="*/ 0 h 1091043"/>
                <a:gd name="connsiteX18" fmla="*/ 599370 w 620941"/>
                <a:gd name="connsiteY18" fmla="*/ 0 h 1091043"/>
                <a:gd name="connsiteX19" fmla="*/ 620942 w 620941"/>
                <a:gd name="connsiteY19" fmla="*/ 22462 h 1091043"/>
                <a:gd name="connsiteX20" fmla="*/ 620942 w 620941"/>
                <a:gd name="connsiteY20" fmla="*/ 1068581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41" h="1091043">
                  <a:moveTo>
                    <a:pt x="620942" y="1068581"/>
                  </a:moveTo>
                  <a:cubicBezTo>
                    <a:pt x="620942" y="1083256"/>
                    <a:pt x="616011" y="1091043"/>
                    <a:pt x="599370" y="1091043"/>
                  </a:cubicBezTo>
                  <a:lnTo>
                    <a:pt x="539896" y="1091043"/>
                  </a:lnTo>
                  <a:cubicBezTo>
                    <a:pt x="526644" y="1091043"/>
                    <a:pt x="520173" y="1087749"/>
                    <a:pt x="515242" y="1078165"/>
                  </a:cubicBezTo>
                  <a:lnTo>
                    <a:pt x="148533" y="335130"/>
                  </a:lnTo>
                  <a:cubicBezTo>
                    <a:pt x="131892" y="303084"/>
                    <a:pt x="112170" y="259659"/>
                    <a:pt x="102309" y="227613"/>
                  </a:cubicBezTo>
                  <a:lnTo>
                    <a:pt x="102309" y="1068581"/>
                  </a:lnTo>
                  <a:cubicBezTo>
                    <a:pt x="102309" y="1083256"/>
                    <a:pt x="95838" y="1091043"/>
                    <a:pt x="79197" y="1091043"/>
                  </a:cubicBezTo>
                  <a:lnTo>
                    <a:pt x="23112" y="1091043"/>
                  </a:lnTo>
                  <a:cubicBezTo>
                    <a:pt x="6472" y="1091043"/>
                    <a:pt x="0" y="1082956"/>
                    <a:pt x="0" y="1068581"/>
                  </a:cubicBezTo>
                  <a:lnTo>
                    <a:pt x="0" y="22462"/>
                  </a:lnTo>
                  <a:cubicBezTo>
                    <a:pt x="0" y="8086"/>
                    <a:pt x="6472" y="0"/>
                    <a:pt x="23112" y="0"/>
                  </a:cubicBezTo>
                  <a:lnTo>
                    <a:pt x="82587" y="0"/>
                  </a:lnTo>
                  <a:cubicBezTo>
                    <a:pt x="93989" y="0"/>
                    <a:pt x="99227" y="2995"/>
                    <a:pt x="104158" y="12878"/>
                  </a:cubicBezTo>
                  <a:lnTo>
                    <a:pt x="477339" y="762203"/>
                  </a:lnTo>
                  <a:cubicBezTo>
                    <a:pt x="493979" y="794249"/>
                    <a:pt x="511853" y="839173"/>
                    <a:pt x="518632" y="860135"/>
                  </a:cubicBezTo>
                  <a:lnTo>
                    <a:pt x="518632" y="22462"/>
                  </a:lnTo>
                  <a:cubicBezTo>
                    <a:pt x="518632" y="8086"/>
                    <a:pt x="526952" y="0"/>
                    <a:pt x="543285" y="0"/>
                  </a:cubicBezTo>
                  <a:lnTo>
                    <a:pt x="599370" y="0"/>
                  </a:lnTo>
                  <a:cubicBezTo>
                    <a:pt x="616011" y="0"/>
                    <a:pt x="620942" y="8086"/>
                    <a:pt x="620942" y="22462"/>
                  </a:cubicBezTo>
                  <a:lnTo>
                    <a:pt x="620942" y="1068581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59" name="手繪多邊形: 圖案 258">
              <a:extLst>
                <a:ext uri="{FF2B5EF4-FFF2-40B4-BE49-F238E27FC236}">
                  <a16:creationId xmlns:a16="http://schemas.microsoft.com/office/drawing/2014/main" id="{A40795B6-2277-0214-BE05-E783A0A9F97A}"/>
                </a:ext>
              </a:extLst>
            </p:cNvPr>
            <p:cNvSpPr/>
            <p:nvPr/>
          </p:nvSpPr>
          <p:spPr>
            <a:xfrm>
              <a:off x="-6464199" y="31930561"/>
              <a:ext cx="110629" cy="1091043"/>
            </a:xfrm>
            <a:custGeom>
              <a:avLst/>
              <a:gdLst>
                <a:gd name="connsiteX0" fmla="*/ 110629 w 110629"/>
                <a:gd name="connsiteY0" fmla="*/ 1067084 h 1091043"/>
                <a:gd name="connsiteX1" fmla="*/ 87517 w 110629"/>
                <a:gd name="connsiteY1" fmla="*/ 1091043 h 1091043"/>
                <a:gd name="connsiteX2" fmla="*/ 23112 w 110629"/>
                <a:gd name="connsiteY2" fmla="*/ 1091043 h 1091043"/>
                <a:gd name="connsiteX3" fmla="*/ 0 w 110629"/>
                <a:gd name="connsiteY3" fmla="*/ 1067084 h 1091043"/>
                <a:gd name="connsiteX4" fmla="*/ 0 w 110629"/>
                <a:gd name="connsiteY4" fmla="*/ 23959 h 1091043"/>
                <a:gd name="connsiteX5" fmla="*/ 23112 w 110629"/>
                <a:gd name="connsiteY5" fmla="*/ 0 h 1091043"/>
                <a:gd name="connsiteX6" fmla="*/ 87517 w 110629"/>
                <a:gd name="connsiteY6" fmla="*/ 0 h 1091043"/>
                <a:gd name="connsiteX7" fmla="*/ 110629 w 110629"/>
                <a:gd name="connsiteY7" fmla="*/ 23959 h 1091043"/>
                <a:gd name="connsiteX8" fmla="*/ 110629 w 110629"/>
                <a:gd name="connsiteY8" fmla="*/ 1067084 h 109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9" h="1091043">
                  <a:moveTo>
                    <a:pt x="110629" y="1067084"/>
                  </a:moveTo>
                  <a:cubicBezTo>
                    <a:pt x="110629" y="1083256"/>
                    <a:pt x="104157" y="1091043"/>
                    <a:pt x="87517" y="1091043"/>
                  </a:cubicBezTo>
                  <a:lnTo>
                    <a:pt x="23112" y="1091043"/>
                  </a:lnTo>
                  <a:cubicBezTo>
                    <a:pt x="6471" y="1091043"/>
                    <a:pt x="0" y="1082956"/>
                    <a:pt x="0" y="1067084"/>
                  </a:cubicBezTo>
                  <a:lnTo>
                    <a:pt x="0" y="23959"/>
                  </a:lnTo>
                  <a:cubicBezTo>
                    <a:pt x="0" y="7787"/>
                    <a:pt x="6471" y="0"/>
                    <a:pt x="23112" y="0"/>
                  </a:cubicBezTo>
                  <a:lnTo>
                    <a:pt x="87517" y="0"/>
                  </a:lnTo>
                  <a:cubicBezTo>
                    <a:pt x="104157" y="0"/>
                    <a:pt x="110629" y="8086"/>
                    <a:pt x="110629" y="23959"/>
                  </a:cubicBezTo>
                  <a:lnTo>
                    <a:pt x="110629" y="1067084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0" name="手繪多邊形: 圖案 259">
              <a:extLst>
                <a:ext uri="{FF2B5EF4-FFF2-40B4-BE49-F238E27FC236}">
                  <a16:creationId xmlns:a16="http://schemas.microsoft.com/office/drawing/2014/main" id="{4FD0955E-D4EA-24D0-042B-B7CFC059074E}"/>
                </a:ext>
              </a:extLst>
            </p:cNvPr>
            <p:cNvSpPr/>
            <p:nvPr/>
          </p:nvSpPr>
          <p:spPr>
            <a:xfrm>
              <a:off x="-5567457" y="31917383"/>
              <a:ext cx="604300" cy="1117098"/>
            </a:xfrm>
            <a:custGeom>
              <a:avLst/>
              <a:gdLst>
                <a:gd name="connsiteX0" fmla="*/ 604300 w 604300"/>
                <a:gd name="connsiteY0" fmla="*/ 893978 h 1117098"/>
                <a:gd name="connsiteX1" fmla="*/ 302304 w 604300"/>
                <a:gd name="connsiteY1" fmla="*/ 1117099 h 1117098"/>
                <a:gd name="connsiteX2" fmla="*/ 0 w 604300"/>
                <a:gd name="connsiteY2" fmla="*/ 893978 h 1117098"/>
                <a:gd name="connsiteX3" fmla="*/ 0 w 604300"/>
                <a:gd name="connsiteY3" fmla="*/ 223121 h 1117098"/>
                <a:gd name="connsiteX4" fmla="*/ 302304 w 604300"/>
                <a:gd name="connsiteY4" fmla="*/ 0 h 1117098"/>
                <a:gd name="connsiteX5" fmla="*/ 604300 w 604300"/>
                <a:gd name="connsiteY5" fmla="*/ 223121 h 1117098"/>
                <a:gd name="connsiteX6" fmla="*/ 604300 w 604300"/>
                <a:gd name="connsiteY6" fmla="*/ 314465 h 1117098"/>
                <a:gd name="connsiteX7" fmla="*/ 581188 w 604300"/>
                <a:gd name="connsiteY7" fmla="*/ 338424 h 1117098"/>
                <a:gd name="connsiteX8" fmla="*/ 520173 w 604300"/>
                <a:gd name="connsiteY8" fmla="*/ 338424 h 1117098"/>
                <a:gd name="connsiteX9" fmla="*/ 495520 w 604300"/>
                <a:gd name="connsiteY9" fmla="*/ 314465 h 1117098"/>
                <a:gd name="connsiteX10" fmla="*/ 495520 w 604300"/>
                <a:gd name="connsiteY10" fmla="*/ 230907 h 1117098"/>
                <a:gd name="connsiteX11" fmla="*/ 302304 w 604300"/>
                <a:gd name="connsiteY11" fmla="*/ 91344 h 1117098"/>
                <a:gd name="connsiteX12" fmla="*/ 110629 w 604300"/>
                <a:gd name="connsiteY12" fmla="*/ 230907 h 1117098"/>
                <a:gd name="connsiteX13" fmla="*/ 110629 w 604300"/>
                <a:gd name="connsiteY13" fmla="*/ 885593 h 1117098"/>
                <a:gd name="connsiteX14" fmla="*/ 302304 w 604300"/>
                <a:gd name="connsiteY14" fmla="*/ 1025155 h 1117098"/>
                <a:gd name="connsiteX15" fmla="*/ 495520 w 604300"/>
                <a:gd name="connsiteY15" fmla="*/ 885593 h 1117098"/>
                <a:gd name="connsiteX16" fmla="*/ 495520 w 604300"/>
                <a:gd name="connsiteY16" fmla="*/ 781371 h 1117098"/>
                <a:gd name="connsiteX17" fmla="*/ 520173 w 604300"/>
                <a:gd name="connsiteY17" fmla="*/ 758909 h 1117098"/>
                <a:gd name="connsiteX18" fmla="*/ 581188 w 604300"/>
                <a:gd name="connsiteY18" fmla="*/ 758909 h 1117098"/>
                <a:gd name="connsiteX19" fmla="*/ 604300 w 604300"/>
                <a:gd name="connsiteY19" fmla="*/ 781371 h 1117098"/>
                <a:gd name="connsiteX20" fmla="*/ 604300 w 604300"/>
                <a:gd name="connsiteY20" fmla="*/ 893680 h 1117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300" h="1117098">
                  <a:moveTo>
                    <a:pt x="604300" y="893978"/>
                  </a:moveTo>
                  <a:cubicBezTo>
                    <a:pt x="604300" y="1015871"/>
                    <a:pt x="538354" y="1117099"/>
                    <a:pt x="302304" y="1117099"/>
                  </a:cubicBezTo>
                  <a:cubicBezTo>
                    <a:pt x="66255" y="1117099"/>
                    <a:pt x="0" y="1015871"/>
                    <a:pt x="0" y="893978"/>
                  </a:cubicBezTo>
                  <a:lnTo>
                    <a:pt x="0" y="223121"/>
                  </a:lnTo>
                  <a:cubicBezTo>
                    <a:pt x="0" y="101228"/>
                    <a:pt x="65946" y="0"/>
                    <a:pt x="302304" y="0"/>
                  </a:cubicBezTo>
                  <a:cubicBezTo>
                    <a:pt x="538662" y="0"/>
                    <a:pt x="604300" y="101228"/>
                    <a:pt x="604300" y="223121"/>
                  </a:cubicBezTo>
                  <a:lnTo>
                    <a:pt x="604300" y="314465"/>
                  </a:lnTo>
                  <a:cubicBezTo>
                    <a:pt x="604300" y="330638"/>
                    <a:pt x="597829" y="338424"/>
                    <a:pt x="581188" y="338424"/>
                  </a:cubicBezTo>
                  <a:lnTo>
                    <a:pt x="520173" y="338424"/>
                  </a:lnTo>
                  <a:cubicBezTo>
                    <a:pt x="501992" y="338424"/>
                    <a:pt x="495520" y="330338"/>
                    <a:pt x="495520" y="314465"/>
                  </a:cubicBezTo>
                  <a:lnTo>
                    <a:pt x="495520" y="230907"/>
                  </a:lnTo>
                  <a:cubicBezTo>
                    <a:pt x="495520" y="147350"/>
                    <a:pt x="450837" y="91344"/>
                    <a:pt x="302304" y="91344"/>
                  </a:cubicBezTo>
                  <a:cubicBezTo>
                    <a:pt x="153772" y="91344"/>
                    <a:pt x="110629" y="147350"/>
                    <a:pt x="110629" y="230907"/>
                  </a:cubicBezTo>
                  <a:lnTo>
                    <a:pt x="110629" y="885593"/>
                  </a:lnTo>
                  <a:cubicBezTo>
                    <a:pt x="110629" y="969150"/>
                    <a:pt x="155313" y="1025155"/>
                    <a:pt x="302304" y="1025155"/>
                  </a:cubicBezTo>
                  <a:cubicBezTo>
                    <a:pt x="449296" y="1025155"/>
                    <a:pt x="495520" y="969150"/>
                    <a:pt x="495520" y="885593"/>
                  </a:cubicBezTo>
                  <a:lnTo>
                    <a:pt x="495520" y="781371"/>
                  </a:lnTo>
                  <a:cubicBezTo>
                    <a:pt x="495520" y="765198"/>
                    <a:pt x="502300" y="758909"/>
                    <a:pt x="520173" y="758909"/>
                  </a:cubicBezTo>
                  <a:lnTo>
                    <a:pt x="581188" y="758909"/>
                  </a:lnTo>
                  <a:cubicBezTo>
                    <a:pt x="597829" y="758909"/>
                    <a:pt x="604300" y="765198"/>
                    <a:pt x="604300" y="781371"/>
                  </a:cubicBezTo>
                  <a:lnTo>
                    <a:pt x="604300" y="89368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261" name="圖形 17">
            <a:extLst>
              <a:ext uri="{FF2B5EF4-FFF2-40B4-BE49-F238E27FC236}">
                <a16:creationId xmlns:a16="http://schemas.microsoft.com/office/drawing/2014/main" id="{3866FEEB-A699-9778-26DF-8F7CF7A4C2EB}"/>
              </a:ext>
            </a:extLst>
          </p:cNvPr>
          <p:cNvGrpSpPr/>
          <p:nvPr/>
        </p:nvGrpSpPr>
        <p:grpSpPr>
          <a:xfrm>
            <a:off x="-31168396" y="26566988"/>
            <a:ext cx="156776781" cy="19601435"/>
            <a:chOff x="-31168396" y="26566988"/>
            <a:chExt cx="156776781" cy="19601435"/>
          </a:xfrm>
          <a:solidFill>
            <a:srgbClr val="231815"/>
          </a:solidFill>
        </p:grpSpPr>
        <p:sp>
          <p:nvSpPr>
            <p:cNvPr id="262" name="手繪多邊形: 圖案 261">
              <a:extLst>
                <a:ext uri="{FF2B5EF4-FFF2-40B4-BE49-F238E27FC236}">
                  <a16:creationId xmlns:a16="http://schemas.microsoft.com/office/drawing/2014/main" id="{53385CE7-7EBC-F675-EAB1-961E6D022389}"/>
                </a:ext>
              </a:extLst>
            </p:cNvPr>
            <p:cNvSpPr/>
            <p:nvPr/>
          </p:nvSpPr>
          <p:spPr>
            <a:xfrm>
              <a:off x="-31168396" y="26579566"/>
              <a:ext cx="586425" cy="1080261"/>
            </a:xfrm>
            <a:custGeom>
              <a:avLst/>
              <a:gdLst>
                <a:gd name="connsiteX0" fmla="*/ 548830 w 586425"/>
                <a:gd name="connsiteY0" fmla="*/ 0 h 1080261"/>
                <a:gd name="connsiteX1" fmla="*/ 586426 w 586425"/>
                <a:gd name="connsiteY1" fmla="*/ 36538 h 1080261"/>
                <a:gd name="connsiteX2" fmla="*/ 586426 w 586425"/>
                <a:gd name="connsiteY2" fmla="*/ 130278 h 1080261"/>
                <a:gd name="connsiteX3" fmla="*/ 548830 w 586425"/>
                <a:gd name="connsiteY3" fmla="*/ 166816 h 1080261"/>
                <a:gd name="connsiteX4" fmla="*/ 298296 w 586425"/>
                <a:gd name="connsiteY4" fmla="*/ 166816 h 1080261"/>
                <a:gd name="connsiteX5" fmla="*/ 205540 w 586425"/>
                <a:gd name="connsiteY5" fmla="*/ 256963 h 1080261"/>
                <a:gd name="connsiteX6" fmla="*/ 205540 w 586425"/>
                <a:gd name="connsiteY6" fmla="*/ 440251 h 1080261"/>
                <a:gd name="connsiteX7" fmla="*/ 526026 w 586425"/>
                <a:gd name="connsiteY7" fmla="*/ 440251 h 1080261"/>
                <a:gd name="connsiteX8" fmla="*/ 563623 w 586425"/>
                <a:gd name="connsiteY8" fmla="*/ 476789 h 1080261"/>
                <a:gd name="connsiteX9" fmla="*/ 563623 w 586425"/>
                <a:gd name="connsiteY9" fmla="*/ 570530 h 1080261"/>
                <a:gd name="connsiteX10" fmla="*/ 524486 w 586425"/>
                <a:gd name="connsiteY10" fmla="*/ 608565 h 1080261"/>
                <a:gd name="connsiteX11" fmla="*/ 205848 w 586425"/>
                <a:gd name="connsiteY11" fmla="*/ 608565 h 1080261"/>
                <a:gd name="connsiteX12" fmla="*/ 205848 w 586425"/>
                <a:gd name="connsiteY12" fmla="*/ 1042227 h 1080261"/>
                <a:gd name="connsiteX13" fmla="*/ 166711 w 586425"/>
                <a:gd name="connsiteY13" fmla="*/ 1080262 h 1080261"/>
                <a:gd name="connsiteX14" fmla="*/ 37595 w 586425"/>
                <a:gd name="connsiteY14" fmla="*/ 1080262 h 1080261"/>
                <a:gd name="connsiteX15" fmla="*/ 0 w 586425"/>
                <a:gd name="connsiteY15" fmla="*/ 1042227 h 1080261"/>
                <a:gd name="connsiteX16" fmla="*/ 0 w 586425"/>
                <a:gd name="connsiteY16" fmla="*/ 252171 h 1080261"/>
                <a:gd name="connsiteX17" fmla="*/ 259468 w 586425"/>
                <a:gd name="connsiteY17" fmla="*/ 0 h 1080261"/>
                <a:gd name="connsiteX18" fmla="*/ 549447 w 586425"/>
                <a:gd name="connsiteY18" fmla="*/ 0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86425" h="1080261">
                  <a:moveTo>
                    <a:pt x="548830" y="0"/>
                  </a:moveTo>
                  <a:cubicBezTo>
                    <a:pt x="569478" y="0"/>
                    <a:pt x="586426" y="16473"/>
                    <a:pt x="586426" y="36538"/>
                  </a:cubicBezTo>
                  <a:lnTo>
                    <a:pt x="586426" y="130278"/>
                  </a:lnTo>
                  <a:cubicBezTo>
                    <a:pt x="586426" y="150345"/>
                    <a:pt x="569478" y="166816"/>
                    <a:pt x="548830" y="166816"/>
                  </a:cubicBezTo>
                  <a:lnTo>
                    <a:pt x="298296" y="166816"/>
                  </a:lnTo>
                  <a:cubicBezTo>
                    <a:pt x="247144" y="166816"/>
                    <a:pt x="205540" y="207248"/>
                    <a:pt x="205540" y="256963"/>
                  </a:cubicBezTo>
                  <a:lnTo>
                    <a:pt x="205540" y="440251"/>
                  </a:lnTo>
                  <a:lnTo>
                    <a:pt x="526026" y="440251"/>
                  </a:lnTo>
                  <a:cubicBezTo>
                    <a:pt x="552221" y="440251"/>
                    <a:pt x="563623" y="449835"/>
                    <a:pt x="563623" y="476789"/>
                  </a:cubicBezTo>
                  <a:lnTo>
                    <a:pt x="563623" y="570530"/>
                  </a:lnTo>
                  <a:cubicBezTo>
                    <a:pt x="563623" y="591494"/>
                    <a:pt x="546057" y="608565"/>
                    <a:pt x="524486" y="608565"/>
                  </a:cubicBezTo>
                  <a:lnTo>
                    <a:pt x="205848" y="608565"/>
                  </a:lnTo>
                  <a:lnTo>
                    <a:pt x="205848" y="1042227"/>
                  </a:lnTo>
                  <a:cubicBezTo>
                    <a:pt x="205848" y="1063191"/>
                    <a:pt x="188285" y="1080262"/>
                    <a:pt x="166711" y="1080262"/>
                  </a:cubicBezTo>
                  <a:lnTo>
                    <a:pt x="37595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252171"/>
                  </a:lnTo>
                  <a:cubicBezTo>
                    <a:pt x="0" y="112908"/>
                    <a:pt x="116177" y="0"/>
                    <a:pt x="259468" y="0"/>
                  </a:cubicBezTo>
                  <a:lnTo>
                    <a:pt x="549447" y="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3" name="手繪多邊形: 圖案 262">
              <a:extLst>
                <a:ext uri="{FF2B5EF4-FFF2-40B4-BE49-F238E27FC236}">
                  <a16:creationId xmlns:a16="http://schemas.microsoft.com/office/drawing/2014/main" id="{1F0A19BC-55D7-BB33-56BC-21E58AFE75CB}"/>
                </a:ext>
              </a:extLst>
            </p:cNvPr>
            <p:cNvSpPr/>
            <p:nvPr/>
          </p:nvSpPr>
          <p:spPr>
            <a:xfrm>
              <a:off x="-30027979" y="26579566"/>
              <a:ext cx="759355" cy="1080261"/>
            </a:xfrm>
            <a:custGeom>
              <a:avLst/>
              <a:gdLst>
                <a:gd name="connsiteX0" fmla="*/ 448143 w 759355"/>
                <a:gd name="connsiteY0" fmla="*/ 0 h 1080261"/>
                <a:gd name="connsiteX1" fmla="*/ 495599 w 759355"/>
                <a:gd name="connsiteY1" fmla="*/ 38036 h 1080261"/>
                <a:gd name="connsiteX2" fmla="*/ 757226 w 759355"/>
                <a:gd name="connsiteY2" fmla="*/ 1042227 h 1080261"/>
                <a:gd name="connsiteX3" fmla="*/ 729491 w 759355"/>
                <a:gd name="connsiteY3" fmla="*/ 1080262 h 1080261"/>
                <a:gd name="connsiteX4" fmla="*/ 596983 w 759355"/>
                <a:gd name="connsiteY4" fmla="*/ 1080262 h 1080261"/>
                <a:gd name="connsiteX5" fmla="*/ 551067 w 759355"/>
                <a:gd name="connsiteY5" fmla="*/ 1042227 h 1080261"/>
                <a:gd name="connsiteX6" fmla="*/ 500529 w 759355"/>
                <a:gd name="connsiteY6" fmla="*/ 835579 h 1080261"/>
                <a:gd name="connsiteX7" fmla="*/ 248763 w 759355"/>
                <a:gd name="connsiteY7" fmla="*/ 835579 h 1080261"/>
                <a:gd name="connsiteX8" fmla="*/ 198225 w 759355"/>
                <a:gd name="connsiteY8" fmla="*/ 1042227 h 1080261"/>
                <a:gd name="connsiteX9" fmla="*/ 154158 w 759355"/>
                <a:gd name="connsiteY9" fmla="*/ 1080262 h 1080261"/>
                <a:gd name="connsiteX10" fmla="*/ 31511 w 759355"/>
                <a:gd name="connsiteY10" fmla="*/ 1080262 h 1080261"/>
                <a:gd name="connsiteX11" fmla="*/ 2236 w 759355"/>
                <a:gd name="connsiteY11" fmla="*/ 1042227 h 1080261"/>
                <a:gd name="connsiteX12" fmla="*/ 265403 w 759355"/>
                <a:gd name="connsiteY12" fmla="*/ 38036 h 1080261"/>
                <a:gd name="connsiteX13" fmla="*/ 312861 w 759355"/>
                <a:gd name="connsiteY13" fmla="*/ 0 h 1080261"/>
                <a:gd name="connsiteX14" fmla="*/ 448450 w 759355"/>
                <a:gd name="connsiteY14" fmla="*/ 0 h 1080261"/>
                <a:gd name="connsiteX15" fmla="*/ 415479 w 759355"/>
                <a:gd name="connsiteY15" fmla="*/ 484576 h 1080261"/>
                <a:gd name="connsiteX16" fmla="*/ 376342 w 759355"/>
                <a:gd name="connsiteY16" fmla="*/ 233603 h 1080261"/>
                <a:gd name="connsiteX17" fmla="*/ 335356 w 759355"/>
                <a:gd name="connsiteY17" fmla="*/ 484576 h 1080261"/>
                <a:gd name="connsiteX18" fmla="*/ 286360 w 759355"/>
                <a:gd name="connsiteY18" fmla="*/ 676848 h 1080261"/>
                <a:gd name="connsiteX19" fmla="*/ 462934 w 759355"/>
                <a:gd name="connsiteY19" fmla="*/ 676848 h 1080261"/>
                <a:gd name="connsiteX20" fmla="*/ 415479 w 759355"/>
                <a:gd name="connsiteY20" fmla="*/ 484576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55" h="1080261">
                  <a:moveTo>
                    <a:pt x="448143" y="0"/>
                  </a:moveTo>
                  <a:cubicBezTo>
                    <a:pt x="474336" y="0"/>
                    <a:pt x="489127" y="12579"/>
                    <a:pt x="495599" y="38036"/>
                  </a:cubicBezTo>
                  <a:lnTo>
                    <a:pt x="757226" y="1042227"/>
                  </a:lnTo>
                  <a:cubicBezTo>
                    <a:pt x="763698" y="1067684"/>
                    <a:pt x="755686" y="1080262"/>
                    <a:pt x="729491" y="1080262"/>
                  </a:cubicBezTo>
                  <a:lnTo>
                    <a:pt x="596983" y="1080262"/>
                  </a:lnTo>
                  <a:cubicBezTo>
                    <a:pt x="569250" y="1080262"/>
                    <a:pt x="557848" y="1065887"/>
                    <a:pt x="551067" y="1042227"/>
                  </a:cubicBezTo>
                  <a:lnTo>
                    <a:pt x="500529" y="835579"/>
                  </a:lnTo>
                  <a:lnTo>
                    <a:pt x="248763" y="835579"/>
                  </a:lnTo>
                  <a:lnTo>
                    <a:pt x="198225" y="1042227"/>
                  </a:lnTo>
                  <a:cubicBezTo>
                    <a:pt x="191755" y="1066186"/>
                    <a:pt x="180353" y="1080262"/>
                    <a:pt x="154158" y="1080262"/>
                  </a:cubicBezTo>
                  <a:lnTo>
                    <a:pt x="31511" y="1080262"/>
                  </a:lnTo>
                  <a:cubicBezTo>
                    <a:pt x="3776" y="1080262"/>
                    <a:pt x="-4543" y="1067684"/>
                    <a:pt x="2236" y="1042227"/>
                  </a:cubicBezTo>
                  <a:lnTo>
                    <a:pt x="265403" y="38036"/>
                  </a:lnTo>
                  <a:cubicBezTo>
                    <a:pt x="271875" y="12579"/>
                    <a:pt x="286666" y="0"/>
                    <a:pt x="312861" y="0"/>
                  </a:cubicBezTo>
                  <a:lnTo>
                    <a:pt x="448450" y="0"/>
                  </a:lnTo>
                  <a:close/>
                  <a:moveTo>
                    <a:pt x="415479" y="484576"/>
                  </a:moveTo>
                  <a:cubicBezTo>
                    <a:pt x="399145" y="421084"/>
                    <a:pt x="379423" y="265349"/>
                    <a:pt x="376342" y="233603"/>
                  </a:cubicBezTo>
                  <a:cubicBezTo>
                    <a:pt x="371410" y="271638"/>
                    <a:pt x="351689" y="422581"/>
                    <a:pt x="335356" y="484576"/>
                  </a:cubicBezTo>
                  <a:lnTo>
                    <a:pt x="286360" y="676848"/>
                  </a:lnTo>
                  <a:lnTo>
                    <a:pt x="462934" y="676848"/>
                  </a:lnTo>
                  <a:lnTo>
                    <a:pt x="415479" y="48457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4" name="手繪多邊形: 圖案 263">
              <a:extLst>
                <a:ext uri="{FF2B5EF4-FFF2-40B4-BE49-F238E27FC236}">
                  <a16:creationId xmlns:a16="http://schemas.microsoft.com/office/drawing/2014/main" id="{1EEF9274-7ADD-660A-C27C-24EFA0B3DE88}"/>
                </a:ext>
              </a:extLst>
            </p:cNvPr>
            <p:cNvSpPr/>
            <p:nvPr/>
          </p:nvSpPr>
          <p:spPr>
            <a:xfrm>
              <a:off x="-28610368" y="26579566"/>
              <a:ext cx="694898" cy="1080261"/>
            </a:xfrm>
            <a:custGeom>
              <a:avLst/>
              <a:gdLst>
                <a:gd name="connsiteX0" fmla="*/ 694899 w 694898"/>
                <a:gd name="connsiteY0" fmla="*/ 1042227 h 1080261"/>
                <a:gd name="connsiteX1" fmla="*/ 658845 w 694898"/>
                <a:gd name="connsiteY1" fmla="*/ 1080262 h 1080261"/>
                <a:gd name="connsiteX2" fmla="*/ 537738 w 694898"/>
                <a:gd name="connsiteY2" fmla="*/ 1080262 h 1080261"/>
                <a:gd name="connsiteX3" fmla="*/ 500144 w 694898"/>
                <a:gd name="connsiteY3" fmla="*/ 1058100 h 1080261"/>
                <a:gd name="connsiteX4" fmla="*/ 241906 w 694898"/>
                <a:gd name="connsiteY4" fmla="*/ 536987 h 1080261"/>
                <a:gd name="connsiteX5" fmla="*/ 189519 w 694898"/>
                <a:gd name="connsiteY5" fmla="*/ 416292 h 1080261"/>
                <a:gd name="connsiteX6" fmla="*/ 189519 w 694898"/>
                <a:gd name="connsiteY6" fmla="*/ 1042227 h 1080261"/>
                <a:gd name="connsiteX7" fmla="*/ 153465 w 694898"/>
                <a:gd name="connsiteY7" fmla="*/ 1080262 h 1080261"/>
                <a:gd name="connsiteX8" fmla="*/ 39137 w 694898"/>
                <a:gd name="connsiteY8" fmla="*/ 1080262 h 1080261"/>
                <a:gd name="connsiteX9" fmla="*/ 0 w 694898"/>
                <a:gd name="connsiteY9" fmla="*/ 1042227 h 1080261"/>
                <a:gd name="connsiteX10" fmla="*/ 0 w 694898"/>
                <a:gd name="connsiteY10" fmla="*/ 38036 h 1080261"/>
                <a:gd name="connsiteX11" fmla="*/ 39137 w 694898"/>
                <a:gd name="connsiteY11" fmla="*/ 0 h 1080261"/>
                <a:gd name="connsiteX12" fmla="*/ 161784 w 694898"/>
                <a:gd name="connsiteY12" fmla="*/ 0 h 1080261"/>
                <a:gd name="connsiteX13" fmla="*/ 195989 w 694898"/>
                <a:gd name="connsiteY13" fmla="*/ 20665 h 1080261"/>
                <a:gd name="connsiteX14" fmla="*/ 462547 w 694898"/>
                <a:gd name="connsiteY14" fmla="*/ 552860 h 1080261"/>
                <a:gd name="connsiteX15" fmla="*/ 506614 w 694898"/>
                <a:gd name="connsiteY15" fmla="*/ 660975 h 1080261"/>
                <a:gd name="connsiteX16" fmla="*/ 506614 w 694898"/>
                <a:gd name="connsiteY16" fmla="*/ 38036 h 1080261"/>
                <a:gd name="connsiteX17" fmla="*/ 544210 w 694898"/>
                <a:gd name="connsiteY17" fmla="*/ 0 h 1080261"/>
                <a:gd name="connsiteX18" fmla="*/ 658536 w 694898"/>
                <a:gd name="connsiteY18" fmla="*/ 0 h 1080261"/>
                <a:gd name="connsiteX19" fmla="*/ 694592 w 694898"/>
                <a:gd name="connsiteY19" fmla="*/ 38036 h 1080261"/>
                <a:gd name="connsiteX20" fmla="*/ 694592 w 694898"/>
                <a:gd name="connsiteY20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98" h="1080261">
                  <a:moveTo>
                    <a:pt x="694899" y="1042227"/>
                  </a:moveTo>
                  <a:cubicBezTo>
                    <a:pt x="694899" y="1069181"/>
                    <a:pt x="686580" y="1080262"/>
                    <a:pt x="658845" y="1080262"/>
                  </a:cubicBezTo>
                  <a:lnTo>
                    <a:pt x="537738" y="1080262"/>
                  </a:lnTo>
                  <a:cubicBezTo>
                    <a:pt x="516475" y="1080262"/>
                    <a:pt x="508463" y="1073973"/>
                    <a:pt x="500144" y="1058100"/>
                  </a:cubicBezTo>
                  <a:lnTo>
                    <a:pt x="241906" y="536987"/>
                  </a:lnTo>
                  <a:cubicBezTo>
                    <a:pt x="222183" y="498951"/>
                    <a:pt x="202769" y="455824"/>
                    <a:pt x="189519" y="416292"/>
                  </a:cubicBezTo>
                  <a:lnTo>
                    <a:pt x="189519" y="1042227"/>
                  </a:lnTo>
                  <a:cubicBezTo>
                    <a:pt x="189519" y="1069181"/>
                    <a:pt x="179657" y="1080262"/>
                    <a:pt x="153465" y="1080262"/>
                  </a:cubicBezTo>
                  <a:lnTo>
                    <a:pt x="39137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9137" y="0"/>
                  </a:cubicBezTo>
                  <a:lnTo>
                    <a:pt x="161784" y="0"/>
                  </a:lnTo>
                  <a:cubicBezTo>
                    <a:pt x="179657" y="0"/>
                    <a:pt x="187978" y="6290"/>
                    <a:pt x="195989" y="20665"/>
                  </a:cubicBezTo>
                  <a:lnTo>
                    <a:pt x="462547" y="552860"/>
                  </a:lnTo>
                  <a:cubicBezTo>
                    <a:pt x="478881" y="584606"/>
                    <a:pt x="495212" y="627433"/>
                    <a:pt x="506614" y="660975"/>
                  </a:cubicBezTo>
                  <a:lnTo>
                    <a:pt x="506614" y="38036"/>
                  </a:lnTo>
                  <a:cubicBezTo>
                    <a:pt x="506614" y="11082"/>
                    <a:pt x="518016" y="0"/>
                    <a:pt x="544210" y="0"/>
                  </a:cubicBezTo>
                  <a:lnTo>
                    <a:pt x="658536" y="0"/>
                  </a:lnTo>
                  <a:cubicBezTo>
                    <a:pt x="686271" y="0"/>
                    <a:pt x="694592" y="11082"/>
                    <a:pt x="694592" y="38036"/>
                  </a:cubicBezTo>
                  <a:lnTo>
                    <a:pt x="694592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5" name="手繪多邊形: 圖案 264">
              <a:extLst>
                <a:ext uri="{FF2B5EF4-FFF2-40B4-BE49-F238E27FC236}">
                  <a16:creationId xmlns:a16="http://schemas.microsoft.com/office/drawing/2014/main" id="{9E280B78-7644-2618-4FF2-F10C4690CC26}"/>
                </a:ext>
              </a:extLst>
            </p:cNvPr>
            <p:cNvSpPr/>
            <p:nvPr/>
          </p:nvSpPr>
          <p:spPr>
            <a:xfrm>
              <a:off x="-27191602" y="26566988"/>
              <a:ext cx="670552" cy="1105717"/>
            </a:xfrm>
            <a:custGeom>
              <a:avLst/>
              <a:gdLst>
                <a:gd name="connsiteX0" fmla="*/ 631418 w 670552"/>
                <a:gd name="connsiteY0" fmla="*/ 532194 h 1105717"/>
                <a:gd name="connsiteX1" fmla="*/ 670553 w 670552"/>
                <a:gd name="connsiteY1" fmla="*/ 568732 h 1105717"/>
                <a:gd name="connsiteX2" fmla="*/ 670553 w 670552"/>
                <a:gd name="connsiteY2" fmla="*/ 861035 h 1105717"/>
                <a:gd name="connsiteX3" fmla="*/ 335275 w 670552"/>
                <a:gd name="connsiteY3" fmla="*/ 1105718 h 1105717"/>
                <a:gd name="connsiteX4" fmla="*/ 0 w 670552"/>
                <a:gd name="connsiteY4" fmla="*/ 861035 h 1105717"/>
                <a:gd name="connsiteX5" fmla="*/ 0 w 670552"/>
                <a:gd name="connsiteY5" fmla="*/ 244683 h 1105717"/>
                <a:gd name="connsiteX6" fmla="*/ 335275 w 670552"/>
                <a:gd name="connsiteY6" fmla="*/ 0 h 1105717"/>
                <a:gd name="connsiteX7" fmla="*/ 670553 w 670552"/>
                <a:gd name="connsiteY7" fmla="*/ 244683 h 1105717"/>
                <a:gd name="connsiteX8" fmla="*/ 670553 w 670552"/>
                <a:gd name="connsiteY8" fmla="*/ 319257 h 1105717"/>
                <a:gd name="connsiteX9" fmla="*/ 634499 w 670552"/>
                <a:gd name="connsiteY9" fmla="*/ 357292 h 1105717"/>
                <a:gd name="connsiteX10" fmla="*/ 508769 w 670552"/>
                <a:gd name="connsiteY10" fmla="*/ 357292 h 1105717"/>
                <a:gd name="connsiteX11" fmla="*/ 471175 w 670552"/>
                <a:gd name="connsiteY11" fmla="*/ 319257 h 1105717"/>
                <a:gd name="connsiteX12" fmla="*/ 471175 w 670552"/>
                <a:gd name="connsiteY12" fmla="*/ 265348 h 1105717"/>
                <a:gd name="connsiteX13" fmla="*/ 337126 w 670552"/>
                <a:gd name="connsiteY13" fmla="*/ 166816 h 1105717"/>
                <a:gd name="connsiteX14" fmla="*/ 204616 w 670552"/>
                <a:gd name="connsiteY14" fmla="*/ 265348 h 1105717"/>
                <a:gd name="connsiteX15" fmla="*/ 204616 w 670552"/>
                <a:gd name="connsiteY15" fmla="*/ 840370 h 1105717"/>
                <a:gd name="connsiteX16" fmla="*/ 337126 w 670552"/>
                <a:gd name="connsiteY16" fmla="*/ 938903 h 1105717"/>
                <a:gd name="connsiteX17" fmla="*/ 471175 w 670552"/>
                <a:gd name="connsiteY17" fmla="*/ 841867 h 1105717"/>
                <a:gd name="connsiteX18" fmla="*/ 471175 w 670552"/>
                <a:gd name="connsiteY18" fmla="*/ 699010 h 1105717"/>
                <a:gd name="connsiteX19" fmla="*/ 350068 w 670552"/>
                <a:gd name="connsiteY19" fmla="*/ 699010 h 1105717"/>
                <a:gd name="connsiteX20" fmla="*/ 312472 w 670552"/>
                <a:gd name="connsiteY20" fmla="*/ 662473 h 1105717"/>
                <a:gd name="connsiteX21" fmla="*/ 312472 w 670552"/>
                <a:gd name="connsiteY21" fmla="*/ 568732 h 1105717"/>
                <a:gd name="connsiteX22" fmla="*/ 350068 w 670552"/>
                <a:gd name="connsiteY22" fmla="*/ 532194 h 1105717"/>
                <a:gd name="connsiteX23" fmla="*/ 631109 w 670552"/>
                <a:gd name="connsiteY23" fmla="*/ 532194 h 110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0552" h="1105717">
                  <a:moveTo>
                    <a:pt x="631418" y="532194"/>
                  </a:moveTo>
                  <a:cubicBezTo>
                    <a:pt x="657611" y="532194"/>
                    <a:pt x="670553" y="543275"/>
                    <a:pt x="670553" y="568732"/>
                  </a:cubicBezTo>
                  <a:lnTo>
                    <a:pt x="670553" y="861035"/>
                  </a:lnTo>
                  <a:cubicBezTo>
                    <a:pt x="670553" y="988018"/>
                    <a:pt x="593822" y="1105718"/>
                    <a:pt x="335275" y="1105718"/>
                  </a:cubicBezTo>
                  <a:cubicBezTo>
                    <a:pt x="76731" y="1105718"/>
                    <a:pt x="0" y="988018"/>
                    <a:pt x="0" y="861035"/>
                  </a:cubicBezTo>
                  <a:lnTo>
                    <a:pt x="0" y="244683"/>
                  </a:lnTo>
                  <a:cubicBezTo>
                    <a:pt x="0" y="117700"/>
                    <a:pt x="75191" y="0"/>
                    <a:pt x="335275" y="0"/>
                  </a:cubicBezTo>
                  <a:cubicBezTo>
                    <a:pt x="595362" y="0"/>
                    <a:pt x="670553" y="117700"/>
                    <a:pt x="670553" y="244683"/>
                  </a:cubicBezTo>
                  <a:lnTo>
                    <a:pt x="670553" y="319257"/>
                  </a:lnTo>
                  <a:cubicBezTo>
                    <a:pt x="670553" y="346211"/>
                    <a:pt x="662234" y="357292"/>
                    <a:pt x="634499" y="357292"/>
                  </a:cubicBezTo>
                  <a:lnTo>
                    <a:pt x="508769" y="357292"/>
                  </a:lnTo>
                  <a:cubicBezTo>
                    <a:pt x="481036" y="357292"/>
                    <a:pt x="471175" y="346211"/>
                    <a:pt x="471175" y="319257"/>
                  </a:cubicBezTo>
                  <a:lnTo>
                    <a:pt x="471175" y="265348"/>
                  </a:lnTo>
                  <a:cubicBezTo>
                    <a:pt x="471175" y="200059"/>
                    <a:pt x="427108" y="166816"/>
                    <a:pt x="337126" y="166816"/>
                  </a:cubicBezTo>
                  <a:cubicBezTo>
                    <a:pt x="247142" y="166816"/>
                    <a:pt x="204616" y="200059"/>
                    <a:pt x="204616" y="265348"/>
                  </a:cubicBezTo>
                  <a:lnTo>
                    <a:pt x="204616" y="840370"/>
                  </a:lnTo>
                  <a:cubicBezTo>
                    <a:pt x="204616" y="905659"/>
                    <a:pt x="248683" y="938903"/>
                    <a:pt x="337126" y="938903"/>
                  </a:cubicBezTo>
                  <a:cubicBezTo>
                    <a:pt x="425568" y="938903"/>
                    <a:pt x="471175" y="905659"/>
                    <a:pt x="471175" y="841867"/>
                  </a:cubicBezTo>
                  <a:lnTo>
                    <a:pt x="471175" y="699010"/>
                  </a:lnTo>
                  <a:lnTo>
                    <a:pt x="350068" y="699010"/>
                  </a:lnTo>
                  <a:cubicBezTo>
                    <a:pt x="323874" y="699010"/>
                    <a:pt x="312472" y="687929"/>
                    <a:pt x="312472" y="662473"/>
                  </a:cubicBezTo>
                  <a:lnTo>
                    <a:pt x="312472" y="568732"/>
                  </a:lnTo>
                  <a:cubicBezTo>
                    <a:pt x="312472" y="543275"/>
                    <a:pt x="323874" y="532194"/>
                    <a:pt x="350068" y="532194"/>
                  </a:cubicBezTo>
                  <a:lnTo>
                    <a:pt x="631109" y="532194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6" name="手繪多邊形: 圖案 265">
              <a:extLst>
                <a:ext uri="{FF2B5EF4-FFF2-40B4-BE49-F238E27FC236}">
                  <a16:creationId xmlns:a16="http://schemas.microsoft.com/office/drawing/2014/main" id="{EEBC62F0-4F36-84AE-B46C-BCE58E126672}"/>
                </a:ext>
              </a:extLst>
            </p:cNvPr>
            <p:cNvSpPr/>
            <p:nvPr/>
          </p:nvSpPr>
          <p:spPr>
            <a:xfrm>
              <a:off x="-24991038" y="26579566"/>
              <a:ext cx="682256" cy="1080561"/>
            </a:xfrm>
            <a:custGeom>
              <a:avLst/>
              <a:gdLst>
                <a:gd name="connsiteX0" fmla="*/ 37595 w 682256"/>
                <a:gd name="connsiteY0" fmla="*/ 1080262 h 1080561"/>
                <a:gd name="connsiteX1" fmla="*/ 0 w 682256"/>
                <a:gd name="connsiteY1" fmla="*/ 1042227 h 1080561"/>
                <a:gd name="connsiteX2" fmla="*/ 0 w 682256"/>
                <a:gd name="connsiteY2" fmla="*/ 38036 h 1080561"/>
                <a:gd name="connsiteX3" fmla="*/ 37595 w 682256"/>
                <a:gd name="connsiteY3" fmla="*/ 0 h 1080561"/>
                <a:gd name="connsiteX4" fmla="*/ 335277 w 682256"/>
                <a:gd name="connsiteY4" fmla="*/ 0 h 1080561"/>
                <a:gd name="connsiteX5" fmla="*/ 680108 w 682256"/>
                <a:gd name="connsiteY5" fmla="*/ 244684 h 1080561"/>
                <a:gd name="connsiteX6" fmla="*/ 680108 w 682256"/>
                <a:gd name="connsiteY6" fmla="*/ 421084 h 1080561"/>
                <a:gd name="connsiteX7" fmla="*/ 529726 w 682256"/>
                <a:gd name="connsiteY7" fmla="*/ 632524 h 1080561"/>
                <a:gd name="connsiteX8" fmla="*/ 680108 w 682256"/>
                <a:gd name="connsiteY8" fmla="*/ 1042527 h 1080561"/>
                <a:gd name="connsiteX9" fmla="*/ 644053 w 682256"/>
                <a:gd name="connsiteY9" fmla="*/ 1080562 h 1080561"/>
                <a:gd name="connsiteX10" fmla="*/ 503533 w 682256"/>
                <a:gd name="connsiteY10" fmla="*/ 1080562 h 1080561"/>
                <a:gd name="connsiteX11" fmla="*/ 461007 w 682256"/>
                <a:gd name="connsiteY11" fmla="*/ 1042527 h 1080561"/>
                <a:gd name="connsiteX12" fmla="*/ 328497 w 682256"/>
                <a:gd name="connsiteY12" fmla="*/ 664270 h 1080561"/>
                <a:gd name="connsiteX13" fmla="*/ 204310 w 682256"/>
                <a:gd name="connsiteY13" fmla="*/ 664270 h 1080561"/>
                <a:gd name="connsiteX14" fmla="*/ 204310 w 682256"/>
                <a:gd name="connsiteY14" fmla="*/ 1042527 h 1080561"/>
                <a:gd name="connsiteX15" fmla="*/ 168256 w 682256"/>
                <a:gd name="connsiteY15" fmla="*/ 1080562 h 1080561"/>
                <a:gd name="connsiteX16" fmla="*/ 37595 w 682256"/>
                <a:gd name="connsiteY16" fmla="*/ 1080562 h 1080561"/>
                <a:gd name="connsiteX17" fmla="*/ 204618 w 682256"/>
                <a:gd name="connsiteY17" fmla="*/ 166816 h 1080561"/>
                <a:gd name="connsiteX18" fmla="*/ 204618 w 682256"/>
                <a:gd name="connsiteY18" fmla="*/ 498951 h 1080561"/>
                <a:gd name="connsiteX19" fmla="*/ 335277 w 682256"/>
                <a:gd name="connsiteY19" fmla="*/ 498951 h 1080561"/>
                <a:gd name="connsiteX20" fmla="*/ 477647 w 682256"/>
                <a:gd name="connsiteY20" fmla="*/ 398921 h 1080561"/>
                <a:gd name="connsiteX21" fmla="*/ 477647 w 682256"/>
                <a:gd name="connsiteY21" fmla="*/ 267146 h 1080561"/>
                <a:gd name="connsiteX22" fmla="*/ 335277 w 682256"/>
                <a:gd name="connsiteY22" fmla="*/ 167116 h 1080561"/>
                <a:gd name="connsiteX23" fmla="*/ 204618 w 682256"/>
                <a:gd name="connsiteY23" fmla="*/ 167116 h 1080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2256" h="1080561">
                  <a:moveTo>
                    <a:pt x="37595" y="1080262"/>
                  </a:move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335277" y="0"/>
                  </a:lnTo>
                  <a:cubicBezTo>
                    <a:pt x="593515" y="0"/>
                    <a:pt x="680108" y="117700"/>
                    <a:pt x="680108" y="244684"/>
                  </a:cubicBezTo>
                  <a:lnTo>
                    <a:pt x="680108" y="421084"/>
                  </a:lnTo>
                  <a:cubicBezTo>
                    <a:pt x="680108" y="506738"/>
                    <a:pt x="639122" y="589398"/>
                    <a:pt x="529726" y="632524"/>
                  </a:cubicBezTo>
                  <a:lnTo>
                    <a:pt x="680108" y="1042527"/>
                  </a:lnTo>
                  <a:cubicBezTo>
                    <a:pt x="688428" y="1066486"/>
                    <a:pt x="671787" y="1080562"/>
                    <a:pt x="644053" y="1080562"/>
                  </a:cubicBezTo>
                  <a:lnTo>
                    <a:pt x="503533" y="1080562"/>
                  </a:lnTo>
                  <a:cubicBezTo>
                    <a:pt x="477338" y="1080562"/>
                    <a:pt x="469326" y="1066186"/>
                    <a:pt x="461007" y="1042527"/>
                  </a:cubicBezTo>
                  <a:lnTo>
                    <a:pt x="328497" y="664270"/>
                  </a:lnTo>
                  <a:lnTo>
                    <a:pt x="204310" y="664270"/>
                  </a:lnTo>
                  <a:lnTo>
                    <a:pt x="204310" y="1042527"/>
                  </a:lnTo>
                  <a:cubicBezTo>
                    <a:pt x="204310" y="1069481"/>
                    <a:pt x="195989" y="1080562"/>
                    <a:pt x="168256" y="1080562"/>
                  </a:cubicBezTo>
                  <a:lnTo>
                    <a:pt x="37595" y="1080562"/>
                  </a:lnTo>
                  <a:close/>
                  <a:moveTo>
                    <a:pt x="204618" y="166816"/>
                  </a:moveTo>
                  <a:lnTo>
                    <a:pt x="204618" y="498951"/>
                  </a:lnTo>
                  <a:lnTo>
                    <a:pt x="335277" y="498951"/>
                  </a:lnTo>
                  <a:cubicBezTo>
                    <a:pt x="425259" y="498951"/>
                    <a:pt x="477647" y="463911"/>
                    <a:pt x="477647" y="398921"/>
                  </a:cubicBezTo>
                  <a:lnTo>
                    <a:pt x="477647" y="267146"/>
                  </a:lnTo>
                  <a:cubicBezTo>
                    <a:pt x="477647" y="200359"/>
                    <a:pt x="425259" y="167116"/>
                    <a:pt x="335277" y="167116"/>
                  </a:cubicBezTo>
                  <a:lnTo>
                    <a:pt x="204618" y="16711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7" name="手繪多邊形: 圖案 266">
              <a:extLst>
                <a:ext uri="{FF2B5EF4-FFF2-40B4-BE49-F238E27FC236}">
                  <a16:creationId xmlns:a16="http://schemas.microsoft.com/office/drawing/2014/main" id="{8E36D0F7-59E2-1A4A-ACBF-E0EB7672F556}"/>
                </a:ext>
              </a:extLst>
            </p:cNvPr>
            <p:cNvSpPr/>
            <p:nvPr/>
          </p:nvSpPr>
          <p:spPr>
            <a:xfrm>
              <a:off x="-23603090" y="26579566"/>
              <a:ext cx="568554" cy="1080261"/>
            </a:xfrm>
            <a:custGeom>
              <a:avLst/>
              <a:gdLst>
                <a:gd name="connsiteX0" fmla="*/ 37596 w 568554"/>
                <a:gd name="connsiteY0" fmla="*/ 1080262 h 1080261"/>
                <a:gd name="connsiteX1" fmla="*/ 0 w 568554"/>
                <a:gd name="connsiteY1" fmla="*/ 1042227 h 1080261"/>
                <a:gd name="connsiteX2" fmla="*/ 0 w 568554"/>
                <a:gd name="connsiteY2" fmla="*/ 38036 h 1080261"/>
                <a:gd name="connsiteX3" fmla="*/ 37596 w 568554"/>
                <a:gd name="connsiteY3" fmla="*/ 0 h 1080261"/>
                <a:gd name="connsiteX4" fmla="*/ 516475 w 568554"/>
                <a:gd name="connsiteY4" fmla="*/ 0 h 1080261"/>
                <a:gd name="connsiteX5" fmla="*/ 554072 w 568554"/>
                <a:gd name="connsiteY5" fmla="*/ 35041 h 1080261"/>
                <a:gd name="connsiteX6" fmla="*/ 554072 w 568554"/>
                <a:gd name="connsiteY6" fmla="*/ 130278 h 1080261"/>
                <a:gd name="connsiteX7" fmla="*/ 516475 w 568554"/>
                <a:gd name="connsiteY7" fmla="*/ 166816 h 1080261"/>
                <a:gd name="connsiteX8" fmla="*/ 205850 w 568554"/>
                <a:gd name="connsiteY8" fmla="*/ 166816 h 1080261"/>
                <a:gd name="connsiteX9" fmla="*/ 205850 w 568554"/>
                <a:gd name="connsiteY9" fmla="*/ 439951 h 1080261"/>
                <a:gd name="connsiteX10" fmla="*/ 491823 w 568554"/>
                <a:gd name="connsiteY10" fmla="*/ 439951 h 1080261"/>
                <a:gd name="connsiteX11" fmla="*/ 530960 w 568554"/>
                <a:gd name="connsiteY11" fmla="*/ 474992 h 1080261"/>
                <a:gd name="connsiteX12" fmla="*/ 530960 w 568554"/>
                <a:gd name="connsiteY12" fmla="*/ 563941 h 1080261"/>
                <a:gd name="connsiteX13" fmla="*/ 491823 w 568554"/>
                <a:gd name="connsiteY13" fmla="*/ 600479 h 1080261"/>
                <a:gd name="connsiteX14" fmla="*/ 205850 w 568554"/>
                <a:gd name="connsiteY14" fmla="*/ 600479 h 1080261"/>
                <a:gd name="connsiteX15" fmla="*/ 205850 w 568554"/>
                <a:gd name="connsiteY15" fmla="*/ 913446 h 1080261"/>
                <a:gd name="connsiteX16" fmla="*/ 529417 w 568554"/>
                <a:gd name="connsiteY16" fmla="*/ 913446 h 1080261"/>
                <a:gd name="connsiteX17" fmla="*/ 568554 w 568554"/>
                <a:gd name="connsiteY17" fmla="*/ 948486 h 1080261"/>
                <a:gd name="connsiteX18" fmla="*/ 568554 w 568554"/>
                <a:gd name="connsiteY18" fmla="*/ 1043724 h 1080261"/>
                <a:gd name="connsiteX19" fmla="*/ 529417 w 568554"/>
                <a:gd name="connsiteY19" fmla="*/ 1080262 h 1080261"/>
                <a:gd name="connsiteX20" fmla="*/ 37288 w 568554"/>
                <a:gd name="connsiteY20" fmla="*/ 1080262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54" h="1080261">
                  <a:moveTo>
                    <a:pt x="37596" y="1080262"/>
                  </a:move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6" y="0"/>
                  </a:cubicBezTo>
                  <a:lnTo>
                    <a:pt x="516475" y="0"/>
                  </a:lnTo>
                  <a:cubicBezTo>
                    <a:pt x="542670" y="0"/>
                    <a:pt x="554072" y="9584"/>
                    <a:pt x="554072" y="35041"/>
                  </a:cubicBezTo>
                  <a:lnTo>
                    <a:pt x="554072" y="130278"/>
                  </a:lnTo>
                  <a:cubicBezTo>
                    <a:pt x="554072" y="155735"/>
                    <a:pt x="542670" y="166816"/>
                    <a:pt x="516475" y="166816"/>
                  </a:cubicBezTo>
                  <a:lnTo>
                    <a:pt x="205850" y="166816"/>
                  </a:lnTo>
                  <a:lnTo>
                    <a:pt x="205850" y="439951"/>
                  </a:lnTo>
                  <a:lnTo>
                    <a:pt x="491823" y="439951"/>
                  </a:lnTo>
                  <a:cubicBezTo>
                    <a:pt x="519558" y="439951"/>
                    <a:pt x="530960" y="449535"/>
                    <a:pt x="530960" y="474992"/>
                  </a:cubicBezTo>
                  <a:lnTo>
                    <a:pt x="530960" y="563941"/>
                  </a:lnTo>
                  <a:cubicBezTo>
                    <a:pt x="530960" y="589398"/>
                    <a:pt x="519558" y="600479"/>
                    <a:pt x="491823" y="600479"/>
                  </a:cubicBezTo>
                  <a:lnTo>
                    <a:pt x="205850" y="600479"/>
                  </a:lnTo>
                  <a:lnTo>
                    <a:pt x="205850" y="913446"/>
                  </a:lnTo>
                  <a:lnTo>
                    <a:pt x="529417" y="913446"/>
                  </a:lnTo>
                  <a:cubicBezTo>
                    <a:pt x="557152" y="913446"/>
                    <a:pt x="568554" y="923030"/>
                    <a:pt x="568554" y="948486"/>
                  </a:cubicBezTo>
                  <a:lnTo>
                    <a:pt x="568554" y="1043724"/>
                  </a:lnTo>
                  <a:cubicBezTo>
                    <a:pt x="568554" y="1070678"/>
                    <a:pt x="557152" y="1080262"/>
                    <a:pt x="529417" y="1080262"/>
                  </a:cubicBezTo>
                  <a:lnTo>
                    <a:pt x="37288" y="1080262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8" name="手繪多邊形: 圖案 267">
              <a:extLst>
                <a:ext uri="{FF2B5EF4-FFF2-40B4-BE49-F238E27FC236}">
                  <a16:creationId xmlns:a16="http://schemas.microsoft.com/office/drawing/2014/main" id="{F9D327BF-FB2E-1E3D-61EE-9989A810FC3D}"/>
                </a:ext>
              </a:extLst>
            </p:cNvPr>
            <p:cNvSpPr/>
            <p:nvPr/>
          </p:nvSpPr>
          <p:spPr>
            <a:xfrm>
              <a:off x="-22341177" y="26579566"/>
              <a:ext cx="694898" cy="1080261"/>
            </a:xfrm>
            <a:custGeom>
              <a:avLst/>
              <a:gdLst>
                <a:gd name="connsiteX0" fmla="*/ 694899 w 694898"/>
                <a:gd name="connsiteY0" fmla="*/ 1042227 h 1080261"/>
                <a:gd name="connsiteX1" fmla="*/ 658845 w 694898"/>
                <a:gd name="connsiteY1" fmla="*/ 1080262 h 1080261"/>
                <a:gd name="connsiteX2" fmla="*/ 537738 w 694898"/>
                <a:gd name="connsiteY2" fmla="*/ 1080262 h 1080261"/>
                <a:gd name="connsiteX3" fmla="*/ 500142 w 694898"/>
                <a:gd name="connsiteY3" fmla="*/ 1058100 h 1080261"/>
                <a:gd name="connsiteX4" fmla="*/ 241906 w 694898"/>
                <a:gd name="connsiteY4" fmla="*/ 536987 h 1080261"/>
                <a:gd name="connsiteX5" fmla="*/ 189519 w 694898"/>
                <a:gd name="connsiteY5" fmla="*/ 416292 h 1080261"/>
                <a:gd name="connsiteX6" fmla="*/ 189519 w 694898"/>
                <a:gd name="connsiteY6" fmla="*/ 1042227 h 1080261"/>
                <a:gd name="connsiteX7" fmla="*/ 153463 w 694898"/>
                <a:gd name="connsiteY7" fmla="*/ 1080262 h 1080261"/>
                <a:gd name="connsiteX8" fmla="*/ 39137 w 694898"/>
                <a:gd name="connsiteY8" fmla="*/ 1080262 h 1080261"/>
                <a:gd name="connsiteX9" fmla="*/ 0 w 694898"/>
                <a:gd name="connsiteY9" fmla="*/ 1042227 h 1080261"/>
                <a:gd name="connsiteX10" fmla="*/ 0 w 694898"/>
                <a:gd name="connsiteY10" fmla="*/ 38036 h 1080261"/>
                <a:gd name="connsiteX11" fmla="*/ 39137 w 694898"/>
                <a:gd name="connsiteY11" fmla="*/ 0 h 1080261"/>
                <a:gd name="connsiteX12" fmla="*/ 161784 w 694898"/>
                <a:gd name="connsiteY12" fmla="*/ 0 h 1080261"/>
                <a:gd name="connsiteX13" fmla="*/ 195989 w 694898"/>
                <a:gd name="connsiteY13" fmla="*/ 20665 h 1080261"/>
                <a:gd name="connsiteX14" fmla="*/ 462547 w 694898"/>
                <a:gd name="connsiteY14" fmla="*/ 552860 h 1080261"/>
                <a:gd name="connsiteX15" fmla="*/ 506614 w 694898"/>
                <a:gd name="connsiteY15" fmla="*/ 660975 h 1080261"/>
                <a:gd name="connsiteX16" fmla="*/ 506614 w 694898"/>
                <a:gd name="connsiteY16" fmla="*/ 38036 h 1080261"/>
                <a:gd name="connsiteX17" fmla="*/ 544210 w 694898"/>
                <a:gd name="connsiteY17" fmla="*/ 0 h 1080261"/>
                <a:gd name="connsiteX18" fmla="*/ 658536 w 694898"/>
                <a:gd name="connsiteY18" fmla="*/ 0 h 1080261"/>
                <a:gd name="connsiteX19" fmla="*/ 694592 w 694898"/>
                <a:gd name="connsiteY19" fmla="*/ 38036 h 1080261"/>
                <a:gd name="connsiteX20" fmla="*/ 694592 w 694898"/>
                <a:gd name="connsiteY20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98" h="1080261">
                  <a:moveTo>
                    <a:pt x="694899" y="1042227"/>
                  </a:moveTo>
                  <a:cubicBezTo>
                    <a:pt x="694899" y="1069181"/>
                    <a:pt x="686580" y="1080262"/>
                    <a:pt x="658845" y="1080262"/>
                  </a:cubicBezTo>
                  <a:lnTo>
                    <a:pt x="537738" y="1080262"/>
                  </a:lnTo>
                  <a:cubicBezTo>
                    <a:pt x="516475" y="1080262"/>
                    <a:pt x="508463" y="1073973"/>
                    <a:pt x="500142" y="1058100"/>
                  </a:cubicBezTo>
                  <a:lnTo>
                    <a:pt x="241906" y="536987"/>
                  </a:lnTo>
                  <a:cubicBezTo>
                    <a:pt x="222183" y="498951"/>
                    <a:pt x="202769" y="455824"/>
                    <a:pt x="189519" y="416292"/>
                  </a:cubicBezTo>
                  <a:lnTo>
                    <a:pt x="189519" y="1042227"/>
                  </a:lnTo>
                  <a:cubicBezTo>
                    <a:pt x="189519" y="1069181"/>
                    <a:pt x="179657" y="1080262"/>
                    <a:pt x="153463" y="1080262"/>
                  </a:cubicBezTo>
                  <a:lnTo>
                    <a:pt x="39137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9137" y="0"/>
                  </a:cubicBezTo>
                  <a:lnTo>
                    <a:pt x="161784" y="0"/>
                  </a:lnTo>
                  <a:cubicBezTo>
                    <a:pt x="179657" y="0"/>
                    <a:pt x="187978" y="6290"/>
                    <a:pt x="195989" y="20665"/>
                  </a:cubicBezTo>
                  <a:lnTo>
                    <a:pt x="462547" y="552860"/>
                  </a:lnTo>
                  <a:cubicBezTo>
                    <a:pt x="478881" y="584606"/>
                    <a:pt x="495212" y="627433"/>
                    <a:pt x="506614" y="660975"/>
                  </a:cubicBezTo>
                  <a:lnTo>
                    <a:pt x="506614" y="38036"/>
                  </a:lnTo>
                  <a:cubicBezTo>
                    <a:pt x="506614" y="11082"/>
                    <a:pt x="518016" y="0"/>
                    <a:pt x="544210" y="0"/>
                  </a:cubicBezTo>
                  <a:lnTo>
                    <a:pt x="658536" y="0"/>
                  </a:lnTo>
                  <a:cubicBezTo>
                    <a:pt x="686271" y="0"/>
                    <a:pt x="694592" y="11082"/>
                    <a:pt x="694592" y="38036"/>
                  </a:cubicBezTo>
                  <a:lnTo>
                    <a:pt x="694592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69" name="手繪多邊形: 圖案 268">
              <a:extLst>
                <a:ext uri="{FF2B5EF4-FFF2-40B4-BE49-F238E27FC236}">
                  <a16:creationId xmlns:a16="http://schemas.microsoft.com/office/drawing/2014/main" id="{4582E3FB-9806-8DE8-0C4C-E733B2F8F6E7}"/>
                </a:ext>
              </a:extLst>
            </p:cNvPr>
            <p:cNvSpPr/>
            <p:nvPr/>
          </p:nvSpPr>
          <p:spPr>
            <a:xfrm>
              <a:off x="-20093156" y="26579566"/>
              <a:ext cx="693358" cy="1080261"/>
            </a:xfrm>
            <a:custGeom>
              <a:avLst/>
              <a:gdLst>
                <a:gd name="connsiteX0" fmla="*/ 32665 w 693358"/>
                <a:gd name="connsiteY0" fmla="*/ 1080262 h 1080261"/>
                <a:gd name="connsiteX1" fmla="*/ 0 w 693358"/>
                <a:gd name="connsiteY1" fmla="*/ 1042227 h 1080261"/>
                <a:gd name="connsiteX2" fmla="*/ 0 w 693358"/>
                <a:gd name="connsiteY2" fmla="*/ 38036 h 1080261"/>
                <a:gd name="connsiteX3" fmla="*/ 37595 w 693358"/>
                <a:gd name="connsiteY3" fmla="*/ 0 h 1080261"/>
                <a:gd name="connsiteX4" fmla="*/ 346679 w 693358"/>
                <a:gd name="connsiteY4" fmla="*/ 0 h 1080261"/>
                <a:gd name="connsiteX5" fmla="*/ 693358 w 693358"/>
                <a:gd name="connsiteY5" fmla="*/ 244684 h 1080261"/>
                <a:gd name="connsiteX6" fmla="*/ 693358 w 693358"/>
                <a:gd name="connsiteY6" fmla="*/ 835579 h 1080261"/>
                <a:gd name="connsiteX7" fmla="*/ 346679 w 693358"/>
                <a:gd name="connsiteY7" fmla="*/ 1080262 h 1080261"/>
                <a:gd name="connsiteX8" fmla="*/ 32665 w 693358"/>
                <a:gd name="connsiteY8" fmla="*/ 1080262 h 1080261"/>
                <a:gd name="connsiteX9" fmla="*/ 206159 w 693358"/>
                <a:gd name="connsiteY9" fmla="*/ 166816 h 1080261"/>
                <a:gd name="connsiteX10" fmla="*/ 206159 w 693358"/>
                <a:gd name="connsiteY10" fmla="*/ 913446 h 1080261"/>
                <a:gd name="connsiteX11" fmla="*/ 345139 w 693358"/>
                <a:gd name="connsiteY11" fmla="*/ 913446 h 1080261"/>
                <a:gd name="connsiteX12" fmla="*/ 489048 w 693358"/>
                <a:gd name="connsiteY12" fmla="*/ 811619 h 1080261"/>
                <a:gd name="connsiteX13" fmla="*/ 489048 w 693358"/>
                <a:gd name="connsiteY13" fmla="*/ 268344 h 1080261"/>
                <a:gd name="connsiteX14" fmla="*/ 345139 w 693358"/>
                <a:gd name="connsiteY14" fmla="*/ 166517 h 1080261"/>
                <a:gd name="connsiteX15" fmla="*/ 206159 w 693358"/>
                <a:gd name="connsiteY15" fmla="*/ 16651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358" h="1080261">
                  <a:moveTo>
                    <a:pt x="32665" y="1080262"/>
                  </a:moveTo>
                  <a:cubicBezTo>
                    <a:pt x="9861" y="1080262"/>
                    <a:pt x="0" y="1067684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346679" y="0"/>
                  </a:lnTo>
                  <a:cubicBezTo>
                    <a:pt x="604917" y="0"/>
                    <a:pt x="693358" y="117700"/>
                    <a:pt x="693358" y="244684"/>
                  </a:cubicBezTo>
                  <a:lnTo>
                    <a:pt x="693358" y="835579"/>
                  </a:lnTo>
                  <a:cubicBezTo>
                    <a:pt x="693358" y="962563"/>
                    <a:pt x="605225" y="1080262"/>
                    <a:pt x="346679" y="1080262"/>
                  </a:cubicBezTo>
                  <a:lnTo>
                    <a:pt x="32665" y="1080262"/>
                  </a:lnTo>
                  <a:close/>
                  <a:moveTo>
                    <a:pt x="206159" y="166816"/>
                  </a:moveTo>
                  <a:lnTo>
                    <a:pt x="206159" y="913446"/>
                  </a:lnTo>
                  <a:lnTo>
                    <a:pt x="345139" y="913446"/>
                  </a:lnTo>
                  <a:cubicBezTo>
                    <a:pt x="436661" y="913446"/>
                    <a:pt x="489048" y="878406"/>
                    <a:pt x="489048" y="811619"/>
                  </a:cubicBezTo>
                  <a:lnTo>
                    <a:pt x="489048" y="268344"/>
                  </a:lnTo>
                  <a:cubicBezTo>
                    <a:pt x="489048" y="201557"/>
                    <a:pt x="436661" y="166517"/>
                    <a:pt x="345139" y="166517"/>
                  </a:cubicBezTo>
                  <a:lnTo>
                    <a:pt x="206159" y="16651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0" name="手繪多邊形: 圖案 269">
              <a:extLst>
                <a:ext uri="{FF2B5EF4-FFF2-40B4-BE49-F238E27FC236}">
                  <a16:creationId xmlns:a16="http://schemas.microsoft.com/office/drawing/2014/main" id="{C17193C2-97CB-1355-2757-ABEFBDB345A8}"/>
                </a:ext>
              </a:extLst>
            </p:cNvPr>
            <p:cNvSpPr/>
            <p:nvPr/>
          </p:nvSpPr>
          <p:spPr>
            <a:xfrm>
              <a:off x="-18679013" y="26579566"/>
              <a:ext cx="568554" cy="1080261"/>
            </a:xfrm>
            <a:custGeom>
              <a:avLst/>
              <a:gdLst>
                <a:gd name="connsiteX0" fmla="*/ 37595 w 568554"/>
                <a:gd name="connsiteY0" fmla="*/ 1080262 h 1080261"/>
                <a:gd name="connsiteX1" fmla="*/ 0 w 568554"/>
                <a:gd name="connsiteY1" fmla="*/ 1042227 h 1080261"/>
                <a:gd name="connsiteX2" fmla="*/ 0 w 568554"/>
                <a:gd name="connsiteY2" fmla="*/ 38036 h 1080261"/>
                <a:gd name="connsiteX3" fmla="*/ 37595 w 568554"/>
                <a:gd name="connsiteY3" fmla="*/ 0 h 1080261"/>
                <a:gd name="connsiteX4" fmla="*/ 516475 w 568554"/>
                <a:gd name="connsiteY4" fmla="*/ 0 h 1080261"/>
                <a:gd name="connsiteX5" fmla="*/ 554070 w 568554"/>
                <a:gd name="connsiteY5" fmla="*/ 35041 h 1080261"/>
                <a:gd name="connsiteX6" fmla="*/ 554070 w 568554"/>
                <a:gd name="connsiteY6" fmla="*/ 130278 h 1080261"/>
                <a:gd name="connsiteX7" fmla="*/ 516475 w 568554"/>
                <a:gd name="connsiteY7" fmla="*/ 166816 h 1080261"/>
                <a:gd name="connsiteX8" fmla="*/ 205850 w 568554"/>
                <a:gd name="connsiteY8" fmla="*/ 166816 h 1080261"/>
                <a:gd name="connsiteX9" fmla="*/ 205850 w 568554"/>
                <a:gd name="connsiteY9" fmla="*/ 439951 h 1080261"/>
                <a:gd name="connsiteX10" fmla="*/ 491821 w 568554"/>
                <a:gd name="connsiteY10" fmla="*/ 439951 h 1080261"/>
                <a:gd name="connsiteX11" fmla="*/ 530958 w 568554"/>
                <a:gd name="connsiteY11" fmla="*/ 474992 h 1080261"/>
                <a:gd name="connsiteX12" fmla="*/ 530958 w 568554"/>
                <a:gd name="connsiteY12" fmla="*/ 563941 h 1080261"/>
                <a:gd name="connsiteX13" fmla="*/ 491821 w 568554"/>
                <a:gd name="connsiteY13" fmla="*/ 600479 h 1080261"/>
                <a:gd name="connsiteX14" fmla="*/ 205850 w 568554"/>
                <a:gd name="connsiteY14" fmla="*/ 600479 h 1080261"/>
                <a:gd name="connsiteX15" fmla="*/ 205850 w 568554"/>
                <a:gd name="connsiteY15" fmla="*/ 913446 h 1080261"/>
                <a:gd name="connsiteX16" fmla="*/ 529417 w 568554"/>
                <a:gd name="connsiteY16" fmla="*/ 913446 h 1080261"/>
                <a:gd name="connsiteX17" fmla="*/ 568554 w 568554"/>
                <a:gd name="connsiteY17" fmla="*/ 948486 h 1080261"/>
                <a:gd name="connsiteX18" fmla="*/ 568554 w 568554"/>
                <a:gd name="connsiteY18" fmla="*/ 1043724 h 1080261"/>
                <a:gd name="connsiteX19" fmla="*/ 529417 w 568554"/>
                <a:gd name="connsiteY19" fmla="*/ 1080262 h 1080261"/>
                <a:gd name="connsiteX20" fmla="*/ 37286 w 568554"/>
                <a:gd name="connsiteY20" fmla="*/ 1080262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54" h="1080261">
                  <a:moveTo>
                    <a:pt x="37595" y="1080262"/>
                  </a:move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516475" y="0"/>
                  </a:lnTo>
                  <a:cubicBezTo>
                    <a:pt x="542668" y="0"/>
                    <a:pt x="554070" y="9584"/>
                    <a:pt x="554070" y="35041"/>
                  </a:cubicBezTo>
                  <a:lnTo>
                    <a:pt x="554070" y="130278"/>
                  </a:lnTo>
                  <a:cubicBezTo>
                    <a:pt x="554070" y="155735"/>
                    <a:pt x="542668" y="166816"/>
                    <a:pt x="516475" y="166816"/>
                  </a:cubicBezTo>
                  <a:lnTo>
                    <a:pt x="205850" y="166816"/>
                  </a:lnTo>
                  <a:lnTo>
                    <a:pt x="205850" y="439951"/>
                  </a:lnTo>
                  <a:lnTo>
                    <a:pt x="491821" y="439951"/>
                  </a:lnTo>
                  <a:cubicBezTo>
                    <a:pt x="519556" y="439951"/>
                    <a:pt x="530958" y="449535"/>
                    <a:pt x="530958" y="474992"/>
                  </a:cubicBezTo>
                  <a:lnTo>
                    <a:pt x="530958" y="563941"/>
                  </a:lnTo>
                  <a:cubicBezTo>
                    <a:pt x="530958" y="589398"/>
                    <a:pt x="519556" y="600479"/>
                    <a:pt x="491821" y="600479"/>
                  </a:cubicBezTo>
                  <a:lnTo>
                    <a:pt x="205850" y="600479"/>
                  </a:lnTo>
                  <a:lnTo>
                    <a:pt x="205850" y="913446"/>
                  </a:lnTo>
                  <a:lnTo>
                    <a:pt x="529417" y="913446"/>
                  </a:lnTo>
                  <a:cubicBezTo>
                    <a:pt x="557150" y="913446"/>
                    <a:pt x="568554" y="923030"/>
                    <a:pt x="568554" y="948486"/>
                  </a:cubicBezTo>
                  <a:lnTo>
                    <a:pt x="568554" y="1043724"/>
                  </a:lnTo>
                  <a:cubicBezTo>
                    <a:pt x="568554" y="1070678"/>
                    <a:pt x="557150" y="1080262"/>
                    <a:pt x="529417" y="1080262"/>
                  </a:cubicBezTo>
                  <a:lnTo>
                    <a:pt x="37286" y="1080262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1" name="手繪多邊形: 圖案 270">
              <a:extLst>
                <a:ext uri="{FF2B5EF4-FFF2-40B4-BE49-F238E27FC236}">
                  <a16:creationId xmlns:a16="http://schemas.microsoft.com/office/drawing/2014/main" id="{7760B4E3-9BB9-462D-C686-BAA57413BBA2}"/>
                </a:ext>
              </a:extLst>
            </p:cNvPr>
            <p:cNvSpPr/>
            <p:nvPr/>
          </p:nvSpPr>
          <p:spPr>
            <a:xfrm>
              <a:off x="-17417101" y="26579566"/>
              <a:ext cx="694898" cy="1080261"/>
            </a:xfrm>
            <a:custGeom>
              <a:avLst/>
              <a:gdLst>
                <a:gd name="connsiteX0" fmla="*/ 694899 w 694898"/>
                <a:gd name="connsiteY0" fmla="*/ 1042227 h 1080261"/>
                <a:gd name="connsiteX1" fmla="*/ 658843 w 694898"/>
                <a:gd name="connsiteY1" fmla="*/ 1080262 h 1080261"/>
                <a:gd name="connsiteX2" fmla="*/ 537736 w 694898"/>
                <a:gd name="connsiteY2" fmla="*/ 1080262 h 1080261"/>
                <a:gd name="connsiteX3" fmla="*/ 500142 w 694898"/>
                <a:gd name="connsiteY3" fmla="*/ 1058100 h 1080261"/>
                <a:gd name="connsiteX4" fmla="*/ 241904 w 694898"/>
                <a:gd name="connsiteY4" fmla="*/ 536987 h 1080261"/>
                <a:gd name="connsiteX5" fmla="*/ 189517 w 694898"/>
                <a:gd name="connsiteY5" fmla="*/ 416292 h 1080261"/>
                <a:gd name="connsiteX6" fmla="*/ 189517 w 694898"/>
                <a:gd name="connsiteY6" fmla="*/ 1042227 h 1080261"/>
                <a:gd name="connsiteX7" fmla="*/ 153463 w 694898"/>
                <a:gd name="connsiteY7" fmla="*/ 1080262 h 1080261"/>
                <a:gd name="connsiteX8" fmla="*/ 39135 w 694898"/>
                <a:gd name="connsiteY8" fmla="*/ 1080262 h 1080261"/>
                <a:gd name="connsiteX9" fmla="*/ 0 w 694898"/>
                <a:gd name="connsiteY9" fmla="*/ 1042227 h 1080261"/>
                <a:gd name="connsiteX10" fmla="*/ 0 w 694898"/>
                <a:gd name="connsiteY10" fmla="*/ 38036 h 1080261"/>
                <a:gd name="connsiteX11" fmla="*/ 39135 w 694898"/>
                <a:gd name="connsiteY11" fmla="*/ 0 h 1080261"/>
                <a:gd name="connsiteX12" fmla="*/ 161784 w 694898"/>
                <a:gd name="connsiteY12" fmla="*/ 0 h 1080261"/>
                <a:gd name="connsiteX13" fmla="*/ 195989 w 694898"/>
                <a:gd name="connsiteY13" fmla="*/ 20665 h 1080261"/>
                <a:gd name="connsiteX14" fmla="*/ 462545 w 694898"/>
                <a:gd name="connsiteY14" fmla="*/ 552860 h 1080261"/>
                <a:gd name="connsiteX15" fmla="*/ 506612 w 694898"/>
                <a:gd name="connsiteY15" fmla="*/ 660975 h 1080261"/>
                <a:gd name="connsiteX16" fmla="*/ 506612 w 694898"/>
                <a:gd name="connsiteY16" fmla="*/ 38036 h 1080261"/>
                <a:gd name="connsiteX17" fmla="*/ 544208 w 694898"/>
                <a:gd name="connsiteY17" fmla="*/ 0 h 1080261"/>
                <a:gd name="connsiteX18" fmla="*/ 658536 w 694898"/>
                <a:gd name="connsiteY18" fmla="*/ 0 h 1080261"/>
                <a:gd name="connsiteX19" fmla="*/ 694590 w 694898"/>
                <a:gd name="connsiteY19" fmla="*/ 38036 h 1080261"/>
                <a:gd name="connsiteX20" fmla="*/ 694590 w 694898"/>
                <a:gd name="connsiteY20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98" h="1080261">
                  <a:moveTo>
                    <a:pt x="694899" y="1042227"/>
                  </a:moveTo>
                  <a:cubicBezTo>
                    <a:pt x="694899" y="1069181"/>
                    <a:pt x="686578" y="1080262"/>
                    <a:pt x="658843" y="1080262"/>
                  </a:cubicBezTo>
                  <a:lnTo>
                    <a:pt x="537736" y="1080262"/>
                  </a:lnTo>
                  <a:cubicBezTo>
                    <a:pt x="516473" y="1080262"/>
                    <a:pt x="508463" y="1073973"/>
                    <a:pt x="500142" y="1058100"/>
                  </a:cubicBezTo>
                  <a:lnTo>
                    <a:pt x="241904" y="536987"/>
                  </a:lnTo>
                  <a:cubicBezTo>
                    <a:pt x="222182" y="498951"/>
                    <a:pt x="202767" y="455824"/>
                    <a:pt x="189517" y="416292"/>
                  </a:cubicBezTo>
                  <a:lnTo>
                    <a:pt x="189517" y="1042227"/>
                  </a:lnTo>
                  <a:cubicBezTo>
                    <a:pt x="189517" y="1069181"/>
                    <a:pt x="179655" y="1080262"/>
                    <a:pt x="153463" y="1080262"/>
                  </a:cubicBezTo>
                  <a:lnTo>
                    <a:pt x="39135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9135" y="0"/>
                  </a:cubicBezTo>
                  <a:lnTo>
                    <a:pt x="161784" y="0"/>
                  </a:lnTo>
                  <a:cubicBezTo>
                    <a:pt x="179655" y="0"/>
                    <a:pt x="187976" y="6290"/>
                    <a:pt x="195989" y="20665"/>
                  </a:cubicBezTo>
                  <a:lnTo>
                    <a:pt x="462545" y="552860"/>
                  </a:lnTo>
                  <a:cubicBezTo>
                    <a:pt x="478879" y="584606"/>
                    <a:pt x="495210" y="627433"/>
                    <a:pt x="506612" y="660975"/>
                  </a:cubicBezTo>
                  <a:lnTo>
                    <a:pt x="506612" y="38036"/>
                  </a:lnTo>
                  <a:cubicBezTo>
                    <a:pt x="506612" y="11082"/>
                    <a:pt x="518016" y="0"/>
                    <a:pt x="544208" y="0"/>
                  </a:cubicBezTo>
                  <a:lnTo>
                    <a:pt x="658536" y="0"/>
                  </a:lnTo>
                  <a:cubicBezTo>
                    <a:pt x="686269" y="0"/>
                    <a:pt x="694590" y="11082"/>
                    <a:pt x="694590" y="38036"/>
                  </a:cubicBezTo>
                  <a:lnTo>
                    <a:pt x="694590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2" name="手繪多邊形: 圖案 271">
              <a:extLst>
                <a:ext uri="{FF2B5EF4-FFF2-40B4-BE49-F238E27FC236}">
                  <a16:creationId xmlns:a16="http://schemas.microsoft.com/office/drawing/2014/main" id="{D8A1401F-3296-7281-D47A-3A6DE3CD9E26}"/>
                </a:ext>
              </a:extLst>
            </p:cNvPr>
            <p:cNvSpPr/>
            <p:nvPr/>
          </p:nvSpPr>
          <p:spPr>
            <a:xfrm>
              <a:off x="-16064900" y="26579566"/>
              <a:ext cx="663776" cy="1080261"/>
            </a:xfrm>
            <a:custGeom>
              <a:avLst/>
              <a:gdLst>
                <a:gd name="connsiteX0" fmla="*/ 626180 w 663776"/>
                <a:gd name="connsiteY0" fmla="*/ 0 h 1080261"/>
                <a:gd name="connsiteX1" fmla="*/ 663776 w 663776"/>
                <a:gd name="connsiteY1" fmla="*/ 35041 h 1080261"/>
                <a:gd name="connsiteX2" fmla="*/ 663776 w 663776"/>
                <a:gd name="connsiteY2" fmla="*/ 130278 h 1080261"/>
                <a:gd name="connsiteX3" fmla="*/ 626180 w 663776"/>
                <a:gd name="connsiteY3" fmla="*/ 166816 h 1080261"/>
                <a:gd name="connsiteX4" fmla="*/ 434814 w 663776"/>
                <a:gd name="connsiteY4" fmla="*/ 166816 h 1080261"/>
                <a:gd name="connsiteX5" fmla="*/ 434814 w 663776"/>
                <a:gd name="connsiteY5" fmla="*/ 1042227 h 1080261"/>
                <a:gd name="connsiteX6" fmla="*/ 398758 w 663776"/>
                <a:gd name="connsiteY6" fmla="*/ 1080262 h 1080261"/>
                <a:gd name="connsiteX7" fmla="*/ 268099 w 663776"/>
                <a:gd name="connsiteY7" fmla="*/ 1080262 h 1080261"/>
                <a:gd name="connsiteX8" fmla="*/ 230504 w 663776"/>
                <a:gd name="connsiteY8" fmla="*/ 1042227 h 1080261"/>
                <a:gd name="connsiteX9" fmla="*/ 230504 w 663776"/>
                <a:gd name="connsiteY9" fmla="*/ 166816 h 1080261"/>
                <a:gd name="connsiteX10" fmla="*/ 39137 w 663776"/>
                <a:gd name="connsiteY10" fmla="*/ 166816 h 1080261"/>
                <a:gd name="connsiteX11" fmla="*/ 0 w 663776"/>
                <a:gd name="connsiteY11" fmla="*/ 130278 h 1080261"/>
                <a:gd name="connsiteX12" fmla="*/ 0 w 663776"/>
                <a:gd name="connsiteY12" fmla="*/ 35041 h 1080261"/>
                <a:gd name="connsiteX13" fmla="*/ 39137 w 663776"/>
                <a:gd name="connsiteY13" fmla="*/ 0 h 1080261"/>
                <a:gd name="connsiteX14" fmla="*/ 626180 w 663776"/>
                <a:gd name="connsiteY14" fmla="*/ 0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3776" h="1080261">
                  <a:moveTo>
                    <a:pt x="626180" y="0"/>
                  </a:moveTo>
                  <a:cubicBezTo>
                    <a:pt x="652374" y="0"/>
                    <a:pt x="663776" y="9584"/>
                    <a:pt x="663776" y="35041"/>
                  </a:cubicBezTo>
                  <a:lnTo>
                    <a:pt x="663776" y="130278"/>
                  </a:lnTo>
                  <a:cubicBezTo>
                    <a:pt x="663776" y="155735"/>
                    <a:pt x="652374" y="166816"/>
                    <a:pt x="626180" y="166816"/>
                  </a:cubicBezTo>
                  <a:lnTo>
                    <a:pt x="434814" y="166816"/>
                  </a:lnTo>
                  <a:lnTo>
                    <a:pt x="434814" y="1042227"/>
                  </a:lnTo>
                  <a:cubicBezTo>
                    <a:pt x="434814" y="1069181"/>
                    <a:pt x="424953" y="1080262"/>
                    <a:pt x="398758" y="1080262"/>
                  </a:cubicBezTo>
                  <a:lnTo>
                    <a:pt x="268099" y="1080262"/>
                  </a:lnTo>
                  <a:cubicBezTo>
                    <a:pt x="240366" y="1080262"/>
                    <a:pt x="230504" y="1069181"/>
                    <a:pt x="230504" y="1042227"/>
                  </a:cubicBezTo>
                  <a:lnTo>
                    <a:pt x="230504" y="166816"/>
                  </a:lnTo>
                  <a:lnTo>
                    <a:pt x="39137" y="166816"/>
                  </a:lnTo>
                  <a:cubicBezTo>
                    <a:pt x="11404" y="166816"/>
                    <a:pt x="0" y="155735"/>
                    <a:pt x="0" y="130278"/>
                  </a:cubicBezTo>
                  <a:lnTo>
                    <a:pt x="0" y="35041"/>
                  </a:lnTo>
                  <a:cubicBezTo>
                    <a:pt x="0" y="9584"/>
                    <a:pt x="11404" y="0"/>
                    <a:pt x="39137" y="0"/>
                  </a:cubicBezTo>
                  <a:lnTo>
                    <a:pt x="626180" y="0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3" name="手繪多邊形: 圖案 272">
              <a:extLst>
                <a:ext uri="{FF2B5EF4-FFF2-40B4-BE49-F238E27FC236}">
                  <a16:creationId xmlns:a16="http://schemas.microsoft.com/office/drawing/2014/main" id="{E3374EAF-B692-FFE7-403A-C8A9E34B35D0}"/>
                </a:ext>
              </a:extLst>
            </p:cNvPr>
            <p:cNvSpPr/>
            <p:nvPr/>
          </p:nvSpPr>
          <p:spPr>
            <a:xfrm>
              <a:off x="-14893049" y="26579566"/>
              <a:ext cx="759355" cy="1080261"/>
            </a:xfrm>
            <a:custGeom>
              <a:avLst/>
              <a:gdLst>
                <a:gd name="connsiteX0" fmla="*/ 448143 w 759355"/>
                <a:gd name="connsiteY0" fmla="*/ 0 h 1080261"/>
                <a:gd name="connsiteX1" fmla="*/ 495599 w 759355"/>
                <a:gd name="connsiteY1" fmla="*/ 38036 h 1080261"/>
                <a:gd name="connsiteX2" fmla="*/ 757227 w 759355"/>
                <a:gd name="connsiteY2" fmla="*/ 1042227 h 1080261"/>
                <a:gd name="connsiteX3" fmla="*/ 729492 w 759355"/>
                <a:gd name="connsiteY3" fmla="*/ 1080262 h 1080261"/>
                <a:gd name="connsiteX4" fmla="*/ 596984 w 759355"/>
                <a:gd name="connsiteY4" fmla="*/ 1080262 h 1080261"/>
                <a:gd name="connsiteX5" fmla="*/ 551068 w 759355"/>
                <a:gd name="connsiteY5" fmla="*/ 1042227 h 1080261"/>
                <a:gd name="connsiteX6" fmla="*/ 500530 w 759355"/>
                <a:gd name="connsiteY6" fmla="*/ 835579 h 1080261"/>
                <a:gd name="connsiteX7" fmla="*/ 248764 w 759355"/>
                <a:gd name="connsiteY7" fmla="*/ 835579 h 1080261"/>
                <a:gd name="connsiteX8" fmla="*/ 198226 w 759355"/>
                <a:gd name="connsiteY8" fmla="*/ 1042227 h 1080261"/>
                <a:gd name="connsiteX9" fmla="*/ 154159 w 759355"/>
                <a:gd name="connsiteY9" fmla="*/ 1080262 h 1080261"/>
                <a:gd name="connsiteX10" fmla="*/ 31511 w 759355"/>
                <a:gd name="connsiteY10" fmla="*/ 1080262 h 1080261"/>
                <a:gd name="connsiteX11" fmla="*/ 2237 w 759355"/>
                <a:gd name="connsiteY11" fmla="*/ 1042227 h 1080261"/>
                <a:gd name="connsiteX12" fmla="*/ 265404 w 759355"/>
                <a:gd name="connsiteY12" fmla="*/ 38036 h 1080261"/>
                <a:gd name="connsiteX13" fmla="*/ 312861 w 759355"/>
                <a:gd name="connsiteY13" fmla="*/ 0 h 1080261"/>
                <a:gd name="connsiteX14" fmla="*/ 448451 w 759355"/>
                <a:gd name="connsiteY14" fmla="*/ 0 h 1080261"/>
                <a:gd name="connsiteX15" fmla="*/ 415478 w 759355"/>
                <a:gd name="connsiteY15" fmla="*/ 484576 h 1080261"/>
                <a:gd name="connsiteX16" fmla="*/ 376342 w 759355"/>
                <a:gd name="connsiteY16" fmla="*/ 233603 h 1080261"/>
                <a:gd name="connsiteX17" fmla="*/ 335357 w 759355"/>
                <a:gd name="connsiteY17" fmla="*/ 484576 h 1080261"/>
                <a:gd name="connsiteX18" fmla="*/ 286360 w 759355"/>
                <a:gd name="connsiteY18" fmla="*/ 676848 h 1080261"/>
                <a:gd name="connsiteX19" fmla="*/ 462934 w 759355"/>
                <a:gd name="connsiteY19" fmla="*/ 676848 h 1080261"/>
                <a:gd name="connsiteX20" fmla="*/ 415478 w 759355"/>
                <a:gd name="connsiteY20" fmla="*/ 484576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55" h="1080261">
                  <a:moveTo>
                    <a:pt x="448143" y="0"/>
                  </a:moveTo>
                  <a:cubicBezTo>
                    <a:pt x="474336" y="0"/>
                    <a:pt x="489128" y="12579"/>
                    <a:pt x="495599" y="38036"/>
                  </a:cubicBezTo>
                  <a:lnTo>
                    <a:pt x="757227" y="1042227"/>
                  </a:lnTo>
                  <a:cubicBezTo>
                    <a:pt x="763698" y="1067684"/>
                    <a:pt x="755685" y="1080262"/>
                    <a:pt x="729492" y="1080262"/>
                  </a:cubicBezTo>
                  <a:lnTo>
                    <a:pt x="596984" y="1080262"/>
                  </a:lnTo>
                  <a:cubicBezTo>
                    <a:pt x="569249" y="1080262"/>
                    <a:pt x="557848" y="1065887"/>
                    <a:pt x="551068" y="1042227"/>
                  </a:cubicBezTo>
                  <a:lnTo>
                    <a:pt x="500530" y="835579"/>
                  </a:lnTo>
                  <a:lnTo>
                    <a:pt x="248764" y="835579"/>
                  </a:lnTo>
                  <a:lnTo>
                    <a:pt x="198226" y="1042227"/>
                  </a:lnTo>
                  <a:cubicBezTo>
                    <a:pt x="191754" y="1066186"/>
                    <a:pt x="180353" y="1080262"/>
                    <a:pt x="154159" y="1080262"/>
                  </a:cubicBezTo>
                  <a:lnTo>
                    <a:pt x="31511" y="1080262"/>
                  </a:lnTo>
                  <a:cubicBezTo>
                    <a:pt x="3777" y="1080262"/>
                    <a:pt x="-4544" y="1067684"/>
                    <a:pt x="2237" y="1042227"/>
                  </a:cubicBezTo>
                  <a:lnTo>
                    <a:pt x="265404" y="38036"/>
                  </a:lnTo>
                  <a:cubicBezTo>
                    <a:pt x="271876" y="12579"/>
                    <a:pt x="286667" y="0"/>
                    <a:pt x="312861" y="0"/>
                  </a:cubicBezTo>
                  <a:lnTo>
                    <a:pt x="448451" y="0"/>
                  </a:lnTo>
                  <a:close/>
                  <a:moveTo>
                    <a:pt x="415478" y="484576"/>
                  </a:moveTo>
                  <a:cubicBezTo>
                    <a:pt x="399146" y="421084"/>
                    <a:pt x="379423" y="265349"/>
                    <a:pt x="376342" y="233603"/>
                  </a:cubicBezTo>
                  <a:cubicBezTo>
                    <a:pt x="371411" y="271638"/>
                    <a:pt x="351689" y="422581"/>
                    <a:pt x="335357" y="484576"/>
                  </a:cubicBezTo>
                  <a:lnTo>
                    <a:pt x="286360" y="676848"/>
                  </a:lnTo>
                  <a:lnTo>
                    <a:pt x="462934" y="676848"/>
                  </a:lnTo>
                  <a:lnTo>
                    <a:pt x="415478" y="48457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4" name="手繪多邊形: 圖案 273">
              <a:extLst>
                <a:ext uri="{FF2B5EF4-FFF2-40B4-BE49-F238E27FC236}">
                  <a16:creationId xmlns:a16="http://schemas.microsoft.com/office/drawing/2014/main" id="{39D45859-A4DE-747E-E7AF-06D702AF6A52}"/>
                </a:ext>
              </a:extLst>
            </p:cNvPr>
            <p:cNvSpPr/>
            <p:nvPr/>
          </p:nvSpPr>
          <p:spPr>
            <a:xfrm>
              <a:off x="-13475437" y="26579566"/>
              <a:ext cx="542667" cy="1080261"/>
            </a:xfrm>
            <a:custGeom>
              <a:avLst/>
              <a:gdLst>
                <a:gd name="connsiteX0" fmla="*/ 205850 w 542667"/>
                <a:gd name="connsiteY0" fmla="*/ 913446 h 1080261"/>
                <a:gd name="connsiteX1" fmla="*/ 503532 w 542667"/>
                <a:gd name="connsiteY1" fmla="*/ 913446 h 1080261"/>
                <a:gd name="connsiteX2" fmla="*/ 542668 w 542667"/>
                <a:gd name="connsiteY2" fmla="*/ 948486 h 1080261"/>
                <a:gd name="connsiteX3" fmla="*/ 542668 w 542667"/>
                <a:gd name="connsiteY3" fmla="*/ 1043724 h 1080261"/>
                <a:gd name="connsiteX4" fmla="*/ 503532 w 542667"/>
                <a:gd name="connsiteY4" fmla="*/ 1080262 h 1080261"/>
                <a:gd name="connsiteX5" fmla="*/ 32665 w 542667"/>
                <a:gd name="connsiteY5" fmla="*/ 1080262 h 1080261"/>
                <a:gd name="connsiteX6" fmla="*/ 0 w 542667"/>
                <a:gd name="connsiteY6" fmla="*/ 1042227 h 1080261"/>
                <a:gd name="connsiteX7" fmla="*/ 0 w 542667"/>
                <a:gd name="connsiteY7" fmla="*/ 38036 h 1080261"/>
                <a:gd name="connsiteX8" fmla="*/ 37595 w 542667"/>
                <a:gd name="connsiteY8" fmla="*/ 0 h 1080261"/>
                <a:gd name="connsiteX9" fmla="*/ 170104 w 542667"/>
                <a:gd name="connsiteY9" fmla="*/ 0 h 1080261"/>
                <a:gd name="connsiteX10" fmla="*/ 206159 w 542667"/>
                <a:gd name="connsiteY10" fmla="*/ 38036 h 1080261"/>
                <a:gd name="connsiteX11" fmla="*/ 206159 w 542667"/>
                <a:gd name="connsiteY11" fmla="*/ 913446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67" h="1080261">
                  <a:moveTo>
                    <a:pt x="205850" y="913446"/>
                  </a:moveTo>
                  <a:lnTo>
                    <a:pt x="503532" y="913446"/>
                  </a:lnTo>
                  <a:cubicBezTo>
                    <a:pt x="529726" y="913446"/>
                    <a:pt x="542668" y="923030"/>
                    <a:pt x="542668" y="948486"/>
                  </a:cubicBezTo>
                  <a:lnTo>
                    <a:pt x="542668" y="1043724"/>
                  </a:lnTo>
                  <a:cubicBezTo>
                    <a:pt x="542668" y="1070678"/>
                    <a:pt x="529726" y="1080262"/>
                    <a:pt x="503532" y="1080262"/>
                  </a:cubicBezTo>
                  <a:lnTo>
                    <a:pt x="32665" y="1080262"/>
                  </a:lnTo>
                  <a:cubicBezTo>
                    <a:pt x="11402" y="1080262"/>
                    <a:pt x="0" y="1067684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170104" y="0"/>
                  </a:lnTo>
                  <a:cubicBezTo>
                    <a:pt x="197838" y="0"/>
                    <a:pt x="206159" y="11082"/>
                    <a:pt x="206159" y="38036"/>
                  </a:cubicBezTo>
                  <a:lnTo>
                    <a:pt x="206159" y="91344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5" name="手繪多邊形: 圖案 274">
              <a:extLst>
                <a:ext uri="{FF2B5EF4-FFF2-40B4-BE49-F238E27FC236}">
                  <a16:creationId xmlns:a16="http://schemas.microsoft.com/office/drawing/2014/main" id="{E25C76BE-9013-4076-8D71-5F258350AFE8}"/>
                </a:ext>
              </a:extLst>
            </p:cNvPr>
            <p:cNvSpPr/>
            <p:nvPr/>
          </p:nvSpPr>
          <p:spPr>
            <a:xfrm>
              <a:off x="-11497363" y="26566988"/>
              <a:ext cx="668704" cy="1105717"/>
            </a:xfrm>
            <a:custGeom>
              <a:avLst/>
              <a:gdLst>
                <a:gd name="connsiteX0" fmla="*/ 668705 w 668704"/>
                <a:gd name="connsiteY0" fmla="*/ 861035 h 1105717"/>
                <a:gd name="connsiteX1" fmla="*/ 333428 w 668704"/>
                <a:gd name="connsiteY1" fmla="*/ 1105718 h 1105717"/>
                <a:gd name="connsiteX2" fmla="*/ 0 w 668704"/>
                <a:gd name="connsiteY2" fmla="*/ 861035 h 1105717"/>
                <a:gd name="connsiteX3" fmla="*/ 0 w 668704"/>
                <a:gd name="connsiteY3" fmla="*/ 244683 h 1105717"/>
                <a:gd name="connsiteX4" fmla="*/ 333428 w 668704"/>
                <a:gd name="connsiteY4" fmla="*/ 0 h 1105717"/>
                <a:gd name="connsiteX5" fmla="*/ 668705 w 668704"/>
                <a:gd name="connsiteY5" fmla="*/ 244683 h 1105717"/>
                <a:gd name="connsiteX6" fmla="*/ 668705 w 668704"/>
                <a:gd name="connsiteY6" fmla="*/ 332135 h 1105717"/>
                <a:gd name="connsiteX7" fmla="*/ 632651 w 668704"/>
                <a:gd name="connsiteY7" fmla="*/ 370170 h 1105717"/>
                <a:gd name="connsiteX8" fmla="*/ 506921 w 668704"/>
                <a:gd name="connsiteY8" fmla="*/ 370170 h 1105717"/>
                <a:gd name="connsiteX9" fmla="*/ 469326 w 668704"/>
                <a:gd name="connsiteY9" fmla="*/ 332135 h 1105717"/>
                <a:gd name="connsiteX10" fmla="*/ 469326 w 668704"/>
                <a:gd name="connsiteY10" fmla="*/ 265348 h 1105717"/>
                <a:gd name="connsiteX11" fmla="*/ 336818 w 668704"/>
                <a:gd name="connsiteY11" fmla="*/ 166816 h 1105717"/>
                <a:gd name="connsiteX12" fmla="*/ 204310 w 668704"/>
                <a:gd name="connsiteY12" fmla="*/ 265348 h 1105717"/>
                <a:gd name="connsiteX13" fmla="*/ 204310 w 668704"/>
                <a:gd name="connsiteY13" fmla="*/ 840370 h 1105717"/>
                <a:gd name="connsiteX14" fmla="*/ 336818 w 668704"/>
                <a:gd name="connsiteY14" fmla="*/ 938903 h 1105717"/>
                <a:gd name="connsiteX15" fmla="*/ 469326 w 668704"/>
                <a:gd name="connsiteY15" fmla="*/ 840370 h 1105717"/>
                <a:gd name="connsiteX16" fmla="*/ 469326 w 668704"/>
                <a:gd name="connsiteY16" fmla="*/ 751421 h 1105717"/>
                <a:gd name="connsiteX17" fmla="*/ 506921 w 668704"/>
                <a:gd name="connsiteY17" fmla="*/ 714883 h 1105717"/>
                <a:gd name="connsiteX18" fmla="*/ 632651 w 668704"/>
                <a:gd name="connsiteY18" fmla="*/ 714883 h 1105717"/>
                <a:gd name="connsiteX19" fmla="*/ 668705 w 668704"/>
                <a:gd name="connsiteY19" fmla="*/ 751421 h 1105717"/>
                <a:gd name="connsiteX20" fmla="*/ 668705 w 668704"/>
                <a:gd name="connsiteY20" fmla="*/ 861035 h 110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04" h="1105717">
                  <a:moveTo>
                    <a:pt x="668705" y="861035"/>
                  </a:moveTo>
                  <a:cubicBezTo>
                    <a:pt x="668705" y="988018"/>
                    <a:pt x="593515" y="1105718"/>
                    <a:pt x="333428" y="1105718"/>
                  </a:cubicBezTo>
                  <a:cubicBezTo>
                    <a:pt x="73342" y="1105718"/>
                    <a:pt x="0" y="988018"/>
                    <a:pt x="0" y="861035"/>
                  </a:cubicBezTo>
                  <a:lnTo>
                    <a:pt x="0" y="244683"/>
                  </a:lnTo>
                  <a:cubicBezTo>
                    <a:pt x="0" y="117700"/>
                    <a:pt x="76731" y="0"/>
                    <a:pt x="333428" y="0"/>
                  </a:cubicBezTo>
                  <a:cubicBezTo>
                    <a:pt x="590125" y="0"/>
                    <a:pt x="668705" y="117700"/>
                    <a:pt x="668705" y="244683"/>
                  </a:cubicBezTo>
                  <a:lnTo>
                    <a:pt x="668705" y="332135"/>
                  </a:lnTo>
                  <a:cubicBezTo>
                    <a:pt x="668705" y="359089"/>
                    <a:pt x="658845" y="370170"/>
                    <a:pt x="632651" y="370170"/>
                  </a:cubicBezTo>
                  <a:lnTo>
                    <a:pt x="506921" y="370170"/>
                  </a:lnTo>
                  <a:cubicBezTo>
                    <a:pt x="479187" y="370170"/>
                    <a:pt x="469326" y="359089"/>
                    <a:pt x="469326" y="332135"/>
                  </a:cubicBezTo>
                  <a:lnTo>
                    <a:pt x="469326" y="265348"/>
                  </a:lnTo>
                  <a:cubicBezTo>
                    <a:pt x="469326" y="200059"/>
                    <a:pt x="425259" y="166816"/>
                    <a:pt x="336818" y="166816"/>
                  </a:cubicBezTo>
                  <a:cubicBezTo>
                    <a:pt x="248376" y="166816"/>
                    <a:pt x="204310" y="200059"/>
                    <a:pt x="204310" y="265348"/>
                  </a:cubicBezTo>
                  <a:lnTo>
                    <a:pt x="204310" y="840370"/>
                  </a:lnTo>
                  <a:cubicBezTo>
                    <a:pt x="204310" y="905659"/>
                    <a:pt x="246836" y="938903"/>
                    <a:pt x="336818" y="938903"/>
                  </a:cubicBezTo>
                  <a:cubicBezTo>
                    <a:pt x="426801" y="938903"/>
                    <a:pt x="469326" y="905659"/>
                    <a:pt x="469326" y="840370"/>
                  </a:cubicBezTo>
                  <a:lnTo>
                    <a:pt x="469326" y="751421"/>
                  </a:lnTo>
                  <a:cubicBezTo>
                    <a:pt x="469326" y="724467"/>
                    <a:pt x="479187" y="714883"/>
                    <a:pt x="506921" y="714883"/>
                  </a:cubicBezTo>
                  <a:lnTo>
                    <a:pt x="632651" y="714883"/>
                  </a:lnTo>
                  <a:cubicBezTo>
                    <a:pt x="658845" y="714883"/>
                    <a:pt x="668705" y="724467"/>
                    <a:pt x="668705" y="751421"/>
                  </a:cubicBezTo>
                  <a:lnTo>
                    <a:pt x="668705" y="861035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6" name="手繪多邊形: 圖案 275">
              <a:extLst>
                <a:ext uri="{FF2B5EF4-FFF2-40B4-BE49-F238E27FC236}">
                  <a16:creationId xmlns:a16="http://schemas.microsoft.com/office/drawing/2014/main" id="{D4C5D264-3D3E-3990-C130-85611A4930AA}"/>
                </a:ext>
              </a:extLst>
            </p:cNvPr>
            <p:cNvSpPr/>
            <p:nvPr/>
          </p:nvSpPr>
          <p:spPr>
            <a:xfrm>
              <a:off x="-10133759" y="26579566"/>
              <a:ext cx="542667" cy="1080261"/>
            </a:xfrm>
            <a:custGeom>
              <a:avLst/>
              <a:gdLst>
                <a:gd name="connsiteX0" fmla="*/ 205850 w 542667"/>
                <a:gd name="connsiteY0" fmla="*/ 913446 h 1080261"/>
                <a:gd name="connsiteX1" fmla="*/ 503532 w 542667"/>
                <a:gd name="connsiteY1" fmla="*/ 913446 h 1080261"/>
                <a:gd name="connsiteX2" fmla="*/ 542668 w 542667"/>
                <a:gd name="connsiteY2" fmla="*/ 948486 h 1080261"/>
                <a:gd name="connsiteX3" fmla="*/ 542668 w 542667"/>
                <a:gd name="connsiteY3" fmla="*/ 1043724 h 1080261"/>
                <a:gd name="connsiteX4" fmla="*/ 503532 w 542667"/>
                <a:gd name="connsiteY4" fmla="*/ 1080262 h 1080261"/>
                <a:gd name="connsiteX5" fmla="*/ 32665 w 542667"/>
                <a:gd name="connsiteY5" fmla="*/ 1080262 h 1080261"/>
                <a:gd name="connsiteX6" fmla="*/ 0 w 542667"/>
                <a:gd name="connsiteY6" fmla="*/ 1042227 h 1080261"/>
                <a:gd name="connsiteX7" fmla="*/ 0 w 542667"/>
                <a:gd name="connsiteY7" fmla="*/ 38036 h 1080261"/>
                <a:gd name="connsiteX8" fmla="*/ 37595 w 542667"/>
                <a:gd name="connsiteY8" fmla="*/ 0 h 1080261"/>
                <a:gd name="connsiteX9" fmla="*/ 170104 w 542667"/>
                <a:gd name="connsiteY9" fmla="*/ 0 h 1080261"/>
                <a:gd name="connsiteX10" fmla="*/ 206159 w 542667"/>
                <a:gd name="connsiteY10" fmla="*/ 38036 h 1080261"/>
                <a:gd name="connsiteX11" fmla="*/ 206159 w 542667"/>
                <a:gd name="connsiteY11" fmla="*/ 913446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67" h="1080261">
                  <a:moveTo>
                    <a:pt x="205850" y="913446"/>
                  </a:moveTo>
                  <a:lnTo>
                    <a:pt x="503532" y="913446"/>
                  </a:lnTo>
                  <a:cubicBezTo>
                    <a:pt x="529726" y="913446"/>
                    <a:pt x="542668" y="923030"/>
                    <a:pt x="542668" y="948486"/>
                  </a:cubicBezTo>
                  <a:lnTo>
                    <a:pt x="542668" y="1043724"/>
                  </a:lnTo>
                  <a:cubicBezTo>
                    <a:pt x="542668" y="1070678"/>
                    <a:pt x="529726" y="1080262"/>
                    <a:pt x="503532" y="1080262"/>
                  </a:cubicBezTo>
                  <a:lnTo>
                    <a:pt x="32665" y="1080262"/>
                  </a:lnTo>
                  <a:cubicBezTo>
                    <a:pt x="11402" y="1080262"/>
                    <a:pt x="0" y="1067684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170104" y="0"/>
                  </a:lnTo>
                  <a:cubicBezTo>
                    <a:pt x="197838" y="0"/>
                    <a:pt x="206159" y="11082"/>
                    <a:pt x="206159" y="38036"/>
                  </a:cubicBezTo>
                  <a:lnTo>
                    <a:pt x="206159" y="913446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7" name="手繪多邊形: 圖案 276">
              <a:extLst>
                <a:ext uri="{FF2B5EF4-FFF2-40B4-BE49-F238E27FC236}">
                  <a16:creationId xmlns:a16="http://schemas.microsoft.com/office/drawing/2014/main" id="{A079CA84-8AAA-9F3B-F45B-20005D42CF6B}"/>
                </a:ext>
              </a:extLst>
            </p:cNvPr>
            <p:cNvSpPr/>
            <p:nvPr/>
          </p:nvSpPr>
          <p:spPr>
            <a:xfrm>
              <a:off x="-8937485" y="26579566"/>
              <a:ext cx="206158" cy="1080261"/>
            </a:xfrm>
            <a:custGeom>
              <a:avLst/>
              <a:gdLst>
                <a:gd name="connsiteX0" fmla="*/ 206159 w 206158"/>
                <a:gd name="connsiteY0" fmla="*/ 1042227 h 1080261"/>
                <a:gd name="connsiteX1" fmla="*/ 170104 w 206158"/>
                <a:gd name="connsiteY1" fmla="*/ 1080262 h 1080261"/>
                <a:gd name="connsiteX2" fmla="*/ 37595 w 206158"/>
                <a:gd name="connsiteY2" fmla="*/ 1080262 h 1080261"/>
                <a:gd name="connsiteX3" fmla="*/ 0 w 206158"/>
                <a:gd name="connsiteY3" fmla="*/ 1042227 h 1080261"/>
                <a:gd name="connsiteX4" fmla="*/ 0 w 206158"/>
                <a:gd name="connsiteY4" fmla="*/ 38036 h 1080261"/>
                <a:gd name="connsiteX5" fmla="*/ 37595 w 206158"/>
                <a:gd name="connsiteY5" fmla="*/ 0 h 1080261"/>
                <a:gd name="connsiteX6" fmla="*/ 170104 w 206158"/>
                <a:gd name="connsiteY6" fmla="*/ 0 h 1080261"/>
                <a:gd name="connsiteX7" fmla="*/ 206159 w 206158"/>
                <a:gd name="connsiteY7" fmla="*/ 38036 h 1080261"/>
                <a:gd name="connsiteX8" fmla="*/ 206159 w 206158"/>
                <a:gd name="connsiteY8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58" h="1080261">
                  <a:moveTo>
                    <a:pt x="206159" y="1042227"/>
                  </a:moveTo>
                  <a:cubicBezTo>
                    <a:pt x="206159" y="1069181"/>
                    <a:pt x="197838" y="1080262"/>
                    <a:pt x="170104" y="1080262"/>
                  </a:cubicBezTo>
                  <a:lnTo>
                    <a:pt x="37595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170104" y="0"/>
                  </a:lnTo>
                  <a:cubicBezTo>
                    <a:pt x="197838" y="0"/>
                    <a:pt x="206159" y="11082"/>
                    <a:pt x="206159" y="38036"/>
                  </a:cubicBezTo>
                  <a:lnTo>
                    <a:pt x="206159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8" name="手繪多邊形: 圖案 277">
              <a:extLst>
                <a:ext uri="{FF2B5EF4-FFF2-40B4-BE49-F238E27FC236}">
                  <a16:creationId xmlns:a16="http://schemas.microsoft.com/office/drawing/2014/main" id="{27AE8B59-29D5-035D-917B-35C30C6DEB99}"/>
                </a:ext>
              </a:extLst>
            </p:cNvPr>
            <p:cNvSpPr/>
            <p:nvPr/>
          </p:nvSpPr>
          <p:spPr>
            <a:xfrm>
              <a:off x="-7994210" y="26579566"/>
              <a:ext cx="694898" cy="1080261"/>
            </a:xfrm>
            <a:custGeom>
              <a:avLst/>
              <a:gdLst>
                <a:gd name="connsiteX0" fmla="*/ 694899 w 694898"/>
                <a:gd name="connsiteY0" fmla="*/ 1042227 h 1080261"/>
                <a:gd name="connsiteX1" fmla="*/ 658845 w 694898"/>
                <a:gd name="connsiteY1" fmla="*/ 1080262 h 1080261"/>
                <a:gd name="connsiteX2" fmla="*/ 537738 w 694898"/>
                <a:gd name="connsiteY2" fmla="*/ 1080262 h 1080261"/>
                <a:gd name="connsiteX3" fmla="*/ 500143 w 694898"/>
                <a:gd name="connsiteY3" fmla="*/ 1058100 h 1080261"/>
                <a:gd name="connsiteX4" fmla="*/ 241905 w 694898"/>
                <a:gd name="connsiteY4" fmla="*/ 536987 h 1080261"/>
                <a:gd name="connsiteX5" fmla="*/ 189518 w 694898"/>
                <a:gd name="connsiteY5" fmla="*/ 416292 h 1080261"/>
                <a:gd name="connsiteX6" fmla="*/ 189518 w 694898"/>
                <a:gd name="connsiteY6" fmla="*/ 1042227 h 1080261"/>
                <a:gd name="connsiteX7" fmla="*/ 153464 w 694898"/>
                <a:gd name="connsiteY7" fmla="*/ 1080262 h 1080261"/>
                <a:gd name="connsiteX8" fmla="*/ 39136 w 694898"/>
                <a:gd name="connsiteY8" fmla="*/ 1080262 h 1080261"/>
                <a:gd name="connsiteX9" fmla="*/ 0 w 694898"/>
                <a:gd name="connsiteY9" fmla="*/ 1042227 h 1080261"/>
                <a:gd name="connsiteX10" fmla="*/ 0 w 694898"/>
                <a:gd name="connsiteY10" fmla="*/ 38036 h 1080261"/>
                <a:gd name="connsiteX11" fmla="*/ 39136 w 694898"/>
                <a:gd name="connsiteY11" fmla="*/ 0 h 1080261"/>
                <a:gd name="connsiteX12" fmla="*/ 161784 w 694898"/>
                <a:gd name="connsiteY12" fmla="*/ 0 h 1080261"/>
                <a:gd name="connsiteX13" fmla="*/ 195990 w 694898"/>
                <a:gd name="connsiteY13" fmla="*/ 20665 h 1080261"/>
                <a:gd name="connsiteX14" fmla="*/ 462547 w 694898"/>
                <a:gd name="connsiteY14" fmla="*/ 552860 h 1080261"/>
                <a:gd name="connsiteX15" fmla="*/ 506614 w 694898"/>
                <a:gd name="connsiteY15" fmla="*/ 660975 h 1080261"/>
                <a:gd name="connsiteX16" fmla="*/ 506614 w 694898"/>
                <a:gd name="connsiteY16" fmla="*/ 38036 h 1080261"/>
                <a:gd name="connsiteX17" fmla="*/ 544209 w 694898"/>
                <a:gd name="connsiteY17" fmla="*/ 0 h 1080261"/>
                <a:gd name="connsiteX18" fmla="*/ 658536 w 694898"/>
                <a:gd name="connsiteY18" fmla="*/ 0 h 1080261"/>
                <a:gd name="connsiteX19" fmla="*/ 694591 w 694898"/>
                <a:gd name="connsiteY19" fmla="*/ 38036 h 1080261"/>
                <a:gd name="connsiteX20" fmla="*/ 694591 w 694898"/>
                <a:gd name="connsiteY20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98" h="1080261">
                  <a:moveTo>
                    <a:pt x="694899" y="1042227"/>
                  </a:moveTo>
                  <a:cubicBezTo>
                    <a:pt x="694899" y="1069181"/>
                    <a:pt x="686579" y="1080262"/>
                    <a:pt x="658845" y="1080262"/>
                  </a:cubicBezTo>
                  <a:lnTo>
                    <a:pt x="537738" y="1080262"/>
                  </a:lnTo>
                  <a:cubicBezTo>
                    <a:pt x="516475" y="1080262"/>
                    <a:pt x="508463" y="1073973"/>
                    <a:pt x="500143" y="1058100"/>
                  </a:cubicBezTo>
                  <a:lnTo>
                    <a:pt x="241905" y="536987"/>
                  </a:lnTo>
                  <a:cubicBezTo>
                    <a:pt x="222183" y="498951"/>
                    <a:pt x="202769" y="455824"/>
                    <a:pt x="189518" y="416292"/>
                  </a:cubicBezTo>
                  <a:lnTo>
                    <a:pt x="189518" y="1042227"/>
                  </a:lnTo>
                  <a:cubicBezTo>
                    <a:pt x="189518" y="1069181"/>
                    <a:pt x="179657" y="1080262"/>
                    <a:pt x="153464" y="1080262"/>
                  </a:cubicBezTo>
                  <a:lnTo>
                    <a:pt x="39136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9136" y="0"/>
                  </a:cubicBezTo>
                  <a:lnTo>
                    <a:pt x="161784" y="0"/>
                  </a:lnTo>
                  <a:cubicBezTo>
                    <a:pt x="179657" y="0"/>
                    <a:pt x="187977" y="6290"/>
                    <a:pt x="195990" y="20665"/>
                  </a:cubicBezTo>
                  <a:lnTo>
                    <a:pt x="462547" y="552860"/>
                  </a:lnTo>
                  <a:cubicBezTo>
                    <a:pt x="478880" y="584606"/>
                    <a:pt x="495212" y="627433"/>
                    <a:pt x="506614" y="660975"/>
                  </a:cubicBezTo>
                  <a:lnTo>
                    <a:pt x="506614" y="38036"/>
                  </a:lnTo>
                  <a:cubicBezTo>
                    <a:pt x="506614" y="11082"/>
                    <a:pt x="518016" y="0"/>
                    <a:pt x="544209" y="0"/>
                  </a:cubicBezTo>
                  <a:lnTo>
                    <a:pt x="658536" y="0"/>
                  </a:lnTo>
                  <a:cubicBezTo>
                    <a:pt x="686270" y="0"/>
                    <a:pt x="694591" y="11082"/>
                    <a:pt x="694591" y="38036"/>
                  </a:cubicBezTo>
                  <a:lnTo>
                    <a:pt x="694591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79" name="手繪多邊形: 圖案 278">
              <a:extLst>
                <a:ext uri="{FF2B5EF4-FFF2-40B4-BE49-F238E27FC236}">
                  <a16:creationId xmlns:a16="http://schemas.microsoft.com/office/drawing/2014/main" id="{EDE81BA7-E6A7-6711-211A-C6D8396840F5}"/>
                </a:ext>
              </a:extLst>
            </p:cNvPr>
            <p:cNvSpPr/>
            <p:nvPr/>
          </p:nvSpPr>
          <p:spPr>
            <a:xfrm>
              <a:off x="-6562194" y="26579566"/>
              <a:ext cx="206158" cy="1080261"/>
            </a:xfrm>
            <a:custGeom>
              <a:avLst/>
              <a:gdLst>
                <a:gd name="connsiteX0" fmla="*/ 206159 w 206158"/>
                <a:gd name="connsiteY0" fmla="*/ 1042227 h 1080261"/>
                <a:gd name="connsiteX1" fmla="*/ 170104 w 206158"/>
                <a:gd name="connsiteY1" fmla="*/ 1080262 h 1080261"/>
                <a:gd name="connsiteX2" fmla="*/ 37595 w 206158"/>
                <a:gd name="connsiteY2" fmla="*/ 1080262 h 1080261"/>
                <a:gd name="connsiteX3" fmla="*/ 0 w 206158"/>
                <a:gd name="connsiteY3" fmla="*/ 1042227 h 1080261"/>
                <a:gd name="connsiteX4" fmla="*/ 0 w 206158"/>
                <a:gd name="connsiteY4" fmla="*/ 38036 h 1080261"/>
                <a:gd name="connsiteX5" fmla="*/ 37595 w 206158"/>
                <a:gd name="connsiteY5" fmla="*/ 0 h 1080261"/>
                <a:gd name="connsiteX6" fmla="*/ 170104 w 206158"/>
                <a:gd name="connsiteY6" fmla="*/ 0 h 1080261"/>
                <a:gd name="connsiteX7" fmla="*/ 206159 w 206158"/>
                <a:gd name="connsiteY7" fmla="*/ 38036 h 1080261"/>
                <a:gd name="connsiteX8" fmla="*/ 206159 w 206158"/>
                <a:gd name="connsiteY8" fmla="*/ 1042227 h 108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58" h="1080261">
                  <a:moveTo>
                    <a:pt x="206159" y="1042227"/>
                  </a:moveTo>
                  <a:cubicBezTo>
                    <a:pt x="206159" y="1069181"/>
                    <a:pt x="197838" y="1080262"/>
                    <a:pt x="170104" y="1080262"/>
                  </a:cubicBezTo>
                  <a:lnTo>
                    <a:pt x="37595" y="1080262"/>
                  </a:lnTo>
                  <a:cubicBezTo>
                    <a:pt x="11402" y="1080262"/>
                    <a:pt x="0" y="1069181"/>
                    <a:pt x="0" y="1042227"/>
                  </a:cubicBezTo>
                  <a:lnTo>
                    <a:pt x="0" y="38036"/>
                  </a:lnTo>
                  <a:cubicBezTo>
                    <a:pt x="0" y="11082"/>
                    <a:pt x="11402" y="0"/>
                    <a:pt x="37595" y="0"/>
                  </a:cubicBezTo>
                  <a:lnTo>
                    <a:pt x="170104" y="0"/>
                  </a:lnTo>
                  <a:cubicBezTo>
                    <a:pt x="197838" y="0"/>
                    <a:pt x="206159" y="11082"/>
                    <a:pt x="206159" y="38036"/>
                  </a:cubicBezTo>
                  <a:lnTo>
                    <a:pt x="206159" y="1042227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280" name="手繪多邊形: 圖案 279">
              <a:extLst>
                <a:ext uri="{FF2B5EF4-FFF2-40B4-BE49-F238E27FC236}">
                  <a16:creationId xmlns:a16="http://schemas.microsoft.com/office/drawing/2014/main" id="{69320F03-FDD0-DFF6-DECA-A93EB95B9271}"/>
                </a:ext>
              </a:extLst>
            </p:cNvPr>
            <p:cNvSpPr/>
            <p:nvPr/>
          </p:nvSpPr>
          <p:spPr>
            <a:xfrm>
              <a:off x="-5631862" y="26566988"/>
              <a:ext cx="668705" cy="1105717"/>
            </a:xfrm>
            <a:custGeom>
              <a:avLst/>
              <a:gdLst>
                <a:gd name="connsiteX0" fmla="*/ 668705 w 668705"/>
                <a:gd name="connsiteY0" fmla="*/ 861035 h 1105717"/>
                <a:gd name="connsiteX1" fmla="*/ 333428 w 668705"/>
                <a:gd name="connsiteY1" fmla="*/ 1105718 h 1105717"/>
                <a:gd name="connsiteX2" fmla="*/ 0 w 668705"/>
                <a:gd name="connsiteY2" fmla="*/ 861035 h 1105717"/>
                <a:gd name="connsiteX3" fmla="*/ 0 w 668705"/>
                <a:gd name="connsiteY3" fmla="*/ 244683 h 1105717"/>
                <a:gd name="connsiteX4" fmla="*/ 333428 w 668705"/>
                <a:gd name="connsiteY4" fmla="*/ 0 h 1105717"/>
                <a:gd name="connsiteX5" fmla="*/ 668705 w 668705"/>
                <a:gd name="connsiteY5" fmla="*/ 244683 h 1105717"/>
                <a:gd name="connsiteX6" fmla="*/ 668705 w 668705"/>
                <a:gd name="connsiteY6" fmla="*/ 332135 h 1105717"/>
                <a:gd name="connsiteX7" fmla="*/ 632651 w 668705"/>
                <a:gd name="connsiteY7" fmla="*/ 370170 h 1105717"/>
                <a:gd name="connsiteX8" fmla="*/ 506922 w 668705"/>
                <a:gd name="connsiteY8" fmla="*/ 370170 h 1105717"/>
                <a:gd name="connsiteX9" fmla="*/ 469326 w 668705"/>
                <a:gd name="connsiteY9" fmla="*/ 332135 h 1105717"/>
                <a:gd name="connsiteX10" fmla="*/ 469326 w 668705"/>
                <a:gd name="connsiteY10" fmla="*/ 265348 h 1105717"/>
                <a:gd name="connsiteX11" fmla="*/ 336818 w 668705"/>
                <a:gd name="connsiteY11" fmla="*/ 166816 h 1105717"/>
                <a:gd name="connsiteX12" fmla="*/ 204310 w 668705"/>
                <a:gd name="connsiteY12" fmla="*/ 265348 h 1105717"/>
                <a:gd name="connsiteX13" fmla="*/ 204310 w 668705"/>
                <a:gd name="connsiteY13" fmla="*/ 840370 h 1105717"/>
                <a:gd name="connsiteX14" fmla="*/ 336818 w 668705"/>
                <a:gd name="connsiteY14" fmla="*/ 938903 h 1105717"/>
                <a:gd name="connsiteX15" fmla="*/ 469326 w 668705"/>
                <a:gd name="connsiteY15" fmla="*/ 840370 h 1105717"/>
                <a:gd name="connsiteX16" fmla="*/ 469326 w 668705"/>
                <a:gd name="connsiteY16" fmla="*/ 751421 h 1105717"/>
                <a:gd name="connsiteX17" fmla="*/ 506922 w 668705"/>
                <a:gd name="connsiteY17" fmla="*/ 714883 h 1105717"/>
                <a:gd name="connsiteX18" fmla="*/ 632651 w 668705"/>
                <a:gd name="connsiteY18" fmla="*/ 714883 h 1105717"/>
                <a:gd name="connsiteX19" fmla="*/ 668705 w 668705"/>
                <a:gd name="connsiteY19" fmla="*/ 751421 h 1105717"/>
                <a:gd name="connsiteX20" fmla="*/ 668705 w 668705"/>
                <a:gd name="connsiteY20" fmla="*/ 861035 h 11057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05" h="1105717">
                  <a:moveTo>
                    <a:pt x="668705" y="861035"/>
                  </a:moveTo>
                  <a:cubicBezTo>
                    <a:pt x="668705" y="988018"/>
                    <a:pt x="593514" y="1105718"/>
                    <a:pt x="333428" y="1105718"/>
                  </a:cubicBezTo>
                  <a:cubicBezTo>
                    <a:pt x="73342" y="1105718"/>
                    <a:pt x="0" y="988018"/>
                    <a:pt x="0" y="861035"/>
                  </a:cubicBezTo>
                  <a:lnTo>
                    <a:pt x="0" y="244683"/>
                  </a:lnTo>
                  <a:cubicBezTo>
                    <a:pt x="0" y="117700"/>
                    <a:pt x="76732" y="0"/>
                    <a:pt x="333428" y="0"/>
                  </a:cubicBezTo>
                  <a:cubicBezTo>
                    <a:pt x="590125" y="0"/>
                    <a:pt x="668705" y="117700"/>
                    <a:pt x="668705" y="244683"/>
                  </a:cubicBezTo>
                  <a:lnTo>
                    <a:pt x="668705" y="332135"/>
                  </a:lnTo>
                  <a:cubicBezTo>
                    <a:pt x="668705" y="359089"/>
                    <a:pt x="658845" y="370170"/>
                    <a:pt x="632651" y="370170"/>
                  </a:cubicBezTo>
                  <a:lnTo>
                    <a:pt x="506922" y="370170"/>
                  </a:lnTo>
                  <a:cubicBezTo>
                    <a:pt x="479188" y="370170"/>
                    <a:pt x="469326" y="359089"/>
                    <a:pt x="469326" y="332135"/>
                  </a:cubicBezTo>
                  <a:lnTo>
                    <a:pt x="469326" y="265348"/>
                  </a:lnTo>
                  <a:cubicBezTo>
                    <a:pt x="469326" y="200059"/>
                    <a:pt x="425260" y="166816"/>
                    <a:pt x="336818" y="166816"/>
                  </a:cubicBezTo>
                  <a:cubicBezTo>
                    <a:pt x="248376" y="166816"/>
                    <a:pt x="204310" y="200059"/>
                    <a:pt x="204310" y="265348"/>
                  </a:cubicBezTo>
                  <a:lnTo>
                    <a:pt x="204310" y="840370"/>
                  </a:lnTo>
                  <a:cubicBezTo>
                    <a:pt x="204310" y="905659"/>
                    <a:pt x="246835" y="938903"/>
                    <a:pt x="336818" y="938903"/>
                  </a:cubicBezTo>
                  <a:cubicBezTo>
                    <a:pt x="426801" y="938903"/>
                    <a:pt x="469326" y="905659"/>
                    <a:pt x="469326" y="840370"/>
                  </a:cubicBezTo>
                  <a:lnTo>
                    <a:pt x="469326" y="751421"/>
                  </a:lnTo>
                  <a:cubicBezTo>
                    <a:pt x="469326" y="724467"/>
                    <a:pt x="479188" y="714883"/>
                    <a:pt x="506922" y="714883"/>
                  </a:cubicBezTo>
                  <a:lnTo>
                    <a:pt x="632651" y="714883"/>
                  </a:lnTo>
                  <a:cubicBezTo>
                    <a:pt x="658845" y="714883"/>
                    <a:pt x="668705" y="724467"/>
                    <a:pt x="668705" y="751421"/>
                  </a:cubicBezTo>
                  <a:lnTo>
                    <a:pt x="668705" y="861035"/>
                  </a:lnTo>
                  <a:close/>
                </a:path>
              </a:pathLst>
            </a:custGeom>
            <a:solidFill>
              <a:srgbClr val="231815"/>
            </a:solidFill>
            <a:ln w="51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281" name="圖形 17">
            <a:extLst>
              <a:ext uri="{FF2B5EF4-FFF2-40B4-BE49-F238E27FC236}">
                <a16:creationId xmlns:a16="http://schemas.microsoft.com/office/drawing/2014/main" id="{0B71C3EE-C580-FE56-9B4F-4273A4D10566}"/>
              </a:ext>
            </a:extLst>
          </p:cNvPr>
          <p:cNvGrpSpPr/>
          <p:nvPr/>
        </p:nvGrpSpPr>
        <p:grpSpPr>
          <a:xfrm>
            <a:off x="-68873523" y="31917383"/>
            <a:ext cx="161570176" cy="66470820"/>
            <a:chOff x="-68873523" y="31917383"/>
            <a:chExt cx="161570176" cy="66470820"/>
          </a:xfrm>
          <a:noFill/>
        </p:grpSpPr>
        <p:grpSp>
          <p:nvGrpSpPr>
            <p:cNvPr id="282" name="圖形 17">
              <a:extLst>
                <a:ext uri="{FF2B5EF4-FFF2-40B4-BE49-F238E27FC236}">
                  <a16:creationId xmlns:a16="http://schemas.microsoft.com/office/drawing/2014/main" id="{1D2876D1-99C1-171F-E508-3A14969FE880}"/>
                </a:ext>
              </a:extLst>
            </p:cNvPr>
            <p:cNvGrpSpPr/>
            <p:nvPr/>
          </p:nvGrpSpPr>
          <p:grpSpPr>
            <a:xfrm>
              <a:off x="-54422397" y="31917383"/>
              <a:ext cx="18063679" cy="66470820"/>
              <a:chOff x="-54422397" y="31917383"/>
              <a:chExt cx="18063679" cy="66470820"/>
            </a:xfrm>
            <a:noFill/>
          </p:grpSpPr>
          <p:grpSp>
            <p:nvGrpSpPr>
              <p:cNvPr id="283" name="圖形 17">
                <a:extLst>
                  <a:ext uri="{FF2B5EF4-FFF2-40B4-BE49-F238E27FC236}">
                    <a16:creationId xmlns:a16="http://schemas.microsoft.com/office/drawing/2014/main" id="{C60B1B05-C5E5-9D87-0143-4CF647F6F766}"/>
                  </a:ext>
                </a:extLst>
              </p:cNvPr>
              <p:cNvGrpSpPr/>
              <p:nvPr/>
            </p:nvGrpSpPr>
            <p:grpSpPr>
              <a:xfrm>
                <a:off x="-54422397" y="31917383"/>
                <a:ext cx="18063679" cy="30150771"/>
                <a:chOff x="-54422397" y="31917383"/>
                <a:chExt cx="18063679" cy="30150771"/>
              </a:xfrm>
              <a:noFill/>
            </p:grpSpPr>
            <p:sp>
              <p:nvSpPr>
                <p:cNvPr id="284" name="手繪多邊形: 圖案 283">
                  <a:extLst>
                    <a:ext uri="{FF2B5EF4-FFF2-40B4-BE49-F238E27FC236}">
                      <a16:creationId xmlns:a16="http://schemas.microsoft.com/office/drawing/2014/main" id="{95D48CA9-EEBC-A463-2726-32A2C2B9D467}"/>
                    </a:ext>
                  </a:extLst>
                </p:cNvPr>
                <p:cNvSpPr/>
                <p:nvPr/>
              </p:nvSpPr>
              <p:spPr>
                <a:xfrm>
                  <a:off x="-54422397" y="31917383"/>
                  <a:ext cx="1476082" cy="29949"/>
                </a:xfrm>
                <a:custGeom>
                  <a:avLst/>
                  <a:gdLst>
                    <a:gd name="connsiteX0" fmla="*/ 2 w 1476082"/>
                    <a:gd name="connsiteY0" fmla="*/ 0 h 29949"/>
                    <a:gd name="connsiteX1" fmla="*/ 1476081 w 1476082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082" h="29949">
                      <a:moveTo>
                        <a:pt x="2" y="0"/>
                      </a:moveTo>
                      <a:lnTo>
                        <a:pt x="1476081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85" name="手繪多邊形: 圖案 284">
                  <a:extLst>
                    <a:ext uri="{FF2B5EF4-FFF2-40B4-BE49-F238E27FC236}">
                      <a16:creationId xmlns:a16="http://schemas.microsoft.com/office/drawing/2014/main" id="{6E2AF834-4923-056E-3912-58B5F6B2D2D4}"/>
                    </a:ext>
                  </a:extLst>
                </p:cNvPr>
                <p:cNvSpPr/>
                <p:nvPr/>
              </p:nvSpPr>
              <p:spPr>
                <a:xfrm>
                  <a:off x="-54240276" y="31917383"/>
                  <a:ext cx="1293960" cy="1700805"/>
                </a:xfrm>
                <a:custGeom>
                  <a:avLst/>
                  <a:gdLst>
                    <a:gd name="connsiteX0" fmla="*/ 1293960 w 1293960"/>
                    <a:gd name="connsiteY0" fmla="*/ 1700805 h 1700805"/>
                    <a:gd name="connsiteX1" fmla="*/ 385816 w 1293960"/>
                    <a:gd name="connsiteY1" fmla="*/ 1700805 h 1700805"/>
                    <a:gd name="connsiteX2" fmla="*/ 0 w 1293960"/>
                    <a:gd name="connsiteY2" fmla="*/ 1325845 h 1700805"/>
                    <a:gd name="connsiteX3" fmla="*/ 0 w 1293960"/>
                    <a:gd name="connsiteY3" fmla="*/ 0 h 17008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3960" h="1700805">
                      <a:moveTo>
                        <a:pt x="1293960" y="1700805"/>
                      </a:moveTo>
                      <a:lnTo>
                        <a:pt x="385816" y="1700805"/>
                      </a:lnTo>
                      <a:cubicBezTo>
                        <a:pt x="172877" y="1700805"/>
                        <a:pt x="0" y="1532792"/>
                        <a:pt x="0" y="1325845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86" name="手繪多邊形: 圖案 285">
                  <a:extLst>
                    <a:ext uri="{FF2B5EF4-FFF2-40B4-BE49-F238E27FC236}">
                      <a16:creationId xmlns:a16="http://schemas.microsoft.com/office/drawing/2014/main" id="{8CFB20E6-AF7C-7974-0653-3DCD86BA4E3A}"/>
                    </a:ext>
                  </a:extLst>
                </p:cNvPr>
                <p:cNvSpPr/>
                <p:nvPr/>
              </p:nvSpPr>
              <p:spPr>
                <a:xfrm>
                  <a:off x="-53890206" y="32310015"/>
                  <a:ext cx="821244" cy="29949"/>
                </a:xfrm>
                <a:custGeom>
                  <a:avLst/>
                  <a:gdLst>
                    <a:gd name="connsiteX0" fmla="*/ -2 w 821244"/>
                    <a:gd name="connsiteY0" fmla="*/ 0 h 29949"/>
                    <a:gd name="connsiteX1" fmla="*/ 821244 w 821244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44" h="29949">
                      <a:moveTo>
                        <a:pt x="-2" y="0"/>
                      </a:moveTo>
                      <a:lnTo>
                        <a:pt x="821244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87" name="手繪多邊形: 圖案 286">
                  <a:extLst>
                    <a:ext uri="{FF2B5EF4-FFF2-40B4-BE49-F238E27FC236}">
                      <a16:creationId xmlns:a16="http://schemas.microsoft.com/office/drawing/2014/main" id="{0A7990A1-435D-276B-CC29-34B20C78B0F2}"/>
                    </a:ext>
                  </a:extLst>
                </p:cNvPr>
                <p:cNvSpPr/>
                <p:nvPr/>
              </p:nvSpPr>
              <p:spPr>
                <a:xfrm>
                  <a:off x="-53951838" y="32759550"/>
                  <a:ext cx="882876" cy="29949"/>
                </a:xfrm>
                <a:custGeom>
                  <a:avLst/>
                  <a:gdLst>
                    <a:gd name="connsiteX0" fmla="*/ -2 w 882876"/>
                    <a:gd name="connsiteY0" fmla="*/ 0 h 29949"/>
                    <a:gd name="connsiteX1" fmla="*/ 882875 w 882876"/>
                    <a:gd name="connsiteY1" fmla="*/ 0 h 299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876" h="29949">
                      <a:moveTo>
                        <a:pt x="-2" y="0"/>
                      </a:moveTo>
                      <a:lnTo>
                        <a:pt x="882875" y="0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88" name="手繪多邊形: 圖案 287">
                  <a:extLst>
                    <a:ext uri="{FF2B5EF4-FFF2-40B4-BE49-F238E27FC236}">
                      <a16:creationId xmlns:a16="http://schemas.microsoft.com/office/drawing/2014/main" id="{02DAB9BE-69B5-EA24-96BF-1EB4BE3815E3}"/>
                    </a:ext>
                  </a:extLst>
                </p:cNvPr>
                <p:cNvSpPr/>
                <p:nvPr/>
              </p:nvSpPr>
              <p:spPr>
                <a:xfrm>
                  <a:off x="-52559575" y="31917383"/>
                  <a:ext cx="1156522" cy="495057"/>
                </a:xfrm>
                <a:custGeom>
                  <a:avLst/>
                  <a:gdLst>
                    <a:gd name="connsiteX0" fmla="*/ 1156522 w 1156522"/>
                    <a:gd name="connsiteY0" fmla="*/ 495058 h 495057"/>
                    <a:gd name="connsiteX1" fmla="*/ 1136183 w 1156522"/>
                    <a:gd name="connsiteY1" fmla="*/ 495058 h 495057"/>
                    <a:gd name="connsiteX2" fmla="*/ 943275 w 1156522"/>
                    <a:gd name="connsiteY2" fmla="*/ 307576 h 495057"/>
                    <a:gd name="connsiteX3" fmla="*/ 943275 w 1156522"/>
                    <a:gd name="connsiteY3" fmla="*/ 0 h 495057"/>
                    <a:gd name="connsiteX4" fmla="*/ 0 w 1156522"/>
                    <a:gd name="connsiteY4" fmla="*/ 0 h 495057"/>
                    <a:gd name="connsiteX5" fmla="*/ 0 w 1156522"/>
                    <a:gd name="connsiteY5" fmla="*/ 206349 h 4950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22" h="495057">
                      <a:moveTo>
                        <a:pt x="1156522" y="495058"/>
                      </a:moveTo>
                      <a:lnTo>
                        <a:pt x="1136183" y="495058"/>
                      </a:lnTo>
                      <a:cubicBezTo>
                        <a:pt x="1029561" y="495058"/>
                        <a:pt x="943275" y="411201"/>
                        <a:pt x="943275" y="307576"/>
                      </a:cubicBezTo>
                      <a:lnTo>
                        <a:pt x="943275" y="0"/>
                      </a:lnTo>
                      <a:lnTo>
                        <a:pt x="0" y="0"/>
                      </a:lnTo>
                      <a:lnTo>
                        <a:pt x="0" y="206349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89" name="手繪多邊形: 圖案 288">
                  <a:extLst>
                    <a:ext uri="{FF2B5EF4-FFF2-40B4-BE49-F238E27FC236}">
                      <a16:creationId xmlns:a16="http://schemas.microsoft.com/office/drawing/2014/main" id="{25C6B146-180F-FC40-9034-E3FD0C74BDED}"/>
                    </a:ext>
                  </a:extLst>
                </p:cNvPr>
                <p:cNvSpPr/>
                <p:nvPr/>
              </p:nvSpPr>
              <p:spPr>
                <a:xfrm>
                  <a:off x="-53378661" y="33040472"/>
                  <a:ext cx="283813" cy="281221"/>
                </a:xfrm>
                <a:custGeom>
                  <a:avLst/>
                  <a:gdLst>
                    <a:gd name="connsiteX0" fmla="*/ 0 w 283813"/>
                    <a:gd name="connsiteY0" fmla="*/ 0 h 281221"/>
                    <a:gd name="connsiteX1" fmla="*/ 0 w 283813"/>
                    <a:gd name="connsiteY1" fmla="*/ 93741 h 281221"/>
                    <a:gd name="connsiteX2" fmla="*/ 192908 w 283813"/>
                    <a:gd name="connsiteY2" fmla="*/ 281222 h 281221"/>
                    <a:gd name="connsiteX3" fmla="*/ 283813 w 283813"/>
                    <a:gd name="connsiteY3" fmla="*/ 281222 h 28122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13" h="281221">
                      <a:moveTo>
                        <a:pt x="0" y="0"/>
                      </a:moveTo>
                      <a:lnTo>
                        <a:pt x="0" y="93741"/>
                      </a:lnTo>
                      <a:cubicBezTo>
                        <a:pt x="0" y="197365"/>
                        <a:pt x="86282" y="281222"/>
                        <a:pt x="192908" y="281222"/>
                      </a:cubicBezTo>
                      <a:lnTo>
                        <a:pt x="283813" y="281222"/>
                      </a:ln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90" name="手繪多邊形: 圖案 289">
                  <a:extLst>
                    <a:ext uri="{FF2B5EF4-FFF2-40B4-BE49-F238E27FC236}">
                      <a16:creationId xmlns:a16="http://schemas.microsoft.com/office/drawing/2014/main" id="{FBD860EB-C556-F1C0-3167-C63D5B7007B6}"/>
                    </a:ext>
                  </a:extLst>
                </p:cNvPr>
                <p:cNvSpPr/>
                <p:nvPr/>
              </p:nvSpPr>
              <p:spPr>
                <a:xfrm>
                  <a:off x="-52627985" y="32759550"/>
                  <a:ext cx="1133406" cy="858638"/>
                </a:xfrm>
                <a:custGeom>
                  <a:avLst/>
                  <a:gdLst>
                    <a:gd name="connsiteX0" fmla="*/ 1133407 w 1133406"/>
                    <a:gd name="connsiteY0" fmla="*/ 858638 h 858638"/>
                    <a:gd name="connsiteX1" fmla="*/ 68410 w 1133406"/>
                    <a:gd name="connsiteY1" fmla="*/ 0 h 858638"/>
                    <a:gd name="connsiteX2" fmla="*/ 1068386 w 1133406"/>
                    <a:gd name="connsiteY2" fmla="*/ 0 h 858638"/>
                    <a:gd name="connsiteX3" fmla="*/ 0 w 1133406"/>
                    <a:gd name="connsiteY3" fmla="*/ 858638 h 8586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06" h="858638">
                      <a:moveTo>
                        <a:pt x="1133407" y="858638"/>
                      </a:moveTo>
                      <a:cubicBezTo>
                        <a:pt x="646826" y="858638"/>
                        <a:pt x="82893" y="515424"/>
                        <a:pt x="68410" y="0"/>
                      </a:cubicBezTo>
                      <a:lnTo>
                        <a:pt x="1068386" y="0"/>
                      </a:lnTo>
                      <a:cubicBezTo>
                        <a:pt x="1056367" y="512727"/>
                        <a:pt x="467167" y="858638"/>
                        <a:pt x="0" y="858638"/>
                      </a:cubicBezTo>
                    </a:path>
                  </a:pathLst>
                </a:custGeom>
                <a:noFill/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91" name="手繪多邊形: 圖案 290">
                  <a:extLst>
                    <a:ext uri="{FF2B5EF4-FFF2-40B4-BE49-F238E27FC236}">
                      <a16:creationId xmlns:a16="http://schemas.microsoft.com/office/drawing/2014/main" id="{DC89D90F-3792-D62D-55A8-FB2B4C76B32C}"/>
                    </a:ext>
                  </a:extLst>
                </p:cNvPr>
                <p:cNvSpPr/>
                <p:nvPr/>
              </p:nvSpPr>
              <p:spPr>
                <a:xfrm>
                  <a:off x="-53856925" y="32310015"/>
                  <a:ext cx="416631" cy="1011977"/>
                </a:xfrm>
                <a:custGeom>
                  <a:avLst/>
                  <a:gdLst>
                    <a:gd name="connsiteX0" fmla="*/ 416633 w 416631"/>
                    <a:gd name="connsiteY0" fmla="*/ 0 h 1011977"/>
                    <a:gd name="connsiteX1" fmla="*/ 1 w 416631"/>
                    <a:gd name="connsiteY1" fmla="*/ 1011979 h 10119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31" h="1011977">
                      <a:moveTo>
                        <a:pt x="416633" y="0"/>
                      </a:moveTo>
                      <a:lnTo>
                        <a:pt x="1" y="1011979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92" name="手繪多邊形: 圖案 291">
                  <a:extLst>
                    <a:ext uri="{FF2B5EF4-FFF2-40B4-BE49-F238E27FC236}">
                      <a16:creationId xmlns:a16="http://schemas.microsoft.com/office/drawing/2014/main" id="{F0E948B1-E820-BA23-E9FE-C4D3E07CEAFD}"/>
                    </a:ext>
                  </a:extLst>
                </p:cNvPr>
                <p:cNvSpPr/>
                <p:nvPr/>
              </p:nvSpPr>
              <p:spPr>
                <a:xfrm>
                  <a:off x="-52678216" y="32124032"/>
                  <a:ext cx="118641" cy="288409"/>
                </a:xfrm>
                <a:custGeom>
                  <a:avLst/>
                  <a:gdLst>
                    <a:gd name="connsiteX0" fmla="*/ 118641 w 118641"/>
                    <a:gd name="connsiteY0" fmla="*/ 0 h 288409"/>
                    <a:gd name="connsiteX1" fmla="*/ 1 w 118641"/>
                    <a:gd name="connsiteY1" fmla="*/ 288409 h 288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1" h="288409">
                      <a:moveTo>
                        <a:pt x="118641" y="0"/>
                      </a:moveTo>
                      <a:lnTo>
                        <a:pt x="1" y="288409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293" name="手繪多邊形: 圖案 292">
                  <a:extLst>
                    <a:ext uri="{FF2B5EF4-FFF2-40B4-BE49-F238E27FC236}">
                      <a16:creationId xmlns:a16="http://schemas.microsoft.com/office/drawing/2014/main" id="{73CEEFA5-656D-F482-4926-AADFA27E06EE}"/>
                    </a:ext>
                  </a:extLst>
                </p:cNvPr>
                <p:cNvSpPr/>
                <p:nvPr/>
              </p:nvSpPr>
              <p:spPr>
                <a:xfrm>
                  <a:off x="-53951838" y="31917383"/>
                  <a:ext cx="223415" cy="542377"/>
                </a:xfrm>
                <a:custGeom>
                  <a:avLst/>
                  <a:gdLst>
                    <a:gd name="connsiteX0" fmla="*/ 223414 w 223415"/>
                    <a:gd name="connsiteY0" fmla="*/ 0 h 542377"/>
                    <a:gd name="connsiteX1" fmla="*/ -2 w 223415"/>
                    <a:gd name="connsiteY1" fmla="*/ 542377 h 542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15" h="542377">
                      <a:moveTo>
                        <a:pt x="223414" y="0"/>
                      </a:moveTo>
                      <a:lnTo>
                        <a:pt x="-2" y="542377"/>
                      </a:lnTo>
                    </a:path>
                  </a:pathLst>
                </a:custGeom>
                <a:ln w="3605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294" name="手繪多邊形: 圖案 293">
                <a:extLst>
                  <a:ext uri="{FF2B5EF4-FFF2-40B4-BE49-F238E27FC236}">
                    <a16:creationId xmlns:a16="http://schemas.microsoft.com/office/drawing/2014/main" id="{9CE46B65-16C6-BA3F-7A7E-C88965D96FEB}"/>
                  </a:ext>
                </a:extLst>
              </p:cNvPr>
              <p:cNvSpPr/>
              <p:nvPr/>
            </p:nvSpPr>
            <p:spPr>
              <a:xfrm>
                <a:off x="-54320397" y="33973984"/>
                <a:ext cx="2893306" cy="29949"/>
              </a:xfrm>
              <a:custGeom>
                <a:avLst/>
                <a:gdLst>
                  <a:gd name="connsiteX0" fmla="*/ 0 w 2893306"/>
                  <a:gd name="connsiteY0" fmla="*/ -1 h 29949"/>
                  <a:gd name="connsiteX1" fmla="*/ 2893307 w 2893306"/>
                  <a:gd name="connsiteY1" fmla="*/ -1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306" h="29949">
                    <a:moveTo>
                      <a:pt x="0" y="-1"/>
                    </a:moveTo>
                    <a:lnTo>
                      <a:pt x="2893307" y="-1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95" name="手繪多邊形: 圖案 294">
                <a:extLst>
                  <a:ext uri="{FF2B5EF4-FFF2-40B4-BE49-F238E27FC236}">
                    <a16:creationId xmlns:a16="http://schemas.microsoft.com/office/drawing/2014/main" id="{E27BBFCC-65E1-F5D6-22ED-BC15D5428BA3}"/>
                  </a:ext>
                </a:extLst>
              </p:cNvPr>
              <p:cNvSpPr/>
              <p:nvPr/>
            </p:nvSpPr>
            <p:spPr>
              <a:xfrm>
                <a:off x="-54220657" y="34367814"/>
                <a:ext cx="2694130" cy="1299189"/>
              </a:xfrm>
              <a:custGeom>
                <a:avLst/>
                <a:gdLst>
                  <a:gd name="connsiteX0" fmla="*/ 2691874 w 2694130"/>
                  <a:gd name="connsiteY0" fmla="*/ 215633 h 1299189"/>
                  <a:gd name="connsiteX1" fmla="*/ 2571695 w 2694130"/>
                  <a:gd name="connsiteY1" fmla="*/ 980831 h 1299189"/>
                  <a:gd name="connsiteX2" fmla="*/ 2190193 w 2694130"/>
                  <a:gd name="connsiteY2" fmla="*/ 1299189 h 1299189"/>
                  <a:gd name="connsiteX3" fmla="*/ 503943 w 2694130"/>
                  <a:gd name="connsiteY3" fmla="*/ 1299189 h 1299189"/>
                  <a:gd name="connsiteX4" fmla="*/ 122442 w 2694130"/>
                  <a:gd name="connsiteY4" fmla="*/ 980831 h 1299189"/>
                  <a:gd name="connsiteX5" fmla="*/ 2263 w 2694130"/>
                  <a:gd name="connsiteY5" fmla="*/ 215633 h 1299189"/>
                  <a:gd name="connsiteX6" fmla="*/ 193012 w 2694130"/>
                  <a:gd name="connsiteY6" fmla="*/ 0 h 1299189"/>
                  <a:gd name="connsiteX7" fmla="*/ 2501125 w 2694130"/>
                  <a:gd name="connsiteY7" fmla="*/ 0 h 1299189"/>
                  <a:gd name="connsiteX8" fmla="*/ 2691874 w 2694130"/>
                  <a:gd name="connsiteY8" fmla="*/ 215633 h 1299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130" h="1299189">
                    <a:moveTo>
                      <a:pt x="2691874" y="215633"/>
                    </a:moveTo>
                    <a:lnTo>
                      <a:pt x="2571695" y="980831"/>
                    </a:lnTo>
                    <a:cubicBezTo>
                      <a:pt x="2543034" y="1163819"/>
                      <a:pt x="2380942" y="1299189"/>
                      <a:pt x="2190193" y="1299189"/>
                    </a:cubicBezTo>
                    <a:lnTo>
                      <a:pt x="503943" y="1299189"/>
                    </a:lnTo>
                    <a:cubicBezTo>
                      <a:pt x="313503" y="1299189"/>
                      <a:pt x="151411" y="1163819"/>
                      <a:pt x="122442" y="980831"/>
                    </a:cubicBezTo>
                    <a:lnTo>
                      <a:pt x="2263" y="215633"/>
                    </a:lnTo>
                    <a:cubicBezTo>
                      <a:pt x="-15613" y="102125"/>
                      <a:pt x="74680" y="0"/>
                      <a:pt x="193012" y="0"/>
                    </a:cubicBezTo>
                    <a:lnTo>
                      <a:pt x="2501125" y="0"/>
                    </a:lnTo>
                    <a:cubicBezTo>
                      <a:pt x="2619149" y="0"/>
                      <a:pt x="2709749" y="102125"/>
                      <a:pt x="2691874" y="215633"/>
                    </a:cubicBezTo>
                    <a:close/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96" name="手繪多邊形: 圖案 295">
                <a:extLst>
                  <a:ext uri="{FF2B5EF4-FFF2-40B4-BE49-F238E27FC236}">
                    <a16:creationId xmlns:a16="http://schemas.microsoft.com/office/drawing/2014/main" id="{45758737-26C0-EF6A-44BA-529B04C39DFE}"/>
                  </a:ext>
                </a:extLst>
              </p:cNvPr>
              <p:cNvSpPr/>
              <p:nvPr/>
            </p:nvSpPr>
            <p:spPr>
              <a:xfrm>
                <a:off x="-53807928" y="33973983"/>
                <a:ext cx="587966" cy="964059"/>
              </a:xfrm>
              <a:custGeom>
                <a:avLst/>
                <a:gdLst>
                  <a:gd name="connsiteX0" fmla="*/ 587966 w 587966"/>
                  <a:gd name="connsiteY0" fmla="*/ 0 h 964059"/>
                  <a:gd name="connsiteX1" fmla="*/ 587966 w 587966"/>
                  <a:gd name="connsiteY1" fmla="*/ 589099 h 964059"/>
                  <a:gd name="connsiteX2" fmla="*/ 202154 w 587966"/>
                  <a:gd name="connsiteY2" fmla="*/ 964060 h 964059"/>
                  <a:gd name="connsiteX3" fmla="*/ 0 w 587966"/>
                  <a:gd name="connsiteY3" fmla="*/ 964060 h 964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66" h="964059">
                    <a:moveTo>
                      <a:pt x="587966" y="0"/>
                    </a:moveTo>
                    <a:lnTo>
                      <a:pt x="587966" y="589099"/>
                    </a:lnTo>
                    <a:cubicBezTo>
                      <a:pt x="587966" y="796046"/>
                      <a:pt x="415090" y="964060"/>
                      <a:pt x="202154" y="964060"/>
                    </a:cubicBezTo>
                    <a:lnTo>
                      <a:pt x="0" y="96406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97" name="手繪多邊形: 圖案 296">
                <a:extLst>
                  <a:ext uri="{FF2B5EF4-FFF2-40B4-BE49-F238E27FC236}">
                    <a16:creationId xmlns:a16="http://schemas.microsoft.com/office/drawing/2014/main" id="{CFD69EB9-83F0-731E-3C4E-DDF9D1FC4C8E}"/>
                  </a:ext>
                </a:extLst>
              </p:cNvPr>
              <p:cNvSpPr/>
              <p:nvPr/>
            </p:nvSpPr>
            <p:spPr>
              <a:xfrm>
                <a:off x="-52525987" y="33973983"/>
                <a:ext cx="559001" cy="964059"/>
              </a:xfrm>
              <a:custGeom>
                <a:avLst/>
                <a:gdLst>
                  <a:gd name="connsiteX0" fmla="*/ 0 w 559001"/>
                  <a:gd name="connsiteY0" fmla="*/ 0 h 964059"/>
                  <a:gd name="connsiteX1" fmla="*/ 0 w 559001"/>
                  <a:gd name="connsiteY1" fmla="*/ 589099 h 964059"/>
                  <a:gd name="connsiteX2" fmla="*/ 385816 w 559001"/>
                  <a:gd name="connsiteY2" fmla="*/ 964060 h 964059"/>
                  <a:gd name="connsiteX3" fmla="*/ 559001 w 559001"/>
                  <a:gd name="connsiteY3" fmla="*/ 964060 h 9640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01" h="964059">
                    <a:moveTo>
                      <a:pt x="0" y="0"/>
                    </a:moveTo>
                    <a:lnTo>
                      <a:pt x="0" y="589099"/>
                    </a:lnTo>
                    <a:cubicBezTo>
                      <a:pt x="0" y="796046"/>
                      <a:pt x="172877" y="964060"/>
                      <a:pt x="385816" y="964060"/>
                    </a:cubicBezTo>
                    <a:lnTo>
                      <a:pt x="559001" y="96406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298" name="手繪多邊形: 圖案 297">
                <a:extLst>
                  <a:ext uri="{FF2B5EF4-FFF2-40B4-BE49-F238E27FC236}">
                    <a16:creationId xmlns:a16="http://schemas.microsoft.com/office/drawing/2014/main" id="{A645C0A1-C0CD-10E1-7544-562BD4F2CF40}"/>
                  </a:ext>
                </a:extLst>
              </p:cNvPr>
              <p:cNvSpPr/>
              <p:nvPr/>
            </p:nvSpPr>
            <p:spPr>
              <a:xfrm>
                <a:off x="-53422421" y="35305518"/>
                <a:ext cx="1097663" cy="29949"/>
              </a:xfrm>
              <a:custGeom>
                <a:avLst/>
                <a:gdLst>
                  <a:gd name="connsiteX0" fmla="*/ 0 w 1097663"/>
                  <a:gd name="connsiteY0" fmla="*/ 0 h 29949"/>
                  <a:gd name="connsiteX1" fmla="*/ 1097663 w 1097663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663" h="29949">
                    <a:moveTo>
                      <a:pt x="0" y="0"/>
                    </a:moveTo>
                    <a:lnTo>
                      <a:pt x="1097663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299" name="圖形 17">
              <a:extLst>
                <a:ext uri="{FF2B5EF4-FFF2-40B4-BE49-F238E27FC236}">
                  <a16:creationId xmlns:a16="http://schemas.microsoft.com/office/drawing/2014/main" id="{E238BD6E-AC36-5991-BAFD-A6F72A43F643}"/>
                </a:ext>
              </a:extLst>
            </p:cNvPr>
            <p:cNvGrpSpPr/>
            <p:nvPr/>
          </p:nvGrpSpPr>
          <p:grpSpPr>
            <a:xfrm>
              <a:off x="-64186727" y="31917383"/>
              <a:ext cx="18124498" cy="66470820"/>
              <a:chOff x="-64186727" y="31917383"/>
              <a:chExt cx="18124498" cy="66470820"/>
            </a:xfrm>
            <a:noFill/>
          </p:grpSpPr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91AED803-BE20-531D-6140-D04B8BC5839F}"/>
                  </a:ext>
                </a:extLst>
              </p:cNvPr>
              <p:cNvSpPr/>
              <p:nvPr/>
            </p:nvSpPr>
            <p:spPr>
              <a:xfrm>
                <a:off x="-62808333" y="32639155"/>
                <a:ext cx="1651116" cy="29949"/>
              </a:xfrm>
              <a:custGeom>
                <a:avLst/>
                <a:gdLst>
                  <a:gd name="connsiteX0" fmla="*/ 2 w 1651116"/>
                  <a:gd name="connsiteY0" fmla="*/ -1 h 29949"/>
                  <a:gd name="connsiteX1" fmla="*/ 1651117 w 1651116"/>
                  <a:gd name="connsiteY1" fmla="*/ -1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116" h="29949">
                    <a:moveTo>
                      <a:pt x="2" y="-1"/>
                    </a:moveTo>
                    <a:lnTo>
                      <a:pt x="1651117" y="-1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93696C68-F1A8-24FF-5556-830ACB74B75E}"/>
                  </a:ext>
                </a:extLst>
              </p:cNvPr>
              <p:cNvSpPr/>
              <p:nvPr/>
            </p:nvSpPr>
            <p:spPr>
              <a:xfrm>
                <a:off x="-62808333" y="35305518"/>
                <a:ext cx="1651116" cy="29949"/>
              </a:xfrm>
              <a:custGeom>
                <a:avLst/>
                <a:gdLst>
                  <a:gd name="connsiteX0" fmla="*/ 2 w 1651116"/>
                  <a:gd name="connsiteY0" fmla="*/ 0 h 29949"/>
                  <a:gd name="connsiteX1" fmla="*/ 1651117 w 1651116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116" h="29949">
                    <a:moveTo>
                      <a:pt x="2" y="0"/>
                    </a:moveTo>
                    <a:lnTo>
                      <a:pt x="165111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352C8F63-A7F6-41FF-E5C7-DC0D090226F7}"/>
                  </a:ext>
                </a:extLst>
              </p:cNvPr>
              <p:cNvSpPr/>
              <p:nvPr/>
            </p:nvSpPr>
            <p:spPr>
              <a:xfrm>
                <a:off x="-63479196" y="33601717"/>
                <a:ext cx="30815" cy="2065285"/>
              </a:xfrm>
              <a:custGeom>
                <a:avLst/>
                <a:gdLst>
                  <a:gd name="connsiteX0" fmla="*/ 1 w 30815"/>
                  <a:gd name="connsiteY0" fmla="*/ 2065286 h 2065285"/>
                  <a:gd name="connsiteX1" fmla="*/ 1 w 30815"/>
                  <a:gd name="connsiteY1" fmla="*/ 0 h 2065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065285">
                    <a:moveTo>
                      <a:pt x="1" y="2065286"/>
                    </a:moveTo>
                    <a:lnTo>
                      <a:pt x="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3" name="手繪多邊形: 圖案 302">
                <a:extLst>
                  <a:ext uri="{FF2B5EF4-FFF2-40B4-BE49-F238E27FC236}">
                    <a16:creationId xmlns:a16="http://schemas.microsoft.com/office/drawing/2014/main" id="{9DD2D387-B8E5-2121-82BC-5B42B98E9160}"/>
                  </a:ext>
                </a:extLst>
              </p:cNvPr>
              <p:cNvSpPr/>
              <p:nvPr/>
            </p:nvSpPr>
            <p:spPr>
              <a:xfrm>
                <a:off x="-64186727" y="31917383"/>
                <a:ext cx="1081325" cy="1635516"/>
              </a:xfrm>
              <a:custGeom>
                <a:avLst/>
                <a:gdLst>
                  <a:gd name="connsiteX0" fmla="*/ 1081326 w 1081325"/>
                  <a:gd name="connsiteY0" fmla="*/ 0 h 1635516"/>
                  <a:gd name="connsiteX1" fmla="*/ 0 w 1081325"/>
                  <a:gd name="connsiteY1" fmla="*/ 1635517 h 16355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25" h="1635516">
                    <a:moveTo>
                      <a:pt x="1081326" y="0"/>
                    </a:moveTo>
                    <a:cubicBezTo>
                      <a:pt x="1081326" y="0"/>
                      <a:pt x="977480" y="1125186"/>
                      <a:pt x="0" y="1635517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304" name="圖形 17">
              <a:extLst>
                <a:ext uri="{FF2B5EF4-FFF2-40B4-BE49-F238E27FC236}">
                  <a16:creationId xmlns:a16="http://schemas.microsoft.com/office/drawing/2014/main" id="{663F7615-DC31-135F-3798-B82FFB118FD1}"/>
                </a:ext>
              </a:extLst>
            </p:cNvPr>
            <p:cNvGrpSpPr/>
            <p:nvPr/>
          </p:nvGrpSpPr>
          <p:grpSpPr>
            <a:xfrm>
              <a:off x="-68873523" y="31945535"/>
              <a:ext cx="17311486" cy="65971760"/>
              <a:chOff x="-68873523" y="31945535"/>
              <a:chExt cx="17311486" cy="65971760"/>
            </a:xfrm>
            <a:noFill/>
          </p:grpSpPr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AA97AA2F-4E08-AF46-3F03-5D7F5E3FB673}"/>
                  </a:ext>
                </a:extLst>
              </p:cNvPr>
              <p:cNvSpPr/>
              <p:nvPr/>
            </p:nvSpPr>
            <p:spPr>
              <a:xfrm>
                <a:off x="-68873522" y="32292345"/>
                <a:ext cx="2893614" cy="29949"/>
              </a:xfrm>
              <a:custGeom>
                <a:avLst/>
                <a:gdLst>
                  <a:gd name="connsiteX0" fmla="*/ -1 w 2893614"/>
                  <a:gd name="connsiteY0" fmla="*/ 0 h 29949"/>
                  <a:gd name="connsiteX1" fmla="*/ 2893611 w 2893614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614" h="29949">
                    <a:moveTo>
                      <a:pt x="-1" y="0"/>
                    </a:moveTo>
                    <a:lnTo>
                      <a:pt x="289361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6" name="手繪多邊形: 圖案 305">
                <a:extLst>
                  <a:ext uri="{FF2B5EF4-FFF2-40B4-BE49-F238E27FC236}">
                    <a16:creationId xmlns:a16="http://schemas.microsoft.com/office/drawing/2014/main" id="{6E037A82-43CD-5182-90E3-FDFFF9BBEBFA}"/>
                  </a:ext>
                </a:extLst>
              </p:cNvPr>
              <p:cNvSpPr/>
              <p:nvPr/>
            </p:nvSpPr>
            <p:spPr>
              <a:xfrm>
                <a:off x="-68873522" y="33360328"/>
                <a:ext cx="2893614" cy="29949"/>
              </a:xfrm>
              <a:custGeom>
                <a:avLst/>
                <a:gdLst>
                  <a:gd name="connsiteX0" fmla="*/ -1 w 2893614"/>
                  <a:gd name="connsiteY0" fmla="*/ 0 h 29949"/>
                  <a:gd name="connsiteX1" fmla="*/ 2893611 w 2893614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614" h="29949">
                    <a:moveTo>
                      <a:pt x="-1" y="0"/>
                    </a:moveTo>
                    <a:lnTo>
                      <a:pt x="289361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7" name="手繪多邊形: 圖案 306">
                <a:extLst>
                  <a:ext uri="{FF2B5EF4-FFF2-40B4-BE49-F238E27FC236}">
                    <a16:creationId xmlns:a16="http://schemas.microsoft.com/office/drawing/2014/main" id="{86F32792-CEDC-20A0-2874-89308572D661}"/>
                  </a:ext>
                </a:extLst>
              </p:cNvPr>
              <p:cNvSpPr/>
              <p:nvPr/>
            </p:nvSpPr>
            <p:spPr>
              <a:xfrm>
                <a:off x="-68121614" y="31945535"/>
                <a:ext cx="30815" cy="693619"/>
              </a:xfrm>
              <a:custGeom>
                <a:avLst/>
                <a:gdLst>
                  <a:gd name="connsiteX0" fmla="*/ -4 w 30815"/>
                  <a:gd name="connsiteY0" fmla="*/ 0 h 693619"/>
                  <a:gd name="connsiteX1" fmla="*/ -4 w 30815"/>
                  <a:gd name="connsiteY1" fmla="*/ 693619 h 69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619">
                    <a:moveTo>
                      <a:pt x="-4" y="0"/>
                    </a:moveTo>
                    <a:lnTo>
                      <a:pt x="-4" y="693619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8" name="手繪多邊形: 圖案 307">
                <a:extLst>
                  <a:ext uri="{FF2B5EF4-FFF2-40B4-BE49-F238E27FC236}">
                    <a16:creationId xmlns:a16="http://schemas.microsoft.com/office/drawing/2014/main" id="{073B9F7A-D975-44F1-C477-AC3D8D43ADF2}"/>
                  </a:ext>
                </a:extLst>
              </p:cNvPr>
              <p:cNvSpPr/>
              <p:nvPr/>
            </p:nvSpPr>
            <p:spPr>
              <a:xfrm>
                <a:off x="-66680353" y="31945535"/>
                <a:ext cx="30815" cy="693619"/>
              </a:xfrm>
              <a:custGeom>
                <a:avLst/>
                <a:gdLst>
                  <a:gd name="connsiteX0" fmla="*/ -3 w 30815"/>
                  <a:gd name="connsiteY0" fmla="*/ 0 h 693619"/>
                  <a:gd name="connsiteX1" fmla="*/ -3 w 30815"/>
                  <a:gd name="connsiteY1" fmla="*/ 693619 h 693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619">
                    <a:moveTo>
                      <a:pt x="-3" y="0"/>
                    </a:moveTo>
                    <a:lnTo>
                      <a:pt x="-3" y="693619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09" name="手繪多邊形: 圖案 308">
                <a:extLst>
                  <a:ext uri="{FF2B5EF4-FFF2-40B4-BE49-F238E27FC236}">
                    <a16:creationId xmlns:a16="http://schemas.microsoft.com/office/drawing/2014/main" id="{799127F6-FA5C-C6C4-0402-788D42D5DFDB}"/>
                  </a:ext>
                </a:extLst>
              </p:cNvPr>
              <p:cNvSpPr/>
              <p:nvPr/>
            </p:nvSpPr>
            <p:spPr>
              <a:xfrm>
                <a:off x="-67133040" y="33951222"/>
                <a:ext cx="894895" cy="1715781"/>
              </a:xfrm>
              <a:custGeom>
                <a:avLst/>
                <a:gdLst>
                  <a:gd name="connsiteX0" fmla="*/ 0 w 894895"/>
                  <a:gd name="connsiteY0" fmla="*/ 0 h 1715781"/>
                  <a:gd name="connsiteX1" fmla="*/ 316172 w 894895"/>
                  <a:gd name="connsiteY1" fmla="*/ 0 h 1715781"/>
                  <a:gd name="connsiteX2" fmla="*/ 894896 w 894895"/>
                  <a:gd name="connsiteY2" fmla="*/ 562444 h 1715781"/>
                  <a:gd name="connsiteX3" fmla="*/ 894896 w 894895"/>
                  <a:gd name="connsiteY3" fmla="*/ 1340819 h 1715781"/>
                  <a:gd name="connsiteX4" fmla="*/ 509080 w 894895"/>
                  <a:gd name="connsiteY4" fmla="*/ 1715782 h 1715781"/>
                  <a:gd name="connsiteX5" fmla="*/ 260393 w 894895"/>
                  <a:gd name="connsiteY5" fmla="*/ 1715782 h 1715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895" h="1715781">
                    <a:moveTo>
                      <a:pt x="0" y="0"/>
                    </a:moveTo>
                    <a:lnTo>
                      <a:pt x="316172" y="0"/>
                    </a:lnTo>
                    <a:cubicBezTo>
                      <a:pt x="635736" y="0"/>
                      <a:pt x="894896" y="251872"/>
                      <a:pt x="894896" y="562444"/>
                    </a:cubicBezTo>
                    <a:lnTo>
                      <a:pt x="894896" y="1340819"/>
                    </a:lnTo>
                    <a:cubicBezTo>
                      <a:pt x="894896" y="1547768"/>
                      <a:pt x="722015" y="1715782"/>
                      <a:pt x="509080" y="1715782"/>
                    </a:cubicBezTo>
                    <a:lnTo>
                      <a:pt x="260393" y="1715782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0" name="手繪多邊形: 圖案 309">
                <a:extLst>
                  <a:ext uri="{FF2B5EF4-FFF2-40B4-BE49-F238E27FC236}">
                    <a16:creationId xmlns:a16="http://schemas.microsoft.com/office/drawing/2014/main" id="{789FAC57-B2CA-389A-8AEE-C8FB0165F8EA}"/>
                  </a:ext>
                </a:extLst>
              </p:cNvPr>
              <p:cNvSpPr/>
              <p:nvPr/>
            </p:nvSpPr>
            <p:spPr>
              <a:xfrm>
                <a:off x="-68873523" y="32963503"/>
                <a:ext cx="1446859" cy="2703200"/>
              </a:xfrm>
              <a:custGeom>
                <a:avLst/>
                <a:gdLst>
                  <a:gd name="connsiteX0" fmla="*/ 1446806 w 1446859"/>
                  <a:gd name="connsiteY0" fmla="*/ 0 h 2703200"/>
                  <a:gd name="connsiteX1" fmla="*/ 0 w 1446859"/>
                  <a:gd name="connsiteY1" fmla="*/ 2703200 h 2703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859" h="2703200">
                    <a:moveTo>
                      <a:pt x="1446806" y="0"/>
                    </a:moveTo>
                    <a:cubicBezTo>
                      <a:pt x="1446806" y="0"/>
                      <a:pt x="1478547" y="1622639"/>
                      <a:pt x="0" y="2703200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311" name="圖形 17">
              <a:extLst>
                <a:ext uri="{FF2B5EF4-FFF2-40B4-BE49-F238E27FC236}">
                  <a16:creationId xmlns:a16="http://schemas.microsoft.com/office/drawing/2014/main" id="{ADC50A6D-7C05-C421-6248-CE0846E4C193}"/>
                </a:ext>
              </a:extLst>
            </p:cNvPr>
            <p:cNvGrpSpPr/>
            <p:nvPr/>
          </p:nvGrpSpPr>
          <p:grpSpPr>
            <a:xfrm>
              <a:off x="-59228140" y="31917383"/>
              <a:ext cx="17313329" cy="66470820"/>
              <a:chOff x="-59228140" y="31917383"/>
              <a:chExt cx="17313329" cy="66470820"/>
            </a:xfrm>
            <a:noFill/>
          </p:grpSpPr>
          <p:sp>
            <p:nvSpPr>
              <p:cNvPr id="312" name="手繪多邊形: 圖案 311">
                <a:extLst>
                  <a:ext uri="{FF2B5EF4-FFF2-40B4-BE49-F238E27FC236}">
                    <a16:creationId xmlns:a16="http://schemas.microsoft.com/office/drawing/2014/main" id="{29AD9360-D54C-BE73-83E8-0CB20DF9AFF7}"/>
                  </a:ext>
                </a:extLst>
              </p:cNvPr>
              <p:cNvSpPr/>
              <p:nvPr/>
            </p:nvSpPr>
            <p:spPr>
              <a:xfrm>
                <a:off x="-59228140" y="33601717"/>
                <a:ext cx="2893922" cy="29949"/>
              </a:xfrm>
              <a:custGeom>
                <a:avLst/>
                <a:gdLst>
                  <a:gd name="connsiteX0" fmla="*/ -1 w 2893922"/>
                  <a:gd name="connsiteY0" fmla="*/ 0 h 29949"/>
                  <a:gd name="connsiteX1" fmla="*/ 2893923 w 2893922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922" h="29949">
                    <a:moveTo>
                      <a:pt x="-1" y="0"/>
                    </a:moveTo>
                    <a:lnTo>
                      <a:pt x="2893923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3" name="手繪多邊形: 圖案 312">
                <a:extLst>
                  <a:ext uri="{FF2B5EF4-FFF2-40B4-BE49-F238E27FC236}">
                    <a16:creationId xmlns:a16="http://schemas.microsoft.com/office/drawing/2014/main" id="{C635D115-72EB-92DB-307E-63B993BB89A5}"/>
                  </a:ext>
                </a:extLst>
              </p:cNvPr>
              <p:cNvSpPr/>
              <p:nvPr/>
            </p:nvSpPr>
            <p:spPr>
              <a:xfrm>
                <a:off x="-58956650" y="31917383"/>
                <a:ext cx="2622433" cy="1684333"/>
              </a:xfrm>
              <a:custGeom>
                <a:avLst/>
                <a:gdLst>
                  <a:gd name="connsiteX0" fmla="*/ 2622434 w 2622433"/>
                  <a:gd name="connsiteY0" fmla="*/ 0 h 1684333"/>
                  <a:gd name="connsiteX1" fmla="*/ 771628 w 2622433"/>
                  <a:gd name="connsiteY1" fmla="*/ 0 h 1684333"/>
                  <a:gd name="connsiteX2" fmla="*/ 0 w 2622433"/>
                  <a:gd name="connsiteY2" fmla="*/ 749923 h 1684333"/>
                  <a:gd name="connsiteX3" fmla="*/ 0 w 2622433"/>
                  <a:gd name="connsiteY3" fmla="*/ 1684334 h 1684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433" h="1684333">
                    <a:moveTo>
                      <a:pt x="2622434" y="0"/>
                    </a:moveTo>
                    <a:lnTo>
                      <a:pt x="771628" y="0"/>
                    </a:lnTo>
                    <a:cubicBezTo>
                      <a:pt x="345445" y="0"/>
                      <a:pt x="0" y="335728"/>
                      <a:pt x="0" y="749923"/>
                    </a:cubicBezTo>
                    <a:lnTo>
                      <a:pt x="0" y="1684334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4" name="手繪多邊形: 圖案 313">
                <a:extLst>
                  <a:ext uri="{FF2B5EF4-FFF2-40B4-BE49-F238E27FC236}">
                    <a16:creationId xmlns:a16="http://schemas.microsoft.com/office/drawing/2014/main" id="{E3D8C5D6-A7FD-0207-9A37-E638BC6ADD39}"/>
                  </a:ext>
                </a:extLst>
              </p:cNvPr>
              <p:cNvSpPr/>
              <p:nvPr/>
            </p:nvSpPr>
            <p:spPr>
              <a:xfrm>
                <a:off x="-57304918" y="32310016"/>
                <a:ext cx="650523" cy="3356987"/>
              </a:xfrm>
              <a:custGeom>
                <a:avLst/>
                <a:gdLst>
                  <a:gd name="connsiteX0" fmla="*/ 650524 w 650523"/>
                  <a:gd name="connsiteY0" fmla="*/ 0 h 3356987"/>
                  <a:gd name="connsiteX1" fmla="*/ 650524 w 650523"/>
                  <a:gd name="connsiteY1" fmla="*/ 2982025 h 3356987"/>
                  <a:gd name="connsiteX2" fmla="*/ 264708 w 650523"/>
                  <a:gd name="connsiteY2" fmla="*/ 3356988 h 3356987"/>
                  <a:gd name="connsiteX3" fmla="*/ 0 w 650523"/>
                  <a:gd name="connsiteY3" fmla="*/ 3356988 h 33569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23" h="3356987">
                    <a:moveTo>
                      <a:pt x="650524" y="0"/>
                    </a:moveTo>
                    <a:lnTo>
                      <a:pt x="650524" y="2982025"/>
                    </a:lnTo>
                    <a:cubicBezTo>
                      <a:pt x="650524" y="3188974"/>
                      <a:pt x="477647" y="3356988"/>
                      <a:pt x="264708" y="3356988"/>
                    </a:cubicBezTo>
                    <a:lnTo>
                      <a:pt x="0" y="3356988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5" name="手繪多邊形: 圖案 314">
                <a:extLst>
                  <a:ext uri="{FF2B5EF4-FFF2-40B4-BE49-F238E27FC236}">
                    <a16:creationId xmlns:a16="http://schemas.microsoft.com/office/drawing/2014/main" id="{D48DD714-FFCE-1FFD-C2E9-E999724DF252}"/>
                  </a:ext>
                </a:extLst>
              </p:cNvPr>
              <p:cNvSpPr/>
              <p:nvPr/>
            </p:nvSpPr>
            <p:spPr>
              <a:xfrm>
                <a:off x="-59228140" y="33601717"/>
                <a:ext cx="1923222" cy="2065286"/>
              </a:xfrm>
              <a:custGeom>
                <a:avLst/>
                <a:gdLst>
                  <a:gd name="connsiteX0" fmla="*/ 1923223 w 1923222"/>
                  <a:gd name="connsiteY0" fmla="*/ 0 h 2065286"/>
                  <a:gd name="connsiteX1" fmla="*/ 0 w 1923222"/>
                  <a:gd name="connsiteY1" fmla="*/ 2065286 h 2065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222" h="2065286">
                    <a:moveTo>
                      <a:pt x="1923223" y="0"/>
                    </a:moveTo>
                    <a:cubicBezTo>
                      <a:pt x="1923223" y="0"/>
                      <a:pt x="1653275" y="1703801"/>
                      <a:pt x="0" y="2065286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316" name="圖形 17">
              <a:extLst>
                <a:ext uri="{FF2B5EF4-FFF2-40B4-BE49-F238E27FC236}">
                  <a16:creationId xmlns:a16="http://schemas.microsoft.com/office/drawing/2014/main" id="{59DAB0A5-9C81-D6EE-2DDF-B35977355927}"/>
                </a:ext>
              </a:extLst>
            </p:cNvPr>
            <p:cNvGrpSpPr/>
            <p:nvPr/>
          </p:nvGrpSpPr>
          <p:grpSpPr>
            <a:xfrm>
              <a:off x="-44828477" y="31917383"/>
              <a:ext cx="17717074" cy="66470820"/>
              <a:chOff x="-44828477" y="31917383"/>
              <a:chExt cx="17717074" cy="66470820"/>
            </a:xfrm>
            <a:noFill/>
          </p:grpSpPr>
          <p:sp>
            <p:nvSpPr>
              <p:cNvPr id="317" name="手繪多邊形: 圖案 316">
                <a:extLst>
                  <a:ext uri="{FF2B5EF4-FFF2-40B4-BE49-F238E27FC236}">
                    <a16:creationId xmlns:a16="http://schemas.microsoft.com/office/drawing/2014/main" id="{F85D7E57-F223-44D4-70E9-D663446B5475}"/>
                  </a:ext>
                </a:extLst>
              </p:cNvPr>
              <p:cNvSpPr/>
              <p:nvPr/>
            </p:nvSpPr>
            <p:spPr>
              <a:xfrm>
                <a:off x="-44828477" y="31917383"/>
                <a:ext cx="1123547" cy="3749619"/>
              </a:xfrm>
              <a:custGeom>
                <a:avLst/>
                <a:gdLst>
                  <a:gd name="connsiteX0" fmla="*/ 0 w 1123547"/>
                  <a:gd name="connsiteY0" fmla="*/ 3749620 h 3749619"/>
                  <a:gd name="connsiteX1" fmla="*/ 0 w 1123547"/>
                  <a:gd name="connsiteY1" fmla="*/ 562443 h 3749619"/>
                  <a:gd name="connsiteX2" fmla="*/ 578724 w 1123547"/>
                  <a:gd name="connsiteY2" fmla="*/ 0 h 3749619"/>
                  <a:gd name="connsiteX3" fmla="*/ 1123547 w 1123547"/>
                  <a:gd name="connsiteY3" fmla="*/ 0 h 374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3547" h="3749619">
                    <a:moveTo>
                      <a:pt x="0" y="3749620"/>
                    </a:moveTo>
                    <a:lnTo>
                      <a:pt x="0" y="562443"/>
                    </a:lnTo>
                    <a:cubicBezTo>
                      <a:pt x="0" y="251872"/>
                      <a:pt x="259163" y="0"/>
                      <a:pt x="578724" y="0"/>
                    </a:cubicBezTo>
                    <a:lnTo>
                      <a:pt x="1123547" y="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8" name="手繪多邊形: 圖案 317">
                <a:extLst>
                  <a:ext uri="{FF2B5EF4-FFF2-40B4-BE49-F238E27FC236}">
                    <a16:creationId xmlns:a16="http://schemas.microsoft.com/office/drawing/2014/main" id="{92E5D2A1-825E-B074-C379-AB9A7760703E}"/>
                  </a:ext>
                </a:extLst>
              </p:cNvPr>
              <p:cNvSpPr/>
              <p:nvPr/>
            </p:nvSpPr>
            <p:spPr>
              <a:xfrm>
                <a:off x="-43180134" y="33131817"/>
                <a:ext cx="1313066" cy="29949"/>
              </a:xfrm>
              <a:custGeom>
                <a:avLst/>
                <a:gdLst>
                  <a:gd name="connsiteX0" fmla="*/ 0 w 1313066"/>
                  <a:gd name="connsiteY0" fmla="*/ 0 h 29949"/>
                  <a:gd name="connsiteX1" fmla="*/ 1313066 w 1313066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3066" h="29949">
                    <a:moveTo>
                      <a:pt x="0" y="0"/>
                    </a:moveTo>
                    <a:lnTo>
                      <a:pt x="1313066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19" name="手繪多邊形: 圖案 318">
                <a:extLst>
                  <a:ext uri="{FF2B5EF4-FFF2-40B4-BE49-F238E27FC236}">
                    <a16:creationId xmlns:a16="http://schemas.microsoft.com/office/drawing/2014/main" id="{7A2CCD68-4D53-2346-F4E9-8FBCA74C5D08}"/>
                  </a:ext>
                </a:extLst>
              </p:cNvPr>
              <p:cNvSpPr/>
              <p:nvPr/>
            </p:nvSpPr>
            <p:spPr>
              <a:xfrm>
                <a:off x="-43180134" y="31917383"/>
                <a:ext cx="1148818" cy="3749619"/>
              </a:xfrm>
              <a:custGeom>
                <a:avLst/>
                <a:gdLst>
                  <a:gd name="connsiteX0" fmla="*/ 0 w 1148818"/>
                  <a:gd name="connsiteY0" fmla="*/ 3749620 h 3749619"/>
                  <a:gd name="connsiteX1" fmla="*/ 0 w 1148818"/>
                  <a:gd name="connsiteY1" fmla="*/ 562443 h 3749619"/>
                  <a:gd name="connsiteX2" fmla="*/ 578724 w 1148818"/>
                  <a:gd name="connsiteY2" fmla="*/ 0 h 3749619"/>
                  <a:gd name="connsiteX3" fmla="*/ 1148818 w 1148818"/>
                  <a:gd name="connsiteY3" fmla="*/ 0 h 37496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8818" h="3749619">
                    <a:moveTo>
                      <a:pt x="0" y="3749620"/>
                    </a:moveTo>
                    <a:lnTo>
                      <a:pt x="0" y="562443"/>
                    </a:lnTo>
                    <a:cubicBezTo>
                      <a:pt x="0" y="251872"/>
                      <a:pt x="259163" y="0"/>
                      <a:pt x="578724" y="0"/>
                    </a:cubicBezTo>
                    <a:lnTo>
                      <a:pt x="1148818" y="0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0" name="手繪多邊形: 圖案 319">
                <a:extLst>
                  <a:ext uri="{FF2B5EF4-FFF2-40B4-BE49-F238E27FC236}">
                    <a16:creationId xmlns:a16="http://schemas.microsoft.com/office/drawing/2014/main" id="{E9EC5E9E-477E-3DB6-1006-0682DA71E751}"/>
                  </a:ext>
                </a:extLst>
              </p:cNvPr>
              <p:cNvSpPr/>
              <p:nvPr/>
            </p:nvSpPr>
            <p:spPr>
              <a:xfrm>
                <a:off x="-42294176" y="33131817"/>
                <a:ext cx="30815" cy="2535185"/>
              </a:xfrm>
              <a:custGeom>
                <a:avLst/>
                <a:gdLst>
                  <a:gd name="connsiteX0" fmla="*/ 0 w 30815"/>
                  <a:gd name="connsiteY0" fmla="*/ 0 h 2535185"/>
                  <a:gd name="connsiteX1" fmla="*/ 0 w 30815"/>
                  <a:gd name="connsiteY1" fmla="*/ 2535186 h 2535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535185">
                    <a:moveTo>
                      <a:pt x="0" y="0"/>
                    </a:moveTo>
                    <a:lnTo>
                      <a:pt x="0" y="2535186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1" name="手繪多邊形: 圖案 320">
                <a:extLst>
                  <a:ext uri="{FF2B5EF4-FFF2-40B4-BE49-F238E27FC236}">
                    <a16:creationId xmlns:a16="http://schemas.microsoft.com/office/drawing/2014/main" id="{55C02814-ABA4-49FD-2172-BE8836984F0E}"/>
                  </a:ext>
                </a:extLst>
              </p:cNvPr>
              <p:cNvSpPr/>
              <p:nvPr/>
            </p:nvSpPr>
            <p:spPr>
              <a:xfrm>
                <a:off x="-44828477" y="32782611"/>
                <a:ext cx="1092214" cy="1465406"/>
              </a:xfrm>
              <a:custGeom>
                <a:avLst/>
                <a:gdLst>
                  <a:gd name="connsiteX0" fmla="*/ 0 w 1092214"/>
                  <a:gd name="connsiteY0" fmla="*/ 0 h 1465406"/>
                  <a:gd name="connsiteX1" fmla="*/ 899206 w 1092214"/>
                  <a:gd name="connsiteY1" fmla="*/ 0 h 1465406"/>
                  <a:gd name="connsiteX2" fmla="*/ 1089959 w 1092214"/>
                  <a:gd name="connsiteY2" fmla="*/ 215633 h 1465406"/>
                  <a:gd name="connsiteX3" fmla="*/ 918621 w 1092214"/>
                  <a:gd name="connsiteY3" fmla="*/ 1306377 h 1465406"/>
                  <a:gd name="connsiteX4" fmla="*/ 727872 w 1092214"/>
                  <a:gd name="connsiteY4" fmla="*/ 1465406 h 1465406"/>
                  <a:gd name="connsiteX5" fmla="*/ 0 w 1092214"/>
                  <a:gd name="connsiteY5" fmla="*/ 1465406 h 1465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2214" h="1465406">
                    <a:moveTo>
                      <a:pt x="0" y="0"/>
                    </a:moveTo>
                    <a:lnTo>
                      <a:pt x="899206" y="0"/>
                    </a:lnTo>
                    <a:cubicBezTo>
                      <a:pt x="1017234" y="0"/>
                      <a:pt x="1107831" y="102125"/>
                      <a:pt x="1089959" y="215633"/>
                    </a:cubicBezTo>
                    <a:lnTo>
                      <a:pt x="918621" y="1306377"/>
                    </a:lnTo>
                    <a:cubicBezTo>
                      <a:pt x="904138" y="1398021"/>
                      <a:pt x="823092" y="1465406"/>
                      <a:pt x="727872" y="1465406"/>
                    </a:cubicBezTo>
                    <a:lnTo>
                      <a:pt x="0" y="1465406"/>
                    </a:ln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322" name="圖形 17">
              <a:extLst>
                <a:ext uri="{FF2B5EF4-FFF2-40B4-BE49-F238E27FC236}">
                  <a16:creationId xmlns:a16="http://schemas.microsoft.com/office/drawing/2014/main" id="{D6F000D4-17B8-D4AE-A6E9-8079B6F11FA6}"/>
                </a:ext>
              </a:extLst>
            </p:cNvPr>
            <p:cNvGrpSpPr/>
            <p:nvPr/>
          </p:nvGrpSpPr>
          <p:grpSpPr>
            <a:xfrm>
              <a:off x="-49651169" y="31917383"/>
              <a:ext cx="19088728" cy="66470820"/>
              <a:chOff x="-49651169" y="31917383"/>
              <a:chExt cx="19088728" cy="66470820"/>
            </a:xfrm>
            <a:noFill/>
          </p:grpSpPr>
          <p:sp>
            <p:nvSpPr>
              <p:cNvPr id="323" name="手繪多邊形: 圖案 322">
                <a:extLst>
                  <a:ext uri="{FF2B5EF4-FFF2-40B4-BE49-F238E27FC236}">
                    <a16:creationId xmlns:a16="http://schemas.microsoft.com/office/drawing/2014/main" id="{F368B309-60FA-7CD1-2A04-ABA4F97A117A}"/>
                  </a:ext>
                </a:extLst>
              </p:cNvPr>
              <p:cNvSpPr/>
              <p:nvPr/>
            </p:nvSpPr>
            <p:spPr>
              <a:xfrm>
                <a:off x="-49651169" y="32261198"/>
                <a:ext cx="949438" cy="29949"/>
              </a:xfrm>
              <a:custGeom>
                <a:avLst/>
                <a:gdLst>
                  <a:gd name="connsiteX0" fmla="*/ 0 w 949438"/>
                  <a:gd name="connsiteY0" fmla="*/ 0 h 29949"/>
                  <a:gd name="connsiteX1" fmla="*/ 949437 w 949438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38" h="29949">
                    <a:moveTo>
                      <a:pt x="0" y="0"/>
                    </a:moveTo>
                    <a:lnTo>
                      <a:pt x="94943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DD7A5C0E-D17F-FEB1-E210-EAF8B2C5F601}"/>
                  </a:ext>
                </a:extLst>
              </p:cNvPr>
              <p:cNvSpPr/>
              <p:nvPr/>
            </p:nvSpPr>
            <p:spPr>
              <a:xfrm>
                <a:off x="-49651169" y="32963204"/>
                <a:ext cx="949438" cy="29949"/>
              </a:xfrm>
              <a:custGeom>
                <a:avLst/>
                <a:gdLst>
                  <a:gd name="connsiteX0" fmla="*/ 0 w 949438"/>
                  <a:gd name="connsiteY0" fmla="*/ -1 h 29949"/>
                  <a:gd name="connsiteX1" fmla="*/ 949437 w 949438"/>
                  <a:gd name="connsiteY1" fmla="*/ -1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38" h="29949">
                    <a:moveTo>
                      <a:pt x="0" y="-1"/>
                    </a:moveTo>
                    <a:lnTo>
                      <a:pt x="949437" y="-1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5" name="手繪多邊形: 圖案 324">
                <a:extLst>
                  <a:ext uri="{FF2B5EF4-FFF2-40B4-BE49-F238E27FC236}">
                    <a16:creationId xmlns:a16="http://schemas.microsoft.com/office/drawing/2014/main" id="{E00CE817-E946-4ADC-40DE-7F341DDC3D6F}"/>
                  </a:ext>
                </a:extLst>
              </p:cNvPr>
              <p:cNvSpPr/>
              <p:nvPr/>
            </p:nvSpPr>
            <p:spPr>
              <a:xfrm>
                <a:off x="-49651169" y="33665509"/>
                <a:ext cx="949438" cy="29949"/>
              </a:xfrm>
              <a:custGeom>
                <a:avLst/>
                <a:gdLst>
                  <a:gd name="connsiteX0" fmla="*/ 0 w 949438"/>
                  <a:gd name="connsiteY0" fmla="*/ 0 h 29949"/>
                  <a:gd name="connsiteX1" fmla="*/ 949437 w 949438"/>
                  <a:gd name="connsiteY1" fmla="*/ 0 h 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38" h="29949">
                    <a:moveTo>
                      <a:pt x="0" y="0"/>
                    </a:moveTo>
                    <a:lnTo>
                      <a:pt x="949437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6" name="手繪多邊形: 圖案 325">
                <a:extLst>
                  <a:ext uri="{FF2B5EF4-FFF2-40B4-BE49-F238E27FC236}">
                    <a16:creationId xmlns:a16="http://schemas.microsoft.com/office/drawing/2014/main" id="{57C23913-0732-7C24-D020-10A27844B2A8}"/>
                  </a:ext>
                </a:extLst>
              </p:cNvPr>
              <p:cNvSpPr/>
              <p:nvPr/>
            </p:nvSpPr>
            <p:spPr>
              <a:xfrm>
                <a:off x="-49651169" y="34367514"/>
                <a:ext cx="949438" cy="1299488"/>
              </a:xfrm>
              <a:custGeom>
                <a:avLst/>
                <a:gdLst>
                  <a:gd name="connsiteX0" fmla="*/ 25272752 w 949438"/>
                  <a:gd name="connsiteY0" fmla="*/ 0 h 1299488"/>
                  <a:gd name="connsiteX1" fmla="*/ 49596064 w 949438"/>
                  <a:gd name="connsiteY1" fmla="*/ 23639076 h 1299488"/>
                  <a:gd name="connsiteX2" fmla="*/ 49596064 w 949438"/>
                  <a:gd name="connsiteY2" fmla="*/ 72216712 h 1299488"/>
                  <a:gd name="connsiteX3" fmla="*/ 25272752 w 949438"/>
                  <a:gd name="connsiteY3" fmla="*/ 95855784 h 1299488"/>
                  <a:gd name="connsiteX4" fmla="*/ -24323314 w 949438"/>
                  <a:gd name="connsiteY4" fmla="*/ 95855784 h 1299488"/>
                  <a:gd name="connsiteX5" fmla="*/ -48646628 w 949438"/>
                  <a:gd name="connsiteY5" fmla="*/ 72216712 h 1299488"/>
                  <a:gd name="connsiteX6" fmla="*/ -48646628 w 949438"/>
                  <a:gd name="connsiteY6" fmla="*/ 23639072 h 1299488"/>
                  <a:gd name="connsiteX7" fmla="*/ -24323314 w 949438"/>
                  <a:gd name="connsiteY7" fmla="*/ -2 h 1299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9438" h="1299488">
                    <a:moveTo>
                      <a:pt x="25272752" y="0"/>
                    </a:moveTo>
                    <a:cubicBezTo>
                      <a:pt x="38706148" y="0"/>
                      <a:pt x="49596064" y="10583573"/>
                      <a:pt x="49596064" y="23639076"/>
                    </a:cubicBezTo>
                    <a:lnTo>
                      <a:pt x="49596064" y="72216712"/>
                    </a:lnTo>
                    <a:cubicBezTo>
                      <a:pt x="49596064" y="85272208"/>
                      <a:pt x="38706148" y="95855784"/>
                      <a:pt x="25272752" y="95855784"/>
                    </a:cubicBezTo>
                    <a:lnTo>
                      <a:pt x="-24323314" y="95855784"/>
                    </a:lnTo>
                    <a:cubicBezTo>
                      <a:pt x="-37756708" y="95855784"/>
                      <a:pt x="-48646628" y="85272208"/>
                      <a:pt x="-48646628" y="72216712"/>
                    </a:cubicBezTo>
                    <a:lnTo>
                      <a:pt x="-48646628" y="23639072"/>
                    </a:lnTo>
                    <a:cubicBezTo>
                      <a:pt x="-48646628" y="10583572"/>
                      <a:pt x="-37756708" y="-2"/>
                      <a:pt x="-24323314" y="-2"/>
                    </a:cubicBezTo>
                    <a:close/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7" name="手繪多邊形: 圖案 326">
                <a:extLst>
                  <a:ext uri="{FF2B5EF4-FFF2-40B4-BE49-F238E27FC236}">
                    <a16:creationId xmlns:a16="http://schemas.microsoft.com/office/drawing/2014/main" id="{17F326E4-1882-04C9-8B06-54C9C82742F6}"/>
                  </a:ext>
                </a:extLst>
              </p:cNvPr>
              <p:cNvSpPr/>
              <p:nvPr/>
            </p:nvSpPr>
            <p:spPr>
              <a:xfrm>
                <a:off x="-48194808" y="33040472"/>
                <a:ext cx="912458" cy="624736"/>
              </a:xfrm>
              <a:custGeom>
                <a:avLst/>
                <a:gdLst>
                  <a:gd name="connsiteX0" fmla="*/ 912459 w 912458"/>
                  <a:gd name="connsiteY0" fmla="*/ 0 h 624736"/>
                  <a:gd name="connsiteX1" fmla="*/ 0 w 912458"/>
                  <a:gd name="connsiteY1" fmla="*/ 624737 h 624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2458" h="624736">
                    <a:moveTo>
                      <a:pt x="912459" y="0"/>
                    </a:moveTo>
                    <a:cubicBezTo>
                      <a:pt x="912459" y="0"/>
                      <a:pt x="617857" y="560945"/>
                      <a:pt x="0" y="624737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11EB4D31-5EE4-450C-CB25-0285016FAA97}"/>
                  </a:ext>
                </a:extLst>
              </p:cNvPr>
              <p:cNvSpPr/>
              <p:nvPr/>
            </p:nvSpPr>
            <p:spPr>
              <a:xfrm>
                <a:off x="-48194808" y="33729900"/>
                <a:ext cx="1236026" cy="856541"/>
              </a:xfrm>
              <a:custGeom>
                <a:avLst/>
                <a:gdLst>
                  <a:gd name="connsiteX0" fmla="*/ 1236026 w 1236026"/>
                  <a:gd name="connsiteY0" fmla="*/ 0 h 856541"/>
                  <a:gd name="connsiteX1" fmla="*/ 0 w 1236026"/>
                  <a:gd name="connsiteY1" fmla="*/ 856542 h 856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6026" h="856541">
                    <a:moveTo>
                      <a:pt x="1236026" y="0"/>
                    </a:moveTo>
                    <a:cubicBezTo>
                      <a:pt x="1236026" y="0"/>
                      <a:pt x="883185" y="726264"/>
                      <a:pt x="0" y="856542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29" name="手繪多邊形: 圖案 328">
                <a:extLst>
                  <a:ext uri="{FF2B5EF4-FFF2-40B4-BE49-F238E27FC236}">
                    <a16:creationId xmlns:a16="http://schemas.microsoft.com/office/drawing/2014/main" id="{641A6199-79AE-A3D6-FF14-13832C53CBFF}"/>
                  </a:ext>
                </a:extLst>
              </p:cNvPr>
              <p:cNvSpPr/>
              <p:nvPr/>
            </p:nvSpPr>
            <p:spPr>
              <a:xfrm>
                <a:off x="-48194808" y="34515462"/>
                <a:ext cx="1606433" cy="1151540"/>
              </a:xfrm>
              <a:custGeom>
                <a:avLst/>
                <a:gdLst>
                  <a:gd name="connsiteX0" fmla="*/ 1606434 w 1606433"/>
                  <a:gd name="connsiteY0" fmla="*/ 0 h 1151540"/>
                  <a:gd name="connsiteX1" fmla="*/ 0 w 1606433"/>
                  <a:gd name="connsiteY1" fmla="*/ 1151541 h 11515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06433" h="1151540">
                    <a:moveTo>
                      <a:pt x="1606434" y="0"/>
                    </a:moveTo>
                    <a:cubicBezTo>
                      <a:pt x="1606434" y="0"/>
                      <a:pt x="1090884" y="881100"/>
                      <a:pt x="0" y="1151541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0" name="手繪多邊形: 圖案 329">
                <a:extLst>
                  <a:ext uri="{FF2B5EF4-FFF2-40B4-BE49-F238E27FC236}">
                    <a16:creationId xmlns:a16="http://schemas.microsoft.com/office/drawing/2014/main" id="{B3C87F08-DE6D-DE9B-DE6B-D09E8E16BB78}"/>
                  </a:ext>
                </a:extLst>
              </p:cNvPr>
              <p:cNvSpPr/>
              <p:nvPr/>
            </p:nvSpPr>
            <p:spPr>
              <a:xfrm>
                <a:off x="-48358442" y="31917383"/>
                <a:ext cx="1897955" cy="1045819"/>
              </a:xfrm>
              <a:custGeom>
                <a:avLst/>
                <a:gdLst>
                  <a:gd name="connsiteX0" fmla="*/ 0 w 1897955"/>
                  <a:gd name="connsiteY0" fmla="*/ 1045820 h 1045819"/>
                  <a:gd name="connsiteX1" fmla="*/ 945434 w 1897955"/>
                  <a:gd name="connsiteY1" fmla="*/ 0 h 1045819"/>
                  <a:gd name="connsiteX2" fmla="*/ 1897955 w 1897955"/>
                  <a:gd name="connsiteY2" fmla="*/ 1045820 h 1045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7955" h="1045819">
                    <a:moveTo>
                      <a:pt x="0" y="1045820"/>
                    </a:moveTo>
                    <a:cubicBezTo>
                      <a:pt x="763002" y="876309"/>
                      <a:pt x="945434" y="0"/>
                      <a:pt x="945434" y="0"/>
                    </a:cubicBezTo>
                    <a:cubicBezTo>
                      <a:pt x="945434" y="0"/>
                      <a:pt x="1128170" y="808624"/>
                      <a:pt x="1897955" y="1045820"/>
                    </a:cubicBezTo>
                  </a:path>
                </a:pathLst>
              </a:custGeom>
              <a:noFill/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1" name="手繪多邊形: 圖案 330">
                <a:extLst>
                  <a:ext uri="{FF2B5EF4-FFF2-40B4-BE49-F238E27FC236}">
                    <a16:creationId xmlns:a16="http://schemas.microsoft.com/office/drawing/2014/main" id="{0024527C-D8C6-2B5D-A804-4C165B61DC7B}"/>
                  </a:ext>
                </a:extLst>
              </p:cNvPr>
              <p:cNvSpPr/>
              <p:nvPr/>
            </p:nvSpPr>
            <p:spPr>
              <a:xfrm>
                <a:off x="-49176295" y="31917383"/>
                <a:ext cx="30815" cy="343814"/>
              </a:xfrm>
              <a:custGeom>
                <a:avLst/>
                <a:gdLst>
                  <a:gd name="connsiteX0" fmla="*/ 1 w 30815"/>
                  <a:gd name="connsiteY0" fmla="*/ 343815 h 343814"/>
                  <a:gd name="connsiteX1" fmla="*/ 1 w 30815"/>
                  <a:gd name="connsiteY1" fmla="*/ 0 h 343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343814">
                    <a:moveTo>
                      <a:pt x="1" y="343815"/>
                    </a:moveTo>
                    <a:lnTo>
                      <a:pt x="1" y="0"/>
                    </a:lnTo>
                  </a:path>
                </a:pathLst>
              </a:custGeom>
              <a:ln w="3605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333" name="圖形 18">
            <a:extLst>
              <a:ext uri="{FF2B5EF4-FFF2-40B4-BE49-F238E27FC236}">
                <a16:creationId xmlns:a16="http://schemas.microsoft.com/office/drawing/2014/main" id="{9242B9AD-BE98-E365-1E02-6F6BADF8A0A9}"/>
              </a:ext>
            </a:extLst>
          </p:cNvPr>
          <p:cNvGrpSpPr/>
          <p:nvPr/>
        </p:nvGrpSpPr>
        <p:grpSpPr>
          <a:xfrm>
            <a:off x="21542001" y="25295805"/>
            <a:ext cx="47447373" cy="150547145"/>
            <a:chOff x="21542001" y="25295805"/>
            <a:chExt cx="47447373" cy="150547145"/>
          </a:xfrm>
        </p:grpSpPr>
        <p:sp>
          <p:nvSpPr>
            <p:cNvPr id="334" name="手繪多邊形: 圖案 333">
              <a:extLst>
                <a:ext uri="{FF2B5EF4-FFF2-40B4-BE49-F238E27FC236}">
                  <a16:creationId xmlns:a16="http://schemas.microsoft.com/office/drawing/2014/main" id="{001CB71E-2247-6B63-6CA0-11D636CC09BE}"/>
                </a:ext>
              </a:extLst>
            </p:cNvPr>
            <p:cNvSpPr/>
            <p:nvPr/>
          </p:nvSpPr>
          <p:spPr>
            <a:xfrm>
              <a:off x="21542001" y="25295805"/>
              <a:ext cx="8735536" cy="8490859"/>
            </a:xfrm>
            <a:custGeom>
              <a:avLst/>
              <a:gdLst>
                <a:gd name="connsiteX0" fmla="*/ 8735537 w 8735536"/>
                <a:gd name="connsiteY0" fmla="*/ 4245430 h 8490859"/>
                <a:gd name="connsiteX1" fmla="*/ 4367770 w 8735536"/>
                <a:gd name="connsiteY1" fmla="*/ 8490859 h 8490859"/>
                <a:gd name="connsiteX2" fmla="*/ 1 w 8735536"/>
                <a:gd name="connsiteY2" fmla="*/ 4245429 h 8490859"/>
                <a:gd name="connsiteX3" fmla="*/ 4367770 w 8735536"/>
                <a:gd name="connsiteY3" fmla="*/ -1 h 8490859"/>
                <a:gd name="connsiteX4" fmla="*/ 8735537 w 8735536"/>
                <a:gd name="connsiteY4" fmla="*/ 4245430 h 849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536" h="8490859">
                  <a:moveTo>
                    <a:pt x="8735537" y="4245430"/>
                  </a:moveTo>
                  <a:cubicBezTo>
                    <a:pt x="8735537" y="6590116"/>
                    <a:pt x="6780020" y="8490859"/>
                    <a:pt x="4367770" y="8490859"/>
                  </a:cubicBezTo>
                  <a:cubicBezTo>
                    <a:pt x="1955517" y="8490859"/>
                    <a:pt x="1" y="6590115"/>
                    <a:pt x="1" y="4245429"/>
                  </a:cubicBezTo>
                  <a:cubicBezTo>
                    <a:pt x="1" y="1900742"/>
                    <a:pt x="1955517" y="-1"/>
                    <a:pt x="4367770" y="-1"/>
                  </a:cubicBezTo>
                  <a:cubicBezTo>
                    <a:pt x="6780022" y="-1"/>
                    <a:pt x="8735537" y="1900742"/>
                    <a:pt x="8735537" y="4245430"/>
                  </a:cubicBezTo>
                  <a:close/>
                </a:path>
              </a:pathLst>
            </a:custGeom>
            <a:noFill/>
            <a:ln w="141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335" name="圖形 18">
              <a:extLst>
                <a:ext uri="{FF2B5EF4-FFF2-40B4-BE49-F238E27FC236}">
                  <a16:creationId xmlns:a16="http://schemas.microsoft.com/office/drawing/2014/main" id="{3B805CD7-FD52-1B23-208C-7856E1B3CAB4}"/>
                </a:ext>
              </a:extLst>
            </p:cNvPr>
            <p:cNvGrpSpPr/>
            <p:nvPr/>
          </p:nvGrpSpPr>
          <p:grpSpPr>
            <a:xfrm>
              <a:off x="22851745" y="27524180"/>
              <a:ext cx="33216175" cy="71533315"/>
              <a:chOff x="22851745" y="27524180"/>
              <a:chExt cx="33216175" cy="71533315"/>
            </a:xfrm>
          </p:grpSpPr>
          <p:sp>
            <p:nvSpPr>
              <p:cNvPr id="336" name="手繪多邊形: 圖案 335">
                <a:extLst>
                  <a:ext uri="{FF2B5EF4-FFF2-40B4-BE49-F238E27FC236}">
                    <a16:creationId xmlns:a16="http://schemas.microsoft.com/office/drawing/2014/main" id="{BE7DFE85-5307-14C0-4B11-E3C7D4D29916}"/>
                  </a:ext>
                </a:extLst>
              </p:cNvPr>
              <p:cNvSpPr/>
              <p:nvPr/>
            </p:nvSpPr>
            <p:spPr>
              <a:xfrm>
                <a:off x="24973225" y="27811970"/>
                <a:ext cx="571356" cy="29954"/>
              </a:xfrm>
              <a:custGeom>
                <a:avLst/>
                <a:gdLst>
                  <a:gd name="connsiteX0" fmla="*/ 0 w 571356"/>
                  <a:gd name="connsiteY0" fmla="*/ 0 h 29954"/>
                  <a:gd name="connsiteX1" fmla="*/ 571357 w 571356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56" h="29954">
                    <a:moveTo>
                      <a:pt x="0" y="0"/>
                    </a:moveTo>
                    <a:lnTo>
                      <a:pt x="571357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7" name="手繪多邊形: 圖案 336">
                <a:extLst>
                  <a:ext uri="{FF2B5EF4-FFF2-40B4-BE49-F238E27FC236}">
                    <a16:creationId xmlns:a16="http://schemas.microsoft.com/office/drawing/2014/main" id="{D7BEFA41-68E1-822F-5DB3-1E77A1BDDA58}"/>
                  </a:ext>
                </a:extLst>
              </p:cNvPr>
              <p:cNvSpPr/>
              <p:nvPr/>
            </p:nvSpPr>
            <p:spPr>
              <a:xfrm>
                <a:off x="24973225" y="28735163"/>
                <a:ext cx="571356" cy="29954"/>
              </a:xfrm>
              <a:custGeom>
                <a:avLst/>
                <a:gdLst>
                  <a:gd name="connsiteX0" fmla="*/ 0 w 571356"/>
                  <a:gd name="connsiteY0" fmla="*/ 0 h 29954"/>
                  <a:gd name="connsiteX1" fmla="*/ 571357 w 571356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56" h="29954">
                    <a:moveTo>
                      <a:pt x="0" y="0"/>
                    </a:moveTo>
                    <a:lnTo>
                      <a:pt x="571357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8" name="手繪多邊形: 圖案 337">
                <a:extLst>
                  <a:ext uri="{FF2B5EF4-FFF2-40B4-BE49-F238E27FC236}">
                    <a16:creationId xmlns:a16="http://schemas.microsoft.com/office/drawing/2014/main" id="{3AD0B0E7-AF89-776A-7E5E-4340B9643814}"/>
                  </a:ext>
                </a:extLst>
              </p:cNvPr>
              <p:cNvSpPr/>
              <p:nvPr/>
            </p:nvSpPr>
            <p:spPr>
              <a:xfrm>
                <a:off x="24717439" y="28213957"/>
                <a:ext cx="30817" cy="646414"/>
              </a:xfrm>
              <a:custGeom>
                <a:avLst/>
                <a:gdLst>
                  <a:gd name="connsiteX0" fmla="*/ 1 w 30817"/>
                  <a:gd name="connsiteY0" fmla="*/ 646415 h 646414"/>
                  <a:gd name="connsiteX1" fmla="*/ 1 w 30817"/>
                  <a:gd name="connsiteY1" fmla="*/ 0 h 646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46414">
                    <a:moveTo>
                      <a:pt x="1" y="646415"/>
                    </a:moveTo>
                    <a:lnTo>
                      <a:pt x="1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339" name="手繪多邊形: 圖案 338">
                <a:extLst>
                  <a:ext uri="{FF2B5EF4-FFF2-40B4-BE49-F238E27FC236}">
                    <a16:creationId xmlns:a16="http://schemas.microsoft.com/office/drawing/2014/main" id="{FB29EAED-DD93-541E-2A1E-D76FE22E3424}"/>
                  </a:ext>
                </a:extLst>
              </p:cNvPr>
              <p:cNvSpPr/>
              <p:nvPr/>
            </p:nvSpPr>
            <p:spPr>
              <a:xfrm>
                <a:off x="24472132" y="27562151"/>
                <a:ext cx="374433" cy="566136"/>
              </a:xfrm>
              <a:custGeom>
                <a:avLst/>
                <a:gdLst>
                  <a:gd name="connsiteX0" fmla="*/ 374434 w 374433"/>
                  <a:gd name="connsiteY0" fmla="*/ 0 h 566136"/>
                  <a:gd name="connsiteX1" fmla="*/ 0 w 374433"/>
                  <a:gd name="connsiteY1" fmla="*/ 566137 h 566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4433" h="566136">
                    <a:moveTo>
                      <a:pt x="374434" y="0"/>
                    </a:moveTo>
                    <a:cubicBezTo>
                      <a:pt x="374434" y="0"/>
                      <a:pt x="338376" y="389407"/>
                      <a:pt x="0" y="566137"/>
                    </a:cubicBezTo>
                  </a:path>
                </a:pathLst>
              </a:custGeom>
              <a:noFill/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340" name="圖形 18">
                <a:extLst>
                  <a:ext uri="{FF2B5EF4-FFF2-40B4-BE49-F238E27FC236}">
                    <a16:creationId xmlns:a16="http://schemas.microsoft.com/office/drawing/2014/main" id="{021DB6D2-41DC-9733-1CFC-0E6570FF4E15}"/>
                  </a:ext>
                </a:extLst>
              </p:cNvPr>
              <p:cNvGrpSpPr/>
              <p:nvPr/>
            </p:nvGrpSpPr>
            <p:grpSpPr>
              <a:xfrm>
                <a:off x="22904752" y="27572036"/>
                <a:ext cx="5440063" cy="22842836"/>
                <a:chOff x="22904752" y="27572036"/>
                <a:chExt cx="5440063" cy="22842836"/>
              </a:xfrm>
              <a:noFill/>
            </p:grpSpPr>
            <p:sp>
              <p:nvSpPr>
                <p:cNvPr id="341" name="手繪多邊形: 圖案 340">
                  <a:extLst>
                    <a:ext uri="{FF2B5EF4-FFF2-40B4-BE49-F238E27FC236}">
                      <a16:creationId xmlns:a16="http://schemas.microsoft.com/office/drawing/2014/main" id="{A740170C-2EDF-D0EB-3933-DA3C82F6D417}"/>
                    </a:ext>
                  </a:extLst>
                </p:cNvPr>
                <p:cNvSpPr/>
                <p:nvPr/>
              </p:nvSpPr>
              <p:spPr>
                <a:xfrm>
                  <a:off x="22904752" y="27692153"/>
                  <a:ext cx="1001569" cy="29954"/>
                </a:xfrm>
                <a:custGeom>
                  <a:avLst/>
                  <a:gdLst>
                    <a:gd name="connsiteX0" fmla="*/ 0 w 1001569"/>
                    <a:gd name="connsiteY0" fmla="*/ 0 h 29954"/>
                    <a:gd name="connsiteX1" fmla="*/ 1001570 w 100156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69" h="29954">
                      <a:moveTo>
                        <a:pt x="0" y="0"/>
                      </a:moveTo>
                      <a:lnTo>
                        <a:pt x="1001570" y="0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42" name="手繪多邊形: 圖案 341">
                  <a:extLst>
                    <a:ext uri="{FF2B5EF4-FFF2-40B4-BE49-F238E27FC236}">
                      <a16:creationId xmlns:a16="http://schemas.microsoft.com/office/drawing/2014/main" id="{CDD7D0A8-D786-669C-3D3E-59A8884E2C5E}"/>
                    </a:ext>
                  </a:extLst>
                </p:cNvPr>
                <p:cNvSpPr/>
                <p:nvPr/>
              </p:nvSpPr>
              <p:spPr>
                <a:xfrm>
                  <a:off x="22904752" y="28061789"/>
                  <a:ext cx="1001569" cy="29954"/>
                </a:xfrm>
                <a:custGeom>
                  <a:avLst/>
                  <a:gdLst>
                    <a:gd name="connsiteX0" fmla="*/ 0 w 1001569"/>
                    <a:gd name="connsiteY0" fmla="*/ 0 h 29954"/>
                    <a:gd name="connsiteX1" fmla="*/ 1001570 w 100156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69" h="29954">
                      <a:moveTo>
                        <a:pt x="0" y="0"/>
                      </a:moveTo>
                      <a:lnTo>
                        <a:pt x="1001570" y="0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43" name="手繪多邊形: 圖案 342">
                  <a:extLst>
                    <a:ext uri="{FF2B5EF4-FFF2-40B4-BE49-F238E27FC236}">
                      <a16:creationId xmlns:a16="http://schemas.microsoft.com/office/drawing/2014/main" id="{DDBC6075-3B30-3A3F-EA7C-6DB3738D0693}"/>
                    </a:ext>
                  </a:extLst>
                </p:cNvPr>
                <p:cNvSpPr/>
                <p:nvPr/>
              </p:nvSpPr>
              <p:spPr>
                <a:xfrm>
                  <a:off x="23164852" y="27572036"/>
                  <a:ext cx="30817" cy="239934"/>
                </a:xfrm>
                <a:custGeom>
                  <a:avLst/>
                  <a:gdLst>
                    <a:gd name="connsiteX0" fmla="*/ 0 w 30817"/>
                    <a:gd name="connsiteY0" fmla="*/ 0 h 239934"/>
                    <a:gd name="connsiteX1" fmla="*/ 0 w 30817"/>
                    <a:gd name="connsiteY1" fmla="*/ 239934 h 239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39934">
                      <a:moveTo>
                        <a:pt x="0" y="0"/>
                      </a:moveTo>
                      <a:lnTo>
                        <a:pt x="0" y="239934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44" name="手繪多邊形: 圖案 343">
                  <a:extLst>
                    <a:ext uri="{FF2B5EF4-FFF2-40B4-BE49-F238E27FC236}">
                      <a16:creationId xmlns:a16="http://schemas.microsoft.com/office/drawing/2014/main" id="{80C9D639-FF14-A0D9-951B-B72E73932496}"/>
                    </a:ext>
                  </a:extLst>
                </p:cNvPr>
                <p:cNvSpPr/>
                <p:nvPr/>
              </p:nvSpPr>
              <p:spPr>
                <a:xfrm>
                  <a:off x="23663788" y="27572036"/>
                  <a:ext cx="30817" cy="239934"/>
                </a:xfrm>
                <a:custGeom>
                  <a:avLst/>
                  <a:gdLst>
                    <a:gd name="connsiteX0" fmla="*/ 1 w 30817"/>
                    <a:gd name="connsiteY0" fmla="*/ 0 h 239934"/>
                    <a:gd name="connsiteX1" fmla="*/ 1 w 30817"/>
                    <a:gd name="connsiteY1" fmla="*/ 239934 h 239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39934">
                      <a:moveTo>
                        <a:pt x="1" y="0"/>
                      </a:moveTo>
                      <a:lnTo>
                        <a:pt x="1" y="239934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45" name="手繪多邊形: 圖案 344">
                  <a:extLst>
                    <a:ext uri="{FF2B5EF4-FFF2-40B4-BE49-F238E27FC236}">
                      <a16:creationId xmlns:a16="http://schemas.microsoft.com/office/drawing/2014/main" id="{AA5333C0-1868-0AC7-2FC5-057C28A9CADA}"/>
                    </a:ext>
                  </a:extLst>
                </p:cNvPr>
                <p:cNvSpPr/>
                <p:nvPr/>
              </p:nvSpPr>
              <p:spPr>
                <a:xfrm>
                  <a:off x="23554385" y="28266378"/>
                  <a:ext cx="262565" cy="593994"/>
                </a:xfrm>
                <a:custGeom>
                  <a:avLst/>
                  <a:gdLst>
                    <a:gd name="connsiteX0" fmla="*/ 0 w 262565"/>
                    <a:gd name="connsiteY0" fmla="*/ 0 h 593994"/>
                    <a:gd name="connsiteX1" fmla="*/ 62252 w 262565"/>
                    <a:gd name="connsiteY1" fmla="*/ 0 h 593994"/>
                    <a:gd name="connsiteX2" fmla="*/ 262566 w 262565"/>
                    <a:gd name="connsiteY2" fmla="*/ 194703 h 593994"/>
                    <a:gd name="connsiteX3" fmla="*/ 262566 w 262565"/>
                    <a:gd name="connsiteY3" fmla="*/ 464292 h 593994"/>
                    <a:gd name="connsiteX4" fmla="*/ 129126 w 262565"/>
                    <a:gd name="connsiteY4" fmla="*/ 593994 h 593994"/>
                    <a:gd name="connsiteX5" fmla="*/ 43145 w 262565"/>
                    <a:gd name="connsiteY5" fmla="*/ 593994 h 5939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2565" h="593994">
                      <a:moveTo>
                        <a:pt x="0" y="0"/>
                      </a:moveTo>
                      <a:lnTo>
                        <a:pt x="62252" y="0"/>
                      </a:lnTo>
                      <a:cubicBezTo>
                        <a:pt x="172888" y="0"/>
                        <a:pt x="262566" y="87167"/>
                        <a:pt x="262566" y="194703"/>
                      </a:cubicBezTo>
                      <a:lnTo>
                        <a:pt x="262566" y="464292"/>
                      </a:lnTo>
                      <a:cubicBezTo>
                        <a:pt x="262566" y="535883"/>
                        <a:pt x="202780" y="593994"/>
                        <a:pt x="129126" y="593994"/>
                      </a:cubicBezTo>
                      <a:lnTo>
                        <a:pt x="43145" y="593994"/>
                      </a:lnTo>
                    </a:path>
                  </a:pathLst>
                </a:custGeom>
                <a:noFill/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46" name="手繪多邊形: 圖案 345">
                  <a:extLst>
                    <a:ext uri="{FF2B5EF4-FFF2-40B4-BE49-F238E27FC236}">
                      <a16:creationId xmlns:a16="http://schemas.microsoft.com/office/drawing/2014/main" id="{400C3459-44A1-AE14-712B-4E8DDB28B1E0}"/>
                    </a:ext>
                  </a:extLst>
                </p:cNvPr>
                <p:cNvSpPr/>
                <p:nvPr/>
              </p:nvSpPr>
              <p:spPr>
                <a:xfrm>
                  <a:off x="22904752" y="27924598"/>
                  <a:ext cx="500804" cy="935773"/>
                </a:xfrm>
                <a:custGeom>
                  <a:avLst/>
                  <a:gdLst>
                    <a:gd name="connsiteX0" fmla="*/ 500786 w 500804"/>
                    <a:gd name="connsiteY0" fmla="*/ 0 h 935773"/>
                    <a:gd name="connsiteX1" fmla="*/ 0 w 500804"/>
                    <a:gd name="connsiteY1" fmla="*/ 935774 h 9357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0804" h="935773">
                      <a:moveTo>
                        <a:pt x="500786" y="0"/>
                      </a:moveTo>
                      <a:cubicBezTo>
                        <a:pt x="500786" y="0"/>
                        <a:pt x="511880" y="561944"/>
                        <a:pt x="0" y="935774"/>
                      </a:cubicBezTo>
                    </a:path>
                  </a:pathLst>
                </a:custGeom>
                <a:noFill/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347" name="圖形 18">
                <a:extLst>
                  <a:ext uri="{FF2B5EF4-FFF2-40B4-BE49-F238E27FC236}">
                    <a16:creationId xmlns:a16="http://schemas.microsoft.com/office/drawing/2014/main" id="{35BBC98C-288D-C248-D7A5-74CD639E2C69}"/>
                  </a:ext>
                </a:extLst>
              </p:cNvPr>
              <p:cNvGrpSpPr/>
              <p:nvPr/>
            </p:nvGrpSpPr>
            <p:grpSpPr>
              <a:xfrm>
                <a:off x="22904752" y="29470542"/>
                <a:ext cx="32642040" cy="23023421"/>
                <a:chOff x="22904752" y="29470542"/>
                <a:chExt cx="32642040" cy="23023421"/>
              </a:xfrm>
              <a:noFill/>
            </p:grpSpPr>
            <p:grpSp>
              <p:nvGrpSpPr>
                <p:cNvPr id="348" name="圖形 18">
                  <a:extLst>
                    <a:ext uri="{FF2B5EF4-FFF2-40B4-BE49-F238E27FC236}">
                      <a16:creationId xmlns:a16="http://schemas.microsoft.com/office/drawing/2014/main" id="{DE6B0F35-EFB7-92A4-E106-2E920158E77E}"/>
                    </a:ext>
                  </a:extLst>
                </p:cNvPr>
                <p:cNvGrpSpPr/>
                <p:nvPr/>
              </p:nvGrpSpPr>
              <p:grpSpPr>
                <a:xfrm>
                  <a:off x="24568282" y="29470842"/>
                  <a:ext cx="5677746" cy="23018102"/>
                  <a:chOff x="24568282" y="29470842"/>
                  <a:chExt cx="5677746" cy="23018102"/>
                </a:xfrm>
                <a:noFill/>
              </p:grpSpPr>
              <p:grpSp>
                <p:nvGrpSpPr>
                  <p:cNvPr id="349" name="圖形 18">
                    <a:extLst>
                      <a:ext uri="{FF2B5EF4-FFF2-40B4-BE49-F238E27FC236}">
                        <a16:creationId xmlns:a16="http://schemas.microsoft.com/office/drawing/2014/main" id="{0B29410A-AAA7-DC6D-75A2-7DFA282B4A65}"/>
                      </a:ext>
                    </a:extLst>
                  </p:cNvPr>
                  <p:cNvGrpSpPr/>
                  <p:nvPr/>
                </p:nvGrpSpPr>
                <p:grpSpPr>
                  <a:xfrm>
                    <a:off x="24568282" y="29470842"/>
                    <a:ext cx="5677746" cy="10441524"/>
                    <a:chOff x="24568282" y="29470842"/>
                    <a:chExt cx="5677746" cy="10441524"/>
                  </a:xfrm>
                  <a:noFill/>
                </p:grpSpPr>
                <p:sp>
                  <p:nvSpPr>
                    <p:cNvPr id="350" name="手繪多邊形: 圖案 349">
                      <a:extLst>
                        <a:ext uri="{FF2B5EF4-FFF2-40B4-BE49-F238E27FC236}">
                          <a16:creationId xmlns:a16="http://schemas.microsoft.com/office/drawing/2014/main" id="{4D22A340-DDCA-16C5-A3FA-A4FE4962F7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568282" y="29470842"/>
                      <a:ext cx="510954" cy="29954"/>
                    </a:xfrm>
                    <a:custGeom>
                      <a:avLst/>
                      <a:gdLst>
                        <a:gd name="connsiteX0" fmla="*/ 0 w 510954"/>
                        <a:gd name="connsiteY0" fmla="*/ 0 h 29954"/>
                        <a:gd name="connsiteX1" fmla="*/ 510955 w 510954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0954" h="29954">
                          <a:moveTo>
                            <a:pt x="0" y="0"/>
                          </a:moveTo>
                          <a:lnTo>
                            <a:pt x="510955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1" name="手繪多邊形: 圖案 350">
                      <a:extLst>
                        <a:ext uri="{FF2B5EF4-FFF2-40B4-BE49-F238E27FC236}">
                          <a16:creationId xmlns:a16="http://schemas.microsoft.com/office/drawing/2014/main" id="{E013BC84-AA30-B790-2945-BF17BA13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31458" y="29470842"/>
                      <a:ext cx="447779" cy="588902"/>
                    </a:xfrm>
                    <a:custGeom>
                      <a:avLst/>
                      <a:gdLst>
                        <a:gd name="connsiteX0" fmla="*/ 447780 w 447779"/>
                        <a:gd name="connsiteY0" fmla="*/ 588903 h 588902"/>
                        <a:gd name="connsiteX1" fmla="*/ 133440 w 447779"/>
                        <a:gd name="connsiteY1" fmla="*/ 588903 h 588902"/>
                        <a:gd name="connsiteX2" fmla="*/ 0 w 447779"/>
                        <a:gd name="connsiteY2" fmla="*/ 459201 h 588902"/>
                        <a:gd name="connsiteX3" fmla="*/ 0 w 447779"/>
                        <a:gd name="connsiteY3" fmla="*/ 0 h 5889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7779" h="588902">
                          <a:moveTo>
                            <a:pt x="447780" y="588903"/>
                          </a:moveTo>
                          <a:lnTo>
                            <a:pt x="133440" y="588903"/>
                          </a:lnTo>
                          <a:cubicBezTo>
                            <a:pt x="59786" y="588903"/>
                            <a:pt x="0" y="530791"/>
                            <a:pt x="0" y="459201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2" name="手繪多邊形: 圖案 351">
                      <a:extLst>
                        <a:ext uri="{FF2B5EF4-FFF2-40B4-BE49-F238E27FC236}">
                          <a16:creationId xmlns:a16="http://schemas.microsoft.com/office/drawing/2014/main" id="{C13289B4-407C-5A76-CD21-0AFB103DC7E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52571" y="29606535"/>
                      <a:ext cx="284137" cy="29954"/>
                    </a:xfrm>
                    <a:custGeom>
                      <a:avLst/>
                      <a:gdLst>
                        <a:gd name="connsiteX0" fmla="*/ -1 w 284137"/>
                        <a:gd name="connsiteY0" fmla="*/ 0 h 29954"/>
                        <a:gd name="connsiteX1" fmla="*/ 284138 w 284137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4137" h="29954">
                          <a:moveTo>
                            <a:pt x="-1" y="0"/>
                          </a:moveTo>
                          <a:lnTo>
                            <a:pt x="284138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3" name="手繪多邊形: 圖案 352">
                      <a:extLst>
                        <a:ext uri="{FF2B5EF4-FFF2-40B4-BE49-F238E27FC236}">
                          <a16:creationId xmlns:a16="http://schemas.microsoft.com/office/drawing/2014/main" id="{D627A7E4-11F3-5963-82AF-1D2FBA88E4F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31307" y="29762297"/>
                      <a:ext cx="305401" cy="29954"/>
                    </a:xfrm>
                    <a:custGeom>
                      <a:avLst/>
                      <a:gdLst>
                        <a:gd name="connsiteX0" fmla="*/ -1 w 305401"/>
                        <a:gd name="connsiteY0" fmla="*/ 0 h 29954"/>
                        <a:gd name="connsiteX1" fmla="*/ 305402 w 305401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5401" h="29954">
                          <a:moveTo>
                            <a:pt x="-1" y="0"/>
                          </a:moveTo>
                          <a:lnTo>
                            <a:pt x="305402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4" name="手繪多邊形: 圖案 353">
                      <a:extLst>
                        <a:ext uri="{FF2B5EF4-FFF2-40B4-BE49-F238E27FC236}">
                          <a16:creationId xmlns:a16="http://schemas.microsoft.com/office/drawing/2014/main" id="{849BFDED-4E78-2976-8C97-5D2AA1F572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12984" y="29470842"/>
                      <a:ext cx="400627" cy="171338"/>
                    </a:xfrm>
                    <a:custGeom>
                      <a:avLst/>
                      <a:gdLst>
                        <a:gd name="connsiteX0" fmla="*/ 400628 w 400627"/>
                        <a:gd name="connsiteY0" fmla="*/ 171339 h 171338"/>
                        <a:gd name="connsiteX1" fmla="*/ 393540 w 400627"/>
                        <a:gd name="connsiteY1" fmla="*/ 171339 h 171338"/>
                        <a:gd name="connsiteX2" fmla="*/ 326667 w 400627"/>
                        <a:gd name="connsiteY2" fmla="*/ 106338 h 171338"/>
                        <a:gd name="connsiteX3" fmla="*/ 326667 w 400627"/>
                        <a:gd name="connsiteY3" fmla="*/ 0 h 171338"/>
                        <a:gd name="connsiteX4" fmla="*/ 0 w 400627"/>
                        <a:gd name="connsiteY4" fmla="*/ 0 h 171338"/>
                        <a:gd name="connsiteX5" fmla="*/ 0 w 400627"/>
                        <a:gd name="connsiteY5" fmla="*/ 71591 h 1713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0627" h="171338">
                          <a:moveTo>
                            <a:pt x="400628" y="171339"/>
                          </a:moveTo>
                          <a:lnTo>
                            <a:pt x="393540" y="171339"/>
                          </a:lnTo>
                          <a:cubicBezTo>
                            <a:pt x="356559" y="171339"/>
                            <a:pt x="326667" y="142283"/>
                            <a:pt x="326667" y="106338"/>
                          </a:cubicBezTo>
                          <a:lnTo>
                            <a:pt x="326667" y="0"/>
                          </a:lnTo>
                          <a:lnTo>
                            <a:pt x="0" y="0"/>
                          </a:lnTo>
                          <a:lnTo>
                            <a:pt x="0" y="71591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5" name="手繪多邊形: 圖案 354">
                      <a:extLst>
                        <a:ext uri="{FF2B5EF4-FFF2-40B4-BE49-F238E27FC236}">
                          <a16:creationId xmlns:a16="http://schemas.microsoft.com/office/drawing/2014/main" id="{2FC2E104-695D-AA27-E0A6-D1A8D8FA15E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9463" y="29859649"/>
                      <a:ext cx="98307" cy="97650"/>
                    </a:xfrm>
                    <a:custGeom>
                      <a:avLst/>
                      <a:gdLst>
                        <a:gd name="connsiteX0" fmla="*/ 0 w 98307"/>
                        <a:gd name="connsiteY0" fmla="*/ 0 h 97650"/>
                        <a:gd name="connsiteX1" fmla="*/ 0 w 98307"/>
                        <a:gd name="connsiteY1" fmla="*/ 32650 h 97650"/>
                        <a:gd name="connsiteX2" fmla="*/ 66875 w 98307"/>
                        <a:gd name="connsiteY2" fmla="*/ 97651 h 97650"/>
                        <a:gd name="connsiteX3" fmla="*/ 98308 w 98307"/>
                        <a:gd name="connsiteY3" fmla="*/ 97651 h 97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307" h="97650">
                          <a:moveTo>
                            <a:pt x="0" y="0"/>
                          </a:moveTo>
                          <a:lnTo>
                            <a:pt x="0" y="32650"/>
                          </a:lnTo>
                          <a:cubicBezTo>
                            <a:pt x="0" y="68595"/>
                            <a:pt x="29894" y="97651"/>
                            <a:pt x="66875" y="97651"/>
                          </a:cubicBezTo>
                          <a:lnTo>
                            <a:pt x="98308" y="97651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6" name="手繪多邊形: 圖案 355">
                      <a:extLst>
                        <a:ext uri="{FF2B5EF4-FFF2-40B4-BE49-F238E27FC236}">
                          <a16:creationId xmlns:a16="http://schemas.microsoft.com/office/drawing/2014/main" id="{87F479BB-AC79-4679-2E12-08E6DFE558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189563" y="29762298"/>
                      <a:ext cx="392308" cy="297446"/>
                    </a:xfrm>
                    <a:custGeom>
                      <a:avLst/>
                      <a:gdLst>
                        <a:gd name="connsiteX0" fmla="*/ 392308 w 392308"/>
                        <a:gd name="connsiteY0" fmla="*/ 297446 h 297446"/>
                        <a:gd name="connsiteX1" fmla="*/ 23730 w 392308"/>
                        <a:gd name="connsiteY1" fmla="*/ 0 h 297446"/>
                        <a:gd name="connsiteX2" fmla="*/ 369810 w 392308"/>
                        <a:gd name="connsiteY2" fmla="*/ 0 h 297446"/>
                        <a:gd name="connsiteX3" fmla="*/ 0 w 392308"/>
                        <a:gd name="connsiteY3" fmla="*/ 297446 h 2974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2308" h="297446">
                          <a:moveTo>
                            <a:pt x="392308" y="297446"/>
                          </a:moveTo>
                          <a:cubicBezTo>
                            <a:pt x="223736" y="297446"/>
                            <a:pt x="28662" y="178528"/>
                            <a:pt x="23730" y="0"/>
                          </a:cubicBezTo>
                          <a:lnTo>
                            <a:pt x="369810" y="0"/>
                          </a:lnTo>
                          <a:cubicBezTo>
                            <a:pt x="365806" y="177629"/>
                            <a:pt x="161792" y="297446"/>
                            <a:pt x="0" y="297446"/>
                          </a:cubicBez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7" name="手繪多邊形: 圖案 356">
                      <a:extLst>
                        <a:ext uri="{FF2B5EF4-FFF2-40B4-BE49-F238E27FC236}">
                          <a16:creationId xmlns:a16="http://schemas.microsoft.com/office/drawing/2014/main" id="{DAFD3CDE-BA21-0C7D-0EEB-AE721F83E6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63973" y="29606535"/>
                      <a:ext cx="144226" cy="350465"/>
                    </a:xfrm>
                    <a:custGeom>
                      <a:avLst/>
                      <a:gdLst>
                        <a:gd name="connsiteX0" fmla="*/ 144227 w 144226"/>
                        <a:gd name="connsiteY0" fmla="*/ 0 h 350465"/>
                        <a:gd name="connsiteX1" fmla="*/ -1 w 144226"/>
                        <a:gd name="connsiteY1" fmla="*/ 350466 h 3504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4226" h="350465">
                          <a:moveTo>
                            <a:pt x="144227" y="0"/>
                          </a:moveTo>
                          <a:lnTo>
                            <a:pt x="-1" y="350466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8" name="手繪多邊形: 圖案 357">
                      <a:extLst>
                        <a:ext uri="{FF2B5EF4-FFF2-40B4-BE49-F238E27FC236}">
                          <a16:creationId xmlns:a16="http://schemas.microsoft.com/office/drawing/2014/main" id="{DBBCB131-49E5-FDAE-16DB-0F368AAC340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171998" y="29542133"/>
                      <a:ext cx="41295" cy="100047"/>
                    </a:xfrm>
                    <a:custGeom>
                      <a:avLst/>
                      <a:gdLst>
                        <a:gd name="connsiteX0" fmla="*/ 41295 w 41295"/>
                        <a:gd name="connsiteY0" fmla="*/ 0 h 100047"/>
                        <a:gd name="connsiteX1" fmla="*/ 1 w 41295"/>
                        <a:gd name="connsiteY1" fmla="*/ 100047 h 1000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295" h="100047">
                          <a:moveTo>
                            <a:pt x="41295" y="0"/>
                          </a:moveTo>
                          <a:lnTo>
                            <a:pt x="1" y="100047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359" name="手繪多邊形: 圖案 358">
                      <a:extLst>
                        <a:ext uri="{FF2B5EF4-FFF2-40B4-BE49-F238E27FC236}">
                          <a16:creationId xmlns:a16="http://schemas.microsoft.com/office/drawing/2014/main" id="{3D105E77-B9C1-B106-E26D-1D159C21DA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31307" y="29470842"/>
                      <a:ext cx="77043" cy="187813"/>
                    </a:xfrm>
                    <a:custGeom>
                      <a:avLst/>
                      <a:gdLst>
                        <a:gd name="connsiteX0" fmla="*/ 77043 w 77043"/>
                        <a:gd name="connsiteY0" fmla="*/ 0 h 187813"/>
                        <a:gd name="connsiteX1" fmla="*/ -1 w 77043"/>
                        <a:gd name="connsiteY1" fmla="*/ 187813 h 1878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043" h="187813">
                          <a:moveTo>
                            <a:pt x="77043" y="0"/>
                          </a:moveTo>
                          <a:lnTo>
                            <a:pt x="-1" y="187813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360" name="手繪多邊形: 圖案 359">
                    <a:extLst>
                      <a:ext uri="{FF2B5EF4-FFF2-40B4-BE49-F238E27FC236}">
                        <a16:creationId xmlns:a16="http://schemas.microsoft.com/office/drawing/2014/main" id="{0587A099-32AD-784B-7DBB-D926444F1728}"/>
                      </a:ext>
                    </a:extLst>
                  </p:cNvPr>
                  <p:cNvSpPr/>
                  <p:nvPr/>
                </p:nvSpPr>
                <p:spPr>
                  <a:xfrm>
                    <a:off x="24603722" y="30182856"/>
                    <a:ext cx="1001569" cy="29954"/>
                  </a:xfrm>
                  <a:custGeom>
                    <a:avLst/>
                    <a:gdLst>
                      <a:gd name="connsiteX0" fmla="*/ 1 w 1001569"/>
                      <a:gd name="connsiteY0" fmla="*/ 0 h 29954"/>
                      <a:gd name="connsiteX1" fmla="*/ 1001570 w 100156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569" h="29954">
                        <a:moveTo>
                          <a:pt x="1" y="0"/>
                        </a:moveTo>
                        <a:lnTo>
                          <a:pt x="100157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1" name="手繪多邊形: 圖案 360">
                    <a:extLst>
                      <a:ext uri="{FF2B5EF4-FFF2-40B4-BE49-F238E27FC236}">
                        <a16:creationId xmlns:a16="http://schemas.microsoft.com/office/drawing/2014/main" id="{C19E5CAF-1D85-526A-3B81-076822EECB92}"/>
                      </a:ext>
                    </a:extLst>
                  </p:cNvPr>
                  <p:cNvSpPr/>
                  <p:nvPr/>
                </p:nvSpPr>
                <p:spPr>
                  <a:xfrm>
                    <a:off x="24638382" y="30319149"/>
                    <a:ext cx="932559" cy="449913"/>
                  </a:xfrm>
                  <a:custGeom>
                    <a:avLst/>
                    <a:gdLst>
                      <a:gd name="connsiteX0" fmla="*/ 931470 w 932559"/>
                      <a:gd name="connsiteY0" fmla="*/ 74586 h 449913"/>
                      <a:gd name="connsiteX1" fmla="*/ 889867 w 932559"/>
                      <a:gd name="connsiteY1" fmla="*/ 339682 h 449913"/>
                      <a:gd name="connsiteX2" fmla="*/ 757967 w 932559"/>
                      <a:gd name="connsiteY2" fmla="*/ 449914 h 449913"/>
                      <a:gd name="connsiteX3" fmla="*/ 174283 w 932559"/>
                      <a:gd name="connsiteY3" fmla="*/ 449914 h 449913"/>
                      <a:gd name="connsiteX4" fmla="*/ 42385 w 932559"/>
                      <a:gd name="connsiteY4" fmla="*/ 339682 h 449913"/>
                      <a:gd name="connsiteX5" fmla="*/ 780 w 932559"/>
                      <a:gd name="connsiteY5" fmla="*/ 74586 h 449913"/>
                      <a:gd name="connsiteX6" fmla="*/ 66730 w 932559"/>
                      <a:gd name="connsiteY6" fmla="*/ 0 h 449913"/>
                      <a:gd name="connsiteX7" fmla="*/ 865829 w 932559"/>
                      <a:gd name="connsiteY7" fmla="*/ 0 h 449913"/>
                      <a:gd name="connsiteX8" fmla="*/ 931779 w 932559"/>
                      <a:gd name="connsiteY8" fmla="*/ 74586 h 4499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2559" h="449913">
                        <a:moveTo>
                          <a:pt x="931470" y="74586"/>
                        </a:moveTo>
                        <a:lnTo>
                          <a:pt x="889867" y="339682"/>
                        </a:lnTo>
                        <a:cubicBezTo>
                          <a:pt x="880005" y="403185"/>
                          <a:pt x="823917" y="449914"/>
                          <a:pt x="757967" y="449914"/>
                        </a:cubicBezTo>
                        <a:lnTo>
                          <a:pt x="174283" y="449914"/>
                        </a:lnTo>
                        <a:cubicBezTo>
                          <a:pt x="108333" y="449914"/>
                          <a:pt x="52245" y="403185"/>
                          <a:pt x="42385" y="339682"/>
                        </a:cubicBezTo>
                        <a:lnTo>
                          <a:pt x="780" y="74586"/>
                        </a:lnTo>
                        <a:cubicBezTo>
                          <a:pt x="-5383" y="35346"/>
                          <a:pt x="25743" y="0"/>
                          <a:pt x="66730" y="0"/>
                        </a:cubicBezTo>
                        <a:lnTo>
                          <a:pt x="865829" y="0"/>
                        </a:lnTo>
                        <a:cubicBezTo>
                          <a:pt x="906817" y="0"/>
                          <a:pt x="937943" y="35346"/>
                          <a:pt x="931779" y="74586"/>
                        </a:cubicBezTo>
                        <a:close/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2" name="手繪多邊形: 圖案 361">
                    <a:extLst>
                      <a:ext uri="{FF2B5EF4-FFF2-40B4-BE49-F238E27FC236}">
                        <a16:creationId xmlns:a16="http://schemas.microsoft.com/office/drawing/2014/main" id="{9D90AA2E-8DB1-53F6-498E-52863BE4A46A}"/>
                      </a:ext>
                    </a:extLst>
                  </p:cNvPr>
                  <p:cNvSpPr/>
                  <p:nvPr/>
                </p:nvSpPr>
                <p:spPr>
                  <a:xfrm>
                    <a:off x="24781230" y="30182856"/>
                    <a:ext cx="203396" cy="333691"/>
                  </a:xfrm>
                  <a:custGeom>
                    <a:avLst/>
                    <a:gdLst>
                      <a:gd name="connsiteX0" fmla="*/ 203397 w 203396"/>
                      <a:gd name="connsiteY0" fmla="*/ 0 h 333691"/>
                      <a:gd name="connsiteX1" fmla="*/ 203397 w 203396"/>
                      <a:gd name="connsiteY1" fmla="*/ 203990 h 333691"/>
                      <a:gd name="connsiteX2" fmla="*/ 69956 w 203396"/>
                      <a:gd name="connsiteY2" fmla="*/ 333692 h 333691"/>
                      <a:gd name="connsiteX3" fmla="*/ 0 w 203396"/>
                      <a:gd name="connsiteY3" fmla="*/ 333692 h 3336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396" h="333691">
                        <a:moveTo>
                          <a:pt x="203397" y="0"/>
                        </a:moveTo>
                        <a:lnTo>
                          <a:pt x="203397" y="203990"/>
                        </a:lnTo>
                        <a:cubicBezTo>
                          <a:pt x="203397" y="275580"/>
                          <a:pt x="143611" y="333692"/>
                          <a:pt x="69956" y="333692"/>
                        </a:cubicBezTo>
                        <a:lnTo>
                          <a:pt x="0" y="333692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3" name="手繪多邊形: 圖案 362">
                    <a:extLst>
                      <a:ext uri="{FF2B5EF4-FFF2-40B4-BE49-F238E27FC236}">
                        <a16:creationId xmlns:a16="http://schemas.microsoft.com/office/drawing/2014/main" id="{0B1312C4-766D-BA60-57A9-806E3DC7D775}"/>
                      </a:ext>
                    </a:extLst>
                  </p:cNvPr>
                  <p:cNvSpPr/>
                  <p:nvPr/>
                </p:nvSpPr>
                <p:spPr>
                  <a:xfrm>
                    <a:off x="25224695" y="30182856"/>
                    <a:ext cx="193534" cy="333691"/>
                  </a:xfrm>
                  <a:custGeom>
                    <a:avLst/>
                    <a:gdLst>
                      <a:gd name="connsiteX0" fmla="*/ 0 w 193534"/>
                      <a:gd name="connsiteY0" fmla="*/ 0 h 333691"/>
                      <a:gd name="connsiteX1" fmla="*/ 0 w 193534"/>
                      <a:gd name="connsiteY1" fmla="*/ 203990 h 333691"/>
                      <a:gd name="connsiteX2" fmla="*/ 133440 w 193534"/>
                      <a:gd name="connsiteY2" fmla="*/ 333692 h 333691"/>
                      <a:gd name="connsiteX3" fmla="*/ 193535 w 193534"/>
                      <a:gd name="connsiteY3" fmla="*/ 333692 h 3336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3534" h="333691">
                        <a:moveTo>
                          <a:pt x="0" y="0"/>
                        </a:moveTo>
                        <a:lnTo>
                          <a:pt x="0" y="203990"/>
                        </a:lnTo>
                        <a:cubicBezTo>
                          <a:pt x="0" y="275580"/>
                          <a:pt x="59786" y="333692"/>
                          <a:pt x="133440" y="333692"/>
                        </a:cubicBezTo>
                        <a:lnTo>
                          <a:pt x="193535" y="333692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4" name="手繪多邊形: 圖案 363">
                    <a:extLst>
                      <a:ext uri="{FF2B5EF4-FFF2-40B4-BE49-F238E27FC236}">
                        <a16:creationId xmlns:a16="http://schemas.microsoft.com/office/drawing/2014/main" id="{91876E0F-1E47-53B8-81F1-4D40C11CA37A}"/>
                      </a:ext>
                    </a:extLst>
                  </p:cNvPr>
                  <p:cNvSpPr/>
                  <p:nvPr/>
                </p:nvSpPr>
                <p:spPr>
                  <a:xfrm>
                    <a:off x="24914363" y="30643854"/>
                    <a:ext cx="379980" cy="29954"/>
                  </a:xfrm>
                  <a:custGeom>
                    <a:avLst/>
                    <a:gdLst>
                      <a:gd name="connsiteX0" fmla="*/ -1 w 379980"/>
                      <a:gd name="connsiteY0" fmla="*/ 0 h 29954"/>
                      <a:gd name="connsiteX1" fmla="*/ 379980 w 379980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9980" h="29954">
                        <a:moveTo>
                          <a:pt x="-1" y="0"/>
                        </a:moveTo>
                        <a:lnTo>
                          <a:pt x="37998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365" name="圖形 18">
                  <a:extLst>
                    <a:ext uri="{FF2B5EF4-FFF2-40B4-BE49-F238E27FC236}">
                      <a16:creationId xmlns:a16="http://schemas.microsoft.com/office/drawing/2014/main" id="{AEECB0AD-2E1A-4B46-7ABB-7662743C6376}"/>
                    </a:ext>
                  </a:extLst>
                </p:cNvPr>
                <p:cNvGrpSpPr/>
                <p:nvPr/>
              </p:nvGrpSpPr>
              <p:grpSpPr>
                <a:xfrm>
                  <a:off x="22904752" y="29470842"/>
                  <a:ext cx="5441741" cy="23012801"/>
                  <a:chOff x="22904752" y="29470842"/>
                  <a:chExt cx="5441741" cy="23012801"/>
                </a:xfrm>
                <a:noFill/>
              </p:grpSpPr>
              <p:sp>
                <p:nvSpPr>
                  <p:cNvPr id="366" name="手繪多邊形: 圖案 365">
                    <a:extLst>
                      <a:ext uri="{FF2B5EF4-FFF2-40B4-BE49-F238E27FC236}">
                        <a16:creationId xmlns:a16="http://schemas.microsoft.com/office/drawing/2014/main" id="{3CCE2966-5D09-068F-A6E7-7A5CFD8515BC}"/>
                      </a:ext>
                    </a:extLst>
                  </p:cNvPr>
                  <p:cNvSpPr/>
                  <p:nvPr/>
                </p:nvSpPr>
                <p:spPr>
                  <a:xfrm>
                    <a:off x="22904752" y="30053753"/>
                    <a:ext cx="1001877" cy="29954"/>
                  </a:xfrm>
                  <a:custGeom>
                    <a:avLst/>
                    <a:gdLst>
                      <a:gd name="connsiteX0" fmla="*/ 0 w 1001877"/>
                      <a:gd name="connsiteY0" fmla="*/ 0 h 29954"/>
                      <a:gd name="connsiteX1" fmla="*/ 1001879 w 1001877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877" h="29954">
                        <a:moveTo>
                          <a:pt x="0" y="0"/>
                        </a:moveTo>
                        <a:lnTo>
                          <a:pt x="1001879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7" name="手繪多邊形: 圖案 366">
                    <a:extLst>
                      <a:ext uri="{FF2B5EF4-FFF2-40B4-BE49-F238E27FC236}">
                        <a16:creationId xmlns:a16="http://schemas.microsoft.com/office/drawing/2014/main" id="{EA9427C3-F264-0644-A0CA-28DDBBF2432F}"/>
                      </a:ext>
                    </a:extLst>
                  </p:cNvPr>
                  <p:cNvSpPr/>
                  <p:nvPr/>
                </p:nvSpPr>
                <p:spPr>
                  <a:xfrm>
                    <a:off x="22998746" y="29470842"/>
                    <a:ext cx="907885" cy="583211"/>
                  </a:xfrm>
                  <a:custGeom>
                    <a:avLst/>
                    <a:gdLst>
                      <a:gd name="connsiteX0" fmla="*/ 907885 w 907885"/>
                      <a:gd name="connsiteY0" fmla="*/ 0 h 583211"/>
                      <a:gd name="connsiteX1" fmla="*/ 267187 w 907885"/>
                      <a:gd name="connsiteY1" fmla="*/ 0 h 583211"/>
                      <a:gd name="connsiteX2" fmla="*/ 0 w 907885"/>
                      <a:gd name="connsiteY2" fmla="*/ 259705 h 583211"/>
                      <a:gd name="connsiteX3" fmla="*/ 0 w 907885"/>
                      <a:gd name="connsiteY3" fmla="*/ 583211 h 5832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07885" h="583211">
                        <a:moveTo>
                          <a:pt x="907885" y="0"/>
                        </a:moveTo>
                        <a:lnTo>
                          <a:pt x="267187" y="0"/>
                        </a:lnTo>
                        <a:cubicBezTo>
                          <a:pt x="119572" y="0"/>
                          <a:pt x="0" y="116223"/>
                          <a:pt x="0" y="259705"/>
                        </a:cubicBezTo>
                        <a:lnTo>
                          <a:pt x="0" y="583211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8" name="手繪多邊形: 圖案 367">
                    <a:extLst>
                      <a:ext uri="{FF2B5EF4-FFF2-40B4-BE49-F238E27FC236}">
                        <a16:creationId xmlns:a16="http://schemas.microsoft.com/office/drawing/2014/main" id="{7DDC3EE3-8357-A29E-CC6E-AA4C58E6D667}"/>
                      </a:ext>
                    </a:extLst>
                  </p:cNvPr>
                  <p:cNvSpPr/>
                  <p:nvPr/>
                </p:nvSpPr>
                <p:spPr>
                  <a:xfrm>
                    <a:off x="23570719" y="29606535"/>
                    <a:ext cx="224967" cy="1162229"/>
                  </a:xfrm>
                  <a:custGeom>
                    <a:avLst/>
                    <a:gdLst>
                      <a:gd name="connsiteX0" fmla="*/ 224968 w 224967"/>
                      <a:gd name="connsiteY0" fmla="*/ 0 h 1162229"/>
                      <a:gd name="connsiteX1" fmla="*/ 224968 w 224967"/>
                      <a:gd name="connsiteY1" fmla="*/ 1032526 h 1162229"/>
                      <a:gd name="connsiteX2" fmla="*/ 91527 w 224967"/>
                      <a:gd name="connsiteY2" fmla="*/ 1162229 h 1162229"/>
                      <a:gd name="connsiteX3" fmla="*/ 0 w 224967"/>
                      <a:gd name="connsiteY3" fmla="*/ 1162229 h 116222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4967" h="1162229">
                        <a:moveTo>
                          <a:pt x="224968" y="0"/>
                        </a:moveTo>
                        <a:lnTo>
                          <a:pt x="224968" y="1032526"/>
                        </a:lnTo>
                        <a:cubicBezTo>
                          <a:pt x="224968" y="1104118"/>
                          <a:pt x="165182" y="1162229"/>
                          <a:pt x="91527" y="1162229"/>
                        </a:cubicBezTo>
                        <a:lnTo>
                          <a:pt x="0" y="1162229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69" name="手繪多邊形: 圖案 368">
                    <a:extLst>
                      <a:ext uri="{FF2B5EF4-FFF2-40B4-BE49-F238E27FC236}">
                        <a16:creationId xmlns:a16="http://schemas.microsoft.com/office/drawing/2014/main" id="{52437A74-AA87-42BB-7474-46B5ED7E63C2}"/>
                      </a:ext>
                    </a:extLst>
                  </p:cNvPr>
                  <p:cNvSpPr/>
                  <p:nvPr/>
                </p:nvSpPr>
                <p:spPr>
                  <a:xfrm>
                    <a:off x="22904752" y="30053753"/>
                    <a:ext cx="665658" cy="715011"/>
                  </a:xfrm>
                  <a:custGeom>
                    <a:avLst/>
                    <a:gdLst>
                      <a:gd name="connsiteX0" fmla="*/ 665659 w 665658"/>
                      <a:gd name="connsiteY0" fmla="*/ 0 h 715011"/>
                      <a:gd name="connsiteX1" fmla="*/ 0 w 665658"/>
                      <a:gd name="connsiteY1" fmla="*/ 715011 h 71501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5658" h="715011">
                        <a:moveTo>
                          <a:pt x="665659" y="0"/>
                        </a:moveTo>
                        <a:cubicBezTo>
                          <a:pt x="665659" y="0"/>
                          <a:pt x="572283" y="589801"/>
                          <a:pt x="0" y="715011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370" name="圖形 18">
                  <a:extLst>
                    <a:ext uri="{FF2B5EF4-FFF2-40B4-BE49-F238E27FC236}">
                      <a16:creationId xmlns:a16="http://schemas.microsoft.com/office/drawing/2014/main" id="{89EC224F-75D5-D5B4-204F-12C41BEA5FB4}"/>
                    </a:ext>
                  </a:extLst>
                </p:cNvPr>
                <p:cNvGrpSpPr/>
                <p:nvPr/>
              </p:nvGrpSpPr>
              <p:grpSpPr>
                <a:xfrm>
                  <a:off x="27889488" y="29470542"/>
                  <a:ext cx="5567269" cy="23018120"/>
                  <a:chOff x="27889488" y="29470542"/>
                  <a:chExt cx="5567269" cy="23018120"/>
                </a:xfrm>
                <a:noFill/>
              </p:grpSpPr>
              <p:sp>
                <p:nvSpPr>
                  <p:cNvPr id="371" name="手繪多邊形: 圖案 370">
                    <a:extLst>
                      <a:ext uri="{FF2B5EF4-FFF2-40B4-BE49-F238E27FC236}">
                        <a16:creationId xmlns:a16="http://schemas.microsoft.com/office/drawing/2014/main" id="{BCF5B433-41EB-244C-9338-803FAE482423}"/>
                      </a:ext>
                    </a:extLst>
                  </p:cNvPr>
                  <p:cNvSpPr/>
                  <p:nvPr/>
                </p:nvSpPr>
                <p:spPr>
                  <a:xfrm>
                    <a:off x="27889488" y="29470542"/>
                    <a:ext cx="388917" cy="1298222"/>
                  </a:xfrm>
                  <a:custGeom>
                    <a:avLst/>
                    <a:gdLst>
                      <a:gd name="connsiteX0" fmla="*/ 0 w 388917"/>
                      <a:gd name="connsiteY0" fmla="*/ 1298222 h 1298222"/>
                      <a:gd name="connsiteX1" fmla="*/ 0 w 388917"/>
                      <a:gd name="connsiteY1" fmla="*/ 194703 h 1298222"/>
                      <a:gd name="connsiteX2" fmla="*/ 200314 w 388917"/>
                      <a:gd name="connsiteY2" fmla="*/ 0 h 1298222"/>
                      <a:gd name="connsiteX3" fmla="*/ 388917 w 388917"/>
                      <a:gd name="connsiteY3" fmla="*/ 0 h 1298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8917" h="1298222">
                        <a:moveTo>
                          <a:pt x="0" y="1298222"/>
                        </a:moveTo>
                        <a:lnTo>
                          <a:pt x="0" y="194703"/>
                        </a:lnTo>
                        <a:cubicBezTo>
                          <a:pt x="0" y="87167"/>
                          <a:pt x="89678" y="0"/>
                          <a:pt x="200314" y="0"/>
                        </a:cubicBezTo>
                        <a:lnTo>
                          <a:pt x="388917" y="0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2" name="手繪多邊形: 圖案 371">
                    <a:extLst>
                      <a:ext uri="{FF2B5EF4-FFF2-40B4-BE49-F238E27FC236}">
                        <a16:creationId xmlns:a16="http://schemas.microsoft.com/office/drawing/2014/main" id="{C20B6EF8-B701-50B9-7608-D82EAE799D64}"/>
                      </a:ext>
                    </a:extLst>
                  </p:cNvPr>
                  <p:cNvSpPr/>
                  <p:nvPr/>
                </p:nvSpPr>
                <p:spPr>
                  <a:xfrm>
                    <a:off x="28459920" y="29891101"/>
                    <a:ext cx="454558" cy="29954"/>
                  </a:xfrm>
                  <a:custGeom>
                    <a:avLst/>
                    <a:gdLst>
                      <a:gd name="connsiteX0" fmla="*/ 1 w 454558"/>
                      <a:gd name="connsiteY0" fmla="*/ 0 h 29954"/>
                      <a:gd name="connsiteX1" fmla="*/ 454559 w 454558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4558" h="29954">
                        <a:moveTo>
                          <a:pt x="1" y="0"/>
                        </a:moveTo>
                        <a:lnTo>
                          <a:pt x="454559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3" name="手繪多邊形: 圖案 372">
                    <a:extLst>
                      <a:ext uri="{FF2B5EF4-FFF2-40B4-BE49-F238E27FC236}">
                        <a16:creationId xmlns:a16="http://schemas.microsoft.com/office/drawing/2014/main" id="{B757523E-D9E7-ACF3-B9E5-EF3687A7C7D9}"/>
                      </a:ext>
                    </a:extLst>
                  </p:cNvPr>
                  <p:cNvSpPr/>
                  <p:nvPr/>
                </p:nvSpPr>
                <p:spPr>
                  <a:xfrm>
                    <a:off x="28459921" y="29470542"/>
                    <a:ext cx="397544" cy="1298222"/>
                  </a:xfrm>
                  <a:custGeom>
                    <a:avLst/>
                    <a:gdLst>
                      <a:gd name="connsiteX0" fmla="*/ 0 w 397544"/>
                      <a:gd name="connsiteY0" fmla="*/ 1298222 h 1298222"/>
                      <a:gd name="connsiteX1" fmla="*/ 0 w 397544"/>
                      <a:gd name="connsiteY1" fmla="*/ 194703 h 1298222"/>
                      <a:gd name="connsiteX2" fmla="*/ 200314 w 397544"/>
                      <a:gd name="connsiteY2" fmla="*/ 0 h 1298222"/>
                      <a:gd name="connsiteX3" fmla="*/ 397545 w 397544"/>
                      <a:gd name="connsiteY3" fmla="*/ 0 h 12982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7544" h="1298222">
                        <a:moveTo>
                          <a:pt x="0" y="1298222"/>
                        </a:moveTo>
                        <a:lnTo>
                          <a:pt x="0" y="194703"/>
                        </a:lnTo>
                        <a:cubicBezTo>
                          <a:pt x="0" y="87167"/>
                          <a:pt x="89678" y="0"/>
                          <a:pt x="200314" y="0"/>
                        </a:cubicBezTo>
                        <a:lnTo>
                          <a:pt x="397545" y="0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4" name="手繪多邊形: 圖案 373">
                    <a:extLst>
                      <a:ext uri="{FF2B5EF4-FFF2-40B4-BE49-F238E27FC236}">
                        <a16:creationId xmlns:a16="http://schemas.microsoft.com/office/drawing/2014/main" id="{6FA4202A-3E48-A1BA-7192-FC3737962D78}"/>
                      </a:ext>
                    </a:extLst>
                  </p:cNvPr>
                  <p:cNvSpPr/>
                  <p:nvPr/>
                </p:nvSpPr>
                <p:spPr>
                  <a:xfrm>
                    <a:off x="28766554" y="29891101"/>
                    <a:ext cx="30817" cy="877662"/>
                  </a:xfrm>
                  <a:custGeom>
                    <a:avLst/>
                    <a:gdLst>
                      <a:gd name="connsiteX0" fmla="*/ -1 w 30817"/>
                      <a:gd name="connsiteY0" fmla="*/ 0 h 877662"/>
                      <a:gd name="connsiteX1" fmla="*/ -1 w 30817"/>
                      <a:gd name="connsiteY1" fmla="*/ 877663 h 87766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7" h="877662">
                        <a:moveTo>
                          <a:pt x="-1" y="0"/>
                        </a:moveTo>
                        <a:lnTo>
                          <a:pt x="-1" y="877663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5" name="手繪多邊形: 圖案 374">
                    <a:extLst>
                      <a:ext uri="{FF2B5EF4-FFF2-40B4-BE49-F238E27FC236}">
                        <a16:creationId xmlns:a16="http://schemas.microsoft.com/office/drawing/2014/main" id="{0FEAEF7F-F95E-C804-8DD3-9F9CFB6D4AE8}"/>
                      </a:ext>
                    </a:extLst>
                  </p:cNvPr>
                  <p:cNvSpPr/>
                  <p:nvPr/>
                </p:nvSpPr>
                <p:spPr>
                  <a:xfrm>
                    <a:off x="27889488" y="29770385"/>
                    <a:ext cx="377986" cy="507426"/>
                  </a:xfrm>
                  <a:custGeom>
                    <a:avLst/>
                    <a:gdLst>
                      <a:gd name="connsiteX0" fmla="*/ 0 w 377986"/>
                      <a:gd name="connsiteY0" fmla="*/ 0 h 507426"/>
                      <a:gd name="connsiteX1" fmla="*/ 311256 w 377986"/>
                      <a:gd name="connsiteY1" fmla="*/ 0 h 507426"/>
                      <a:gd name="connsiteX2" fmla="*/ 377206 w 377986"/>
                      <a:gd name="connsiteY2" fmla="*/ 74586 h 507426"/>
                      <a:gd name="connsiteX3" fmla="*/ 318037 w 377986"/>
                      <a:gd name="connsiteY3" fmla="*/ 452311 h 507426"/>
                      <a:gd name="connsiteX4" fmla="*/ 252087 w 377986"/>
                      <a:gd name="connsiteY4" fmla="*/ 507427 h 507426"/>
                      <a:gd name="connsiteX5" fmla="*/ 308 w 377986"/>
                      <a:gd name="connsiteY5" fmla="*/ 507427 h 50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7986" h="507426">
                        <a:moveTo>
                          <a:pt x="0" y="0"/>
                        </a:moveTo>
                        <a:lnTo>
                          <a:pt x="311256" y="0"/>
                        </a:lnTo>
                        <a:cubicBezTo>
                          <a:pt x="352244" y="0"/>
                          <a:pt x="383370" y="35346"/>
                          <a:pt x="377206" y="74586"/>
                        </a:cubicBezTo>
                        <a:lnTo>
                          <a:pt x="318037" y="452311"/>
                        </a:lnTo>
                        <a:cubicBezTo>
                          <a:pt x="313105" y="484062"/>
                          <a:pt x="285062" y="507427"/>
                          <a:pt x="252087" y="507427"/>
                        </a:cubicBezTo>
                        <a:lnTo>
                          <a:pt x="308" y="507427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376" name="圖形 18">
                  <a:extLst>
                    <a:ext uri="{FF2B5EF4-FFF2-40B4-BE49-F238E27FC236}">
                      <a16:creationId xmlns:a16="http://schemas.microsoft.com/office/drawing/2014/main" id="{5F86BC00-0FE4-0000-ADB3-0A53635E0E0E}"/>
                    </a:ext>
                  </a:extLst>
                </p:cNvPr>
                <p:cNvGrpSpPr/>
                <p:nvPr/>
              </p:nvGrpSpPr>
              <p:grpSpPr>
                <a:xfrm>
                  <a:off x="26220102" y="29470842"/>
                  <a:ext cx="5999130" cy="23018102"/>
                  <a:chOff x="26220102" y="29470842"/>
                  <a:chExt cx="5999130" cy="23018102"/>
                </a:xfrm>
                <a:noFill/>
              </p:grpSpPr>
              <p:sp>
                <p:nvSpPr>
                  <p:cNvPr id="377" name="手繪多邊形: 圖案 376">
                    <a:extLst>
                      <a:ext uri="{FF2B5EF4-FFF2-40B4-BE49-F238E27FC236}">
                        <a16:creationId xmlns:a16="http://schemas.microsoft.com/office/drawing/2014/main" id="{75FC356F-0E20-A482-5298-265A5DD4411D}"/>
                      </a:ext>
                    </a:extLst>
                  </p:cNvPr>
                  <p:cNvSpPr/>
                  <p:nvPr/>
                </p:nvSpPr>
                <p:spPr>
                  <a:xfrm>
                    <a:off x="26220102" y="29589760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8" name="手繪多邊形: 圖案 377">
                    <a:extLst>
                      <a:ext uri="{FF2B5EF4-FFF2-40B4-BE49-F238E27FC236}">
                        <a16:creationId xmlns:a16="http://schemas.microsoft.com/office/drawing/2014/main" id="{08677B88-A767-0ADE-6A38-CF796DB16B4E}"/>
                      </a:ext>
                    </a:extLst>
                  </p:cNvPr>
                  <p:cNvSpPr/>
                  <p:nvPr/>
                </p:nvSpPr>
                <p:spPr>
                  <a:xfrm>
                    <a:off x="26220102" y="29832990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79" name="手繪多邊形: 圖案 378">
                    <a:extLst>
                      <a:ext uri="{FF2B5EF4-FFF2-40B4-BE49-F238E27FC236}">
                        <a16:creationId xmlns:a16="http://schemas.microsoft.com/office/drawing/2014/main" id="{FB7CD6EB-A5F8-5D72-91A2-2B67A3BCE5E0}"/>
                      </a:ext>
                    </a:extLst>
                  </p:cNvPr>
                  <p:cNvSpPr/>
                  <p:nvPr/>
                </p:nvSpPr>
                <p:spPr>
                  <a:xfrm>
                    <a:off x="26220102" y="30075919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0" name="手繪多邊形: 圖案 379">
                    <a:extLst>
                      <a:ext uri="{FF2B5EF4-FFF2-40B4-BE49-F238E27FC236}">
                        <a16:creationId xmlns:a16="http://schemas.microsoft.com/office/drawing/2014/main" id="{0DF71074-5F5C-A6DB-DEC5-73A4E1C55074}"/>
                      </a:ext>
                    </a:extLst>
                  </p:cNvPr>
                  <p:cNvSpPr/>
                  <p:nvPr/>
                </p:nvSpPr>
                <p:spPr>
                  <a:xfrm>
                    <a:off x="26220102" y="30319149"/>
                    <a:ext cx="328823" cy="449914"/>
                  </a:xfrm>
                  <a:custGeom>
                    <a:avLst/>
                    <a:gdLst>
                      <a:gd name="connsiteX0" fmla="*/ 195383 w 328823"/>
                      <a:gd name="connsiteY0" fmla="*/ 0 h 449914"/>
                      <a:gd name="connsiteX1" fmla="*/ 328824 w 328823"/>
                      <a:gd name="connsiteY1" fmla="*/ 129702 h 449914"/>
                      <a:gd name="connsiteX2" fmla="*/ 328824 w 328823"/>
                      <a:gd name="connsiteY2" fmla="*/ 320211 h 449914"/>
                      <a:gd name="connsiteX3" fmla="*/ 195383 w 328823"/>
                      <a:gd name="connsiteY3" fmla="*/ 449913 h 449914"/>
                      <a:gd name="connsiteX4" fmla="*/ 133440 w 328823"/>
                      <a:gd name="connsiteY4" fmla="*/ 449913 h 449914"/>
                      <a:gd name="connsiteX5" fmla="*/ -1 w 328823"/>
                      <a:gd name="connsiteY5" fmla="*/ 320211 h 449914"/>
                      <a:gd name="connsiteX6" fmla="*/ -1 w 328823"/>
                      <a:gd name="connsiteY6" fmla="*/ 129702 h 449914"/>
                      <a:gd name="connsiteX7" fmla="*/ 133440 w 328823"/>
                      <a:gd name="connsiteY7" fmla="*/ 0 h 4499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28823" h="449914">
                        <a:moveTo>
                          <a:pt x="195383" y="0"/>
                        </a:moveTo>
                        <a:cubicBezTo>
                          <a:pt x="269081" y="0"/>
                          <a:pt x="328824" y="58070"/>
                          <a:pt x="328824" y="129702"/>
                        </a:cubicBezTo>
                        <a:lnTo>
                          <a:pt x="328824" y="320211"/>
                        </a:lnTo>
                        <a:cubicBezTo>
                          <a:pt x="328824" y="391844"/>
                          <a:pt x="269081" y="449913"/>
                          <a:pt x="195383" y="449913"/>
                        </a:cubicBezTo>
                        <a:lnTo>
                          <a:pt x="133440" y="449913"/>
                        </a:lnTo>
                        <a:cubicBezTo>
                          <a:pt x="59742" y="449913"/>
                          <a:pt x="-1" y="391844"/>
                          <a:pt x="-1" y="320211"/>
                        </a:cubicBezTo>
                        <a:lnTo>
                          <a:pt x="-1" y="129702"/>
                        </a:lnTo>
                        <a:cubicBezTo>
                          <a:pt x="-1" y="58070"/>
                          <a:pt x="59742" y="0"/>
                          <a:pt x="133440" y="0"/>
                        </a:cubicBezTo>
                        <a:close/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1" name="手繪多邊形: 圖案 380">
                    <a:extLst>
                      <a:ext uri="{FF2B5EF4-FFF2-40B4-BE49-F238E27FC236}">
                        <a16:creationId xmlns:a16="http://schemas.microsoft.com/office/drawing/2014/main" id="{EBD54D9E-3028-330B-06EB-344E6627D04B}"/>
                      </a:ext>
                    </a:extLst>
                  </p:cNvPr>
                  <p:cNvSpPr/>
                  <p:nvPr/>
                </p:nvSpPr>
                <p:spPr>
                  <a:xfrm>
                    <a:off x="26723969" y="29859649"/>
                    <a:ext cx="315879" cy="216270"/>
                  </a:xfrm>
                  <a:custGeom>
                    <a:avLst/>
                    <a:gdLst>
                      <a:gd name="connsiteX0" fmla="*/ 315880 w 315879"/>
                      <a:gd name="connsiteY0" fmla="*/ 0 h 216270"/>
                      <a:gd name="connsiteX1" fmla="*/ 0 w 315879"/>
                      <a:gd name="connsiteY1" fmla="*/ 216270 h 2162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5879" h="216270">
                        <a:moveTo>
                          <a:pt x="315880" y="0"/>
                        </a:moveTo>
                        <a:cubicBezTo>
                          <a:pt x="315880" y="0"/>
                          <a:pt x="213874" y="194104"/>
                          <a:pt x="0" y="216270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2" name="手繪多邊形: 圖案 381">
                    <a:extLst>
                      <a:ext uri="{FF2B5EF4-FFF2-40B4-BE49-F238E27FC236}">
                        <a16:creationId xmlns:a16="http://schemas.microsoft.com/office/drawing/2014/main" id="{2CCFBD32-33C2-DD2E-0605-6F6280778D25}"/>
                      </a:ext>
                    </a:extLst>
                  </p:cNvPr>
                  <p:cNvSpPr/>
                  <p:nvPr/>
                </p:nvSpPr>
                <p:spPr>
                  <a:xfrm>
                    <a:off x="26724277" y="30098385"/>
                    <a:ext cx="427747" cy="296547"/>
                  </a:xfrm>
                  <a:custGeom>
                    <a:avLst/>
                    <a:gdLst>
                      <a:gd name="connsiteX0" fmla="*/ 427747 w 427747"/>
                      <a:gd name="connsiteY0" fmla="*/ 0 h 296547"/>
                      <a:gd name="connsiteX1" fmla="*/ 0 w 427747"/>
                      <a:gd name="connsiteY1" fmla="*/ 296548 h 2965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27747" h="296547">
                        <a:moveTo>
                          <a:pt x="427747" y="0"/>
                        </a:moveTo>
                        <a:cubicBezTo>
                          <a:pt x="427747" y="0"/>
                          <a:pt x="305709" y="251317"/>
                          <a:pt x="0" y="296548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3" name="手繪多邊形: 圖案 382">
                    <a:extLst>
                      <a:ext uri="{FF2B5EF4-FFF2-40B4-BE49-F238E27FC236}">
                        <a16:creationId xmlns:a16="http://schemas.microsoft.com/office/drawing/2014/main" id="{0CE41D5B-0ABA-029F-7606-17F931015DA9}"/>
                      </a:ext>
                    </a:extLst>
                  </p:cNvPr>
                  <p:cNvSpPr/>
                  <p:nvPr/>
                </p:nvSpPr>
                <p:spPr>
                  <a:xfrm>
                    <a:off x="26724277" y="30370371"/>
                    <a:ext cx="555947" cy="398692"/>
                  </a:xfrm>
                  <a:custGeom>
                    <a:avLst/>
                    <a:gdLst>
                      <a:gd name="connsiteX0" fmla="*/ 555948 w 555947"/>
                      <a:gd name="connsiteY0" fmla="*/ 0 h 398692"/>
                      <a:gd name="connsiteX1" fmla="*/ 0 w 555947"/>
                      <a:gd name="connsiteY1" fmla="*/ 398692 h 398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5947" h="398692">
                        <a:moveTo>
                          <a:pt x="555948" y="0"/>
                        </a:moveTo>
                        <a:cubicBezTo>
                          <a:pt x="555948" y="0"/>
                          <a:pt x="377515" y="304935"/>
                          <a:pt x="0" y="398692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4" name="手繪多邊形: 圖案 383">
                    <a:extLst>
                      <a:ext uri="{FF2B5EF4-FFF2-40B4-BE49-F238E27FC236}">
                        <a16:creationId xmlns:a16="http://schemas.microsoft.com/office/drawing/2014/main" id="{7A57116E-97EC-CCEB-CFAA-319A44AD5711}"/>
                      </a:ext>
                    </a:extLst>
                  </p:cNvPr>
                  <p:cNvSpPr/>
                  <p:nvPr/>
                </p:nvSpPr>
                <p:spPr>
                  <a:xfrm>
                    <a:off x="26667572" y="29470842"/>
                    <a:ext cx="657029" cy="362147"/>
                  </a:xfrm>
                  <a:custGeom>
                    <a:avLst/>
                    <a:gdLst>
                      <a:gd name="connsiteX0" fmla="*/ 0 w 657029"/>
                      <a:gd name="connsiteY0" fmla="*/ 362148 h 362147"/>
                      <a:gd name="connsiteX1" fmla="*/ 327282 w 657029"/>
                      <a:gd name="connsiteY1" fmla="*/ 0 h 362147"/>
                      <a:gd name="connsiteX2" fmla="*/ 657030 w 657029"/>
                      <a:gd name="connsiteY2" fmla="*/ 362148 h 362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57029" h="362147">
                        <a:moveTo>
                          <a:pt x="0" y="362148"/>
                        </a:moveTo>
                        <a:cubicBezTo>
                          <a:pt x="264106" y="303438"/>
                          <a:pt x="327282" y="0"/>
                          <a:pt x="327282" y="0"/>
                        </a:cubicBezTo>
                        <a:cubicBezTo>
                          <a:pt x="327282" y="0"/>
                          <a:pt x="390458" y="280073"/>
                          <a:pt x="657030" y="362148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385" name="手繪多邊形: 圖案 384">
                    <a:extLst>
                      <a:ext uri="{FF2B5EF4-FFF2-40B4-BE49-F238E27FC236}">
                        <a16:creationId xmlns:a16="http://schemas.microsoft.com/office/drawing/2014/main" id="{38EA1205-617A-519D-1ADA-46A115E57F47}"/>
                      </a:ext>
                    </a:extLst>
                  </p:cNvPr>
                  <p:cNvSpPr/>
                  <p:nvPr/>
                </p:nvSpPr>
                <p:spPr>
                  <a:xfrm>
                    <a:off x="26384359" y="29470842"/>
                    <a:ext cx="30817" cy="118918"/>
                  </a:xfrm>
                  <a:custGeom>
                    <a:avLst/>
                    <a:gdLst>
                      <a:gd name="connsiteX0" fmla="*/ 0 w 30817"/>
                      <a:gd name="connsiteY0" fmla="*/ 118919 h 118918"/>
                      <a:gd name="connsiteX1" fmla="*/ 0 w 30817"/>
                      <a:gd name="connsiteY1" fmla="*/ 0 h 1189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7" h="118918">
                        <a:moveTo>
                          <a:pt x="0" y="118919"/>
                        </a:moveTo>
                        <a:lnTo>
                          <a:pt x="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386" name="圖形 18">
                <a:extLst>
                  <a:ext uri="{FF2B5EF4-FFF2-40B4-BE49-F238E27FC236}">
                    <a16:creationId xmlns:a16="http://schemas.microsoft.com/office/drawing/2014/main" id="{DC2ABC52-9A51-68CA-5576-9CB7EEC9B972}"/>
                  </a:ext>
                </a:extLst>
              </p:cNvPr>
              <p:cNvGrpSpPr/>
              <p:nvPr/>
            </p:nvGrpSpPr>
            <p:grpSpPr>
              <a:xfrm>
                <a:off x="26843626" y="27524180"/>
                <a:ext cx="11483938" cy="17960531"/>
                <a:chOff x="26843626" y="27524180"/>
                <a:chExt cx="11483938" cy="17960531"/>
              </a:xfrm>
            </p:grpSpPr>
            <p:sp>
              <p:nvSpPr>
                <p:cNvPr id="387" name="手繪多邊形: 圖案 386">
                  <a:extLst>
                    <a:ext uri="{FF2B5EF4-FFF2-40B4-BE49-F238E27FC236}">
                      <a16:creationId xmlns:a16="http://schemas.microsoft.com/office/drawing/2014/main" id="{2F990A5D-461A-3AA4-B12A-D22E98FDAD4C}"/>
                    </a:ext>
                  </a:extLst>
                </p:cNvPr>
                <p:cNvSpPr/>
                <p:nvPr/>
              </p:nvSpPr>
              <p:spPr>
                <a:xfrm>
                  <a:off x="26843626" y="27524180"/>
                  <a:ext cx="2114308" cy="1012974"/>
                </a:xfrm>
                <a:custGeom>
                  <a:avLst/>
                  <a:gdLst>
                    <a:gd name="connsiteX0" fmla="*/ 345686 w 2114308"/>
                    <a:gd name="connsiteY0" fmla="*/ 955472 h 1012974"/>
                    <a:gd name="connsiteX1" fmla="*/ 766655 w 2114308"/>
                    <a:gd name="connsiteY1" fmla="*/ 966255 h 1012974"/>
                    <a:gd name="connsiteX2" fmla="*/ 1387012 w 2114308"/>
                    <a:gd name="connsiteY2" fmla="*/ 978537 h 1012974"/>
                    <a:gd name="connsiteX3" fmla="*/ 1773154 w 2114308"/>
                    <a:gd name="connsiteY3" fmla="*/ 968952 h 1012974"/>
                    <a:gd name="connsiteX4" fmla="*/ 2045582 w 2114308"/>
                    <a:gd name="connsiteY4" fmla="*/ 148202 h 1012974"/>
                    <a:gd name="connsiteX5" fmla="*/ 1534319 w 2114308"/>
                    <a:gd name="connsiteY5" fmla="*/ 40966 h 1012974"/>
                    <a:gd name="connsiteX6" fmla="*/ 493303 w 2114308"/>
                    <a:gd name="connsiteY6" fmla="*/ 31081 h 1012974"/>
                    <a:gd name="connsiteX7" fmla="*/ 35353 w 2114308"/>
                    <a:gd name="connsiteY7" fmla="*/ 147903 h 1012974"/>
                    <a:gd name="connsiteX8" fmla="*/ 345995 w 2114308"/>
                    <a:gd name="connsiteY8" fmla="*/ 954873 h 1012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4308" h="1012974">
                      <a:moveTo>
                        <a:pt x="345686" y="955472"/>
                      </a:moveTo>
                      <a:cubicBezTo>
                        <a:pt x="427968" y="1019275"/>
                        <a:pt x="596233" y="1037248"/>
                        <a:pt x="766655" y="966255"/>
                      </a:cubicBezTo>
                      <a:cubicBezTo>
                        <a:pt x="998093" y="869803"/>
                        <a:pt x="1191011" y="911439"/>
                        <a:pt x="1387012" y="978537"/>
                      </a:cubicBezTo>
                      <a:cubicBezTo>
                        <a:pt x="1444332" y="998307"/>
                        <a:pt x="1647112" y="1049828"/>
                        <a:pt x="1773154" y="968952"/>
                      </a:cubicBezTo>
                      <a:cubicBezTo>
                        <a:pt x="1923236" y="872798"/>
                        <a:pt x="2258222" y="426778"/>
                        <a:pt x="2045582" y="148202"/>
                      </a:cubicBezTo>
                      <a:cubicBezTo>
                        <a:pt x="1868688" y="-83644"/>
                        <a:pt x="1593181" y="20597"/>
                        <a:pt x="1534319" y="40966"/>
                      </a:cubicBezTo>
                      <a:cubicBezTo>
                        <a:pt x="1323528" y="114354"/>
                        <a:pt x="959264" y="197627"/>
                        <a:pt x="493303" y="31081"/>
                      </a:cubicBezTo>
                      <a:cubicBezTo>
                        <a:pt x="411636" y="1726"/>
                        <a:pt x="149070" y="-56984"/>
                        <a:pt x="35353" y="147903"/>
                      </a:cubicBezTo>
                      <a:cubicBezTo>
                        <a:pt x="-86991" y="368667"/>
                        <a:pt x="130580" y="788027"/>
                        <a:pt x="345995" y="954873"/>
                      </a:cubicBezTo>
                      <a:close/>
                    </a:path>
                  </a:pathLst>
                </a:custGeom>
                <a:noFill/>
                <a:ln w="12985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88" name="手繪多邊形: 圖案 387">
                  <a:extLst>
                    <a:ext uri="{FF2B5EF4-FFF2-40B4-BE49-F238E27FC236}">
                      <a16:creationId xmlns:a16="http://schemas.microsoft.com/office/drawing/2014/main" id="{6BBE985D-A024-B768-8BEB-E38818EA8014}"/>
                    </a:ext>
                  </a:extLst>
                </p:cNvPr>
                <p:cNvSpPr/>
                <p:nvPr/>
              </p:nvSpPr>
              <p:spPr>
                <a:xfrm>
                  <a:off x="28270083" y="28214648"/>
                  <a:ext cx="166663" cy="161475"/>
                </a:xfrm>
                <a:custGeom>
                  <a:avLst/>
                  <a:gdLst>
                    <a:gd name="connsiteX0" fmla="*/ 66874 w 166663"/>
                    <a:gd name="connsiteY0" fmla="*/ 159565 h 161475"/>
                    <a:gd name="connsiteX1" fmla="*/ 94919 w 166663"/>
                    <a:gd name="connsiteY1" fmla="*/ 159565 h 161475"/>
                    <a:gd name="connsiteX2" fmla="*/ 120805 w 166663"/>
                    <a:gd name="connsiteY2" fmla="*/ 159565 h 161475"/>
                    <a:gd name="connsiteX3" fmla="*/ 166107 w 166663"/>
                    <a:gd name="connsiteY3" fmla="*/ 42742 h 161475"/>
                    <a:gd name="connsiteX4" fmla="*/ 0 w 166663"/>
                    <a:gd name="connsiteY4" fmla="*/ 42742 h 161475"/>
                    <a:gd name="connsiteX5" fmla="*/ 36982 w 166663"/>
                    <a:gd name="connsiteY5" fmla="*/ 153274 h 161475"/>
                    <a:gd name="connsiteX6" fmla="*/ 67182 w 166663"/>
                    <a:gd name="connsiteY6" fmla="*/ 159565 h 16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6663" h="161475">
                      <a:moveTo>
                        <a:pt x="66874" y="159565"/>
                      </a:moveTo>
                      <a:cubicBezTo>
                        <a:pt x="78585" y="156269"/>
                        <a:pt x="83208" y="155371"/>
                        <a:pt x="94919" y="159565"/>
                      </a:cubicBezTo>
                      <a:cubicBezTo>
                        <a:pt x="102623" y="162261"/>
                        <a:pt x="113409" y="161961"/>
                        <a:pt x="120805" y="159565"/>
                      </a:cubicBezTo>
                      <a:cubicBezTo>
                        <a:pt x="145767" y="152076"/>
                        <a:pt x="170729" y="103849"/>
                        <a:pt x="166107" y="42742"/>
                      </a:cubicBezTo>
                      <a:cubicBezTo>
                        <a:pt x="161484" y="-18364"/>
                        <a:pt x="-308" y="-9977"/>
                        <a:pt x="0" y="42742"/>
                      </a:cubicBezTo>
                      <a:cubicBezTo>
                        <a:pt x="0" y="84679"/>
                        <a:pt x="15718" y="138597"/>
                        <a:pt x="36982" y="153274"/>
                      </a:cubicBezTo>
                      <a:cubicBezTo>
                        <a:pt x="46227" y="159565"/>
                        <a:pt x="53008" y="163458"/>
                        <a:pt x="67182" y="159565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389" name="圖形 18">
                <a:extLst>
                  <a:ext uri="{FF2B5EF4-FFF2-40B4-BE49-F238E27FC236}">
                    <a16:creationId xmlns:a16="http://schemas.microsoft.com/office/drawing/2014/main" id="{2164589A-C9CA-78BE-3033-39D3AC0B993C}"/>
                  </a:ext>
                </a:extLst>
              </p:cNvPr>
              <p:cNvGrpSpPr/>
              <p:nvPr/>
            </p:nvGrpSpPr>
            <p:grpSpPr>
              <a:xfrm>
                <a:off x="22851745" y="31291767"/>
                <a:ext cx="33216175" cy="4732145"/>
                <a:chOff x="22851745" y="31291767"/>
                <a:chExt cx="33216175" cy="4732145"/>
              </a:xfrm>
              <a:solidFill>
                <a:srgbClr val="231815"/>
              </a:solidFill>
            </p:grpSpPr>
            <p:sp>
              <p:nvSpPr>
                <p:cNvPr id="390" name="手繪多邊形: 圖案 389">
                  <a:extLst>
                    <a:ext uri="{FF2B5EF4-FFF2-40B4-BE49-F238E27FC236}">
                      <a16:creationId xmlns:a16="http://schemas.microsoft.com/office/drawing/2014/main" id="{295FAD19-CC92-4386-E45F-2D9195121767}"/>
                    </a:ext>
                  </a:extLst>
                </p:cNvPr>
                <p:cNvSpPr/>
                <p:nvPr/>
              </p:nvSpPr>
              <p:spPr>
                <a:xfrm>
                  <a:off x="22851745" y="31295061"/>
                  <a:ext cx="137754" cy="260303"/>
                </a:xfrm>
                <a:custGeom>
                  <a:avLst/>
                  <a:gdLst>
                    <a:gd name="connsiteX0" fmla="*/ 130667 w 137754"/>
                    <a:gd name="connsiteY0" fmla="*/ 0 h 260303"/>
                    <a:gd name="connsiteX1" fmla="*/ 137754 w 137754"/>
                    <a:gd name="connsiteY1" fmla="*/ 6890 h 260303"/>
                    <a:gd name="connsiteX2" fmla="*/ 137754 w 137754"/>
                    <a:gd name="connsiteY2" fmla="*/ 23065 h 260303"/>
                    <a:gd name="connsiteX3" fmla="*/ 130667 w 137754"/>
                    <a:gd name="connsiteY3" fmla="*/ 29954 h 260303"/>
                    <a:gd name="connsiteX4" fmla="*/ 59479 w 137754"/>
                    <a:gd name="connsiteY4" fmla="*/ 29954 h 260303"/>
                    <a:gd name="connsiteX5" fmla="*/ 36057 w 137754"/>
                    <a:gd name="connsiteY5" fmla="*/ 52720 h 260303"/>
                    <a:gd name="connsiteX6" fmla="*/ 36057 w 137754"/>
                    <a:gd name="connsiteY6" fmla="*/ 110233 h 260303"/>
                    <a:gd name="connsiteX7" fmla="*/ 124195 w 137754"/>
                    <a:gd name="connsiteY7" fmla="*/ 110233 h 260303"/>
                    <a:gd name="connsiteX8" fmla="*/ 131283 w 137754"/>
                    <a:gd name="connsiteY8" fmla="*/ 117122 h 260303"/>
                    <a:gd name="connsiteX9" fmla="*/ 131283 w 137754"/>
                    <a:gd name="connsiteY9" fmla="*/ 133597 h 260303"/>
                    <a:gd name="connsiteX10" fmla="*/ 124195 w 137754"/>
                    <a:gd name="connsiteY10" fmla="*/ 140486 h 260303"/>
                    <a:gd name="connsiteX11" fmla="*/ 36057 w 137754"/>
                    <a:gd name="connsiteY11" fmla="*/ 140486 h 260303"/>
                    <a:gd name="connsiteX12" fmla="*/ 36057 w 137754"/>
                    <a:gd name="connsiteY12" fmla="*/ 253115 h 260303"/>
                    <a:gd name="connsiteX13" fmla="*/ 29277 w 137754"/>
                    <a:gd name="connsiteY13" fmla="*/ 260303 h 260303"/>
                    <a:gd name="connsiteX14" fmla="*/ 6780 w 137754"/>
                    <a:gd name="connsiteY14" fmla="*/ 260303 h 260303"/>
                    <a:gd name="connsiteX15" fmla="*/ 0 w 137754"/>
                    <a:gd name="connsiteY15" fmla="*/ 253115 h 260303"/>
                    <a:gd name="connsiteX16" fmla="*/ 0 w 137754"/>
                    <a:gd name="connsiteY16" fmla="*/ 52121 h 260303"/>
                    <a:gd name="connsiteX17" fmla="*/ 53623 w 137754"/>
                    <a:gd name="connsiteY17" fmla="*/ 0 h 260303"/>
                    <a:gd name="connsiteX18" fmla="*/ 130358 w 137754"/>
                    <a:gd name="connsiteY18" fmla="*/ 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7754" h="260303">
                      <a:moveTo>
                        <a:pt x="130667" y="0"/>
                      </a:moveTo>
                      <a:cubicBezTo>
                        <a:pt x="135289" y="0"/>
                        <a:pt x="137754" y="1797"/>
                        <a:pt x="137754" y="6890"/>
                      </a:cubicBezTo>
                      <a:lnTo>
                        <a:pt x="137754" y="23065"/>
                      </a:lnTo>
                      <a:cubicBezTo>
                        <a:pt x="137754" y="28157"/>
                        <a:pt x="135289" y="29954"/>
                        <a:pt x="130667" y="29954"/>
                      </a:cubicBezTo>
                      <a:lnTo>
                        <a:pt x="59479" y="29954"/>
                      </a:lnTo>
                      <a:cubicBezTo>
                        <a:pt x="46535" y="29954"/>
                        <a:pt x="36057" y="40139"/>
                        <a:pt x="36057" y="52720"/>
                      </a:cubicBezTo>
                      <a:lnTo>
                        <a:pt x="36057" y="110233"/>
                      </a:lnTo>
                      <a:lnTo>
                        <a:pt x="124195" y="110233"/>
                      </a:lnTo>
                      <a:cubicBezTo>
                        <a:pt x="129434" y="110233"/>
                        <a:pt x="131283" y="112030"/>
                        <a:pt x="131283" y="117122"/>
                      </a:cubicBezTo>
                      <a:lnTo>
                        <a:pt x="131283" y="133597"/>
                      </a:lnTo>
                      <a:cubicBezTo>
                        <a:pt x="131283" y="138090"/>
                        <a:pt x="129434" y="140486"/>
                        <a:pt x="124195" y="140486"/>
                      </a:cubicBezTo>
                      <a:lnTo>
                        <a:pt x="36057" y="140486"/>
                      </a:lnTo>
                      <a:lnTo>
                        <a:pt x="36057" y="253115"/>
                      </a:lnTo>
                      <a:cubicBezTo>
                        <a:pt x="36057" y="258206"/>
                        <a:pt x="34516" y="260303"/>
                        <a:pt x="29277" y="260303"/>
                      </a:cubicBezTo>
                      <a:lnTo>
                        <a:pt x="6780" y="260303"/>
                      </a:lnTo>
                      <a:cubicBezTo>
                        <a:pt x="2157" y="260303"/>
                        <a:pt x="0" y="257907"/>
                        <a:pt x="0" y="253115"/>
                      </a:cubicBezTo>
                      <a:lnTo>
                        <a:pt x="0" y="52121"/>
                      </a:lnTo>
                      <a:cubicBezTo>
                        <a:pt x="0" y="23364"/>
                        <a:pt x="24038" y="0"/>
                        <a:pt x="53623" y="0"/>
                      </a:cubicBezTo>
                      <a:lnTo>
                        <a:pt x="13035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1" name="手繪多邊形: 圖案 390">
                  <a:extLst>
                    <a:ext uri="{FF2B5EF4-FFF2-40B4-BE49-F238E27FC236}">
                      <a16:creationId xmlns:a16="http://schemas.microsoft.com/office/drawing/2014/main" id="{FF75DC80-A891-4FE7-207F-1283EE5234B5}"/>
                    </a:ext>
                  </a:extLst>
                </p:cNvPr>
                <p:cNvSpPr/>
                <p:nvPr/>
              </p:nvSpPr>
              <p:spPr>
                <a:xfrm>
                  <a:off x="23117608" y="31295061"/>
                  <a:ext cx="173997" cy="260303"/>
                </a:xfrm>
                <a:custGeom>
                  <a:avLst/>
                  <a:gdLst>
                    <a:gd name="connsiteX0" fmla="*/ 99018 w 173997"/>
                    <a:gd name="connsiteY0" fmla="*/ 0 h 260303"/>
                    <a:gd name="connsiteX1" fmla="*/ 107954 w 173997"/>
                    <a:gd name="connsiteY1" fmla="*/ 6890 h 260303"/>
                    <a:gd name="connsiteX2" fmla="*/ 173596 w 173997"/>
                    <a:gd name="connsiteY2" fmla="*/ 253414 h 260303"/>
                    <a:gd name="connsiteX3" fmla="*/ 168049 w 173997"/>
                    <a:gd name="connsiteY3" fmla="*/ 260303 h 260303"/>
                    <a:gd name="connsiteX4" fmla="*/ 145552 w 173997"/>
                    <a:gd name="connsiteY4" fmla="*/ 260303 h 260303"/>
                    <a:gd name="connsiteX5" fmla="*/ 137231 w 173997"/>
                    <a:gd name="connsiteY5" fmla="*/ 253414 h 260303"/>
                    <a:gd name="connsiteX6" fmla="*/ 121206 w 173997"/>
                    <a:gd name="connsiteY6" fmla="*/ 192007 h 260303"/>
                    <a:gd name="connsiteX7" fmla="*/ 50942 w 173997"/>
                    <a:gd name="connsiteY7" fmla="*/ 192007 h 260303"/>
                    <a:gd name="connsiteX8" fmla="*/ 35225 w 173997"/>
                    <a:gd name="connsiteY8" fmla="*/ 253414 h 260303"/>
                    <a:gd name="connsiteX9" fmla="*/ 26904 w 173997"/>
                    <a:gd name="connsiteY9" fmla="*/ 260303 h 260303"/>
                    <a:gd name="connsiteX10" fmla="*/ 5948 w 173997"/>
                    <a:gd name="connsiteY10" fmla="*/ 260303 h 260303"/>
                    <a:gd name="connsiteX11" fmla="*/ 401 w 173997"/>
                    <a:gd name="connsiteY11" fmla="*/ 253414 h 260303"/>
                    <a:gd name="connsiteX12" fmla="*/ 66659 w 173997"/>
                    <a:gd name="connsiteY12" fmla="*/ 6890 h 260303"/>
                    <a:gd name="connsiteX13" fmla="*/ 75596 w 173997"/>
                    <a:gd name="connsiteY13" fmla="*/ 0 h 260303"/>
                    <a:gd name="connsiteX14" fmla="*/ 98401 w 173997"/>
                    <a:gd name="connsiteY14" fmla="*/ 0 h 260303"/>
                    <a:gd name="connsiteX15" fmla="*/ 95319 w 173997"/>
                    <a:gd name="connsiteY15" fmla="*/ 91660 h 260303"/>
                    <a:gd name="connsiteX16" fmla="*/ 86690 w 173997"/>
                    <a:gd name="connsiteY16" fmla="*/ 41637 h 260303"/>
                    <a:gd name="connsiteX17" fmla="*/ 77754 w 173997"/>
                    <a:gd name="connsiteY17" fmla="*/ 91361 h 260303"/>
                    <a:gd name="connsiteX18" fmla="*/ 58030 w 173997"/>
                    <a:gd name="connsiteY18" fmla="*/ 163850 h 260303"/>
                    <a:gd name="connsiteX19" fmla="*/ 114734 w 173997"/>
                    <a:gd name="connsiteY19" fmla="*/ 163850 h 260303"/>
                    <a:gd name="connsiteX20" fmla="*/ 95319 w 173997"/>
                    <a:gd name="connsiteY20" fmla="*/ 9196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97" h="260303">
                      <a:moveTo>
                        <a:pt x="99018" y="0"/>
                      </a:moveTo>
                      <a:cubicBezTo>
                        <a:pt x="103640" y="0"/>
                        <a:pt x="107030" y="2397"/>
                        <a:pt x="107954" y="6890"/>
                      </a:cubicBezTo>
                      <a:lnTo>
                        <a:pt x="173596" y="253414"/>
                      </a:lnTo>
                      <a:cubicBezTo>
                        <a:pt x="174829" y="257907"/>
                        <a:pt x="173287" y="260303"/>
                        <a:pt x="168049" y="260303"/>
                      </a:cubicBezTo>
                      <a:lnTo>
                        <a:pt x="145552" y="260303"/>
                      </a:lnTo>
                      <a:cubicBezTo>
                        <a:pt x="140313" y="260303"/>
                        <a:pt x="138464" y="257608"/>
                        <a:pt x="137231" y="253414"/>
                      </a:cubicBezTo>
                      <a:lnTo>
                        <a:pt x="121206" y="192007"/>
                      </a:lnTo>
                      <a:lnTo>
                        <a:pt x="50942" y="192007"/>
                      </a:lnTo>
                      <a:lnTo>
                        <a:pt x="35225" y="253414"/>
                      </a:lnTo>
                      <a:cubicBezTo>
                        <a:pt x="33992" y="257608"/>
                        <a:pt x="31835" y="260303"/>
                        <a:pt x="26904" y="260303"/>
                      </a:cubicBezTo>
                      <a:lnTo>
                        <a:pt x="5948" y="260303"/>
                      </a:lnTo>
                      <a:cubicBezTo>
                        <a:pt x="710" y="260303"/>
                        <a:pt x="-832" y="257907"/>
                        <a:pt x="401" y="253414"/>
                      </a:cubicBezTo>
                      <a:lnTo>
                        <a:pt x="66659" y="6890"/>
                      </a:lnTo>
                      <a:cubicBezTo>
                        <a:pt x="67892" y="2397"/>
                        <a:pt x="70665" y="0"/>
                        <a:pt x="75596" y="0"/>
                      </a:cubicBezTo>
                      <a:lnTo>
                        <a:pt x="98401" y="0"/>
                      </a:lnTo>
                      <a:close/>
                      <a:moveTo>
                        <a:pt x="95319" y="91660"/>
                      </a:moveTo>
                      <a:cubicBezTo>
                        <a:pt x="92545" y="82076"/>
                        <a:pt x="87923" y="53619"/>
                        <a:pt x="86690" y="41637"/>
                      </a:cubicBezTo>
                      <a:cubicBezTo>
                        <a:pt x="84841" y="55716"/>
                        <a:pt x="80527" y="80577"/>
                        <a:pt x="77754" y="91361"/>
                      </a:cubicBezTo>
                      <a:lnTo>
                        <a:pt x="58030" y="163850"/>
                      </a:lnTo>
                      <a:lnTo>
                        <a:pt x="114734" y="163850"/>
                      </a:lnTo>
                      <a:lnTo>
                        <a:pt x="95319" y="9196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2" name="手繪多邊形: 圖案 391">
                  <a:extLst>
                    <a:ext uri="{FF2B5EF4-FFF2-40B4-BE49-F238E27FC236}">
                      <a16:creationId xmlns:a16="http://schemas.microsoft.com/office/drawing/2014/main" id="{04B4EB07-9A2D-5BC3-40A7-32254CBD8979}"/>
                    </a:ext>
                  </a:extLst>
                </p:cNvPr>
                <p:cNvSpPr/>
                <p:nvPr/>
              </p:nvSpPr>
              <p:spPr>
                <a:xfrm>
                  <a:off x="23449298" y="3129476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8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4 w 156245"/>
                    <a:gd name="connsiteY4" fmla="*/ 101245 h 260602"/>
                    <a:gd name="connsiteX5" fmla="*/ 33283 w 156245"/>
                    <a:gd name="connsiteY5" fmla="*/ 73987 h 260602"/>
                    <a:gd name="connsiteX6" fmla="*/ 33283 w 156245"/>
                    <a:gd name="connsiteY6" fmla="*/ 253414 h 260602"/>
                    <a:gd name="connsiteX7" fmla="*/ 26503 w 156245"/>
                    <a:gd name="connsiteY7" fmla="*/ 260303 h 260602"/>
                    <a:gd name="connsiteX8" fmla="*/ 6779 w 156245"/>
                    <a:gd name="connsiteY8" fmla="*/ 260303 h 260602"/>
                    <a:gd name="connsiteX9" fmla="*/ 0 w 156245"/>
                    <a:gd name="connsiteY9" fmla="*/ 253414 h 260602"/>
                    <a:gd name="connsiteX10" fmla="*/ 0 w 156245"/>
                    <a:gd name="connsiteY10" fmla="*/ 6889 h 260602"/>
                    <a:gd name="connsiteX11" fmla="*/ 6779 w 156245"/>
                    <a:gd name="connsiteY11" fmla="*/ 0 h 260602"/>
                    <a:gd name="connsiteX12" fmla="*/ 27737 w 156245"/>
                    <a:gd name="connsiteY12" fmla="*/ 0 h 260602"/>
                    <a:gd name="connsiteX13" fmla="*/ 33899 w 156245"/>
                    <a:gd name="connsiteY13" fmla="*/ 3893 h 260602"/>
                    <a:gd name="connsiteX14" fmla="*/ 112791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49 w 156245"/>
                    <a:gd name="connsiteY17" fmla="*/ 0 h 260602"/>
                    <a:gd name="connsiteX18" fmla="*/ 149464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4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8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4" y="101245"/>
                      </a:lnTo>
                      <a:cubicBezTo>
                        <a:pt x="40679" y="92858"/>
                        <a:pt x="36056" y="82374"/>
                        <a:pt x="33283" y="73987"/>
                      </a:cubicBezTo>
                      <a:lnTo>
                        <a:pt x="33283" y="253414"/>
                      </a:lnTo>
                      <a:cubicBezTo>
                        <a:pt x="33283" y="257906"/>
                        <a:pt x="31434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6"/>
                        <a:pt x="0" y="253414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7" y="0"/>
                      </a:lnTo>
                      <a:cubicBezTo>
                        <a:pt x="31434" y="0"/>
                        <a:pt x="32975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5" y="0"/>
                        <a:pt x="156245" y="2396"/>
                        <a:pt x="156245" y="6889"/>
                      </a:cubicBezTo>
                      <a:lnTo>
                        <a:pt x="156245" y="2534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3" name="手繪多邊形: 圖案 392">
                  <a:extLst>
                    <a:ext uri="{FF2B5EF4-FFF2-40B4-BE49-F238E27FC236}">
                      <a16:creationId xmlns:a16="http://schemas.microsoft.com/office/drawing/2014/main" id="{254ABD2B-EE25-EA9B-EAF6-CFB56E36725D}"/>
                    </a:ext>
                  </a:extLst>
                </p:cNvPr>
                <p:cNvSpPr/>
                <p:nvPr/>
              </p:nvSpPr>
              <p:spPr>
                <a:xfrm>
                  <a:off x="23779354" y="31292066"/>
                  <a:ext cx="151621" cy="266593"/>
                </a:xfrm>
                <a:custGeom>
                  <a:avLst/>
                  <a:gdLst>
                    <a:gd name="connsiteX0" fmla="*/ 144226 w 151621"/>
                    <a:gd name="connsiteY0" fmla="*/ 134195 h 266593"/>
                    <a:gd name="connsiteX1" fmla="*/ 151622 w 151621"/>
                    <a:gd name="connsiteY1" fmla="*/ 140785 h 266593"/>
                    <a:gd name="connsiteX2" fmla="*/ 151622 w 151621"/>
                    <a:gd name="connsiteY2" fmla="*/ 210579 h 266593"/>
                    <a:gd name="connsiteX3" fmla="*/ 76118 w 151621"/>
                    <a:gd name="connsiteY3" fmla="*/ 266594 h 266593"/>
                    <a:gd name="connsiteX4" fmla="*/ 0 w 151621"/>
                    <a:gd name="connsiteY4" fmla="*/ 210579 h 266593"/>
                    <a:gd name="connsiteX5" fmla="*/ 0 w 151621"/>
                    <a:gd name="connsiteY5" fmla="*/ 56014 h 266593"/>
                    <a:gd name="connsiteX6" fmla="*/ 76118 w 151621"/>
                    <a:gd name="connsiteY6" fmla="*/ 0 h 266593"/>
                    <a:gd name="connsiteX7" fmla="*/ 151622 w 151621"/>
                    <a:gd name="connsiteY7" fmla="*/ 56014 h 266593"/>
                    <a:gd name="connsiteX8" fmla="*/ 151622 w 151621"/>
                    <a:gd name="connsiteY8" fmla="*/ 75485 h 266593"/>
                    <a:gd name="connsiteX9" fmla="*/ 144841 w 151621"/>
                    <a:gd name="connsiteY9" fmla="*/ 82374 h 266593"/>
                    <a:gd name="connsiteX10" fmla="*/ 123577 w 151621"/>
                    <a:gd name="connsiteY10" fmla="*/ 82374 h 266593"/>
                    <a:gd name="connsiteX11" fmla="*/ 116489 w 151621"/>
                    <a:gd name="connsiteY11" fmla="*/ 75485 h 266593"/>
                    <a:gd name="connsiteX12" fmla="*/ 116489 w 151621"/>
                    <a:gd name="connsiteY12" fmla="*/ 59009 h 266593"/>
                    <a:gd name="connsiteX13" fmla="*/ 75810 w 151621"/>
                    <a:gd name="connsiteY13" fmla="*/ 29954 h 266593"/>
                    <a:gd name="connsiteX14" fmla="*/ 36056 w 151621"/>
                    <a:gd name="connsiteY14" fmla="*/ 59009 h 266593"/>
                    <a:gd name="connsiteX15" fmla="*/ 36056 w 151621"/>
                    <a:gd name="connsiteY15" fmla="*/ 207583 h 266593"/>
                    <a:gd name="connsiteX16" fmla="*/ 75810 w 151621"/>
                    <a:gd name="connsiteY16" fmla="*/ 236639 h 266593"/>
                    <a:gd name="connsiteX17" fmla="*/ 116489 w 151621"/>
                    <a:gd name="connsiteY17" fmla="*/ 207882 h 266593"/>
                    <a:gd name="connsiteX18" fmla="*/ 116489 w 151621"/>
                    <a:gd name="connsiteY18" fmla="*/ 164149 h 266593"/>
                    <a:gd name="connsiteX19" fmla="*/ 79508 w 151621"/>
                    <a:gd name="connsiteY19" fmla="*/ 164149 h 266593"/>
                    <a:gd name="connsiteX20" fmla="*/ 72420 w 151621"/>
                    <a:gd name="connsiteY20" fmla="*/ 157260 h 266593"/>
                    <a:gd name="connsiteX21" fmla="*/ 72420 w 151621"/>
                    <a:gd name="connsiteY21" fmla="*/ 140785 h 266593"/>
                    <a:gd name="connsiteX22" fmla="*/ 79508 w 151621"/>
                    <a:gd name="connsiteY22" fmla="*/ 134195 h 266593"/>
                    <a:gd name="connsiteX23" fmla="*/ 144226 w 151621"/>
                    <a:gd name="connsiteY23" fmla="*/ 134195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1621" h="266593">
                      <a:moveTo>
                        <a:pt x="144226" y="134195"/>
                      </a:moveTo>
                      <a:cubicBezTo>
                        <a:pt x="149464" y="134195"/>
                        <a:pt x="151622" y="135992"/>
                        <a:pt x="151622" y="140785"/>
                      </a:cubicBezTo>
                      <a:lnTo>
                        <a:pt x="151622" y="210579"/>
                      </a:lnTo>
                      <a:cubicBezTo>
                        <a:pt x="151622" y="240533"/>
                        <a:pt x="134672" y="266594"/>
                        <a:pt x="76118" y="266594"/>
                      </a:cubicBezTo>
                      <a:cubicBezTo>
                        <a:pt x="17564" y="266594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6118" y="0"/>
                      </a:cubicBezTo>
                      <a:cubicBezTo>
                        <a:pt x="135288" y="0"/>
                        <a:pt x="151622" y="26060"/>
                        <a:pt x="151622" y="56014"/>
                      </a:cubicBezTo>
                      <a:lnTo>
                        <a:pt x="151622" y="75485"/>
                      </a:lnTo>
                      <a:cubicBezTo>
                        <a:pt x="151622" y="79978"/>
                        <a:pt x="149773" y="82374"/>
                        <a:pt x="144841" y="82374"/>
                      </a:cubicBezTo>
                      <a:lnTo>
                        <a:pt x="123577" y="82374"/>
                      </a:lnTo>
                      <a:cubicBezTo>
                        <a:pt x="118338" y="82374"/>
                        <a:pt x="116489" y="79978"/>
                        <a:pt x="116489" y="75485"/>
                      </a:cubicBezTo>
                      <a:lnTo>
                        <a:pt x="116489" y="59009"/>
                      </a:lnTo>
                      <a:cubicBezTo>
                        <a:pt x="116489" y="41037"/>
                        <a:pt x="105395" y="29954"/>
                        <a:pt x="75810" y="29954"/>
                      </a:cubicBezTo>
                      <a:cubicBezTo>
                        <a:pt x="46226" y="29954"/>
                        <a:pt x="36056" y="41037"/>
                        <a:pt x="36056" y="59009"/>
                      </a:cubicBezTo>
                      <a:lnTo>
                        <a:pt x="36056" y="207583"/>
                      </a:lnTo>
                      <a:cubicBezTo>
                        <a:pt x="36056" y="225256"/>
                        <a:pt x="46841" y="236639"/>
                        <a:pt x="75810" y="236639"/>
                      </a:cubicBezTo>
                      <a:cubicBezTo>
                        <a:pt x="104778" y="236639"/>
                        <a:pt x="116489" y="225556"/>
                        <a:pt x="116489" y="207882"/>
                      </a:cubicBezTo>
                      <a:lnTo>
                        <a:pt x="116489" y="164149"/>
                      </a:lnTo>
                      <a:lnTo>
                        <a:pt x="79508" y="164149"/>
                      </a:lnTo>
                      <a:cubicBezTo>
                        <a:pt x="74886" y="164149"/>
                        <a:pt x="72420" y="162352"/>
                        <a:pt x="72420" y="157260"/>
                      </a:cubicBezTo>
                      <a:lnTo>
                        <a:pt x="72420" y="140785"/>
                      </a:lnTo>
                      <a:cubicBezTo>
                        <a:pt x="72420" y="136292"/>
                        <a:pt x="74886" y="134195"/>
                        <a:pt x="79508" y="134195"/>
                      </a:cubicBezTo>
                      <a:lnTo>
                        <a:pt x="144226" y="13419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4" name="手繪多邊形: 圖案 393">
                  <a:extLst>
                    <a:ext uri="{FF2B5EF4-FFF2-40B4-BE49-F238E27FC236}">
                      <a16:creationId xmlns:a16="http://schemas.microsoft.com/office/drawing/2014/main" id="{D34882F6-3795-CA23-1C9F-72255FE60279}"/>
                    </a:ext>
                  </a:extLst>
                </p:cNvPr>
                <p:cNvSpPr/>
                <p:nvPr/>
              </p:nvSpPr>
              <p:spPr>
                <a:xfrm>
                  <a:off x="24296780" y="31295061"/>
                  <a:ext cx="155521" cy="260303"/>
                </a:xfrm>
                <a:custGeom>
                  <a:avLst/>
                  <a:gdLst>
                    <a:gd name="connsiteX0" fmla="*/ 75812 w 155521"/>
                    <a:gd name="connsiteY0" fmla="*/ 0 h 260303"/>
                    <a:gd name="connsiteX1" fmla="*/ 153471 w 155521"/>
                    <a:gd name="connsiteY1" fmla="*/ 56014 h 260303"/>
                    <a:gd name="connsiteX2" fmla="*/ 153471 w 155521"/>
                    <a:gd name="connsiteY2" fmla="*/ 101546 h 260303"/>
                    <a:gd name="connsiteX3" fmla="*/ 114949 w 155521"/>
                    <a:gd name="connsiteY3" fmla="*/ 151569 h 260303"/>
                    <a:gd name="connsiteX4" fmla="*/ 155011 w 155521"/>
                    <a:gd name="connsiteY4" fmla="*/ 253115 h 260303"/>
                    <a:gd name="connsiteX5" fmla="*/ 148232 w 155521"/>
                    <a:gd name="connsiteY5" fmla="*/ 260303 h 260303"/>
                    <a:gd name="connsiteX6" fmla="*/ 123887 w 155521"/>
                    <a:gd name="connsiteY6" fmla="*/ 260303 h 260303"/>
                    <a:gd name="connsiteX7" fmla="*/ 115874 w 155521"/>
                    <a:gd name="connsiteY7" fmla="*/ 253115 h 260303"/>
                    <a:gd name="connsiteX8" fmla="*/ 78584 w 155521"/>
                    <a:gd name="connsiteY8" fmla="*/ 156662 h 260303"/>
                    <a:gd name="connsiteX9" fmla="*/ 35748 w 155521"/>
                    <a:gd name="connsiteY9" fmla="*/ 156662 h 260303"/>
                    <a:gd name="connsiteX10" fmla="*/ 35748 w 155521"/>
                    <a:gd name="connsiteY10" fmla="*/ 253115 h 260303"/>
                    <a:gd name="connsiteX11" fmla="*/ 28969 w 155521"/>
                    <a:gd name="connsiteY11" fmla="*/ 260303 h 260303"/>
                    <a:gd name="connsiteX12" fmla="*/ 6779 w 155521"/>
                    <a:gd name="connsiteY12" fmla="*/ 260303 h 260303"/>
                    <a:gd name="connsiteX13" fmla="*/ 0 w 155521"/>
                    <a:gd name="connsiteY13" fmla="*/ 253115 h 260303"/>
                    <a:gd name="connsiteX14" fmla="*/ 0 w 155521"/>
                    <a:gd name="connsiteY14" fmla="*/ 52121 h 260303"/>
                    <a:gd name="connsiteX15" fmla="*/ 53622 w 155521"/>
                    <a:gd name="connsiteY15" fmla="*/ 0 h 260303"/>
                    <a:gd name="connsiteX16" fmla="*/ 75503 w 155521"/>
                    <a:gd name="connsiteY16" fmla="*/ 0 h 260303"/>
                    <a:gd name="connsiteX17" fmla="*/ 35748 w 155521"/>
                    <a:gd name="connsiteY17" fmla="*/ 52420 h 260303"/>
                    <a:gd name="connsiteX18" fmla="*/ 35748 w 155521"/>
                    <a:gd name="connsiteY18" fmla="*/ 126407 h 260303"/>
                    <a:gd name="connsiteX19" fmla="*/ 75812 w 155521"/>
                    <a:gd name="connsiteY19" fmla="*/ 126407 h 260303"/>
                    <a:gd name="connsiteX20" fmla="*/ 118032 w 155521"/>
                    <a:gd name="connsiteY20" fmla="*/ 97352 h 260303"/>
                    <a:gd name="connsiteX21" fmla="*/ 118032 w 155521"/>
                    <a:gd name="connsiteY21" fmla="*/ 59010 h 260303"/>
                    <a:gd name="connsiteX22" fmla="*/ 75812 w 155521"/>
                    <a:gd name="connsiteY22" fmla="*/ 29655 h 260303"/>
                    <a:gd name="connsiteX23" fmla="*/ 59169 w 155521"/>
                    <a:gd name="connsiteY23" fmla="*/ 29655 h 260303"/>
                    <a:gd name="connsiteX24" fmla="*/ 35748 w 155521"/>
                    <a:gd name="connsiteY24" fmla="*/ 5242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5521" h="260303">
                      <a:moveTo>
                        <a:pt x="75812" y="0"/>
                      </a:moveTo>
                      <a:cubicBezTo>
                        <a:pt x="134364" y="0"/>
                        <a:pt x="153471" y="26060"/>
                        <a:pt x="153471" y="56014"/>
                      </a:cubicBezTo>
                      <a:lnTo>
                        <a:pt x="153471" y="101546"/>
                      </a:lnTo>
                      <a:cubicBezTo>
                        <a:pt x="153471" y="123412"/>
                        <a:pt x="143302" y="142883"/>
                        <a:pt x="114949" y="151569"/>
                      </a:cubicBezTo>
                      <a:lnTo>
                        <a:pt x="155011" y="253115"/>
                      </a:lnTo>
                      <a:cubicBezTo>
                        <a:pt x="156862" y="257608"/>
                        <a:pt x="153471" y="260303"/>
                        <a:pt x="148232" y="260303"/>
                      </a:cubicBezTo>
                      <a:lnTo>
                        <a:pt x="123887" y="260303"/>
                      </a:lnTo>
                      <a:cubicBezTo>
                        <a:pt x="119264" y="260303"/>
                        <a:pt x="118032" y="257608"/>
                        <a:pt x="115874" y="253115"/>
                      </a:cubicBezTo>
                      <a:lnTo>
                        <a:pt x="78584" y="156662"/>
                      </a:lnTo>
                      <a:lnTo>
                        <a:pt x="35748" y="156662"/>
                      </a:lnTo>
                      <a:lnTo>
                        <a:pt x="35748" y="253115"/>
                      </a:lnTo>
                      <a:cubicBezTo>
                        <a:pt x="35748" y="258206"/>
                        <a:pt x="34207" y="260303"/>
                        <a:pt x="28969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7"/>
                        <a:pt x="0" y="253115"/>
                      </a:cubicBezTo>
                      <a:lnTo>
                        <a:pt x="0" y="52121"/>
                      </a:lnTo>
                      <a:cubicBezTo>
                        <a:pt x="0" y="23364"/>
                        <a:pt x="24037" y="0"/>
                        <a:pt x="53622" y="0"/>
                      </a:cubicBezTo>
                      <a:lnTo>
                        <a:pt x="75503" y="0"/>
                      </a:lnTo>
                      <a:close/>
                      <a:moveTo>
                        <a:pt x="35748" y="52420"/>
                      </a:moveTo>
                      <a:lnTo>
                        <a:pt x="35748" y="126407"/>
                      </a:lnTo>
                      <a:lnTo>
                        <a:pt x="75812" y="126407"/>
                      </a:lnTo>
                      <a:cubicBezTo>
                        <a:pt x="105395" y="126407"/>
                        <a:pt x="118032" y="115324"/>
                        <a:pt x="118032" y="97352"/>
                      </a:cubicBezTo>
                      <a:lnTo>
                        <a:pt x="118032" y="59010"/>
                      </a:lnTo>
                      <a:cubicBezTo>
                        <a:pt x="118032" y="41037"/>
                        <a:pt x="105395" y="29655"/>
                        <a:pt x="75812" y="29655"/>
                      </a:cubicBezTo>
                      <a:lnTo>
                        <a:pt x="59169" y="29655"/>
                      </a:lnTo>
                      <a:cubicBezTo>
                        <a:pt x="46226" y="29655"/>
                        <a:pt x="35748" y="39840"/>
                        <a:pt x="35748" y="52420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5" name="手繪多邊形: 圖案 394">
                  <a:extLst>
                    <a:ext uri="{FF2B5EF4-FFF2-40B4-BE49-F238E27FC236}">
                      <a16:creationId xmlns:a16="http://schemas.microsoft.com/office/drawing/2014/main" id="{128F5E57-5193-6665-6F73-22622CCEF75D}"/>
                    </a:ext>
                  </a:extLst>
                </p:cNvPr>
                <p:cNvSpPr/>
                <p:nvPr/>
              </p:nvSpPr>
              <p:spPr>
                <a:xfrm>
                  <a:off x="24620981" y="31295061"/>
                  <a:ext cx="132823" cy="260303"/>
                </a:xfrm>
                <a:custGeom>
                  <a:avLst/>
                  <a:gdLst>
                    <a:gd name="connsiteX0" fmla="*/ 307 w 132823"/>
                    <a:gd name="connsiteY0" fmla="*/ 208183 h 260303"/>
                    <a:gd name="connsiteX1" fmla="*/ 307 w 132823"/>
                    <a:gd name="connsiteY1" fmla="*/ 52121 h 260303"/>
                    <a:gd name="connsiteX2" fmla="*/ 53931 w 132823"/>
                    <a:gd name="connsiteY2" fmla="*/ 0 h 260303"/>
                    <a:gd name="connsiteX3" fmla="*/ 122036 w 132823"/>
                    <a:gd name="connsiteY3" fmla="*/ 0 h 260303"/>
                    <a:gd name="connsiteX4" fmla="*/ 129126 w 132823"/>
                    <a:gd name="connsiteY4" fmla="*/ 6890 h 260303"/>
                    <a:gd name="connsiteX5" fmla="*/ 129126 w 132823"/>
                    <a:gd name="connsiteY5" fmla="*/ 23065 h 260303"/>
                    <a:gd name="connsiteX6" fmla="*/ 122036 w 132823"/>
                    <a:gd name="connsiteY6" fmla="*/ 29954 h 260303"/>
                    <a:gd name="connsiteX7" fmla="*/ 59478 w 132823"/>
                    <a:gd name="connsiteY7" fmla="*/ 29954 h 260303"/>
                    <a:gd name="connsiteX8" fmla="*/ 36056 w 132823"/>
                    <a:gd name="connsiteY8" fmla="*/ 52720 h 260303"/>
                    <a:gd name="connsiteX9" fmla="*/ 36056 w 132823"/>
                    <a:gd name="connsiteY9" fmla="*/ 109933 h 260303"/>
                    <a:gd name="connsiteX10" fmla="*/ 115872 w 132823"/>
                    <a:gd name="connsiteY10" fmla="*/ 109933 h 260303"/>
                    <a:gd name="connsiteX11" fmla="*/ 123270 w 132823"/>
                    <a:gd name="connsiteY11" fmla="*/ 116823 h 260303"/>
                    <a:gd name="connsiteX12" fmla="*/ 123270 w 132823"/>
                    <a:gd name="connsiteY12" fmla="*/ 132099 h 260303"/>
                    <a:gd name="connsiteX13" fmla="*/ 115872 w 132823"/>
                    <a:gd name="connsiteY13" fmla="*/ 138989 h 260303"/>
                    <a:gd name="connsiteX14" fmla="*/ 36056 w 132823"/>
                    <a:gd name="connsiteY14" fmla="*/ 138989 h 260303"/>
                    <a:gd name="connsiteX15" fmla="*/ 36056 w 132823"/>
                    <a:gd name="connsiteY15" fmla="*/ 207584 h 260303"/>
                    <a:gd name="connsiteX16" fmla="*/ 59478 w 132823"/>
                    <a:gd name="connsiteY16" fmla="*/ 230349 h 260303"/>
                    <a:gd name="connsiteX17" fmla="*/ 125734 w 132823"/>
                    <a:gd name="connsiteY17" fmla="*/ 230349 h 260303"/>
                    <a:gd name="connsiteX18" fmla="*/ 132823 w 132823"/>
                    <a:gd name="connsiteY18" fmla="*/ 236939 h 260303"/>
                    <a:gd name="connsiteX19" fmla="*/ 132823 w 132823"/>
                    <a:gd name="connsiteY19" fmla="*/ 253414 h 260303"/>
                    <a:gd name="connsiteX20" fmla="*/ 125734 w 132823"/>
                    <a:gd name="connsiteY20" fmla="*/ 260303 h 260303"/>
                    <a:gd name="connsiteX21" fmla="*/ 53622 w 132823"/>
                    <a:gd name="connsiteY21" fmla="*/ 260303 h 260303"/>
                    <a:gd name="connsiteX22" fmla="*/ 0 w 132823"/>
                    <a:gd name="connsiteY22" fmla="*/ 20818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23" h="260303">
                      <a:moveTo>
                        <a:pt x="307" y="208183"/>
                      </a:moveTo>
                      <a:lnTo>
                        <a:pt x="307" y="52121"/>
                      </a:lnTo>
                      <a:cubicBezTo>
                        <a:pt x="307" y="23364"/>
                        <a:pt x="24345" y="0"/>
                        <a:pt x="53931" y="0"/>
                      </a:cubicBezTo>
                      <a:lnTo>
                        <a:pt x="122036" y="0"/>
                      </a:lnTo>
                      <a:cubicBezTo>
                        <a:pt x="127277" y="0"/>
                        <a:pt x="129126" y="1797"/>
                        <a:pt x="129126" y="6890"/>
                      </a:cubicBezTo>
                      <a:lnTo>
                        <a:pt x="129126" y="23065"/>
                      </a:lnTo>
                      <a:cubicBezTo>
                        <a:pt x="129126" y="28157"/>
                        <a:pt x="127277" y="29954"/>
                        <a:pt x="122036" y="29954"/>
                      </a:cubicBezTo>
                      <a:lnTo>
                        <a:pt x="59478" y="29954"/>
                      </a:lnTo>
                      <a:cubicBezTo>
                        <a:pt x="46533" y="29954"/>
                        <a:pt x="36056" y="40139"/>
                        <a:pt x="36056" y="52720"/>
                      </a:cubicBezTo>
                      <a:lnTo>
                        <a:pt x="36056" y="109933"/>
                      </a:lnTo>
                      <a:lnTo>
                        <a:pt x="115872" y="109933"/>
                      </a:lnTo>
                      <a:cubicBezTo>
                        <a:pt x="121113" y="109933"/>
                        <a:pt x="123270" y="111730"/>
                        <a:pt x="123270" y="116823"/>
                      </a:cubicBezTo>
                      <a:lnTo>
                        <a:pt x="123270" y="132099"/>
                      </a:lnTo>
                      <a:cubicBezTo>
                        <a:pt x="123270" y="136592"/>
                        <a:pt x="120804" y="138989"/>
                        <a:pt x="115872" y="138989"/>
                      </a:cubicBezTo>
                      <a:lnTo>
                        <a:pt x="36056" y="138989"/>
                      </a:lnTo>
                      <a:lnTo>
                        <a:pt x="36056" y="207584"/>
                      </a:lnTo>
                      <a:cubicBezTo>
                        <a:pt x="36056" y="220165"/>
                        <a:pt x="46533" y="230349"/>
                        <a:pt x="59478" y="230349"/>
                      </a:cubicBezTo>
                      <a:lnTo>
                        <a:pt x="125734" y="230349"/>
                      </a:lnTo>
                      <a:cubicBezTo>
                        <a:pt x="130358" y="230349"/>
                        <a:pt x="132823" y="231847"/>
                        <a:pt x="132823" y="236939"/>
                      </a:cubicBezTo>
                      <a:lnTo>
                        <a:pt x="132823" y="253414"/>
                      </a:lnTo>
                      <a:cubicBezTo>
                        <a:pt x="132823" y="258506"/>
                        <a:pt x="130358" y="260303"/>
                        <a:pt x="125734" y="260303"/>
                      </a:cubicBezTo>
                      <a:lnTo>
                        <a:pt x="53622" y="260303"/>
                      </a:lnTo>
                      <a:cubicBezTo>
                        <a:pt x="24037" y="260303"/>
                        <a:pt x="0" y="236939"/>
                        <a:pt x="0" y="208183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6" name="手繪多邊形: 圖案 395">
                  <a:extLst>
                    <a:ext uri="{FF2B5EF4-FFF2-40B4-BE49-F238E27FC236}">
                      <a16:creationId xmlns:a16="http://schemas.microsoft.com/office/drawing/2014/main" id="{2FF4BFD9-34FC-568B-D0C4-20684F887E2B}"/>
                    </a:ext>
                  </a:extLst>
                </p:cNvPr>
                <p:cNvSpPr/>
                <p:nvPr/>
              </p:nvSpPr>
              <p:spPr>
                <a:xfrm>
                  <a:off x="25777253" y="31295061"/>
                  <a:ext cx="132823" cy="260303"/>
                </a:xfrm>
                <a:custGeom>
                  <a:avLst/>
                  <a:gdLst>
                    <a:gd name="connsiteX0" fmla="*/ 308 w 132823"/>
                    <a:gd name="connsiteY0" fmla="*/ 208183 h 260303"/>
                    <a:gd name="connsiteX1" fmla="*/ 308 w 132823"/>
                    <a:gd name="connsiteY1" fmla="*/ 52121 h 260303"/>
                    <a:gd name="connsiteX2" fmla="*/ 53931 w 132823"/>
                    <a:gd name="connsiteY2" fmla="*/ 0 h 260303"/>
                    <a:gd name="connsiteX3" fmla="*/ 122038 w 132823"/>
                    <a:gd name="connsiteY3" fmla="*/ 0 h 260303"/>
                    <a:gd name="connsiteX4" fmla="*/ 129126 w 132823"/>
                    <a:gd name="connsiteY4" fmla="*/ 6890 h 260303"/>
                    <a:gd name="connsiteX5" fmla="*/ 129126 w 132823"/>
                    <a:gd name="connsiteY5" fmla="*/ 23065 h 260303"/>
                    <a:gd name="connsiteX6" fmla="*/ 122038 w 132823"/>
                    <a:gd name="connsiteY6" fmla="*/ 29954 h 260303"/>
                    <a:gd name="connsiteX7" fmla="*/ 59478 w 132823"/>
                    <a:gd name="connsiteY7" fmla="*/ 29954 h 260303"/>
                    <a:gd name="connsiteX8" fmla="*/ 36058 w 132823"/>
                    <a:gd name="connsiteY8" fmla="*/ 52720 h 260303"/>
                    <a:gd name="connsiteX9" fmla="*/ 36058 w 132823"/>
                    <a:gd name="connsiteY9" fmla="*/ 109933 h 260303"/>
                    <a:gd name="connsiteX10" fmla="*/ 115874 w 132823"/>
                    <a:gd name="connsiteY10" fmla="*/ 109933 h 260303"/>
                    <a:gd name="connsiteX11" fmla="*/ 123270 w 132823"/>
                    <a:gd name="connsiteY11" fmla="*/ 116823 h 260303"/>
                    <a:gd name="connsiteX12" fmla="*/ 123270 w 132823"/>
                    <a:gd name="connsiteY12" fmla="*/ 132099 h 260303"/>
                    <a:gd name="connsiteX13" fmla="*/ 115874 w 132823"/>
                    <a:gd name="connsiteY13" fmla="*/ 138989 h 260303"/>
                    <a:gd name="connsiteX14" fmla="*/ 36058 w 132823"/>
                    <a:gd name="connsiteY14" fmla="*/ 138989 h 260303"/>
                    <a:gd name="connsiteX15" fmla="*/ 36058 w 132823"/>
                    <a:gd name="connsiteY15" fmla="*/ 207584 h 260303"/>
                    <a:gd name="connsiteX16" fmla="*/ 59478 w 132823"/>
                    <a:gd name="connsiteY16" fmla="*/ 230349 h 260303"/>
                    <a:gd name="connsiteX17" fmla="*/ 125736 w 132823"/>
                    <a:gd name="connsiteY17" fmla="*/ 230349 h 260303"/>
                    <a:gd name="connsiteX18" fmla="*/ 132823 w 132823"/>
                    <a:gd name="connsiteY18" fmla="*/ 236939 h 260303"/>
                    <a:gd name="connsiteX19" fmla="*/ 132823 w 132823"/>
                    <a:gd name="connsiteY19" fmla="*/ 253414 h 260303"/>
                    <a:gd name="connsiteX20" fmla="*/ 125736 w 132823"/>
                    <a:gd name="connsiteY20" fmla="*/ 260303 h 260303"/>
                    <a:gd name="connsiteX21" fmla="*/ 53622 w 132823"/>
                    <a:gd name="connsiteY21" fmla="*/ 260303 h 260303"/>
                    <a:gd name="connsiteX22" fmla="*/ 0 w 132823"/>
                    <a:gd name="connsiteY22" fmla="*/ 20818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23" h="260303">
                      <a:moveTo>
                        <a:pt x="308" y="208183"/>
                      </a:moveTo>
                      <a:lnTo>
                        <a:pt x="308" y="52121"/>
                      </a:lnTo>
                      <a:cubicBezTo>
                        <a:pt x="308" y="23364"/>
                        <a:pt x="24347" y="0"/>
                        <a:pt x="53931" y="0"/>
                      </a:cubicBezTo>
                      <a:lnTo>
                        <a:pt x="122038" y="0"/>
                      </a:lnTo>
                      <a:cubicBezTo>
                        <a:pt x="127277" y="0"/>
                        <a:pt x="129126" y="1797"/>
                        <a:pt x="129126" y="6890"/>
                      </a:cubicBezTo>
                      <a:lnTo>
                        <a:pt x="129126" y="23065"/>
                      </a:lnTo>
                      <a:cubicBezTo>
                        <a:pt x="129126" y="28157"/>
                        <a:pt x="127277" y="29954"/>
                        <a:pt x="122038" y="29954"/>
                      </a:cubicBezTo>
                      <a:lnTo>
                        <a:pt x="59478" y="29954"/>
                      </a:lnTo>
                      <a:cubicBezTo>
                        <a:pt x="46535" y="29954"/>
                        <a:pt x="36058" y="40139"/>
                        <a:pt x="36058" y="52720"/>
                      </a:cubicBezTo>
                      <a:lnTo>
                        <a:pt x="36058" y="109933"/>
                      </a:lnTo>
                      <a:lnTo>
                        <a:pt x="115874" y="109933"/>
                      </a:lnTo>
                      <a:cubicBezTo>
                        <a:pt x="121113" y="109933"/>
                        <a:pt x="123270" y="111730"/>
                        <a:pt x="123270" y="116823"/>
                      </a:cubicBezTo>
                      <a:lnTo>
                        <a:pt x="123270" y="132099"/>
                      </a:lnTo>
                      <a:cubicBezTo>
                        <a:pt x="123270" y="136592"/>
                        <a:pt x="120806" y="138989"/>
                        <a:pt x="115874" y="138989"/>
                      </a:cubicBezTo>
                      <a:lnTo>
                        <a:pt x="36058" y="138989"/>
                      </a:lnTo>
                      <a:lnTo>
                        <a:pt x="36058" y="207584"/>
                      </a:lnTo>
                      <a:cubicBezTo>
                        <a:pt x="36058" y="220165"/>
                        <a:pt x="46535" y="230349"/>
                        <a:pt x="59478" y="230349"/>
                      </a:cubicBezTo>
                      <a:lnTo>
                        <a:pt x="125736" y="230349"/>
                      </a:lnTo>
                      <a:cubicBezTo>
                        <a:pt x="130359" y="230349"/>
                        <a:pt x="132823" y="231847"/>
                        <a:pt x="132823" y="236939"/>
                      </a:cubicBezTo>
                      <a:lnTo>
                        <a:pt x="132823" y="253414"/>
                      </a:lnTo>
                      <a:cubicBezTo>
                        <a:pt x="132823" y="258506"/>
                        <a:pt x="130359" y="260303"/>
                        <a:pt x="125736" y="260303"/>
                      </a:cubicBezTo>
                      <a:lnTo>
                        <a:pt x="53622" y="260303"/>
                      </a:lnTo>
                      <a:cubicBezTo>
                        <a:pt x="24039" y="260303"/>
                        <a:pt x="0" y="236939"/>
                        <a:pt x="0" y="208183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7" name="手繪多邊形: 圖案 396">
                  <a:extLst>
                    <a:ext uri="{FF2B5EF4-FFF2-40B4-BE49-F238E27FC236}">
                      <a16:creationId xmlns:a16="http://schemas.microsoft.com/office/drawing/2014/main" id="{4384D4B5-5DCE-6516-1B47-DC565C7A786C}"/>
                    </a:ext>
                  </a:extLst>
                </p:cNvPr>
                <p:cNvSpPr/>
                <p:nvPr/>
              </p:nvSpPr>
              <p:spPr>
                <a:xfrm>
                  <a:off x="24919294" y="3129476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6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2 w 156245"/>
                    <a:gd name="connsiteY4" fmla="*/ 101245 h 260602"/>
                    <a:gd name="connsiteX5" fmla="*/ 33282 w 156245"/>
                    <a:gd name="connsiteY5" fmla="*/ 73987 h 260602"/>
                    <a:gd name="connsiteX6" fmla="*/ 33282 w 156245"/>
                    <a:gd name="connsiteY6" fmla="*/ 253414 h 260602"/>
                    <a:gd name="connsiteX7" fmla="*/ 26503 w 156245"/>
                    <a:gd name="connsiteY7" fmla="*/ 260303 h 260602"/>
                    <a:gd name="connsiteX8" fmla="*/ 6779 w 156245"/>
                    <a:gd name="connsiteY8" fmla="*/ 260303 h 260602"/>
                    <a:gd name="connsiteX9" fmla="*/ 0 w 156245"/>
                    <a:gd name="connsiteY9" fmla="*/ 253414 h 260602"/>
                    <a:gd name="connsiteX10" fmla="*/ 0 w 156245"/>
                    <a:gd name="connsiteY10" fmla="*/ 6889 h 260602"/>
                    <a:gd name="connsiteX11" fmla="*/ 6779 w 156245"/>
                    <a:gd name="connsiteY11" fmla="*/ 0 h 260602"/>
                    <a:gd name="connsiteX12" fmla="*/ 27735 w 156245"/>
                    <a:gd name="connsiteY12" fmla="*/ 0 h 260602"/>
                    <a:gd name="connsiteX13" fmla="*/ 33899 w 156245"/>
                    <a:gd name="connsiteY13" fmla="*/ 3893 h 260602"/>
                    <a:gd name="connsiteX14" fmla="*/ 112791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49 w 156245"/>
                    <a:gd name="connsiteY17" fmla="*/ 0 h 260602"/>
                    <a:gd name="connsiteX18" fmla="*/ 149464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4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6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2" y="101245"/>
                      </a:lnTo>
                      <a:cubicBezTo>
                        <a:pt x="40679" y="92858"/>
                        <a:pt x="36056" y="82374"/>
                        <a:pt x="33282" y="73987"/>
                      </a:cubicBezTo>
                      <a:lnTo>
                        <a:pt x="33282" y="253414"/>
                      </a:lnTo>
                      <a:cubicBezTo>
                        <a:pt x="33282" y="257906"/>
                        <a:pt x="31433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6"/>
                        <a:pt x="0" y="253414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5" y="0"/>
                      </a:lnTo>
                      <a:cubicBezTo>
                        <a:pt x="31433" y="0"/>
                        <a:pt x="32975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3" y="0"/>
                        <a:pt x="156245" y="2396"/>
                        <a:pt x="156245" y="6889"/>
                      </a:cubicBezTo>
                      <a:lnTo>
                        <a:pt x="156245" y="2534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8" name="手繪多邊形: 圖案 397">
                  <a:extLst>
                    <a:ext uri="{FF2B5EF4-FFF2-40B4-BE49-F238E27FC236}">
                      <a16:creationId xmlns:a16="http://schemas.microsoft.com/office/drawing/2014/main" id="{C68A0EF1-7763-EDC7-2DCD-8E6355AC2173}"/>
                    </a:ext>
                  </a:extLst>
                </p:cNvPr>
                <p:cNvSpPr/>
                <p:nvPr/>
              </p:nvSpPr>
              <p:spPr>
                <a:xfrm>
                  <a:off x="25447814" y="31295061"/>
                  <a:ext cx="155630" cy="260603"/>
                </a:xfrm>
                <a:custGeom>
                  <a:avLst/>
                  <a:gdLst>
                    <a:gd name="connsiteX0" fmla="*/ 5855 w 155630"/>
                    <a:gd name="connsiteY0" fmla="*/ 260303 h 260603"/>
                    <a:gd name="connsiteX1" fmla="*/ 0 w 155630"/>
                    <a:gd name="connsiteY1" fmla="*/ 253115 h 260603"/>
                    <a:gd name="connsiteX2" fmla="*/ 0 w 155630"/>
                    <a:gd name="connsiteY2" fmla="*/ 7190 h 260603"/>
                    <a:gd name="connsiteX3" fmla="*/ 6781 w 155630"/>
                    <a:gd name="connsiteY3" fmla="*/ 0 h 260603"/>
                    <a:gd name="connsiteX4" fmla="*/ 77661 w 155630"/>
                    <a:gd name="connsiteY4" fmla="*/ 0 h 260603"/>
                    <a:gd name="connsiteX5" fmla="*/ 155630 w 155630"/>
                    <a:gd name="connsiteY5" fmla="*/ 56014 h 260603"/>
                    <a:gd name="connsiteX6" fmla="*/ 155630 w 155630"/>
                    <a:gd name="connsiteY6" fmla="*/ 204589 h 260603"/>
                    <a:gd name="connsiteX7" fmla="*/ 77661 w 155630"/>
                    <a:gd name="connsiteY7" fmla="*/ 260603 h 260603"/>
                    <a:gd name="connsiteX8" fmla="*/ 5855 w 155630"/>
                    <a:gd name="connsiteY8" fmla="*/ 260603 h 260603"/>
                    <a:gd name="connsiteX9" fmla="*/ 35749 w 155630"/>
                    <a:gd name="connsiteY9" fmla="*/ 29655 h 260603"/>
                    <a:gd name="connsiteX10" fmla="*/ 35749 w 155630"/>
                    <a:gd name="connsiteY10" fmla="*/ 230349 h 260603"/>
                    <a:gd name="connsiteX11" fmla="*/ 77044 w 155630"/>
                    <a:gd name="connsiteY11" fmla="*/ 230349 h 260603"/>
                    <a:gd name="connsiteX12" fmla="*/ 119572 w 155630"/>
                    <a:gd name="connsiteY12" fmla="*/ 200395 h 260603"/>
                    <a:gd name="connsiteX13" fmla="*/ 119572 w 155630"/>
                    <a:gd name="connsiteY13" fmla="*/ 59610 h 260603"/>
                    <a:gd name="connsiteX14" fmla="*/ 77044 w 155630"/>
                    <a:gd name="connsiteY14" fmla="*/ 29655 h 260603"/>
                    <a:gd name="connsiteX15" fmla="*/ 35749 w 155630"/>
                    <a:gd name="connsiteY15" fmla="*/ 29655 h 2606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5630" h="260603">
                      <a:moveTo>
                        <a:pt x="5855" y="260303"/>
                      </a:moveTo>
                      <a:cubicBezTo>
                        <a:pt x="1542" y="260303"/>
                        <a:pt x="0" y="257907"/>
                        <a:pt x="0" y="253115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6781" y="0"/>
                      </a:cubicBezTo>
                      <a:lnTo>
                        <a:pt x="77661" y="0"/>
                      </a:lnTo>
                      <a:cubicBezTo>
                        <a:pt x="136215" y="0"/>
                        <a:pt x="155630" y="26060"/>
                        <a:pt x="155630" y="56014"/>
                      </a:cubicBezTo>
                      <a:lnTo>
                        <a:pt x="155630" y="204589"/>
                      </a:lnTo>
                      <a:cubicBezTo>
                        <a:pt x="155630" y="234543"/>
                        <a:pt x="136215" y="260603"/>
                        <a:pt x="77661" y="260603"/>
                      </a:cubicBezTo>
                      <a:lnTo>
                        <a:pt x="5855" y="260603"/>
                      </a:lnTo>
                      <a:close/>
                      <a:moveTo>
                        <a:pt x="35749" y="29655"/>
                      </a:moveTo>
                      <a:lnTo>
                        <a:pt x="35749" y="230349"/>
                      </a:lnTo>
                      <a:lnTo>
                        <a:pt x="77044" y="230349"/>
                      </a:lnTo>
                      <a:cubicBezTo>
                        <a:pt x="106938" y="230349"/>
                        <a:pt x="119572" y="218966"/>
                        <a:pt x="119572" y="200395"/>
                      </a:cubicBezTo>
                      <a:lnTo>
                        <a:pt x="119572" y="59610"/>
                      </a:lnTo>
                      <a:cubicBezTo>
                        <a:pt x="119572" y="41337"/>
                        <a:pt x="106938" y="29655"/>
                        <a:pt x="77044" y="29655"/>
                      </a:cubicBezTo>
                      <a:lnTo>
                        <a:pt x="35749" y="296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399" name="手繪多邊形: 圖案 398">
                  <a:extLst>
                    <a:ext uri="{FF2B5EF4-FFF2-40B4-BE49-F238E27FC236}">
                      <a16:creationId xmlns:a16="http://schemas.microsoft.com/office/drawing/2014/main" id="{69EC1626-9CD0-4317-B3DC-9EC31EB2DD3B}"/>
                    </a:ext>
                  </a:extLst>
                </p:cNvPr>
                <p:cNvSpPr/>
                <p:nvPr/>
              </p:nvSpPr>
              <p:spPr>
                <a:xfrm>
                  <a:off x="26075260" y="31294762"/>
                  <a:ext cx="156243" cy="260602"/>
                </a:xfrm>
                <a:custGeom>
                  <a:avLst/>
                  <a:gdLst>
                    <a:gd name="connsiteX0" fmla="*/ 155937 w 156243"/>
                    <a:gd name="connsiteY0" fmla="*/ 253713 h 260602"/>
                    <a:gd name="connsiteX1" fmla="*/ 149156 w 156243"/>
                    <a:gd name="connsiteY1" fmla="*/ 260602 h 260602"/>
                    <a:gd name="connsiteX2" fmla="*/ 128817 w 156243"/>
                    <a:gd name="connsiteY2" fmla="*/ 260602 h 260602"/>
                    <a:gd name="connsiteX3" fmla="*/ 121728 w 156243"/>
                    <a:gd name="connsiteY3" fmla="*/ 256409 h 260602"/>
                    <a:gd name="connsiteX4" fmla="*/ 44992 w 156243"/>
                    <a:gd name="connsiteY4" fmla="*/ 101245 h 260602"/>
                    <a:gd name="connsiteX5" fmla="*/ 33282 w 156243"/>
                    <a:gd name="connsiteY5" fmla="*/ 73987 h 260602"/>
                    <a:gd name="connsiteX6" fmla="*/ 33282 w 156243"/>
                    <a:gd name="connsiteY6" fmla="*/ 253414 h 260602"/>
                    <a:gd name="connsiteX7" fmla="*/ 26503 w 156243"/>
                    <a:gd name="connsiteY7" fmla="*/ 260303 h 260602"/>
                    <a:gd name="connsiteX8" fmla="*/ 6779 w 156243"/>
                    <a:gd name="connsiteY8" fmla="*/ 260303 h 260602"/>
                    <a:gd name="connsiteX9" fmla="*/ 0 w 156243"/>
                    <a:gd name="connsiteY9" fmla="*/ 253414 h 260602"/>
                    <a:gd name="connsiteX10" fmla="*/ 0 w 156243"/>
                    <a:gd name="connsiteY10" fmla="*/ 6889 h 260602"/>
                    <a:gd name="connsiteX11" fmla="*/ 6779 w 156243"/>
                    <a:gd name="connsiteY11" fmla="*/ 0 h 260602"/>
                    <a:gd name="connsiteX12" fmla="*/ 27735 w 156243"/>
                    <a:gd name="connsiteY12" fmla="*/ 0 h 260602"/>
                    <a:gd name="connsiteX13" fmla="*/ 33899 w 156243"/>
                    <a:gd name="connsiteY13" fmla="*/ 3893 h 260602"/>
                    <a:gd name="connsiteX14" fmla="*/ 112791 w 156243"/>
                    <a:gd name="connsiteY14" fmla="*/ 161154 h 260602"/>
                    <a:gd name="connsiteX15" fmla="*/ 122962 w 156243"/>
                    <a:gd name="connsiteY15" fmla="*/ 185716 h 260602"/>
                    <a:gd name="connsiteX16" fmla="*/ 122962 w 156243"/>
                    <a:gd name="connsiteY16" fmla="*/ 6889 h 260602"/>
                    <a:gd name="connsiteX17" fmla="*/ 130049 w 156243"/>
                    <a:gd name="connsiteY17" fmla="*/ 0 h 260602"/>
                    <a:gd name="connsiteX18" fmla="*/ 149464 w 156243"/>
                    <a:gd name="connsiteY18" fmla="*/ 0 h 260602"/>
                    <a:gd name="connsiteX19" fmla="*/ 156243 w 156243"/>
                    <a:gd name="connsiteY19" fmla="*/ 6889 h 260602"/>
                    <a:gd name="connsiteX20" fmla="*/ 156243 w 156243"/>
                    <a:gd name="connsiteY20" fmla="*/ 253414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3" h="260602">
                      <a:moveTo>
                        <a:pt x="155937" y="253713"/>
                      </a:moveTo>
                      <a:cubicBezTo>
                        <a:pt x="155937" y="258206"/>
                        <a:pt x="154394" y="260602"/>
                        <a:pt x="149156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28" y="256409"/>
                      </a:cubicBezTo>
                      <a:lnTo>
                        <a:pt x="44992" y="101245"/>
                      </a:lnTo>
                      <a:cubicBezTo>
                        <a:pt x="40677" y="92858"/>
                        <a:pt x="36056" y="82374"/>
                        <a:pt x="33282" y="73987"/>
                      </a:cubicBezTo>
                      <a:lnTo>
                        <a:pt x="33282" y="253414"/>
                      </a:lnTo>
                      <a:cubicBezTo>
                        <a:pt x="33282" y="257906"/>
                        <a:pt x="31433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6" y="260303"/>
                        <a:pt x="0" y="257906"/>
                        <a:pt x="0" y="253414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5" y="0"/>
                      </a:lnTo>
                      <a:cubicBezTo>
                        <a:pt x="31433" y="0"/>
                        <a:pt x="32973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2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6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3" y="0"/>
                        <a:pt x="156243" y="2396"/>
                        <a:pt x="156243" y="6889"/>
                      </a:cubicBezTo>
                      <a:lnTo>
                        <a:pt x="156243" y="2534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0" name="手繪多邊形: 圖案 399">
                  <a:extLst>
                    <a:ext uri="{FF2B5EF4-FFF2-40B4-BE49-F238E27FC236}">
                      <a16:creationId xmlns:a16="http://schemas.microsoft.com/office/drawing/2014/main" id="{50657F8F-5636-EEF1-FA68-051A06A8610D}"/>
                    </a:ext>
                  </a:extLst>
                </p:cNvPr>
                <p:cNvSpPr/>
                <p:nvPr/>
              </p:nvSpPr>
              <p:spPr>
                <a:xfrm>
                  <a:off x="26387442" y="31295061"/>
                  <a:ext cx="155319" cy="260303"/>
                </a:xfrm>
                <a:custGeom>
                  <a:avLst/>
                  <a:gdLst>
                    <a:gd name="connsiteX0" fmla="*/ 148232 w 155319"/>
                    <a:gd name="connsiteY0" fmla="*/ 0 h 260303"/>
                    <a:gd name="connsiteX1" fmla="*/ 155320 w 155319"/>
                    <a:gd name="connsiteY1" fmla="*/ 6890 h 260303"/>
                    <a:gd name="connsiteX2" fmla="*/ 155320 w 155319"/>
                    <a:gd name="connsiteY2" fmla="*/ 23065 h 260303"/>
                    <a:gd name="connsiteX3" fmla="*/ 148232 w 155319"/>
                    <a:gd name="connsiteY3" fmla="*/ 29954 h 260303"/>
                    <a:gd name="connsiteX4" fmla="*/ 95842 w 155319"/>
                    <a:gd name="connsiteY4" fmla="*/ 29954 h 260303"/>
                    <a:gd name="connsiteX5" fmla="*/ 95842 w 155319"/>
                    <a:gd name="connsiteY5" fmla="*/ 253115 h 260303"/>
                    <a:gd name="connsiteX6" fmla="*/ 89061 w 155319"/>
                    <a:gd name="connsiteY6" fmla="*/ 260303 h 260303"/>
                    <a:gd name="connsiteX7" fmla="*/ 66565 w 155319"/>
                    <a:gd name="connsiteY7" fmla="*/ 260303 h 260303"/>
                    <a:gd name="connsiteX8" fmla="*/ 59478 w 155319"/>
                    <a:gd name="connsiteY8" fmla="*/ 253115 h 260303"/>
                    <a:gd name="connsiteX9" fmla="*/ 59478 w 155319"/>
                    <a:gd name="connsiteY9" fmla="*/ 29954 h 260303"/>
                    <a:gd name="connsiteX10" fmla="*/ 7087 w 155319"/>
                    <a:gd name="connsiteY10" fmla="*/ 29954 h 260303"/>
                    <a:gd name="connsiteX11" fmla="*/ 0 w 155319"/>
                    <a:gd name="connsiteY11" fmla="*/ 23065 h 260303"/>
                    <a:gd name="connsiteX12" fmla="*/ 0 w 155319"/>
                    <a:gd name="connsiteY12" fmla="*/ 6890 h 260303"/>
                    <a:gd name="connsiteX13" fmla="*/ 7087 w 155319"/>
                    <a:gd name="connsiteY13" fmla="*/ 0 h 260303"/>
                    <a:gd name="connsiteX14" fmla="*/ 148232 w 155319"/>
                    <a:gd name="connsiteY14" fmla="*/ 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5319" h="260303">
                      <a:moveTo>
                        <a:pt x="148232" y="0"/>
                      </a:moveTo>
                      <a:cubicBezTo>
                        <a:pt x="152854" y="0"/>
                        <a:pt x="155320" y="1797"/>
                        <a:pt x="155320" y="6890"/>
                      </a:cubicBezTo>
                      <a:lnTo>
                        <a:pt x="155320" y="23065"/>
                      </a:lnTo>
                      <a:cubicBezTo>
                        <a:pt x="155320" y="28157"/>
                        <a:pt x="152854" y="29954"/>
                        <a:pt x="148232" y="29954"/>
                      </a:cubicBezTo>
                      <a:lnTo>
                        <a:pt x="95842" y="29954"/>
                      </a:lnTo>
                      <a:lnTo>
                        <a:pt x="95842" y="253115"/>
                      </a:lnTo>
                      <a:cubicBezTo>
                        <a:pt x="95842" y="258206"/>
                        <a:pt x="93993" y="260303"/>
                        <a:pt x="89061" y="260303"/>
                      </a:cubicBezTo>
                      <a:lnTo>
                        <a:pt x="66565" y="260303"/>
                      </a:lnTo>
                      <a:cubicBezTo>
                        <a:pt x="61327" y="260303"/>
                        <a:pt x="59478" y="257907"/>
                        <a:pt x="59478" y="253115"/>
                      </a:cubicBezTo>
                      <a:lnTo>
                        <a:pt x="59478" y="29954"/>
                      </a:lnTo>
                      <a:lnTo>
                        <a:pt x="7087" y="29954"/>
                      </a:lnTo>
                      <a:cubicBezTo>
                        <a:pt x="1849" y="29954"/>
                        <a:pt x="0" y="28157"/>
                        <a:pt x="0" y="23065"/>
                      </a:cubicBezTo>
                      <a:lnTo>
                        <a:pt x="0" y="6890"/>
                      </a:lnTo>
                      <a:cubicBezTo>
                        <a:pt x="0" y="1797"/>
                        <a:pt x="1849" y="0"/>
                        <a:pt x="7087" y="0"/>
                      </a:cubicBezTo>
                      <a:lnTo>
                        <a:pt x="148232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1" name="手繪多邊形: 圖案 400">
                  <a:extLst>
                    <a:ext uri="{FF2B5EF4-FFF2-40B4-BE49-F238E27FC236}">
                      <a16:creationId xmlns:a16="http://schemas.microsoft.com/office/drawing/2014/main" id="{5C1651A5-6282-CEA1-13B8-5E3EDAA2B3DF}"/>
                    </a:ext>
                  </a:extLst>
                </p:cNvPr>
                <p:cNvSpPr/>
                <p:nvPr/>
              </p:nvSpPr>
              <p:spPr>
                <a:xfrm>
                  <a:off x="26659158" y="31295061"/>
                  <a:ext cx="173997" cy="260303"/>
                </a:xfrm>
                <a:custGeom>
                  <a:avLst/>
                  <a:gdLst>
                    <a:gd name="connsiteX0" fmla="*/ 99017 w 173997"/>
                    <a:gd name="connsiteY0" fmla="*/ 0 h 260303"/>
                    <a:gd name="connsiteX1" fmla="*/ 107954 w 173997"/>
                    <a:gd name="connsiteY1" fmla="*/ 6890 h 260303"/>
                    <a:gd name="connsiteX2" fmla="*/ 173595 w 173997"/>
                    <a:gd name="connsiteY2" fmla="*/ 253414 h 260303"/>
                    <a:gd name="connsiteX3" fmla="*/ 168048 w 173997"/>
                    <a:gd name="connsiteY3" fmla="*/ 260303 h 260303"/>
                    <a:gd name="connsiteX4" fmla="*/ 145552 w 173997"/>
                    <a:gd name="connsiteY4" fmla="*/ 260303 h 260303"/>
                    <a:gd name="connsiteX5" fmla="*/ 137231 w 173997"/>
                    <a:gd name="connsiteY5" fmla="*/ 253414 h 260303"/>
                    <a:gd name="connsiteX6" fmla="*/ 121207 w 173997"/>
                    <a:gd name="connsiteY6" fmla="*/ 192007 h 260303"/>
                    <a:gd name="connsiteX7" fmla="*/ 50942 w 173997"/>
                    <a:gd name="connsiteY7" fmla="*/ 192007 h 260303"/>
                    <a:gd name="connsiteX8" fmla="*/ 35225 w 173997"/>
                    <a:gd name="connsiteY8" fmla="*/ 253414 h 260303"/>
                    <a:gd name="connsiteX9" fmla="*/ 26904 w 173997"/>
                    <a:gd name="connsiteY9" fmla="*/ 260303 h 260303"/>
                    <a:gd name="connsiteX10" fmla="*/ 5948 w 173997"/>
                    <a:gd name="connsiteY10" fmla="*/ 260303 h 260303"/>
                    <a:gd name="connsiteX11" fmla="*/ 401 w 173997"/>
                    <a:gd name="connsiteY11" fmla="*/ 253414 h 260303"/>
                    <a:gd name="connsiteX12" fmla="*/ 66659 w 173997"/>
                    <a:gd name="connsiteY12" fmla="*/ 6890 h 260303"/>
                    <a:gd name="connsiteX13" fmla="*/ 75596 w 173997"/>
                    <a:gd name="connsiteY13" fmla="*/ 0 h 260303"/>
                    <a:gd name="connsiteX14" fmla="*/ 98401 w 173997"/>
                    <a:gd name="connsiteY14" fmla="*/ 0 h 260303"/>
                    <a:gd name="connsiteX15" fmla="*/ 95628 w 173997"/>
                    <a:gd name="connsiteY15" fmla="*/ 91660 h 260303"/>
                    <a:gd name="connsiteX16" fmla="*/ 86998 w 173997"/>
                    <a:gd name="connsiteY16" fmla="*/ 41637 h 260303"/>
                    <a:gd name="connsiteX17" fmla="*/ 78062 w 173997"/>
                    <a:gd name="connsiteY17" fmla="*/ 91361 h 260303"/>
                    <a:gd name="connsiteX18" fmla="*/ 58338 w 173997"/>
                    <a:gd name="connsiteY18" fmla="*/ 163850 h 260303"/>
                    <a:gd name="connsiteX19" fmla="*/ 115043 w 173997"/>
                    <a:gd name="connsiteY19" fmla="*/ 163850 h 260303"/>
                    <a:gd name="connsiteX20" fmla="*/ 95628 w 173997"/>
                    <a:gd name="connsiteY20" fmla="*/ 9196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97" h="260303">
                      <a:moveTo>
                        <a:pt x="99017" y="0"/>
                      </a:moveTo>
                      <a:cubicBezTo>
                        <a:pt x="103641" y="0"/>
                        <a:pt x="107030" y="2397"/>
                        <a:pt x="107954" y="6890"/>
                      </a:cubicBezTo>
                      <a:lnTo>
                        <a:pt x="173595" y="253414"/>
                      </a:lnTo>
                      <a:cubicBezTo>
                        <a:pt x="174829" y="257907"/>
                        <a:pt x="173287" y="260303"/>
                        <a:pt x="168048" y="260303"/>
                      </a:cubicBezTo>
                      <a:lnTo>
                        <a:pt x="145552" y="260303"/>
                      </a:lnTo>
                      <a:cubicBezTo>
                        <a:pt x="140314" y="260303"/>
                        <a:pt x="138465" y="257608"/>
                        <a:pt x="137231" y="253414"/>
                      </a:cubicBezTo>
                      <a:lnTo>
                        <a:pt x="121207" y="192007"/>
                      </a:lnTo>
                      <a:lnTo>
                        <a:pt x="50942" y="192007"/>
                      </a:lnTo>
                      <a:lnTo>
                        <a:pt x="35225" y="253414"/>
                      </a:lnTo>
                      <a:cubicBezTo>
                        <a:pt x="33993" y="257608"/>
                        <a:pt x="31527" y="260303"/>
                        <a:pt x="26904" y="260303"/>
                      </a:cubicBezTo>
                      <a:lnTo>
                        <a:pt x="5948" y="260303"/>
                      </a:lnTo>
                      <a:cubicBezTo>
                        <a:pt x="709" y="260303"/>
                        <a:pt x="-831" y="257907"/>
                        <a:pt x="401" y="253414"/>
                      </a:cubicBezTo>
                      <a:lnTo>
                        <a:pt x="66659" y="6890"/>
                      </a:lnTo>
                      <a:cubicBezTo>
                        <a:pt x="67891" y="2397"/>
                        <a:pt x="70666" y="0"/>
                        <a:pt x="75596" y="0"/>
                      </a:cubicBezTo>
                      <a:lnTo>
                        <a:pt x="98401" y="0"/>
                      </a:lnTo>
                      <a:close/>
                      <a:moveTo>
                        <a:pt x="95628" y="91660"/>
                      </a:moveTo>
                      <a:cubicBezTo>
                        <a:pt x="92854" y="82076"/>
                        <a:pt x="88232" y="53619"/>
                        <a:pt x="86998" y="41637"/>
                      </a:cubicBezTo>
                      <a:cubicBezTo>
                        <a:pt x="85149" y="55716"/>
                        <a:pt x="80834" y="80577"/>
                        <a:pt x="78062" y="91361"/>
                      </a:cubicBezTo>
                      <a:lnTo>
                        <a:pt x="58338" y="163850"/>
                      </a:lnTo>
                      <a:lnTo>
                        <a:pt x="115043" y="163850"/>
                      </a:lnTo>
                      <a:lnTo>
                        <a:pt x="95628" y="9196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2" name="手繪多邊形: 圖案 401">
                  <a:extLst>
                    <a:ext uri="{FF2B5EF4-FFF2-40B4-BE49-F238E27FC236}">
                      <a16:creationId xmlns:a16="http://schemas.microsoft.com/office/drawing/2014/main" id="{E3DD64FE-430C-E645-68E5-CB6CA7C856AD}"/>
                    </a:ext>
                  </a:extLst>
                </p:cNvPr>
                <p:cNvSpPr/>
                <p:nvPr/>
              </p:nvSpPr>
              <p:spPr>
                <a:xfrm>
                  <a:off x="26990539" y="31295061"/>
                  <a:ext cx="126968" cy="260303"/>
                </a:xfrm>
                <a:custGeom>
                  <a:avLst/>
                  <a:gdLst>
                    <a:gd name="connsiteX0" fmla="*/ 53624 w 126968"/>
                    <a:gd name="connsiteY0" fmla="*/ 260303 h 260303"/>
                    <a:gd name="connsiteX1" fmla="*/ 0 w 126968"/>
                    <a:gd name="connsiteY1" fmla="*/ 208183 h 260303"/>
                    <a:gd name="connsiteX2" fmla="*/ 0 w 126968"/>
                    <a:gd name="connsiteY2" fmla="*/ 7190 h 260303"/>
                    <a:gd name="connsiteX3" fmla="*/ 7089 w 126968"/>
                    <a:gd name="connsiteY3" fmla="*/ 0 h 260303"/>
                    <a:gd name="connsiteX4" fmla="*/ 29277 w 126968"/>
                    <a:gd name="connsiteY4" fmla="*/ 0 h 260303"/>
                    <a:gd name="connsiteX5" fmla="*/ 36058 w 126968"/>
                    <a:gd name="connsiteY5" fmla="*/ 7190 h 260303"/>
                    <a:gd name="connsiteX6" fmla="*/ 36058 w 126968"/>
                    <a:gd name="connsiteY6" fmla="*/ 207584 h 260303"/>
                    <a:gd name="connsiteX7" fmla="*/ 59479 w 126968"/>
                    <a:gd name="connsiteY7" fmla="*/ 230349 h 260303"/>
                    <a:gd name="connsiteX8" fmla="*/ 119881 w 126968"/>
                    <a:gd name="connsiteY8" fmla="*/ 230349 h 260303"/>
                    <a:gd name="connsiteX9" fmla="*/ 126968 w 126968"/>
                    <a:gd name="connsiteY9" fmla="*/ 236939 h 260303"/>
                    <a:gd name="connsiteX10" fmla="*/ 126968 w 126968"/>
                    <a:gd name="connsiteY10" fmla="*/ 253414 h 260303"/>
                    <a:gd name="connsiteX11" fmla="*/ 119881 w 126968"/>
                    <a:gd name="connsiteY11" fmla="*/ 260303 h 260303"/>
                    <a:gd name="connsiteX12" fmla="*/ 53624 w 126968"/>
                    <a:gd name="connsiteY12" fmla="*/ 26030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8" h="260303">
                      <a:moveTo>
                        <a:pt x="53624" y="260303"/>
                      </a:moveTo>
                      <a:cubicBezTo>
                        <a:pt x="24039" y="260303"/>
                        <a:pt x="0" y="236939"/>
                        <a:pt x="0" y="208183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7089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8" y="2397"/>
                        <a:pt x="36058" y="7190"/>
                      </a:cubicBezTo>
                      <a:lnTo>
                        <a:pt x="36058" y="207584"/>
                      </a:lnTo>
                      <a:cubicBezTo>
                        <a:pt x="36058" y="220165"/>
                        <a:pt x="46535" y="230349"/>
                        <a:pt x="59479" y="230349"/>
                      </a:cubicBezTo>
                      <a:lnTo>
                        <a:pt x="119881" y="230349"/>
                      </a:lnTo>
                      <a:cubicBezTo>
                        <a:pt x="124504" y="230349"/>
                        <a:pt x="126968" y="231847"/>
                        <a:pt x="126968" y="236939"/>
                      </a:cubicBezTo>
                      <a:lnTo>
                        <a:pt x="126968" y="253414"/>
                      </a:lnTo>
                      <a:cubicBezTo>
                        <a:pt x="126968" y="258506"/>
                        <a:pt x="124504" y="260303"/>
                        <a:pt x="119881" y="260303"/>
                      </a:cubicBezTo>
                      <a:lnTo>
                        <a:pt x="53624" y="26030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3" name="手繪多邊形: 圖案 402">
                  <a:extLst>
                    <a:ext uri="{FF2B5EF4-FFF2-40B4-BE49-F238E27FC236}">
                      <a16:creationId xmlns:a16="http://schemas.microsoft.com/office/drawing/2014/main" id="{90B24C55-BACE-3159-B21E-6DC2BFB9CBEB}"/>
                    </a:ext>
                  </a:extLst>
                </p:cNvPr>
                <p:cNvSpPr/>
                <p:nvPr/>
              </p:nvSpPr>
              <p:spPr>
                <a:xfrm>
                  <a:off x="27775463" y="31295061"/>
                  <a:ext cx="126968" cy="260303"/>
                </a:xfrm>
                <a:custGeom>
                  <a:avLst/>
                  <a:gdLst>
                    <a:gd name="connsiteX0" fmla="*/ 53622 w 126968"/>
                    <a:gd name="connsiteY0" fmla="*/ 260303 h 260303"/>
                    <a:gd name="connsiteX1" fmla="*/ 0 w 126968"/>
                    <a:gd name="connsiteY1" fmla="*/ 208183 h 260303"/>
                    <a:gd name="connsiteX2" fmla="*/ 0 w 126968"/>
                    <a:gd name="connsiteY2" fmla="*/ 7190 h 260303"/>
                    <a:gd name="connsiteX3" fmla="*/ 7087 w 126968"/>
                    <a:gd name="connsiteY3" fmla="*/ 0 h 260303"/>
                    <a:gd name="connsiteX4" fmla="*/ 29277 w 126968"/>
                    <a:gd name="connsiteY4" fmla="*/ 0 h 260303"/>
                    <a:gd name="connsiteX5" fmla="*/ 36056 w 126968"/>
                    <a:gd name="connsiteY5" fmla="*/ 7190 h 260303"/>
                    <a:gd name="connsiteX6" fmla="*/ 36056 w 126968"/>
                    <a:gd name="connsiteY6" fmla="*/ 207584 h 260303"/>
                    <a:gd name="connsiteX7" fmla="*/ 59478 w 126968"/>
                    <a:gd name="connsiteY7" fmla="*/ 230349 h 260303"/>
                    <a:gd name="connsiteX8" fmla="*/ 119881 w 126968"/>
                    <a:gd name="connsiteY8" fmla="*/ 230349 h 260303"/>
                    <a:gd name="connsiteX9" fmla="*/ 126968 w 126968"/>
                    <a:gd name="connsiteY9" fmla="*/ 236939 h 260303"/>
                    <a:gd name="connsiteX10" fmla="*/ 126968 w 126968"/>
                    <a:gd name="connsiteY10" fmla="*/ 253414 h 260303"/>
                    <a:gd name="connsiteX11" fmla="*/ 119881 w 126968"/>
                    <a:gd name="connsiteY11" fmla="*/ 260303 h 260303"/>
                    <a:gd name="connsiteX12" fmla="*/ 53622 w 126968"/>
                    <a:gd name="connsiteY12" fmla="*/ 26030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8" h="260303">
                      <a:moveTo>
                        <a:pt x="53622" y="260303"/>
                      </a:moveTo>
                      <a:cubicBezTo>
                        <a:pt x="24037" y="260303"/>
                        <a:pt x="0" y="236939"/>
                        <a:pt x="0" y="208183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7087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6" y="2397"/>
                        <a:pt x="36056" y="7190"/>
                      </a:cubicBezTo>
                      <a:lnTo>
                        <a:pt x="36056" y="207584"/>
                      </a:lnTo>
                      <a:cubicBezTo>
                        <a:pt x="36056" y="220165"/>
                        <a:pt x="46535" y="230349"/>
                        <a:pt x="59478" y="230349"/>
                      </a:cubicBezTo>
                      <a:lnTo>
                        <a:pt x="119881" y="230349"/>
                      </a:lnTo>
                      <a:cubicBezTo>
                        <a:pt x="124502" y="230349"/>
                        <a:pt x="126968" y="231847"/>
                        <a:pt x="126968" y="236939"/>
                      </a:cubicBezTo>
                      <a:lnTo>
                        <a:pt x="126968" y="253414"/>
                      </a:lnTo>
                      <a:cubicBezTo>
                        <a:pt x="126968" y="258506"/>
                        <a:pt x="124502" y="260303"/>
                        <a:pt x="119881" y="260303"/>
                      </a:cubicBezTo>
                      <a:lnTo>
                        <a:pt x="53622" y="26030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4" name="手繪多邊形: 圖案 403">
                  <a:extLst>
                    <a:ext uri="{FF2B5EF4-FFF2-40B4-BE49-F238E27FC236}">
                      <a16:creationId xmlns:a16="http://schemas.microsoft.com/office/drawing/2014/main" id="{75DA7A59-C138-021B-6460-98BF04653A79}"/>
                    </a:ext>
                  </a:extLst>
                </p:cNvPr>
                <p:cNvSpPr/>
                <p:nvPr/>
              </p:nvSpPr>
              <p:spPr>
                <a:xfrm>
                  <a:off x="27458351" y="31291767"/>
                  <a:ext cx="151004" cy="266593"/>
                </a:xfrm>
                <a:custGeom>
                  <a:avLst/>
                  <a:gdLst>
                    <a:gd name="connsiteX0" fmla="*/ 151005 w 151004"/>
                    <a:gd name="connsiteY0" fmla="*/ 210579 h 266593"/>
                    <a:gd name="connsiteX1" fmla="*/ 75501 w 151004"/>
                    <a:gd name="connsiteY1" fmla="*/ 266594 h 266593"/>
                    <a:gd name="connsiteX2" fmla="*/ 0 w 151004"/>
                    <a:gd name="connsiteY2" fmla="*/ 210579 h 266593"/>
                    <a:gd name="connsiteX3" fmla="*/ 0 w 151004"/>
                    <a:gd name="connsiteY3" fmla="*/ 56014 h 266593"/>
                    <a:gd name="connsiteX4" fmla="*/ 75501 w 151004"/>
                    <a:gd name="connsiteY4" fmla="*/ 0 h 266593"/>
                    <a:gd name="connsiteX5" fmla="*/ 151005 w 151004"/>
                    <a:gd name="connsiteY5" fmla="*/ 56014 h 266593"/>
                    <a:gd name="connsiteX6" fmla="*/ 151005 w 151004"/>
                    <a:gd name="connsiteY6" fmla="*/ 77582 h 266593"/>
                    <a:gd name="connsiteX7" fmla="*/ 144226 w 151004"/>
                    <a:gd name="connsiteY7" fmla="*/ 84770 h 266593"/>
                    <a:gd name="connsiteX8" fmla="*/ 122962 w 151004"/>
                    <a:gd name="connsiteY8" fmla="*/ 84770 h 266593"/>
                    <a:gd name="connsiteX9" fmla="*/ 115872 w 151004"/>
                    <a:gd name="connsiteY9" fmla="*/ 77582 h 266593"/>
                    <a:gd name="connsiteX10" fmla="*/ 115872 w 151004"/>
                    <a:gd name="connsiteY10" fmla="*/ 59309 h 266593"/>
                    <a:gd name="connsiteX11" fmla="*/ 75810 w 151004"/>
                    <a:gd name="connsiteY11" fmla="*/ 30254 h 266593"/>
                    <a:gd name="connsiteX12" fmla="*/ 36056 w 151004"/>
                    <a:gd name="connsiteY12" fmla="*/ 59309 h 266593"/>
                    <a:gd name="connsiteX13" fmla="*/ 36056 w 151004"/>
                    <a:gd name="connsiteY13" fmla="*/ 207883 h 266593"/>
                    <a:gd name="connsiteX14" fmla="*/ 75810 w 151004"/>
                    <a:gd name="connsiteY14" fmla="*/ 236939 h 266593"/>
                    <a:gd name="connsiteX15" fmla="*/ 115872 w 151004"/>
                    <a:gd name="connsiteY15" fmla="*/ 207883 h 266593"/>
                    <a:gd name="connsiteX16" fmla="*/ 115872 w 151004"/>
                    <a:gd name="connsiteY16" fmla="*/ 184519 h 266593"/>
                    <a:gd name="connsiteX17" fmla="*/ 122962 w 151004"/>
                    <a:gd name="connsiteY17" fmla="*/ 177629 h 266593"/>
                    <a:gd name="connsiteX18" fmla="*/ 144226 w 151004"/>
                    <a:gd name="connsiteY18" fmla="*/ 177629 h 266593"/>
                    <a:gd name="connsiteX19" fmla="*/ 151005 w 151004"/>
                    <a:gd name="connsiteY19" fmla="*/ 184519 h 266593"/>
                    <a:gd name="connsiteX20" fmla="*/ 151005 w 151004"/>
                    <a:gd name="connsiteY20" fmla="*/ 210879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004" h="266593">
                      <a:moveTo>
                        <a:pt x="151005" y="210579"/>
                      </a:moveTo>
                      <a:cubicBezTo>
                        <a:pt x="151005" y="240533"/>
                        <a:pt x="134364" y="266594"/>
                        <a:pt x="75501" y="266594"/>
                      </a:cubicBezTo>
                      <a:cubicBezTo>
                        <a:pt x="16641" y="266594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5501" y="0"/>
                      </a:cubicBezTo>
                      <a:cubicBezTo>
                        <a:pt x="134056" y="0"/>
                        <a:pt x="151005" y="26060"/>
                        <a:pt x="151005" y="56014"/>
                      </a:cubicBezTo>
                      <a:lnTo>
                        <a:pt x="151005" y="77582"/>
                      </a:lnTo>
                      <a:cubicBezTo>
                        <a:pt x="151005" y="82674"/>
                        <a:pt x="149156" y="84770"/>
                        <a:pt x="144226" y="84770"/>
                      </a:cubicBezTo>
                      <a:lnTo>
                        <a:pt x="122962" y="84770"/>
                      </a:lnTo>
                      <a:cubicBezTo>
                        <a:pt x="117721" y="84770"/>
                        <a:pt x="115872" y="82374"/>
                        <a:pt x="115872" y="77582"/>
                      </a:cubicBezTo>
                      <a:lnTo>
                        <a:pt x="115872" y="59309"/>
                      </a:lnTo>
                      <a:cubicBezTo>
                        <a:pt x="115872" y="41337"/>
                        <a:pt x="105087" y="30254"/>
                        <a:pt x="75810" y="30254"/>
                      </a:cubicBezTo>
                      <a:cubicBezTo>
                        <a:pt x="46533" y="30254"/>
                        <a:pt x="36056" y="41337"/>
                        <a:pt x="36056" y="59309"/>
                      </a:cubicBezTo>
                      <a:lnTo>
                        <a:pt x="36056" y="207883"/>
                      </a:lnTo>
                      <a:cubicBezTo>
                        <a:pt x="36056" y="225856"/>
                        <a:pt x="46226" y="236939"/>
                        <a:pt x="75810" y="236939"/>
                      </a:cubicBezTo>
                      <a:cubicBezTo>
                        <a:pt x="105395" y="236939"/>
                        <a:pt x="115872" y="225856"/>
                        <a:pt x="115872" y="207883"/>
                      </a:cubicBezTo>
                      <a:lnTo>
                        <a:pt x="115872" y="184519"/>
                      </a:lnTo>
                      <a:cubicBezTo>
                        <a:pt x="115872" y="179426"/>
                        <a:pt x="117721" y="177629"/>
                        <a:pt x="122962" y="177629"/>
                      </a:cubicBezTo>
                      <a:lnTo>
                        <a:pt x="144226" y="177629"/>
                      </a:lnTo>
                      <a:cubicBezTo>
                        <a:pt x="148847" y="177629"/>
                        <a:pt x="151005" y="179426"/>
                        <a:pt x="151005" y="184519"/>
                      </a:cubicBezTo>
                      <a:lnTo>
                        <a:pt x="151005" y="21087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5" name="手繪多邊形: 圖案 404">
                  <a:extLst>
                    <a:ext uri="{FF2B5EF4-FFF2-40B4-BE49-F238E27FC236}">
                      <a16:creationId xmlns:a16="http://schemas.microsoft.com/office/drawing/2014/main" id="{E8A77771-1E21-28A3-4230-67B83334F0AD}"/>
                    </a:ext>
                  </a:extLst>
                </p:cNvPr>
                <p:cNvSpPr/>
                <p:nvPr/>
              </p:nvSpPr>
              <p:spPr>
                <a:xfrm>
                  <a:off x="28057442" y="31295061"/>
                  <a:ext cx="36057" cy="260303"/>
                </a:xfrm>
                <a:custGeom>
                  <a:avLst/>
                  <a:gdLst>
                    <a:gd name="connsiteX0" fmla="*/ 36058 w 36057"/>
                    <a:gd name="connsiteY0" fmla="*/ 253115 h 260303"/>
                    <a:gd name="connsiteX1" fmla="*/ 29277 w 36057"/>
                    <a:gd name="connsiteY1" fmla="*/ 260303 h 260303"/>
                    <a:gd name="connsiteX2" fmla="*/ 6781 w 36057"/>
                    <a:gd name="connsiteY2" fmla="*/ 260303 h 260303"/>
                    <a:gd name="connsiteX3" fmla="*/ 0 w 36057"/>
                    <a:gd name="connsiteY3" fmla="*/ 253115 h 260303"/>
                    <a:gd name="connsiteX4" fmla="*/ 0 w 36057"/>
                    <a:gd name="connsiteY4" fmla="*/ 7190 h 260303"/>
                    <a:gd name="connsiteX5" fmla="*/ 6781 w 36057"/>
                    <a:gd name="connsiteY5" fmla="*/ 0 h 260303"/>
                    <a:gd name="connsiteX6" fmla="*/ 29277 w 36057"/>
                    <a:gd name="connsiteY6" fmla="*/ 0 h 260303"/>
                    <a:gd name="connsiteX7" fmla="*/ 36058 w 36057"/>
                    <a:gd name="connsiteY7" fmla="*/ 7190 h 260303"/>
                    <a:gd name="connsiteX8" fmla="*/ 36058 w 36057"/>
                    <a:gd name="connsiteY8" fmla="*/ 253115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7" h="260303">
                      <a:moveTo>
                        <a:pt x="36058" y="253115"/>
                      </a:moveTo>
                      <a:cubicBezTo>
                        <a:pt x="36058" y="258206"/>
                        <a:pt x="34517" y="260303"/>
                        <a:pt x="29277" y="260303"/>
                      </a:cubicBezTo>
                      <a:lnTo>
                        <a:pt x="6781" y="260303"/>
                      </a:lnTo>
                      <a:cubicBezTo>
                        <a:pt x="2157" y="260303"/>
                        <a:pt x="0" y="257907"/>
                        <a:pt x="0" y="253115"/>
                      </a:cubicBezTo>
                      <a:lnTo>
                        <a:pt x="0" y="7190"/>
                      </a:lnTo>
                      <a:cubicBezTo>
                        <a:pt x="0" y="2097"/>
                        <a:pt x="1851" y="0"/>
                        <a:pt x="6781" y="0"/>
                      </a:cubicBezTo>
                      <a:lnTo>
                        <a:pt x="29277" y="0"/>
                      </a:lnTo>
                      <a:cubicBezTo>
                        <a:pt x="34517" y="0"/>
                        <a:pt x="36058" y="2397"/>
                        <a:pt x="36058" y="7190"/>
                      </a:cubicBezTo>
                      <a:lnTo>
                        <a:pt x="36058" y="25311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6" name="手繪多邊形: 圖案 405">
                  <a:extLst>
                    <a:ext uri="{FF2B5EF4-FFF2-40B4-BE49-F238E27FC236}">
                      <a16:creationId xmlns:a16="http://schemas.microsoft.com/office/drawing/2014/main" id="{7A8A7CFE-4DED-B075-8B2B-E9C02DAC7A31}"/>
                    </a:ext>
                  </a:extLst>
                </p:cNvPr>
                <p:cNvSpPr/>
                <p:nvPr/>
              </p:nvSpPr>
              <p:spPr>
                <a:xfrm>
                  <a:off x="28271624" y="3129476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8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4 w 156245"/>
                    <a:gd name="connsiteY4" fmla="*/ 101245 h 260602"/>
                    <a:gd name="connsiteX5" fmla="*/ 33283 w 156245"/>
                    <a:gd name="connsiteY5" fmla="*/ 73987 h 260602"/>
                    <a:gd name="connsiteX6" fmla="*/ 33283 w 156245"/>
                    <a:gd name="connsiteY6" fmla="*/ 253414 h 260602"/>
                    <a:gd name="connsiteX7" fmla="*/ 26505 w 156245"/>
                    <a:gd name="connsiteY7" fmla="*/ 260303 h 260602"/>
                    <a:gd name="connsiteX8" fmla="*/ 6781 w 156245"/>
                    <a:gd name="connsiteY8" fmla="*/ 260303 h 260602"/>
                    <a:gd name="connsiteX9" fmla="*/ 0 w 156245"/>
                    <a:gd name="connsiteY9" fmla="*/ 253414 h 260602"/>
                    <a:gd name="connsiteX10" fmla="*/ 0 w 156245"/>
                    <a:gd name="connsiteY10" fmla="*/ 6889 h 260602"/>
                    <a:gd name="connsiteX11" fmla="*/ 6781 w 156245"/>
                    <a:gd name="connsiteY11" fmla="*/ 0 h 260602"/>
                    <a:gd name="connsiteX12" fmla="*/ 27737 w 156245"/>
                    <a:gd name="connsiteY12" fmla="*/ 0 h 260602"/>
                    <a:gd name="connsiteX13" fmla="*/ 33900 w 156245"/>
                    <a:gd name="connsiteY13" fmla="*/ 3893 h 260602"/>
                    <a:gd name="connsiteX14" fmla="*/ 112793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51 w 156245"/>
                    <a:gd name="connsiteY17" fmla="*/ 0 h 260602"/>
                    <a:gd name="connsiteX18" fmla="*/ 149466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4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8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4" y="101245"/>
                      </a:lnTo>
                      <a:cubicBezTo>
                        <a:pt x="40679" y="92858"/>
                        <a:pt x="36058" y="82374"/>
                        <a:pt x="33283" y="73987"/>
                      </a:cubicBezTo>
                      <a:lnTo>
                        <a:pt x="33283" y="253414"/>
                      </a:lnTo>
                      <a:cubicBezTo>
                        <a:pt x="33283" y="257906"/>
                        <a:pt x="31434" y="260303"/>
                        <a:pt x="26505" y="260303"/>
                      </a:cubicBezTo>
                      <a:lnTo>
                        <a:pt x="6781" y="260303"/>
                      </a:lnTo>
                      <a:cubicBezTo>
                        <a:pt x="2157" y="260303"/>
                        <a:pt x="0" y="257906"/>
                        <a:pt x="0" y="253414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81" y="0"/>
                      </a:cubicBezTo>
                      <a:lnTo>
                        <a:pt x="27737" y="0"/>
                      </a:lnTo>
                      <a:cubicBezTo>
                        <a:pt x="31126" y="0"/>
                        <a:pt x="32975" y="1198"/>
                        <a:pt x="33900" y="3893"/>
                      </a:cubicBezTo>
                      <a:lnTo>
                        <a:pt x="112793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51" y="0"/>
                      </a:cubicBezTo>
                      <a:lnTo>
                        <a:pt x="149466" y="0"/>
                      </a:lnTo>
                      <a:cubicBezTo>
                        <a:pt x="154705" y="0"/>
                        <a:pt x="156245" y="2396"/>
                        <a:pt x="156245" y="6889"/>
                      </a:cubicBezTo>
                      <a:lnTo>
                        <a:pt x="156245" y="2534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7" name="手繪多邊形: 圖案 406">
                  <a:extLst>
                    <a:ext uri="{FF2B5EF4-FFF2-40B4-BE49-F238E27FC236}">
                      <a16:creationId xmlns:a16="http://schemas.microsoft.com/office/drawing/2014/main" id="{D8E5E419-1C2E-5C6F-FFDF-00053DFE56F6}"/>
                    </a:ext>
                  </a:extLst>
                </p:cNvPr>
                <p:cNvSpPr/>
                <p:nvPr/>
              </p:nvSpPr>
              <p:spPr>
                <a:xfrm>
                  <a:off x="28605687" y="31295061"/>
                  <a:ext cx="36055" cy="260303"/>
                </a:xfrm>
                <a:custGeom>
                  <a:avLst/>
                  <a:gdLst>
                    <a:gd name="connsiteX0" fmla="*/ 36056 w 36055"/>
                    <a:gd name="connsiteY0" fmla="*/ 253115 h 260303"/>
                    <a:gd name="connsiteX1" fmla="*/ 29277 w 36055"/>
                    <a:gd name="connsiteY1" fmla="*/ 260303 h 260303"/>
                    <a:gd name="connsiteX2" fmla="*/ 6779 w 36055"/>
                    <a:gd name="connsiteY2" fmla="*/ 260303 h 260303"/>
                    <a:gd name="connsiteX3" fmla="*/ 0 w 36055"/>
                    <a:gd name="connsiteY3" fmla="*/ 253115 h 260303"/>
                    <a:gd name="connsiteX4" fmla="*/ 0 w 36055"/>
                    <a:gd name="connsiteY4" fmla="*/ 7190 h 260303"/>
                    <a:gd name="connsiteX5" fmla="*/ 6779 w 36055"/>
                    <a:gd name="connsiteY5" fmla="*/ 0 h 260303"/>
                    <a:gd name="connsiteX6" fmla="*/ 29277 w 36055"/>
                    <a:gd name="connsiteY6" fmla="*/ 0 h 260303"/>
                    <a:gd name="connsiteX7" fmla="*/ 36056 w 36055"/>
                    <a:gd name="connsiteY7" fmla="*/ 7190 h 260303"/>
                    <a:gd name="connsiteX8" fmla="*/ 36056 w 36055"/>
                    <a:gd name="connsiteY8" fmla="*/ 253115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5" h="260303">
                      <a:moveTo>
                        <a:pt x="36056" y="253115"/>
                      </a:moveTo>
                      <a:cubicBezTo>
                        <a:pt x="36056" y="258206"/>
                        <a:pt x="34515" y="260303"/>
                        <a:pt x="29277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7"/>
                        <a:pt x="0" y="253115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6779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6" y="2397"/>
                        <a:pt x="36056" y="7190"/>
                      </a:cubicBezTo>
                      <a:lnTo>
                        <a:pt x="36056" y="25311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08" name="手繪多邊形: 圖案 407">
                  <a:extLst>
                    <a:ext uri="{FF2B5EF4-FFF2-40B4-BE49-F238E27FC236}">
                      <a16:creationId xmlns:a16="http://schemas.microsoft.com/office/drawing/2014/main" id="{6D124934-24A5-9A2B-F48B-5950875E0D53}"/>
                    </a:ext>
                  </a:extLst>
                </p:cNvPr>
                <p:cNvSpPr/>
                <p:nvPr/>
              </p:nvSpPr>
              <p:spPr>
                <a:xfrm>
                  <a:off x="28816171" y="31291767"/>
                  <a:ext cx="151004" cy="266593"/>
                </a:xfrm>
                <a:custGeom>
                  <a:avLst/>
                  <a:gdLst>
                    <a:gd name="connsiteX0" fmla="*/ 151005 w 151004"/>
                    <a:gd name="connsiteY0" fmla="*/ 210579 h 266593"/>
                    <a:gd name="connsiteX1" fmla="*/ 75501 w 151004"/>
                    <a:gd name="connsiteY1" fmla="*/ 266594 h 266593"/>
                    <a:gd name="connsiteX2" fmla="*/ 0 w 151004"/>
                    <a:gd name="connsiteY2" fmla="*/ 210579 h 266593"/>
                    <a:gd name="connsiteX3" fmla="*/ 0 w 151004"/>
                    <a:gd name="connsiteY3" fmla="*/ 56014 h 266593"/>
                    <a:gd name="connsiteX4" fmla="*/ 75501 w 151004"/>
                    <a:gd name="connsiteY4" fmla="*/ 0 h 266593"/>
                    <a:gd name="connsiteX5" fmla="*/ 151005 w 151004"/>
                    <a:gd name="connsiteY5" fmla="*/ 56014 h 266593"/>
                    <a:gd name="connsiteX6" fmla="*/ 151005 w 151004"/>
                    <a:gd name="connsiteY6" fmla="*/ 77582 h 266593"/>
                    <a:gd name="connsiteX7" fmla="*/ 144226 w 151004"/>
                    <a:gd name="connsiteY7" fmla="*/ 84770 h 266593"/>
                    <a:gd name="connsiteX8" fmla="*/ 122962 w 151004"/>
                    <a:gd name="connsiteY8" fmla="*/ 84770 h 266593"/>
                    <a:gd name="connsiteX9" fmla="*/ 115872 w 151004"/>
                    <a:gd name="connsiteY9" fmla="*/ 77582 h 266593"/>
                    <a:gd name="connsiteX10" fmla="*/ 115872 w 151004"/>
                    <a:gd name="connsiteY10" fmla="*/ 59309 h 266593"/>
                    <a:gd name="connsiteX11" fmla="*/ 75810 w 151004"/>
                    <a:gd name="connsiteY11" fmla="*/ 30254 h 266593"/>
                    <a:gd name="connsiteX12" fmla="*/ 36056 w 151004"/>
                    <a:gd name="connsiteY12" fmla="*/ 59309 h 266593"/>
                    <a:gd name="connsiteX13" fmla="*/ 36056 w 151004"/>
                    <a:gd name="connsiteY13" fmla="*/ 207883 h 266593"/>
                    <a:gd name="connsiteX14" fmla="*/ 75810 w 151004"/>
                    <a:gd name="connsiteY14" fmla="*/ 236939 h 266593"/>
                    <a:gd name="connsiteX15" fmla="*/ 115872 w 151004"/>
                    <a:gd name="connsiteY15" fmla="*/ 207883 h 266593"/>
                    <a:gd name="connsiteX16" fmla="*/ 115872 w 151004"/>
                    <a:gd name="connsiteY16" fmla="*/ 184519 h 266593"/>
                    <a:gd name="connsiteX17" fmla="*/ 122962 w 151004"/>
                    <a:gd name="connsiteY17" fmla="*/ 177629 h 266593"/>
                    <a:gd name="connsiteX18" fmla="*/ 144226 w 151004"/>
                    <a:gd name="connsiteY18" fmla="*/ 177629 h 266593"/>
                    <a:gd name="connsiteX19" fmla="*/ 151005 w 151004"/>
                    <a:gd name="connsiteY19" fmla="*/ 184519 h 266593"/>
                    <a:gd name="connsiteX20" fmla="*/ 151005 w 151004"/>
                    <a:gd name="connsiteY20" fmla="*/ 210879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004" h="266593">
                      <a:moveTo>
                        <a:pt x="151005" y="210579"/>
                      </a:moveTo>
                      <a:cubicBezTo>
                        <a:pt x="151005" y="240533"/>
                        <a:pt x="134364" y="266594"/>
                        <a:pt x="75501" y="266594"/>
                      </a:cubicBezTo>
                      <a:cubicBezTo>
                        <a:pt x="16641" y="266594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5501" y="0"/>
                      </a:cubicBezTo>
                      <a:cubicBezTo>
                        <a:pt x="134056" y="0"/>
                        <a:pt x="151005" y="26060"/>
                        <a:pt x="151005" y="56014"/>
                      </a:cubicBezTo>
                      <a:lnTo>
                        <a:pt x="151005" y="77582"/>
                      </a:lnTo>
                      <a:cubicBezTo>
                        <a:pt x="151005" y="82674"/>
                        <a:pt x="149156" y="84770"/>
                        <a:pt x="144226" y="84770"/>
                      </a:cubicBezTo>
                      <a:lnTo>
                        <a:pt x="122962" y="84770"/>
                      </a:lnTo>
                      <a:cubicBezTo>
                        <a:pt x="117721" y="84770"/>
                        <a:pt x="115872" y="82374"/>
                        <a:pt x="115872" y="77582"/>
                      </a:cubicBezTo>
                      <a:lnTo>
                        <a:pt x="115872" y="59309"/>
                      </a:lnTo>
                      <a:cubicBezTo>
                        <a:pt x="115872" y="41337"/>
                        <a:pt x="105087" y="30254"/>
                        <a:pt x="75810" y="30254"/>
                      </a:cubicBezTo>
                      <a:cubicBezTo>
                        <a:pt x="46533" y="30254"/>
                        <a:pt x="36056" y="41337"/>
                        <a:pt x="36056" y="59309"/>
                      </a:cubicBezTo>
                      <a:lnTo>
                        <a:pt x="36056" y="207883"/>
                      </a:lnTo>
                      <a:cubicBezTo>
                        <a:pt x="36056" y="225856"/>
                        <a:pt x="46226" y="236939"/>
                        <a:pt x="75810" y="236939"/>
                      </a:cubicBezTo>
                      <a:cubicBezTo>
                        <a:pt x="105395" y="236939"/>
                        <a:pt x="115872" y="225856"/>
                        <a:pt x="115872" y="207883"/>
                      </a:cubicBezTo>
                      <a:lnTo>
                        <a:pt x="115872" y="184519"/>
                      </a:lnTo>
                      <a:cubicBezTo>
                        <a:pt x="115872" y="179426"/>
                        <a:pt x="117721" y="177629"/>
                        <a:pt x="122962" y="177629"/>
                      </a:cubicBezTo>
                      <a:lnTo>
                        <a:pt x="144226" y="177629"/>
                      </a:lnTo>
                      <a:cubicBezTo>
                        <a:pt x="148847" y="177629"/>
                        <a:pt x="151005" y="179426"/>
                        <a:pt x="151005" y="184519"/>
                      </a:cubicBezTo>
                      <a:lnTo>
                        <a:pt x="151005" y="21087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409" name="圖形 18">
            <a:extLst>
              <a:ext uri="{FF2B5EF4-FFF2-40B4-BE49-F238E27FC236}">
                <a16:creationId xmlns:a16="http://schemas.microsoft.com/office/drawing/2014/main" id="{66622C0F-038E-1589-E4A4-049E39BD0D4E}"/>
              </a:ext>
            </a:extLst>
          </p:cNvPr>
          <p:cNvGrpSpPr/>
          <p:nvPr/>
        </p:nvGrpSpPr>
        <p:grpSpPr>
          <a:xfrm>
            <a:off x="32024583" y="25295805"/>
            <a:ext cx="47447373" cy="150547145"/>
            <a:chOff x="32024583" y="25295805"/>
            <a:chExt cx="47447373" cy="150547145"/>
          </a:xfrm>
        </p:grpSpPr>
        <p:sp>
          <p:nvSpPr>
            <p:cNvPr id="410" name="手繪多邊形: 圖案 409">
              <a:extLst>
                <a:ext uri="{FF2B5EF4-FFF2-40B4-BE49-F238E27FC236}">
                  <a16:creationId xmlns:a16="http://schemas.microsoft.com/office/drawing/2014/main" id="{25DBFDE7-A14E-2662-1DCD-C0B002D37CBE}"/>
                </a:ext>
              </a:extLst>
            </p:cNvPr>
            <p:cNvSpPr/>
            <p:nvPr/>
          </p:nvSpPr>
          <p:spPr>
            <a:xfrm>
              <a:off x="32024583" y="25295805"/>
              <a:ext cx="8735536" cy="8490859"/>
            </a:xfrm>
            <a:custGeom>
              <a:avLst/>
              <a:gdLst>
                <a:gd name="connsiteX0" fmla="*/ 8735538 w 8735536"/>
                <a:gd name="connsiteY0" fmla="*/ 4245430 h 8490859"/>
                <a:gd name="connsiteX1" fmla="*/ 4367770 w 8735536"/>
                <a:gd name="connsiteY1" fmla="*/ 8490859 h 8490859"/>
                <a:gd name="connsiteX2" fmla="*/ 2 w 8735536"/>
                <a:gd name="connsiteY2" fmla="*/ 4245429 h 8490859"/>
                <a:gd name="connsiteX3" fmla="*/ 4367770 w 8735536"/>
                <a:gd name="connsiteY3" fmla="*/ -1 h 8490859"/>
                <a:gd name="connsiteX4" fmla="*/ 8735538 w 8735536"/>
                <a:gd name="connsiteY4" fmla="*/ 4245430 h 849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536" h="8490859">
                  <a:moveTo>
                    <a:pt x="8735538" y="4245430"/>
                  </a:moveTo>
                  <a:cubicBezTo>
                    <a:pt x="8735538" y="6590116"/>
                    <a:pt x="6780021" y="8490859"/>
                    <a:pt x="4367770" y="8490859"/>
                  </a:cubicBezTo>
                  <a:cubicBezTo>
                    <a:pt x="1955518" y="8490859"/>
                    <a:pt x="2" y="6590115"/>
                    <a:pt x="2" y="4245429"/>
                  </a:cubicBezTo>
                  <a:cubicBezTo>
                    <a:pt x="2" y="1900742"/>
                    <a:pt x="1955520" y="-1"/>
                    <a:pt x="4367770" y="-1"/>
                  </a:cubicBezTo>
                  <a:cubicBezTo>
                    <a:pt x="6780023" y="-1"/>
                    <a:pt x="8735538" y="1900742"/>
                    <a:pt x="8735538" y="4245430"/>
                  </a:cubicBezTo>
                  <a:close/>
                </a:path>
              </a:pathLst>
            </a:custGeom>
            <a:noFill/>
            <a:ln w="141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411" name="圖形 18">
              <a:extLst>
                <a:ext uri="{FF2B5EF4-FFF2-40B4-BE49-F238E27FC236}">
                  <a16:creationId xmlns:a16="http://schemas.microsoft.com/office/drawing/2014/main" id="{1E97FA63-0BBC-8BEE-C089-7BE8A800C2DA}"/>
                </a:ext>
              </a:extLst>
            </p:cNvPr>
            <p:cNvGrpSpPr/>
            <p:nvPr/>
          </p:nvGrpSpPr>
          <p:grpSpPr>
            <a:xfrm>
              <a:off x="33334944" y="30343711"/>
              <a:ext cx="33214507" cy="23273031"/>
              <a:chOff x="33334944" y="30343711"/>
              <a:chExt cx="33214507" cy="23273031"/>
            </a:xfrm>
            <a:noFill/>
          </p:grpSpPr>
          <p:grpSp>
            <p:nvGrpSpPr>
              <p:cNvPr id="412" name="圖形 18">
                <a:extLst>
                  <a:ext uri="{FF2B5EF4-FFF2-40B4-BE49-F238E27FC236}">
                    <a16:creationId xmlns:a16="http://schemas.microsoft.com/office/drawing/2014/main" id="{93501274-DB30-50C4-9DEF-EAEE086FC7F2}"/>
                  </a:ext>
                </a:extLst>
              </p:cNvPr>
              <p:cNvGrpSpPr/>
              <p:nvPr/>
            </p:nvGrpSpPr>
            <p:grpSpPr>
              <a:xfrm>
                <a:off x="38393026" y="30343711"/>
                <a:ext cx="5741361" cy="23267730"/>
                <a:chOff x="38393026" y="30343711"/>
                <a:chExt cx="5741361" cy="23267730"/>
              </a:xfrm>
              <a:noFill/>
            </p:grpSpPr>
            <p:grpSp>
              <p:nvGrpSpPr>
                <p:cNvPr id="413" name="圖形 18">
                  <a:extLst>
                    <a:ext uri="{FF2B5EF4-FFF2-40B4-BE49-F238E27FC236}">
                      <a16:creationId xmlns:a16="http://schemas.microsoft.com/office/drawing/2014/main" id="{75273006-BFD6-F831-7A26-7362F6D90E5A}"/>
                    </a:ext>
                  </a:extLst>
                </p:cNvPr>
                <p:cNvGrpSpPr/>
                <p:nvPr/>
              </p:nvGrpSpPr>
              <p:grpSpPr>
                <a:xfrm>
                  <a:off x="38393026" y="30343711"/>
                  <a:ext cx="5741361" cy="10558351"/>
                  <a:chOff x="38393026" y="30343711"/>
                  <a:chExt cx="5741361" cy="10558351"/>
                </a:xfrm>
                <a:noFill/>
              </p:grpSpPr>
              <p:sp>
                <p:nvSpPr>
                  <p:cNvPr id="414" name="手繪多邊形: 圖案 413">
                    <a:extLst>
                      <a:ext uri="{FF2B5EF4-FFF2-40B4-BE49-F238E27FC236}">
                        <a16:creationId xmlns:a16="http://schemas.microsoft.com/office/drawing/2014/main" id="{098661DF-3BB9-60DD-E042-BCC2CF7E6D13}"/>
                      </a:ext>
                    </a:extLst>
                  </p:cNvPr>
                  <p:cNvSpPr/>
                  <p:nvPr/>
                </p:nvSpPr>
                <p:spPr>
                  <a:xfrm>
                    <a:off x="38393026" y="30343711"/>
                    <a:ext cx="516809" cy="29954"/>
                  </a:xfrm>
                  <a:custGeom>
                    <a:avLst/>
                    <a:gdLst>
                      <a:gd name="connsiteX0" fmla="*/ -1 w 516809"/>
                      <a:gd name="connsiteY0" fmla="*/ 0 h 29954"/>
                      <a:gd name="connsiteX1" fmla="*/ 516810 w 51680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16809" h="29954">
                        <a:moveTo>
                          <a:pt x="-1" y="0"/>
                        </a:moveTo>
                        <a:lnTo>
                          <a:pt x="516810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15" name="手繪多邊形: 圖案 414">
                    <a:extLst>
                      <a:ext uri="{FF2B5EF4-FFF2-40B4-BE49-F238E27FC236}">
                        <a16:creationId xmlns:a16="http://schemas.microsoft.com/office/drawing/2014/main" id="{3294C6C4-9993-88B2-C7D1-EC213E72EF7C}"/>
                      </a:ext>
                    </a:extLst>
                  </p:cNvPr>
                  <p:cNvSpPr/>
                  <p:nvPr/>
                </p:nvSpPr>
                <p:spPr>
                  <a:xfrm>
                    <a:off x="38457126" y="30343712"/>
                    <a:ext cx="452709" cy="595491"/>
                  </a:xfrm>
                  <a:custGeom>
                    <a:avLst/>
                    <a:gdLst>
                      <a:gd name="connsiteX0" fmla="*/ 452710 w 452709"/>
                      <a:gd name="connsiteY0" fmla="*/ 595492 h 595491"/>
                      <a:gd name="connsiteX1" fmla="*/ 134981 w 452709"/>
                      <a:gd name="connsiteY1" fmla="*/ 595492 h 595491"/>
                      <a:gd name="connsiteX2" fmla="*/ 0 w 452709"/>
                      <a:gd name="connsiteY2" fmla="*/ 464292 h 595491"/>
                      <a:gd name="connsiteX3" fmla="*/ 0 w 452709"/>
                      <a:gd name="connsiteY3" fmla="*/ 0 h 595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2709" h="595491">
                        <a:moveTo>
                          <a:pt x="452710" y="595492"/>
                        </a:moveTo>
                        <a:lnTo>
                          <a:pt x="134981" y="595492"/>
                        </a:lnTo>
                        <a:cubicBezTo>
                          <a:pt x="60403" y="595492"/>
                          <a:pt x="0" y="536781"/>
                          <a:pt x="0" y="464292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16" name="手繪多邊形: 圖案 415">
                    <a:extLst>
                      <a:ext uri="{FF2B5EF4-FFF2-40B4-BE49-F238E27FC236}">
                        <a16:creationId xmlns:a16="http://schemas.microsoft.com/office/drawing/2014/main" id="{33A9ED8C-C661-1C92-8F46-2D2278F039CA}"/>
                      </a:ext>
                    </a:extLst>
                  </p:cNvPr>
                  <p:cNvSpPr/>
                  <p:nvPr/>
                </p:nvSpPr>
                <p:spPr>
                  <a:xfrm>
                    <a:off x="38579472" y="30481202"/>
                    <a:ext cx="287219" cy="29954"/>
                  </a:xfrm>
                  <a:custGeom>
                    <a:avLst/>
                    <a:gdLst>
                      <a:gd name="connsiteX0" fmla="*/ 1 w 287219"/>
                      <a:gd name="connsiteY0" fmla="*/ 0 h 29954"/>
                      <a:gd name="connsiteX1" fmla="*/ 287218 w 28721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7219" h="29954">
                        <a:moveTo>
                          <a:pt x="1" y="0"/>
                        </a:moveTo>
                        <a:lnTo>
                          <a:pt x="287218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17" name="手繪多邊形: 圖案 416">
                    <a:extLst>
                      <a:ext uri="{FF2B5EF4-FFF2-40B4-BE49-F238E27FC236}">
                        <a16:creationId xmlns:a16="http://schemas.microsoft.com/office/drawing/2014/main" id="{965BECC5-1682-B3E5-A060-4C55A1D8A419}"/>
                      </a:ext>
                    </a:extLst>
                  </p:cNvPr>
                  <p:cNvSpPr/>
                  <p:nvPr/>
                </p:nvSpPr>
                <p:spPr>
                  <a:xfrm>
                    <a:off x="38557900" y="30638462"/>
                    <a:ext cx="308791" cy="29954"/>
                  </a:xfrm>
                  <a:custGeom>
                    <a:avLst/>
                    <a:gdLst>
                      <a:gd name="connsiteX0" fmla="*/ 0 w 308791"/>
                      <a:gd name="connsiteY0" fmla="*/ 0 h 29954"/>
                      <a:gd name="connsiteX1" fmla="*/ 308791 w 308791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791" h="29954">
                        <a:moveTo>
                          <a:pt x="0" y="0"/>
                        </a:moveTo>
                        <a:lnTo>
                          <a:pt x="308791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18" name="手繪多邊形: 圖案 417">
                    <a:extLst>
                      <a:ext uri="{FF2B5EF4-FFF2-40B4-BE49-F238E27FC236}">
                        <a16:creationId xmlns:a16="http://schemas.microsoft.com/office/drawing/2014/main" id="{CF7F51D2-BB6F-4A04-4B1A-FF74FCA2D924}"/>
                      </a:ext>
                    </a:extLst>
                  </p:cNvPr>
                  <p:cNvSpPr/>
                  <p:nvPr/>
                </p:nvSpPr>
                <p:spPr>
                  <a:xfrm>
                    <a:off x="39045433" y="30343712"/>
                    <a:ext cx="404634" cy="173136"/>
                  </a:xfrm>
                  <a:custGeom>
                    <a:avLst/>
                    <a:gdLst>
                      <a:gd name="connsiteX0" fmla="*/ 404634 w 404634"/>
                      <a:gd name="connsiteY0" fmla="*/ 173136 h 173136"/>
                      <a:gd name="connsiteX1" fmla="*/ 397547 w 404634"/>
                      <a:gd name="connsiteY1" fmla="*/ 173136 h 173136"/>
                      <a:gd name="connsiteX2" fmla="*/ 330055 w 404634"/>
                      <a:gd name="connsiteY2" fmla="*/ 107536 h 173136"/>
                      <a:gd name="connsiteX3" fmla="*/ 330055 w 404634"/>
                      <a:gd name="connsiteY3" fmla="*/ 0 h 173136"/>
                      <a:gd name="connsiteX4" fmla="*/ 0 w 404634"/>
                      <a:gd name="connsiteY4" fmla="*/ 0 h 173136"/>
                      <a:gd name="connsiteX5" fmla="*/ 0 w 404634"/>
                      <a:gd name="connsiteY5" fmla="*/ 72190 h 1731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4634" h="173136">
                        <a:moveTo>
                          <a:pt x="404634" y="173136"/>
                        </a:moveTo>
                        <a:lnTo>
                          <a:pt x="397547" y="173136"/>
                        </a:lnTo>
                        <a:cubicBezTo>
                          <a:pt x="360255" y="173136"/>
                          <a:pt x="330055" y="143781"/>
                          <a:pt x="330055" y="107536"/>
                        </a:cubicBezTo>
                        <a:lnTo>
                          <a:pt x="330055" y="0"/>
                        </a:lnTo>
                        <a:lnTo>
                          <a:pt x="0" y="0"/>
                        </a:lnTo>
                        <a:lnTo>
                          <a:pt x="0" y="7219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19" name="手繪多邊形: 圖案 418">
                    <a:extLst>
                      <a:ext uri="{FF2B5EF4-FFF2-40B4-BE49-F238E27FC236}">
                        <a16:creationId xmlns:a16="http://schemas.microsoft.com/office/drawing/2014/main" id="{514BD9D4-D566-F38D-2E36-535DB6572966}"/>
                      </a:ext>
                    </a:extLst>
                  </p:cNvPr>
                  <p:cNvSpPr/>
                  <p:nvPr/>
                </p:nvSpPr>
                <p:spPr>
                  <a:xfrm>
                    <a:off x="38758214" y="30737011"/>
                    <a:ext cx="99231" cy="98550"/>
                  </a:xfrm>
                  <a:custGeom>
                    <a:avLst/>
                    <a:gdLst>
                      <a:gd name="connsiteX0" fmla="*/ 0 w 99231"/>
                      <a:gd name="connsiteY0" fmla="*/ 0 h 98550"/>
                      <a:gd name="connsiteX1" fmla="*/ 0 w 99231"/>
                      <a:gd name="connsiteY1" fmla="*/ 32950 h 98550"/>
                      <a:gd name="connsiteX2" fmla="*/ 67490 w 99231"/>
                      <a:gd name="connsiteY2" fmla="*/ 98550 h 98550"/>
                      <a:gd name="connsiteX3" fmla="*/ 99232 w 99231"/>
                      <a:gd name="connsiteY3" fmla="*/ 98550 h 985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231" h="98550">
                        <a:moveTo>
                          <a:pt x="0" y="0"/>
                        </a:moveTo>
                        <a:lnTo>
                          <a:pt x="0" y="32950"/>
                        </a:lnTo>
                        <a:cubicBezTo>
                          <a:pt x="0" y="69195"/>
                          <a:pt x="30201" y="98550"/>
                          <a:pt x="67490" y="98550"/>
                        </a:cubicBezTo>
                        <a:lnTo>
                          <a:pt x="99232" y="9855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20" name="手繪多邊形: 圖案 419">
                    <a:extLst>
                      <a:ext uri="{FF2B5EF4-FFF2-40B4-BE49-F238E27FC236}">
                        <a16:creationId xmlns:a16="http://schemas.microsoft.com/office/drawing/2014/main" id="{C92FEC05-172A-B233-8801-6231CD33DE43}"/>
                      </a:ext>
                    </a:extLst>
                  </p:cNvPr>
                  <p:cNvSpPr/>
                  <p:nvPr/>
                </p:nvSpPr>
                <p:spPr>
                  <a:xfrm>
                    <a:off x="39021395" y="30638462"/>
                    <a:ext cx="396312" cy="300740"/>
                  </a:xfrm>
                  <a:custGeom>
                    <a:avLst/>
                    <a:gdLst>
                      <a:gd name="connsiteX0" fmla="*/ 396313 w 396312"/>
                      <a:gd name="connsiteY0" fmla="*/ 300741 h 300740"/>
                      <a:gd name="connsiteX1" fmla="*/ 23730 w 396312"/>
                      <a:gd name="connsiteY1" fmla="*/ 0 h 300740"/>
                      <a:gd name="connsiteX2" fmla="*/ 373817 w 396312"/>
                      <a:gd name="connsiteY2" fmla="*/ 0 h 300740"/>
                      <a:gd name="connsiteX3" fmla="*/ 0 w 396312"/>
                      <a:gd name="connsiteY3" fmla="*/ 300741 h 300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6312" h="300740">
                        <a:moveTo>
                          <a:pt x="396313" y="300741"/>
                        </a:moveTo>
                        <a:cubicBezTo>
                          <a:pt x="225891" y="300741"/>
                          <a:pt x="28660" y="180625"/>
                          <a:pt x="23730" y="0"/>
                        </a:cubicBezTo>
                        <a:lnTo>
                          <a:pt x="373817" y="0"/>
                        </a:lnTo>
                        <a:cubicBezTo>
                          <a:pt x="369502" y="179426"/>
                          <a:pt x="163334" y="300741"/>
                          <a:pt x="0" y="300741"/>
                        </a:cubicBez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21" name="手繪多邊形: 圖案 420">
                    <a:extLst>
                      <a:ext uri="{FF2B5EF4-FFF2-40B4-BE49-F238E27FC236}">
                        <a16:creationId xmlns:a16="http://schemas.microsoft.com/office/drawing/2014/main" id="{6C645F19-AD64-AC51-5536-556DAE5DA9A2}"/>
                      </a:ext>
                    </a:extLst>
                  </p:cNvPr>
                  <p:cNvSpPr/>
                  <p:nvPr/>
                </p:nvSpPr>
                <p:spPr>
                  <a:xfrm>
                    <a:off x="38591182" y="30481202"/>
                    <a:ext cx="145766" cy="354060"/>
                  </a:xfrm>
                  <a:custGeom>
                    <a:avLst/>
                    <a:gdLst>
                      <a:gd name="connsiteX0" fmla="*/ 145767 w 145766"/>
                      <a:gd name="connsiteY0" fmla="*/ 0 h 354060"/>
                      <a:gd name="connsiteX1" fmla="*/ 1 w 145766"/>
                      <a:gd name="connsiteY1" fmla="*/ 354061 h 354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5766" h="354060">
                        <a:moveTo>
                          <a:pt x="145767" y="0"/>
                        </a:moveTo>
                        <a:lnTo>
                          <a:pt x="1" y="354061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22" name="手繪多邊形: 圖案 421">
                    <a:extLst>
                      <a:ext uri="{FF2B5EF4-FFF2-40B4-BE49-F238E27FC236}">
                        <a16:creationId xmlns:a16="http://schemas.microsoft.com/office/drawing/2014/main" id="{1878BE57-CE6C-DE07-7F3B-F764585EA5EB}"/>
                      </a:ext>
                    </a:extLst>
                  </p:cNvPr>
                  <p:cNvSpPr/>
                  <p:nvPr/>
                </p:nvSpPr>
                <p:spPr>
                  <a:xfrm>
                    <a:off x="39003521" y="30415901"/>
                    <a:ext cx="41603" cy="100946"/>
                  </a:xfrm>
                  <a:custGeom>
                    <a:avLst/>
                    <a:gdLst>
                      <a:gd name="connsiteX0" fmla="*/ 41604 w 41603"/>
                      <a:gd name="connsiteY0" fmla="*/ 0 h 100946"/>
                      <a:gd name="connsiteX1" fmla="*/ -1 w 41603"/>
                      <a:gd name="connsiteY1" fmla="*/ 100946 h 1009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603" h="100946">
                        <a:moveTo>
                          <a:pt x="41604" y="0"/>
                        </a:moveTo>
                        <a:lnTo>
                          <a:pt x="-1" y="100946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23" name="手繪多邊形: 圖案 422">
                    <a:extLst>
                      <a:ext uri="{FF2B5EF4-FFF2-40B4-BE49-F238E27FC236}">
                        <a16:creationId xmlns:a16="http://schemas.microsoft.com/office/drawing/2014/main" id="{B8515338-C2A5-6A33-E5F4-92EBE1B547CD}"/>
                      </a:ext>
                    </a:extLst>
                  </p:cNvPr>
                  <p:cNvSpPr/>
                  <p:nvPr/>
                </p:nvSpPr>
                <p:spPr>
                  <a:xfrm>
                    <a:off x="38557900" y="30343711"/>
                    <a:ext cx="77968" cy="189910"/>
                  </a:xfrm>
                  <a:custGeom>
                    <a:avLst/>
                    <a:gdLst>
                      <a:gd name="connsiteX0" fmla="*/ 77968 w 77968"/>
                      <a:gd name="connsiteY0" fmla="*/ 0 h 189910"/>
                      <a:gd name="connsiteX1" fmla="*/ 0 w 77968"/>
                      <a:gd name="connsiteY1" fmla="*/ 189911 h 189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968" h="189910">
                        <a:moveTo>
                          <a:pt x="77968" y="0"/>
                        </a:moveTo>
                        <a:lnTo>
                          <a:pt x="0" y="189911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424" name="手繪多邊形: 圖案 423">
                  <a:extLst>
                    <a:ext uri="{FF2B5EF4-FFF2-40B4-BE49-F238E27FC236}">
                      <a16:creationId xmlns:a16="http://schemas.microsoft.com/office/drawing/2014/main" id="{86587267-DC27-B55F-CDE1-96E5F9FC212C}"/>
                    </a:ext>
                  </a:extLst>
                </p:cNvPr>
                <p:cNvSpPr/>
                <p:nvPr/>
              </p:nvSpPr>
              <p:spPr>
                <a:xfrm>
                  <a:off x="38428774" y="31063514"/>
                  <a:ext cx="1012664" cy="29954"/>
                </a:xfrm>
                <a:custGeom>
                  <a:avLst/>
                  <a:gdLst>
                    <a:gd name="connsiteX0" fmla="*/ 0 w 1012664"/>
                    <a:gd name="connsiteY0" fmla="*/ 0 h 29954"/>
                    <a:gd name="connsiteX1" fmla="*/ 1012664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0" y="0"/>
                      </a:moveTo>
                      <a:lnTo>
                        <a:pt x="1012664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25" name="手繪多邊形: 圖案 424">
                  <a:extLst>
                    <a:ext uri="{FF2B5EF4-FFF2-40B4-BE49-F238E27FC236}">
                      <a16:creationId xmlns:a16="http://schemas.microsoft.com/office/drawing/2014/main" id="{536584C7-6339-56E6-697F-98DB42DD1AA4}"/>
                    </a:ext>
                  </a:extLst>
                </p:cNvPr>
                <p:cNvSpPr/>
                <p:nvPr/>
              </p:nvSpPr>
              <p:spPr>
                <a:xfrm>
                  <a:off x="38463748" y="31201304"/>
                  <a:ext cx="943325" cy="454707"/>
                </a:xfrm>
                <a:custGeom>
                  <a:avLst/>
                  <a:gdLst>
                    <a:gd name="connsiteX0" fmla="*/ 942249 w 943325"/>
                    <a:gd name="connsiteY0" fmla="*/ 75486 h 454707"/>
                    <a:gd name="connsiteX1" fmla="*/ 900029 w 943325"/>
                    <a:gd name="connsiteY1" fmla="*/ 343277 h 454707"/>
                    <a:gd name="connsiteX2" fmla="*/ 766590 w 943325"/>
                    <a:gd name="connsiteY2" fmla="*/ 454708 h 454707"/>
                    <a:gd name="connsiteX3" fmla="*/ 176434 w 943325"/>
                    <a:gd name="connsiteY3" fmla="*/ 454708 h 454707"/>
                    <a:gd name="connsiteX4" fmla="*/ 42994 w 943325"/>
                    <a:gd name="connsiteY4" fmla="*/ 343277 h 454707"/>
                    <a:gd name="connsiteX5" fmla="*/ 774 w 943325"/>
                    <a:gd name="connsiteY5" fmla="*/ 75486 h 454707"/>
                    <a:gd name="connsiteX6" fmla="*/ 67649 w 943325"/>
                    <a:gd name="connsiteY6" fmla="*/ 0 h 454707"/>
                    <a:gd name="connsiteX7" fmla="*/ 875686 w 943325"/>
                    <a:gd name="connsiteY7" fmla="*/ 0 h 454707"/>
                    <a:gd name="connsiteX8" fmla="*/ 942557 w 943325"/>
                    <a:gd name="connsiteY8" fmla="*/ 75486 h 454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325" h="454707">
                      <a:moveTo>
                        <a:pt x="942249" y="75486"/>
                      </a:moveTo>
                      <a:lnTo>
                        <a:pt x="900029" y="343277"/>
                      </a:lnTo>
                      <a:cubicBezTo>
                        <a:pt x="889861" y="407379"/>
                        <a:pt x="833157" y="454708"/>
                        <a:pt x="766590" y="454708"/>
                      </a:cubicBezTo>
                      <a:lnTo>
                        <a:pt x="176434" y="454708"/>
                      </a:lnTo>
                      <a:cubicBezTo>
                        <a:pt x="109869" y="454708"/>
                        <a:pt x="53164" y="407379"/>
                        <a:pt x="42994" y="343277"/>
                      </a:cubicBezTo>
                      <a:lnTo>
                        <a:pt x="774" y="75486"/>
                      </a:lnTo>
                      <a:cubicBezTo>
                        <a:pt x="-5390" y="35646"/>
                        <a:pt x="26044" y="0"/>
                        <a:pt x="67649" y="0"/>
                      </a:cubicBezTo>
                      <a:lnTo>
                        <a:pt x="875686" y="0"/>
                      </a:lnTo>
                      <a:cubicBezTo>
                        <a:pt x="916980" y="0"/>
                        <a:pt x="948723" y="35946"/>
                        <a:pt x="942557" y="75486"/>
                      </a:cubicBezTo>
                      <a:close/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26" name="手繪多邊形: 圖案 425">
                  <a:extLst>
                    <a:ext uri="{FF2B5EF4-FFF2-40B4-BE49-F238E27FC236}">
                      <a16:creationId xmlns:a16="http://schemas.microsoft.com/office/drawing/2014/main" id="{049BC54D-4F4D-BD0C-9495-33BF9F13D69E}"/>
                    </a:ext>
                  </a:extLst>
                </p:cNvPr>
                <p:cNvSpPr/>
                <p:nvPr/>
              </p:nvSpPr>
              <p:spPr>
                <a:xfrm>
                  <a:off x="38608133" y="31063515"/>
                  <a:ext cx="205860" cy="337285"/>
                </a:xfrm>
                <a:custGeom>
                  <a:avLst/>
                  <a:gdLst>
                    <a:gd name="connsiteX0" fmla="*/ 205861 w 205860"/>
                    <a:gd name="connsiteY0" fmla="*/ 0 h 337285"/>
                    <a:gd name="connsiteX1" fmla="*/ 205861 w 205860"/>
                    <a:gd name="connsiteY1" fmla="*/ 206086 h 337285"/>
                    <a:gd name="connsiteX2" fmla="*/ 70880 w 205860"/>
                    <a:gd name="connsiteY2" fmla="*/ 337285 h 337285"/>
                    <a:gd name="connsiteX3" fmla="*/ 0 w 205860"/>
                    <a:gd name="connsiteY3" fmla="*/ 337285 h 337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860" h="337285">
                      <a:moveTo>
                        <a:pt x="205861" y="0"/>
                      </a:moveTo>
                      <a:lnTo>
                        <a:pt x="205861" y="206086"/>
                      </a:lnTo>
                      <a:cubicBezTo>
                        <a:pt x="205861" y="278575"/>
                        <a:pt x="145458" y="337285"/>
                        <a:pt x="70880" y="337285"/>
                      </a:cubicBezTo>
                      <a:lnTo>
                        <a:pt x="0" y="337285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27" name="手繪多邊形: 圖案 426">
                  <a:extLst>
                    <a:ext uri="{FF2B5EF4-FFF2-40B4-BE49-F238E27FC236}">
                      <a16:creationId xmlns:a16="http://schemas.microsoft.com/office/drawing/2014/main" id="{8CEBB60F-EF94-860E-E8BC-4263988E5BC5}"/>
                    </a:ext>
                  </a:extLst>
                </p:cNvPr>
                <p:cNvSpPr/>
                <p:nvPr/>
              </p:nvSpPr>
              <p:spPr>
                <a:xfrm>
                  <a:off x="39056836" y="31063515"/>
                  <a:ext cx="195690" cy="337285"/>
                </a:xfrm>
                <a:custGeom>
                  <a:avLst/>
                  <a:gdLst>
                    <a:gd name="connsiteX0" fmla="*/ 0 w 195690"/>
                    <a:gd name="connsiteY0" fmla="*/ 0 h 337285"/>
                    <a:gd name="connsiteX1" fmla="*/ 0 w 195690"/>
                    <a:gd name="connsiteY1" fmla="*/ 206086 h 337285"/>
                    <a:gd name="connsiteX2" fmla="*/ 134981 w 195690"/>
                    <a:gd name="connsiteY2" fmla="*/ 337285 h 337285"/>
                    <a:gd name="connsiteX3" fmla="*/ 195691 w 195690"/>
                    <a:gd name="connsiteY3" fmla="*/ 337285 h 337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690" h="337285">
                      <a:moveTo>
                        <a:pt x="0" y="0"/>
                      </a:moveTo>
                      <a:lnTo>
                        <a:pt x="0" y="206086"/>
                      </a:lnTo>
                      <a:cubicBezTo>
                        <a:pt x="0" y="278575"/>
                        <a:pt x="60401" y="337285"/>
                        <a:pt x="134981" y="337285"/>
                      </a:cubicBezTo>
                      <a:lnTo>
                        <a:pt x="195691" y="337285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28" name="手繪多邊形: 圖案 427">
                  <a:extLst>
                    <a:ext uri="{FF2B5EF4-FFF2-40B4-BE49-F238E27FC236}">
                      <a16:creationId xmlns:a16="http://schemas.microsoft.com/office/drawing/2014/main" id="{0B4A7E0F-BAF2-EB8C-A2C1-89F6BCC65EB7}"/>
                    </a:ext>
                  </a:extLst>
                </p:cNvPr>
                <p:cNvSpPr/>
                <p:nvPr/>
              </p:nvSpPr>
              <p:spPr>
                <a:xfrm>
                  <a:off x="38743113" y="31529604"/>
                  <a:ext cx="383986" cy="29954"/>
                </a:xfrm>
                <a:custGeom>
                  <a:avLst/>
                  <a:gdLst>
                    <a:gd name="connsiteX0" fmla="*/ 1 w 383986"/>
                    <a:gd name="connsiteY0" fmla="*/ 0 h 29954"/>
                    <a:gd name="connsiteX1" fmla="*/ 383988 w 383986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3986" h="29954">
                      <a:moveTo>
                        <a:pt x="1" y="0"/>
                      </a:moveTo>
                      <a:lnTo>
                        <a:pt x="38398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29" name="圖形 18">
                <a:extLst>
                  <a:ext uri="{FF2B5EF4-FFF2-40B4-BE49-F238E27FC236}">
                    <a16:creationId xmlns:a16="http://schemas.microsoft.com/office/drawing/2014/main" id="{13F4BB41-B9C6-D7F9-990C-CCD5CE387215}"/>
                  </a:ext>
                </a:extLst>
              </p:cNvPr>
              <p:cNvGrpSpPr/>
              <p:nvPr/>
            </p:nvGrpSpPr>
            <p:grpSpPr>
              <a:xfrm>
                <a:off x="34975362" y="30343712"/>
                <a:ext cx="5759763" cy="23273031"/>
                <a:chOff x="34975362" y="30343712"/>
                <a:chExt cx="5759763" cy="23273031"/>
              </a:xfrm>
              <a:noFill/>
            </p:grpSpPr>
            <p:sp>
              <p:nvSpPr>
                <p:cNvPr id="430" name="手繪多邊形: 圖案 429">
                  <a:extLst>
                    <a:ext uri="{FF2B5EF4-FFF2-40B4-BE49-F238E27FC236}">
                      <a16:creationId xmlns:a16="http://schemas.microsoft.com/office/drawing/2014/main" id="{DA25B97C-B51B-C32A-23B7-96515C1FBCEC}"/>
                    </a:ext>
                  </a:extLst>
                </p:cNvPr>
                <p:cNvSpPr/>
                <p:nvPr/>
              </p:nvSpPr>
              <p:spPr>
                <a:xfrm>
                  <a:off x="35457964" y="30596226"/>
                  <a:ext cx="577828" cy="29954"/>
                </a:xfrm>
                <a:custGeom>
                  <a:avLst/>
                  <a:gdLst>
                    <a:gd name="connsiteX0" fmla="*/ 0 w 577828"/>
                    <a:gd name="connsiteY0" fmla="*/ 0 h 29954"/>
                    <a:gd name="connsiteX1" fmla="*/ 577828 w 577828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828" h="29954">
                      <a:moveTo>
                        <a:pt x="0" y="0"/>
                      </a:moveTo>
                      <a:lnTo>
                        <a:pt x="57782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1" name="手繪多邊形: 圖案 430">
                  <a:extLst>
                    <a:ext uri="{FF2B5EF4-FFF2-40B4-BE49-F238E27FC236}">
                      <a16:creationId xmlns:a16="http://schemas.microsoft.com/office/drawing/2014/main" id="{C95CA964-A4F1-BCC3-FC46-73536FFC9940}"/>
                    </a:ext>
                  </a:extLst>
                </p:cNvPr>
                <p:cNvSpPr/>
                <p:nvPr/>
              </p:nvSpPr>
              <p:spPr>
                <a:xfrm>
                  <a:off x="35457964" y="31529604"/>
                  <a:ext cx="577828" cy="29954"/>
                </a:xfrm>
                <a:custGeom>
                  <a:avLst/>
                  <a:gdLst>
                    <a:gd name="connsiteX0" fmla="*/ 0 w 577828"/>
                    <a:gd name="connsiteY0" fmla="*/ 0 h 29954"/>
                    <a:gd name="connsiteX1" fmla="*/ 577828 w 577828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828" h="29954">
                      <a:moveTo>
                        <a:pt x="0" y="0"/>
                      </a:moveTo>
                      <a:lnTo>
                        <a:pt x="57782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2" name="手繪多邊形: 圖案 431">
                  <a:extLst>
                    <a:ext uri="{FF2B5EF4-FFF2-40B4-BE49-F238E27FC236}">
                      <a16:creationId xmlns:a16="http://schemas.microsoft.com/office/drawing/2014/main" id="{4B352FF7-C62B-9E38-724A-253119E2ED33}"/>
                    </a:ext>
                  </a:extLst>
                </p:cNvPr>
                <p:cNvSpPr/>
                <p:nvPr/>
              </p:nvSpPr>
              <p:spPr>
                <a:xfrm>
                  <a:off x="35223135" y="30933213"/>
                  <a:ext cx="30817" cy="723097"/>
                </a:xfrm>
                <a:custGeom>
                  <a:avLst/>
                  <a:gdLst>
                    <a:gd name="connsiteX0" fmla="*/ 0 w 30817"/>
                    <a:gd name="connsiteY0" fmla="*/ 723098 h 723097"/>
                    <a:gd name="connsiteX1" fmla="*/ 0 w 30817"/>
                    <a:gd name="connsiteY1" fmla="*/ 0 h 723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723097">
                      <a:moveTo>
                        <a:pt x="0" y="723098"/>
                      </a:moveTo>
                      <a:lnTo>
                        <a:pt x="0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3" name="手繪多邊形: 圖案 432">
                  <a:extLst>
                    <a:ext uri="{FF2B5EF4-FFF2-40B4-BE49-F238E27FC236}">
                      <a16:creationId xmlns:a16="http://schemas.microsoft.com/office/drawing/2014/main" id="{4AE193A1-FD2C-F288-4D40-D43FF4F1115D}"/>
                    </a:ext>
                  </a:extLst>
                </p:cNvPr>
                <p:cNvSpPr/>
                <p:nvPr/>
              </p:nvSpPr>
              <p:spPr>
                <a:xfrm>
                  <a:off x="34975362" y="30343712"/>
                  <a:ext cx="378438" cy="572427"/>
                </a:xfrm>
                <a:custGeom>
                  <a:avLst/>
                  <a:gdLst>
                    <a:gd name="connsiteX0" fmla="*/ 378438 w 378438"/>
                    <a:gd name="connsiteY0" fmla="*/ 0 h 572427"/>
                    <a:gd name="connsiteX1" fmla="*/ 0 w 378438"/>
                    <a:gd name="connsiteY1" fmla="*/ 572427 h 572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8438" h="572427">
                      <a:moveTo>
                        <a:pt x="378438" y="0"/>
                      </a:moveTo>
                      <a:cubicBezTo>
                        <a:pt x="378438" y="0"/>
                        <a:pt x="342074" y="393899"/>
                        <a:pt x="0" y="572427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34" name="圖形 18">
                <a:extLst>
                  <a:ext uri="{FF2B5EF4-FFF2-40B4-BE49-F238E27FC236}">
                    <a16:creationId xmlns:a16="http://schemas.microsoft.com/office/drawing/2014/main" id="{6FE43E57-343B-EC58-7FC3-A306348CC103}"/>
                  </a:ext>
                </a:extLst>
              </p:cNvPr>
              <p:cNvGrpSpPr/>
              <p:nvPr/>
            </p:nvGrpSpPr>
            <p:grpSpPr>
              <a:xfrm>
                <a:off x="33334944" y="30353596"/>
                <a:ext cx="5500320" cy="23097765"/>
                <a:chOff x="33334944" y="30353596"/>
                <a:chExt cx="5500320" cy="23097765"/>
              </a:xfrm>
              <a:noFill/>
            </p:grpSpPr>
            <p:sp>
              <p:nvSpPr>
                <p:cNvPr id="435" name="手繪多邊形: 圖案 434">
                  <a:extLst>
                    <a:ext uri="{FF2B5EF4-FFF2-40B4-BE49-F238E27FC236}">
                      <a16:creationId xmlns:a16="http://schemas.microsoft.com/office/drawing/2014/main" id="{C5FF1098-E148-F1DA-0AB3-4407A5327AED}"/>
                    </a:ext>
                  </a:extLst>
                </p:cNvPr>
                <p:cNvSpPr/>
                <p:nvPr/>
              </p:nvSpPr>
              <p:spPr>
                <a:xfrm>
                  <a:off x="33334945" y="30474911"/>
                  <a:ext cx="1012664" cy="29954"/>
                </a:xfrm>
                <a:custGeom>
                  <a:avLst/>
                  <a:gdLst>
                    <a:gd name="connsiteX0" fmla="*/ -1 w 1012664"/>
                    <a:gd name="connsiteY0" fmla="*/ 0 h 29954"/>
                    <a:gd name="connsiteX1" fmla="*/ 1012665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-1" y="0"/>
                      </a:moveTo>
                      <a:lnTo>
                        <a:pt x="1012665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6" name="手繪多邊形: 圖案 435">
                  <a:extLst>
                    <a:ext uri="{FF2B5EF4-FFF2-40B4-BE49-F238E27FC236}">
                      <a16:creationId xmlns:a16="http://schemas.microsoft.com/office/drawing/2014/main" id="{9519B8C8-A31F-A275-2A66-273A3FDC67A1}"/>
                    </a:ext>
                  </a:extLst>
                </p:cNvPr>
                <p:cNvSpPr/>
                <p:nvPr/>
              </p:nvSpPr>
              <p:spPr>
                <a:xfrm>
                  <a:off x="33334945" y="30848742"/>
                  <a:ext cx="1012664" cy="29954"/>
                </a:xfrm>
                <a:custGeom>
                  <a:avLst/>
                  <a:gdLst>
                    <a:gd name="connsiteX0" fmla="*/ -1 w 1012664"/>
                    <a:gd name="connsiteY0" fmla="*/ 0 h 29954"/>
                    <a:gd name="connsiteX1" fmla="*/ 1012665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-1" y="0"/>
                      </a:moveTo>
                      <a:lnTo>
                        <a:pt x="1012665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7" name="手繪多邊形: 圖案 436">
                  <a:extLst>
                    <a:ext uri="{FF2B5EF4-FFF2-40B4-BE49-F238E27FC236}">
                      <a16:creationId xmlns:a16="http://schemas.microsoft.com/office/drawing/2014/main" id="{25FE6431-93E9-5E59-E25C-B0F0471FCB61}"/>
                    </a:ext>
                  </a:extLst>
                </p:cNvPr>
                <p:cNvSpPr/>
                <p:nvPr/>
              </p:nvSpPr>
              <p:spPr>
                <a:xfrm>
                  <a:off x="33598126" y="30353596"/>
                  <a:ext cx="30817" cy="242630"/>
                </a:xfrm>
                <a:custGeom>
                  <a:avLst/>
                  <a:gdLst>
                    <a:gd name="connsiteX0" fmla="*/ 0 w 30817"/>
                    <a:gd name="connsiteY0" fmla="*/ 0 h 242630"/>
                    <a:gd name="connsiteX1" fmla="*/ 0 w 30817"/>
                    <a:gd name="connsiteY1" fmla="*/ 242630 h 242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42630">
                      <a:moveTo>
                        <a:pt x="0" y="0"/>
                      </a:moveTo>
                      <a:lnTo>
                        <a:pt x="0" y="24263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8" name="手繪多邊形: 圖案 437">
                  <a:extLst>
                    <a:ext uri="{FF2B5EF4-FFF2-40B4-BE49-F238E27FC236}">
                      <a16:creationId xmlns:a16="http://schemas.microsoft.com/office/drawing/2014/main" id="{393BCE08-B5F1-7E5B-9A0F-2EEF46EB7D7C}"/>
                    </a:ext>
                  </a:extLst>
                </p:cNvPr>
                <p:cNvSpPr/>
                <p:nvPr/>
              </p:nvSpPr>
              <p:spPr>
                <a:xfrm>
                  <a:off x="34102609" y="30353596"/>
                  <a:ext cx="30817" cy="242630"/>
                </a:xfrm>
                <a:custGeom>
                  <a:avLst/>
                  <a:gdLst>
                    <a:gd name="connsiteX0" fmla="*/ 0 w 30817"/>
                    <a:gd name="connsiteY0" fmla="*/ 0 h 242630"/>
                    <a:gd name="connsiteX1" fmla="*/ 0 w 30817"/>
                    <a:gd name="connsiteY1" fmla="*/ 242630 h 242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42630">
                      <a:moveTo>
                        <a:pt x="0" y="0"/>
                      </a:moveTo>
                      <a:lnTo>
                        <a:pt x="0" y="24263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39" name="手繪多邊形: 圖案 438">
                  <a:extLst>
                    <a:ext uri="{FF2B5EF4-FFF2-40B4-BE49-F238E27FC236}">
                      <a16:creationId xmlns:a16="http://schemas.microsoft.com/office/drawing/2014/main" id="{DEB7CE82-F3FC-2327-46B4-C855083F94B4}"/>
                    </a:ext>
                  </a:extLst>
                </p:cNvPr>
                <p:cNvSpPr/>
                <p:nvPr/>
              </p:nvSpPr>
              <p:spPr>
                <a:xfrm>
                  <a:off x="33944207" y="31055726"/>
                  <a:ext cx="313107" cy="600584"/>
                </a:xfrm>
                <a:custGeom>
                  <a:avLst/>
                  <a:gdLst>
                    <a:gd name="connsiteX0" fmla="*/ 0 w 313107"/>
                    <a:gd name="connsiteY0" fmla="*/ 0 h 600584"/>
                    <a:gd name="connsiteX1" fmla="*/ 110636 w 313107"/>
                    <a:gd name="connsiteY1" fmla="*/ 0 h 600584"/>
                    <a:gd name="connsiteX2" fmla="*/ 313107 w 313107"/>
                    <a:gd name="connsiteY2" fmla="*/ 196800 h 600584"/>
                    <a:gd name="connsiteX3" fmla="*/ 313107 w 313107"/>
                    <a:gd name="connsiteY3" fmla="*/ 469385 h 600584"/>
                    <a:gd name="connsiteX4" fmla="*/ 178126 w 313107"/>
                    <a:gd name="connsiteY4" fmla="*/ 600584 h 600584"/>
                    <a:gd name="connsiteX5" fmla="*/ 91221 w 313107"/>
                    <a:gd name="connsiteY5" fmla="*/ 600584 h 6005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3107" h="600584">
                      <a:moveTo>
                        <a:pt x="0" y="0"/>
                      </a:moveTo>
                      <a:lnTo>
                        <a:pt x="110636" y="0"/>
                      </a:lnTo>
                      <a:cubicBezTo>
                        <a:pt x="222504" y="0"/>
                        <a:pt x="313107" y="88066"/>
                        <a:pt x="313107" y="196800"/>
                      </a:cubicBezTo>
                      <a:lnTo>
                        <a:pt x="313107" y="469385"/>
                      </a:lnTo>
                      <a:cubicBezTo>
                        <a:pt x="313107" y="541874"/>
                        <a:pt x="252704" y="600584"/>
                        <a:pt x="178126" y="600584"/>
                      </a:cubicBezTo>
                      <a:lnTo>
                        <a:pt x="91221" y="600584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40" name="手繪多邊形: 圖案 439">
                  <a:extLst>
                    <a:ext uri="{FF2B5EF4-FFF2-40B4-BE49-F238E27FC236}">
                      <a16:creationId xmlns:a16="http://schemas.microsoft.com/office/drawing/2014/main" id="{A68D0E1D-1A88-802E-D703-D1E13E4B7DC7}"/>
                    </a:ext>
                  </a:extLst>
                </p:cNvPr>
                <p:cNvSpPr/>
                <p:nvPr/>
              </p:nvSpPr>
              <p:spPr>
                <a:xfrm>
                  <a:off x="33334944" y="30710053"/>
                  <a:ext cx="506352" cy="946257"/>
                </a:xfrm>
                <a:custGeom>
                  <a:avLst/>
                  <a:gdLst>
                    <a:gd name="connsiteX0" fmla="*/ 506334 w 506352"/>
                    <a:gd name="connsiteY0" fmla="*/ 0 h 946257"/>
                    <a:gd name="connsiteX1" fmla="*/ 0 w 506352"/>
                    <a:gd name="connsiteY1" fmla="*/ 946258 h 946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6352" h="946257">
                      <a:moveTo>
                        <a:pt x="506334" y="0"/>
                      </a:moveTo>
                      <a:cubicBezTo>
                        <a:pt x="506334" y="0"/>
                        <a:pt x="517428" y="567935"/>
                        <a:pt x="0" y="946258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41" name="圖形 18">
                <a:extLst>
                  <a:ext uri="{FF2B5EF4-FFF2-40B4-BE49-F238E27FC236}">
                    <a16:creationId xmlns:a16="http://schemas.microsoft.com/office/drawing/2014/main" id="{1FD672D1-6407-11F1-3BAA-F0C50367894D}"/>
                  </a:ext>
                </a:extLst>
              </p:cNvPr>
              <p:cNvGrpSpPr/>
              <p:nvPr/>
            </p:nvGrpSpPr>
            <p:grpSpPr>
              <a:xfrm>
                <a:off x="36711005" y="30343712"/>
                <a:ext cx="5501993" cy="23273014"/>
                <a:chOff x="36711005" y="30343712"/>
                <a:chExt cx="5501993" cy="23273014"/>
              </a:xfrm>
              <a:noFill/>
            </p:grpSpPr>
            <p:sp>
              <p:nvSpPr>
                <p:cNvPr id="442" name="手繪多邊形: 圖案 441">
                  <a:extLst>
                    <a:ext uri="{FF2B5EF4-FFF2-40B4-BE49-F238E27FC236}">
                      <a16:creationId xmlns:a16="http://schemas.microsoft.com/office/drawing/2014/main" id="{2F6AB279-C88B-C059-4D4E-8C4F2C4F5B08}"/>
                    </a:ext>
                  </a:extLst>
                </p:cNvPr>
                <p:cNvSpPr/>
                <p:nvPr/>
              </p:nvSpPr>
              <p:spPr>
                <a:xfrm>
                  <a:off x="36711005" y="30933213"/>
                  <a:ext cx="1012972" cy="29954"/>
                </a:xfrm>
                <a:custGeom>
                  <a:avLst/>
                  <a:gdLst>
                    <a:gd name="connsiteX0" fmla="*/ 1 w 1012972"/>
                    <a:gd name="connsiteY0" fmla="*/ 0 h 29954"/>
                    <a:gd name="connsiteX1" fmla="*/ 1012973 w 101297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972" h="29954">
                      <a:moveTo>
                        <a:pt x="1" y="0"/>
                      </a:moveTo>
                      <a:lnTo>
                        <a:pt x="1012973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43" name="手繪多邊形: 圖案 442">
                  <a:extLst>
                    <a:ext uri="{FF2B5EF4-FFF2-40B4-BE49-F238E27FC236}">
                      <a16:creationId xmlns:a16="http://schemas.microsoft.com/office/drawing/2014/main" id="{782D9D21-C362-19CE-33AE-87FAE9F5A8F2}"/>
                    </a:ext>
                  </a:extLst>
                </p:cNvPr>
                <p:cNvSpPr/>
                <p:nvPr/>
              </p:nvSpPr>
              <p:spPr>
                <a:xfrm>
                  <a:off x="36806231" y="30343712"/>
                  <a:ext cx="917746" cy="589501"/>
                </a:xfrm>
                <a:custGeom>
                  <a:avLst/>
                  <a:gdLst>
                    <a:gd name="connsiteX0" fmla="*/ 917747 w 917746"/>
                    <a:gd name="connsiteY0" fmla="*/ 0 h 589501"/>
                    <a:gd name="connsiteX1" fmla="*/ 269962 w 917746"/>
                    <a:gd name="connsiteY1" fmla="*/ 0 h 589501"/>
                    <a:gd name="connsiteX2" fmla="*/ 0 w 917746"/>
                    <a:gd name="connsiteY2" fmla="*/ 262399 h 589501"/>
                    <a:gd name="connsiteX3" fmla="*/ 0 w 917746"/>
                    <a:gd name="connsiteY3" fmla="*/ 589501 h 5895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7746" h="589501">
                      <a:moveTo>
                        <a:pt x="917747" y="0"/>
                      </a:moveTo>
                      <a:lnTo>
                        <a:pt x="269962" y="0"/>
                      </a:lnTo>
                      <a:cubicBezTo>
                        <a:pt x="120806" y="0"/>
                        <a:pt x="0" y="117421"/>
                        <a:pt x="0" y="262399"/>
                      </a:cubicBezTo>
                      <a:lnTo>
                        <a:pt x="0" y="589501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44" name="手繪多邊形: 圖案 443">
                  <a:extLst>
                    <a:ext uri="{FF2B5EF4-FFF2-40B4-BE49-F238E27FC236}">
                      <a16:creationId xmlns:a16="http://schemas.microsoft.com/office/drawing/2014/main" id="{4665A54D-0BB7-2E9F-F0E7-BD4FDED0D8C8}"/>
                    </a:ext>
                  </a:extLst>
                </p:cNvPr>
                <p:cNvSpPr/>
                <p:nvPr/>
              </p:nvSpPr>
              <p:spPr>
                <a:xfrm>
                  <a:off x="37384059" y="30481202"/>
                  <a:ext cx="227741" cy="1175108"/>
                </a:xfrm>
                <a:custGeom>
                  <a:avLst/>
                  <a:gdLst>
                    <a:gd name="connsiteX0" fmla="*/ 227742 w 227741"/>
                    <a:gd name="connsiteY0" fmla="*/ 0 h 1175108"/>
                    <a:gd name="connsiteX1" fmla="*/ 227742 w 227741"/>
                    <a:gd name="connsiteY1" fmla="*/ 1043909 h 1175108"/>
                    <a:gd name="connsiteX2" fmla="*/ 92761 w 227741"/>
                    <a:gd name="connsiteY2" fmla="*/ 1175109 h 1175108"/>
                    <a:gd name="connsiteX3" fmla="*/ 0 w 227741"/>
                    <a:gd name="connsiteY3" fmla="*/ 1175109 h 11751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741" h="1175108">
                      <a:moveTo>
                        <a:pt x="227742" y="0"/>
                      </a:moveTo>
                      <a:lnTo>
                        <a:pt x="227742" y="1043909"/>
                      </a:lnTo>
                      <a:cubicBezTo>
                        <a:pt x="227742" y="1116398"/>
                        <a:pt x="167339" y="1175109"/>
                        <a:pt x="92761" y="1175109"/>
                      </a:cubicBezTo>
                      <a:lnTo>
                        <a:pt x="0" y="1175109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45" name="手繪多邊形: 圖案 444">
                  <a:extLst>
                    <a:ext uri="{FF2B5EF4-FFF2-40B4-BE49-F238E27FC236}">
                      <a16:creationId xmlns:a16="http://schemas.microsoft.com/office/drawing/2014/main" id="{CD08FB66-C59E-3EFB-91F5-134092E6BBD1}"/>
                    </a:ext>
                  </a:extLst>
                </p:cNvPr>
                <p:cNvSpPr/>
                <p:nvPr/>
              </p:nvSpPr>
              <p:spPr>
                <a:xfrm>
                  <a:off x="36711006" y="30933213"/>
                  <a:ext cx="673053" cy="723097"/>
                </a:xfrm>
                <a:custGeom>
                  <a:avLst/>
                  <a:gdLst>
                    <a:gd name="connsiteX0" fmla="*/ 673054 w 673053"/>
                    <a:gd name="connsiteY0" fmla="*/ 0 h 723097"/>
                    <a:gd name="connsiteX1" fmla="*/ 0 w 673053"/>
                    <a:gd name="connsiteY1" fmla="*/ 723097 h 723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3053" h="723097">
                      <a:moveTo>
                        <a:pt x="673054" y="0"/>
                      </a:moveTo>
                      <a:cubicBezTo>
                        <a:pt x="673054" y="0"/>
                        <a:pt x="578444" y="596391"/>
                        <a:pt x="0" y="723097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446" name="圖形 18">
              <a:extLst>
                <a:ext uri="{FF2B5EF4-FFF2-40B4-BE49-F238E27FC236}">
                  <a16:creationId xmlns:a16="http://schemas.microsoft.com/office/drawing/2014/main" id="{67DB18C1-6AB4-D374-2EDE-462C688BE570}"/>
                </a:ext>
              </a:extLst>
            </p:cNvPr>
            <p:cNvGrpSpPr/>
            <p:nvPr/>
          </p:nvGrpSpPr>
          <p:grpSpPr>
            <a:xfrm>
              <a:off x="35082138" y="26714906"/>
              <a:ext cx="14235006" cy="33900851"/>
              <a:chOff x="35082138" y="26714906"/>
              <a:chExt cx="14235006" cy="33900851"/>
            </a:xfrm>
          </p:grpSpPr>
          <p:sp>
            <p:nvSpPr>
              <p:cNvPr id="447" name="手繪多邊形: 圖案 446">
                <a:extLst>
                  <a:ext uri="{FF2B5EF4-FFF2-40B4-BE49-F238E27FC236}">
                    <a16:creationId xmlns:a16="http://schemas.microsoft.com/office/drawing/2014/main" id="{EAD97F25-A343-A980-2509-F65A0E027B86}"/>
                  </a:ext>
                </a:extLst>
              </p:cNvPr>
              <p:cNvSpPr/>
              <p:nvPr/>
            </p:nvSpPr>
            <p:spPr>
              <a:xfrm>
                <a:off x="35082138" y="26714906"/>
                <a:ext cx="2620807" cy="1912008"/>
              </a:xfrm>
              <a:custGeom>
                <a:avLst/>
                <a:gdLst>
                  <a:gd name="connsiteX0" fmla="*/ 1597125 w 2620807"/>
                  <a:gd name="connsiteY0" fmla="*/ 1894448 h 1912008"/>
                  <a:gd name="connsiteX1" fmla="*/ 2422110 w 2620807"/>
                  <a:gd name="connsiteY1" fmla="*/ 1373542 h 1912008"/>
                  <a:gd name="connsiteX2" fmla="*/ 2605475 w 2620807"/>
                  <a:gd name="connsiteY2" fmla="*/ 388343 h 1912008"/>
                  <a:gd name="connsiteX3" fmla="*/ 1914238 w 2620807"/>
                  <a:gd name="connsiteY3" fmla="*/ 18707 h 1912008"/>
                  <a:gd name="connsiteX4" fmla="*/ 719442 w 2620807"/>
                  <a:gd name="connsiteY4" fmla="*/ 18707 h 1912008"/>
                  <a:gd name="connsiteX5" fmla="*/ 13411 w 2620807"/>
                  <a:gd name="connsiteY5" fmla="*/ 388343 h 1912008"/>
                  <a:gd name="connsiteX6" fmla="*/ 214034 w 2620807"/>
                  <a:gd name="connsiteY6" fmla="*/ 1373542 h 1912008"/>
                  <a:gd name="connsiteX7" fmla="*/ 1076616 w 2620807"/>
                  <a:gd name="connsiteY7" fmla="*/ 1894448 h 1912008"/>
                  <a:gd name="connsiteX8" fmla="*/ 1597433 w 2620807"/>
                  <a:gd name="connsiteY8" fmla="*/ 1894448 h 1912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0807" h="1912008">
                    <a:moveTo>
                      <a:pt x="1597125" y="1894448"/>
                    </a:moveTo>
                    <a:cubicBezTo>
                      <a:pt x="2079420" y="2004081"/>
                      <a:pt x="2340135" y="1572439"/>
                      <a:pt x="2422110" y="1373542"/>
                    </a:cubicBezTo>
                    <a:cubicBezTo>
                      <a:pt x="2556783" y="1046740"/>
                      <a:pt x="2661255" y="615398"/>
                      <a:pt x="2605475" y="388343"/>
                    </a:cubicBezTo>
                    <a:cubicBezTo>
                      <a:pt x="2531204" y="86104"/>
                      <a:pt x="2257544" y="-53483"/>
                      <a:pt x="1914238" y="18707"/>
                    </a:cubicBezTo>
                    <a:cubicBezTo>
                      <a:pt x="1156126" y="178364"/>
                      <a:pt x="1197422" y="110367"/>
                      <a:pt x="719442" y="18707"/>
                    </a:cubicBezTo>
                    <a:cubicBezTo>
                      <a:pt x="269198" y="-67562"/>
                      <a:pt x="67959" y="160691"/>
                      <a:pt x="13411" y="388343"/>
                    </a:cubicBezTo>
                    <a:cubicBezTo>
                      <a:pt x="-41135" y="615698"/>
                      <a:pt x="79670" y="1107248"/>
                      <a:pt x="214034" y="1373542"/>
                    </a:cubicBezTo>
                    <a:cubicBezTo>
                      <a:pt x="327750" y="1599098"/>
                      <a:pt x="590316" y="1990002"/>
                      <a:pt x="1076616" y="1894448"/>
                    </a:cubicBezTo>
                    <a:cubicBezTo>
                      <a:pt x="1202044" y="1869886"/>
                      <a:pt x="1375855" y="1844125"/>
                      <a:pt x="1597433" y="1894448"/>
                    </a:cubicBezTo>
                    <a:close/>
                  </a:path>
                </a:pathLst>
              </a:custGeom>
              <a:solidFill>
                <a:srgbClr val="9E7253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48" name="手繪多邊形: 圖案 447">
                <a:extLst>
                  <a:ext uri="{FF2B5EF4-FFF2-40B4-BE49-F238E27FC236}">
                    <a16:creationId xmlns:a16="http://schemas.microsoft.com/office/drawing/2014/main" id="{013DD071-26FE-AFE4-12DA-DD65CD3DC9D3}"/>
                  </a:ext>
                </a:extLst>
              </p:cNvPr>
              <p:cNvSpPr/>
              <p:nvPr/>
            </p:nvSpPr>
            <p:spPr>
              <a:xfrm>
                <a:off x="35426080" y="27021952"/>
                <a:ext cx="242677" cy="234862"/>
              </a:xfrm>
              <a:custGeom>
                <a:avLst/>
                <a:gdLst>
                  <a:gd name="connsiteX0" fmla="*/ 145292 w 242677"/>
                  <a:gd name="connsiteY0" fmla="*/ 2818 h 234862"/>
                  <a:gd name="connsiteX1" fmla="*/ 104613 w 242677"/>
                  <a:gd name="connsiteY1" fmla="*/ 2818 h 234862"/>
                  <a:gd name="connsiteX2" fmla="*/ 66708 w 242677"/>
                  <a:gd name="connsiteY2" fmla="*/ 2818 h 234862"/>
                  <a:gd name="connsiteX3" fmla="*/ 758 w 242677"/>
                  <a:gd name="connsiteY3" fmla="*/ 172659 h 234862"/>
                  <a:gd name="connsiteX4" fmla="*/ 242677 w 242677"/>
                  <a:gd name="connsiteY4" fmla="*/ 172659 h 234862"/>
                  <a:gd name="connsiteX5" fmla="*/ 189055 w 242677"/>
                  <a:gd name="connsiteY5" fmla="*/ 11805 h 234862"/>
                  <a:gd name="connsiteX6" fmla="*/ 145292 w 242677"/>
                  <a:gd name="connsiteY6" fmla="*/ 2818 h 2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677" h="234862">
                    <a:moveTo>
                      <a:pt x="145292" y="2818"/>
                    </a:moveTo>
                    <a:cubicBezTo>
                      <a:pt x="128035" y="7611"/>
                      <a:pt x="121564" y="8809"/>
                      <a:pt x="104613" y="2818"/>
                    </a:cubicBezTo>
                    <a:cubicBezTo>
                      <a:pt x="93211" y="-1375"/>
                      <a:pt x="77802" y="-477"/>
                      <a:pt x="66708" y="2818"/>
                    </a:cubicBezTo>
                    <a:cubicBezTo>
                      <a:pt x="30344" y="13901"/>
                      <a:pt x="-5712" y="83695"/>
                      <a:pt x="758" y="172659"/>
                    </a:cubicBezTo>
                    <a:cubicBezTo>
                      <a:pt x="7230" y="261624"/>
                      <a:pt x="242985" y="249343"/>
                      <a:pt x="242677" y="172659"/>
                    </a:cubicBezTo>
                    <a:cubicBezTo>
                      <a:pt x="242677" y="111552"/>
                      <a:pt x="219872" y="33072"/>
                      <a:pt x="189055" y="11805"/>
                    </a:cubicBezTo>
                    <a:cubicBezTo>
                      <a:pt x="175803" y="2519"/>
                      <a:pt x="165941" y="-3172"/>
                      <a:pt x="145292" y="28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449" name="圖形 18">
              <a:extLst>
                <a:ext uri="{FF2B5EF4-FFF2-40B4-BE49-F238E27FC236}">
                  <a16:creationId xmlns:a16="http://schemas.microsoft.com/office/drawing/2014/main" id="{54D5F171-D69D-9C06-E37E-E3955E5B7DDB}"/>
                </a:ext>
              </a:extLst>
            </p:cNvPr>
            <p:cNvGrpSpPr/>
            <p:nvPr/>
          </p:nvGrpSpPr>
          <p:grpSpPr>
            <a:xfrm>
              <a:off x="32897951" y="29389366"/>
              <a:ext cx="37959904" cy="5396028"/>
              <a:chOff x="32897951" y="29389366"/>
              <a:chExt cx="37959904" cy="5396028"/>
            </a:xfrm>
            <a:solidFill>
              <a:srgbClr val="714F38"/>
            </a:solidFill>
          </p:grpSpPr>
          <p:sp>
            <p:nvSpPr>
              <p:cNvPr id="450" name="手繪多邊形: 圖案 449">
                <a:extLst>
                  <a:ext uri="{FF2B5EF4-FFF2-40B4-BE49-F238E27FC236}">
                    <a16:creationId xmlns:a16="http://schemas.microsoft.com/office/drawing/2014/main" id="{D5547A4B-0535-1FB5-30D2-1E823541768A}"/>
                  </a:ext>
                </a:extLst>
              </p:cNvPr>
              <p:cNvSpPr/>
              <p:nvPr/>
            </p:nvSpPr>
            <p:spPr>
              <a:xfrm>
                <a:off x="32897951" y="29392061"/>
                <a:ext cx="157170" cy="297746"/>
              </a:xfrm>
              <a:custGeom>
                <a:avLst/>
                <a:gdLst>
                  <a:gd name="connsiteX0" fmla="*/ 149158 w 157170"/>
                  <a:gd name="connsiteY0" fmla="*/ 600 h 297746"/>
                  <a:gd name="connsiteX1" fmla="*/ 157171 w 157170"/>
                  <a:gd name="connsiteY1" fmla="*/ 8387 h 297746"/>
                  <a:gd name="connsiteX2" fmla="*/ 157171 w 157170"/>
                  <a:gd name="connsiteY2" fmla="*/ 26660 h 297746"/>
                  <a:gd name="connsiteX3" fmla="*/ 149158 w 157170"/>
                  <a:gd name="connsiteY3" fmla="*/ 34447 h 297746"/>
                  <a:gd name="connsiteX4" fmla="*/ 67799 w 157170"/>
                  <a:gd name="connsiteY4" fmla="*/ 34447 h 297746"/>
                  <a:gd name="connsiteX5" fmla="*/ 40988 w 157170"/>
                  <a:gd name="connsiteY5" fmla="*/ 60508 h 297746"/>
                  <a:gd name="connsiteX6" fmla="*/ 40988 w 157170"/>
                  <a:gd name="connsiteY6" fmla="*/ 126407 h 297746"/>
                  <a:gd name="connsiteX7" fmla="*/ 141762 w 157170"/>
                  <a:gd name="connsiteY7" fmla="*/ 126407 h 297746"/>
                  <a:gd name="connsiteX8" fmla="*/ 149775 w 157170"/>
                  <a:gd name="connsiteY8" fmla="*/ 134196 h 297746"/>
                  <a:gd name="connsiteX9" fmla="*/ 149775 w 157170"/>
                  <a:gd name="connsiteY9" fmla="*/ 153067 h 297746"/>
                  <a:gd name="connsiteX10" fmla="*/ 141762 w 157170"/>
                  <a:gd name="connsiteY10" fmla="*/ 160855 h 297746"/>
                  <a:gd name="connsiteX11" fmla="*/ 40988 w 157170"/>
                  <a:gd name="connsiteY11" fmla="*/ 160855 h 297746"/>
                  <a:gd name="connsiteX12" fmla="*/ 40988 w 157170"/>
                  <a:gd name="connsiteY12" fmla="*/ 289359 h 297746"/>
                  <a:gd name="connsiteX13" fmla="*/ 33283 w 157170"/>
                  <a:gd name="connsiteY13" fmla="*/ 297746 h 297746"/>
                  <a:gd name="connsiteX14" fmla="*/ 7704 w 157170"/>
                  <a:gd name="connsiteY14" fmla="*/ 297746 h 297746"/>
                  <a:gd name="connsiteX15" fmla="*/ 0 w 157170"/>
                  <a:gd name="connsiteY15" fmla="*/ 289359 h 297746"/>
                  <a:gd name="connsiteX16" fmla="*/ 0 w 157170"/>
                  <a:gd name="connsiteY16" fmla="*/ 59610 h 297746"/>
                  <a:gd name="connsiteX17" fmla="*/ 61328 w 157170"/>
                  <a:gd name="connsiteY17" fmla="*/ 0 h 297746"/>
                  <a:gd name="connsiteX18" fmla="*/ 149158 w 157170"/>
                  <a:gd name="connsiteY18" fmla="*/ 0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7170" h="297746">
                    <a:moveTo>
                      <a:pt x="149158" y="600"/>
                    </a:moveTo>
                    <a:cubicBezTo>
                      <a:pt x="154705" y="600"/>
                      <a:pt x="157171" y="2696"/>
                      <a:pt x="157171" y="8387"/>
                    </a:cubicBezTo>
                    <a:lnTo>
                      <a:pt x="157171" y="26660"/>
                    </a:lnTo>
                    <a:cubicBezTo>
                      <a:pt x="157171" y="32351"/>
                      <a:pt x="154396" y="34447"/>
                      <a:pt x="149158" y="34447"/>
                    </a:cubicBezTo>
                    <a:lnTo>
                      <a:pt x="67799" y="34447"/>
                    </a:lnTo>
                    <a:cubicBezTo>
                      <a:pt x="53007" y="34447"/>
                      <a:pt x="40988" y="46130"/>
                      <a:pt x="40988" y="60508"/>
                    </a:cubicBezTo>
                    <a:lnTo>
                      <a:pt x="40988" y="126407"/>
                    </a:lnTo>
                    <a:lnTo>
                      <a:pt x="141762" y="126407"/>
                    </a:lnTo>
                    <a:cubicBezTo>
                      <a:pt x="147617" y="126407"/>
                      <a:pt x="149775" y="128504"/>
                      <a:pt x="149775" y="134196"/>
                    </a:cubicBezTo>
                    <a:lnTo>
                      <a:pt x="149775" y="153067"/>
                    </a:lnTo>
                    <a:cubicBezTo>
                      <a:pt x="149775" y="158459"/>
                      <a:pt x="147617" y="160855"/>
                      <a:pt x="141762" y="160855"/>
                    </a:cubicBezTo>
                    <a:lnTo>
                      <a:pt x="40988" y="160855"/>
                    </a:lnTo>
                    <a:lnTo>
                      <a:pt x="40988" y="289359"/>
                    </a:lnTo>
                    <a:cubicBezTo>
                      <a:pt x="40988" y="295051"/>
                      <a:pt x="39139" y="297746"/>
                      <a:pt x="33283" y="297746"/>
                    </a:cubicBezTo>
                    <a:lnTo>
                      <a:pt x="7704" y="297746"/>
                    </a:lnTo>
                    <a:cubicBezTo>
                      <a:pt x="2157" y="297746"/>
                      <a:pt x="0" y="295051"/>
                      <a:pt x="0" y="289359"/>
                    </a:cubicBezTo>
                    <a:lnTo>
                      <a:pt x="0" y="59610"/>
                    </a:lnTo>
                    <a:cubicBezTo>
                      <a:pt x="0" y="26660"/>
                      <a:pt x="27428" y="0"/>
                      <a:pt x="61328" y="0"/>
                    </a:cubicBezTo>
                    <a:lnTo>
                      <a:pt x="149158" y="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1" name="手繪多邊形: 圖案 450">
                <a:extLst>
                  <a:ext uri="{FF2B5EF4-FFF2-40B4-BE49-F238E27FC236}">
                    <a16:creationId xmlns:a16="http://schemas.microsoft.com/office/drawing/2014/main" id="{3916640F-9931-BCC5-C02D-93EC8CC2D726}"/>
                  </a:ext>
                </a:extLst>
              </p:cNvPr>
              <p:cNvSpPr/>
              <p:nvPr/>
            </p:nvSpPr>
            <p:spPr>
              <a:xfrm>
                <a:off x="33202528" y="29392661"/>
                <a:ext cx="198146" cy="297446"/>
              </a:xfrm>
              <a:custGeom>
                <a:avLst/>
                <a:gdLst>
                  <a:gd name="connsiteX0" fmla="*/ 112077 w 198146"/>
                  <a:gd name="connsiteY0" fmla="*/ 0 h 297446"/>
                  <a:gd name="connsiteX1" fmla="*/ 122556 w 198146"/>
                  <a:gd name="connsiteY1" fmla="*/ 7788 h 297446"/>
                  <a:gd name="connsiteX2" fmla="*/ 197751 w 198146"/>
                  <a:gd name="connsiteY2" fmla="*/ 289658 h 297446"/>
                  <a:gd name="connsiteX3" fmla="*/ 191587 w 198146"/>
                  <a:gd name="connsiteY3" fmla="*/ 297446 h 297446"/>
                  <a:gd name="connsiteX4" fmla="*/ 166008 w 198146"/>
                  <a:gd name="connsiteY4" fmla="*/ 297446 h 297446"/>
                  <a:gd name="connsiteX5" fmla="*/ 156455 w 198146"/>
                  <a:gd name="connsiteY5" fmla="*/ 289658 h 297446"/>
                  <a:gd name="connsiteX6" fmla="*/ 137965 w 198146"/>
                  <a:gd name="connsiteY6" fmla="*/ 219565 h 297446"/>
                  <a:gd name="connsiteX7" fmla="*/ 57838 w 198146"/>
                  <a:gd name="connsiteY7" fmla="*/ 219565 h 297446"/>
                  <a:gd name="connsiteX8" fmla="*/ 39964 w 198146"/>
                  <a:gd name="connsiteY8" fmla="*/ 289658 h 297446"/>
                  <a:gd name="connsiteX9" fmla="*/ 30410 w 198146"/>
                  <a:gd name="connsiteY9" fmla="*/ 297446 h 297446"/>
                  <a:gd name="connsiteX10" fmla="*/ 6682 w 198146"/>
                  <a:gd name="connsiteY10" fmla="*/ 297446 h 297446"/>
                  <a:gd name="connsiteX11" fmla="*/ 518 w 198146"/>
                  <a:gd name="connsiteY11" fmla="*/ 289658 h 297446"/>
                  <a:gd name="connsiteX12" fmla="*/ 76021 w 198146"/>
                  <a:gd name="connsiteY12" fmla="*/ 7788 h 297446"/>
                  <a:gd name="connsiteX13" fmla="*/ 86498 w 198146"/>
                  <a:gd name="connsiteY13" fmla="*/ 0 h 297446"/>
                  <a:gd name="connsiteX14" fmla="*/ 112694 w 198146"/>
                  <a:gd name="connsiteY14" fmla="*/ 0 h 297446"/>
                  <a:gd name="connsiteX15" fmla="*/ 108071 w 198146"/>
                  <a:gd name="connsiteY15" fmla="*/ 104840 h 297446"/>
                  <a:gd name="connsiteX16" fmla="*/ 98209 w 198146"/>
                  <a:gd name="connsiteY16" fmla="*/ 47627 h 297446"/>
                  <a:gd name="connsiteX17" fmla="*/ 87732 w 198146"/>
                  <a:gd name="connsiteY17" fmla="*/ 104540 h 297446"/>
                  <a:gd name="connsiteX18" fmla="*/ 65234 w 198146"/>
                  <a:gd name="connsiteY18" fmla="*/ 187215 h 297446"/>
                  <a:gd name="connsiteX19" fmla="*/ 129952 w 198146"/>
                  <a:gd name="connsiteY19" fmla="*/ 187215 h 297446"/>
                  <a:gd name="connsiteX20" fmla="*/ 107762 w 198146"/>
                  <a:gd name="connsiteY20" fmla="*/ 10484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46" h="297446">
                    <a:moveTo>
                      <a:pt x="112077" y="0"/>
                    </a:moveTo>
                    <a:cubicBezTo>
                      <a:pt x="117624" y="0"/>
                      <a:pt x="121014" y="2696"/>
                      <a:pt x="122556" y="7788"/>
                    </a:cubicBezTo>
                    <a:lnTo>
                      <a:pt x="197751" y="289658"/>
                    </a:lnTo>
                    <a:cubicBezTo>
                      <a:pt x="198983" y="295050"/>
                      <a:pt x="197443" y="297446"/>
                      <a:pt x="191587" y="297446"/>
                    </a:cubicBezTo>
                    <a:lnTo>
                      <a:pt x="166008" y="297446"/>
                    </a:lnTo>
                    <a:cubicBezTo>
                      <a:pt x="160153" y="297446"/>
                      <a:pt x="157995" y="294451"/>
                      <a:pt x="156455" y="289658"/>
                    </a:cubicBezTo>
                    <a:lnTo>
                      <a:pt x="137965" y="219565"/>
                    </a:lnTo>
                    <a:lnTo>
                      <a:pt x="57838" y="219565"/>
                    </a:lnTo>
                    <a:lnTo>
                      <a:pt x="39964" y="289658"/>
                    </a:lnTo>
                    <a:cubicBezTo>
                      <a:pt x="38732" y="294451"/>
                      <a:pt x="35959" y="297446"/>
                      <a:pt x="30410" y="297446"/>
                    </a:cubicBezTo>
                    <a:lnTo>
                      <a:pt x="6682" y="297446"/>
                    </a:lnTo>
                    <a:cubicBezTo>
                      <a:pt x="827" y="297446"/>
                      <a:pt x="-1022" y="294751"/>
                      <a:pt x="518" y="289658"/>
                    </a:cubicBezTo>
                    <a:lnTo>
                      <a:pt x="76021" y="7788"/>
                    </a:lnTo>
                    <a:cubicBezTo>
                      <a:pt x="77253" y="2396"/>
                      <a:pt x="80643" y="0"/>
                      <a:pt x="86498" y="0"/>
                    </a:cubicBezTo>
                    <a:lnTo>
                      <a:pt x="112694" y="0"/>
                    </a:lnTo>
                    <a:close/>
                    <a:moveTo>
                      <a:pt x="108071" y="104840"/>
                    </a:moveTo>
                    <a:cubicBezTo>
                      <a:pt x="104990" y="93756"/>
                      <a:pt x="99443" y="61406"/>
                      <a:pt x="98209" y="47627"/>
                    </a:cubicBezTo>
                    <a:cubicBezTo>
                      <a:pt x="96052" y="63802"/>
                      <a:pt x="91122" y="92259"/>
                      <a:pt x="87732" y="104540"/>
                    </a:cubicBezTo>
                    <a:lnTo>
                      <a:pt x="65234" y="187215"/>
                    </a:lnTo>
                    <a:lnTo>
                      <a:pt x="129952" y="187215"/>
                    </a:lnTo>
                    <a:lnTo>
                      <a:pt x="107762" y="10484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2" name="手繪多邊形: 圖案 451">
                <a:extLst>
                  <a:ext uri="{FF2B5EF4-FFF2-40B4-BE49-F238E27FC236}">
                    <a16:creationId xmlns:a16="http://schemas.microsoft.com/office/drawing/2014/main" id="{4EC90D15-16F0-A49D-3498-5D2D5007BD73}"/>
                  </a:ext>
                </a:extLst>
              </p:cNvPr>
              <p:cNvSpPr/>
              <p:nvPr/>
            </p:nvSpPr>
            <p:spPr>
              <a:xfrm>
                <a:off x="33580252" y="29392361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9 w 178432"/>
                  <a:gd name="connsiteY2" fmla="*/ 297746 h 297746"/>
                  <a:gd name="connsiteX3" fmla="*/ 139296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4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2 w 178432"/>
                  <a:gd name="connsiteY18" fmla="*/ 0 h 297746"/>
                  <a:gd name="connsiteX19" fmla="*/ 178126 w 178432"/>
                  <a:gd name="connsiteY19" fmla="*/ 7788 h 297746"/>
                  <a:gd name="connsiteX20" fmla="*/ 178126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9" y="297746"/>
                    </a:lnTo>
                    <a:cubicBezTo>
                      <a:pt x="142685" y="297746"/>
                      <a:pt x="141145" y="296548"/>
                      <a:pt x="139296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1"/>
                      <a:pt x="35749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1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41" y="0"/>
                      <a:pt x="37290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2" y="0"/>
                    </a:lnTo>
                    <a:cubicBezTo>
                      <a:pt x="176277" y="0"/>
                      <a:pt x="178126" y="2696"/>
                      <a:pt x="178126" y="7788"/>
                    </a:cubicBezTo>
                    <a:lnTo>
                      <a:pt x="178126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3" name="手繪多邊形: 圖案 452">
                <a:extLst>
                  <a:ext uri="{FF2B5EF4-FFF2-40B4-BE49-F238E27FC236}">
                    <a16:creationId xmlns:a16="http://schemas.microsoft.com/office/drawing/2014/main" id="{0B3552B2-F3B6-8B5E-CE76-1D403D136ECD}"/>
                  </a:ext>
                </a:extLst>
              </p:cNvPr>
              <p:cNvSpPr/>
              <p:nvPr/>
            </p:nvSpPr>
            <p:spPr>
              <a:xfrm>
                <a:off x="33958075" y="29389366"/>
                <a:ext cx="173194" cy="304336"/>
              </a:xfrm>
              <a:custGeom>
                <a:avLst/>
                <a:gdLst>
                  <a:gd name="connsiteX0" fmla="*/ 164566 w 173194"/>
                  <a:gd name="connsiteY0" fmla="*/ 153366 h 304336"/>
                  <a:gd name="connsiteX1" fmla="*/ 173194 w 173194"/>
                  <a:gd name="connsiteY1" fmla="*/ 160855 h 304336"/>
                  <a:gd name="connsiteX2" fmla="*/ 173194 w 173194"/>
                  <a:gd name="connsiteY2" fmla="*/ 240533 h 304336"/>
                  <a:gd name="connsiteX3" fmla="*/ 86906 w 173194"/>
                  <a:gd name="connsiteY3" fmla="*/ 304336 h 304336"/>
                  <a:gd name="connsiteX4" fmla="*/ 0 w 173194"/>
                  <a:gd name="connsiteY4" fmla="*/ 240533 h 304336"/>
                  <a:gd name="connsiteX5" fmla="*/ 0 w 173194"/>
                  <a:gd name="connsiteY5" fmla="*/ 63803 h 304336"/>
                  <a:gd name="connsiteX6" fmla="*/ 86906 w 173194"/>
                  <a:gd name="connsiteY6" fmla="*/ 0 h 304336"/>
                  <a:gd name="connsiteX7" fmla="*/ 173194 w 173194"/>
                  <a:gd name="connsiteY7" fmla="*/ 63803 h 304336"/>
                  <a:gd name="connsiteX8" fmla="*/ 173194 w 173194"/>
                  <a:gd name="connsiteY8" fmla="*/ 86269 h 304336"/>
                  <a:gd name="connsiteX9" fmla="*/ 165490 w 173194"/>
                  <a:gd name="connsiteY9" fmla="*/ 94057 h 304336"/>
                  <a:gd name="connsiteX10" fmla="*/ 141145 w 173194"/>
                  <a:gd name="connsiteY10" fmla="*/ 94057 h 304336"/>
                  <a:gd name="connsiteX11" fmla="*/ 133132 w 173194"/>
                  <a:gd name="connsiteY11" fmla="*/ 86269 h 304336"/>
                  <a:gd name="connsiteX12" fmla="*/ 133132 w 173194"/>
                  <a:gd name="connsiteY12" fmla="*/ 67397 h 304336"/>
                  <a:gd name="connsiteX13" fmla="*/ 86906 w 173194"/>
                  <a:gd name="connsiteY13" fmla="*/ 34148 h 304336"/>
                  <a:gd name="connsiteX14" fmla="*/ 41296 w 173194"/>
                  <a:gd name="connsiteY14" fmla="*/ 67397 h 304336"/>
                  <a:gd name="connsiteX15" fmla="*/ 41296 w 173194"/>
                  <a:gd name="connsiteY15" fmla="*/ 237239 h 304336"/>
                  <a:gd name="connsiteX16" fmla="*/ 86906 w 173194"/>
                  <a:gd name="connsiteY16" fmla="*/ 270488 h 304336"/>
                  <a:gd name="connsiteX17" fmla="*/ 133132 w 173194"/>
                  <a:gd name="connsiteY17" fmla="*/ 237538 h 304336"/>
                  <a:gd name="connsiteX18" fmla="*/ 133132 w 173194"/>
                  <a:gd name="connsiteY18" fmla="*/ 187515 h 304336"/>
                  <a:gd name="connsiteX19" fmla="*/ 90912 w 173194"/>
                  <a:gd name="connsiteY19" fmla="*/ 187515 h 304336"/>
                  <a:gd name="connsiteX20" fmla="*/ 82899 w 173194"/>
                  <a:gd name="connsiteY20" fmla="*/ 179726 h 304336"/>
                  <a:gd name="connsiteX21" fmla="*/ 82899 w 173194"/>
                  <a:gd name="connsiteY21" fmla="*/ 160855 h 304336"/>
                  <a:gd name="connsiteX22" fmla="*/ 90912 w 173194"/>
                  <a:gd name="connsiteY22" fmla="*/ 153366 h 304336"/>
                  <a:gd name="connsiteX23" fmla="*/ 164873 w 173194"/>
                  <a:gd name="connsiteY23" fmla="*/ 153366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3194" h="304336">
                    <a:moveTo>
                      <a:pt x="164566" y="153366"/>
                    </a:moveTo>
                    <a:cubicBezTo>
                      <a:pt x="170420" y="153366"/>
                      <a:pt x="173194" y="155463"/>
                      <a:pt x="173194" y="160855"/>
                    </a:cubicBezTo>
                    <a:lnTo>
                      <a:pt x="173194" y="240533"/>
                    </a:lnTo>
                    <a:cubicBezTo>
                      <a:pt x="173194" y="274682"/>
                      <a:pt x="153779" y="304336"/>
                      <a:pt x="86906" y="304336"/>
                    </a:cubicBezTo>
                    <a:cubicBezTo>
                      <a:pt x="20032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5"/>
                      <a:pt x="19415" y="0"/>
                      <a:pt x="86906" y="0"/>
                    </a:cubicBezTo>
                    <a:cubicBezTo>
                      <a:pt x="154396" y="0"/>
                      <a:pt x="173194" y="29655"/>
                      <a:pt x="173194" y="63803"/>
                    </a:cubicBezTo>
                    <a:lnTo>
                      <a:pt x="173194" y="86269"/>
                    </a:lnTo>
                    <a:cubicBezTo>
                      <a:pt x="173194" y="91660"/>
                      <a:pt x="171037" y="94057"/>
                      <a:pt x="165490" y="94057"/>
                    </a:cubicBezTo>
                    <a:lnTo>
                      <a:pt x="141145" y="94057"/>
                    </a:lnTo>
                    <a:cubicBezTo>
                      <a:pt x="135289" y="94057"/>
                      <a:pt x="133132" y="91361"/>
                      <a:pt x="133132" y="86269"/>
                    </a:cubicBezTo>
                    <a:lnTo>
                      <a:pt x="133132" y="67397"/>
                    </a:lnTo>
                    <a:cubicBezTo>
                      <a:pt x="133132" y="46729"/>
                      <a:pt x="120496" y="34148"/>
                      <a:pt x="86906" y="34148"/>
                    </a:cubicBezTo>
                    <a:cubicBezTo>
                      <a:pt x="53314" y="34148"/>
                      <a:pt x="41296" y="46729"/>
                      <a:pt x="41296" y="67397"/>
                    </a:cubicBezTo>
                    <a:lnTo>
                      <a:pt x="41296" y="237239"/>
                    </a:lnTo>
                    <a:cubicBezTo>
                      <a:pt x="41296" y="257308"/>
                      <a:pt x="53314" y="270488"/>
                      <a:pt x="86906" y="270488"/>
                    </a:cubicBezTo>
                    <a:cubicBezTo>
                      <a:pt x="120496" y="270488"/>
                      <a:pt x="133132" y="257907"/>
                      <a:pt x="133132" y="237538"/>
                    </a:cubicBezTo>
                    <a:lnTo>
                      <a:pt x="133132" y="187515"/>
                    </a:lnTo>
                    <a:lnTo>
                      <a:pt x="90912" y="187515"/>
                    </a:lnTo>
                    <a:cubicBezTo>
                      <a:pt x="85365" y="187515"/>
                      <a:pt x="82899" y="185417"/>
                      <a:pt x="82899" y="179726"/>
                    </a:cubicBezTo>
                    <a:lnTo>
                      <a:pt x="82899" y="160855"/>
                    </a:lnTo>
                    <a:cubicBezTo>
                      <a:pt x="82899" y="155463"/>
                      <a:pt x="85672" y="153366"/>
                      <a:pt x="90912" y="153366"/>
                    </a:cubicBezTo>
                    <a:lnTo>
                      <a:pt x="164873" y="15336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4" name="手繪多邊形: 圖案 453">
                <a:extLst>
                  <a:ext uri="{FF2B5EF4-FFF2-40B4-BE49-F238E27FC236}">
                    <a16:creationId xmlns:a16="http://schemas.microsoft.com/office/drawing/2014/main" id="{094DAFF9-9C0A-F7A4-608B-3752C11C79B0}"/>
                  </a:ext>
                </a:extLst>
              </p:cNvPr>
              <p:cNvSpPr/>
              <p:nvPr/>
            </p:nvSpPr>
            <p:spPr>
              <a:xfrm>
                <a:off x="34549464" y="29392361"/>
                <a:ext cx="177792" cy="297746"/>
              </a:xfrm>
              <a:custGeom>
                <a:avLst/>
                <a:gdLst>
                  <a:gd name="connsiteX0" fmla="*/ 86597 w 177792"/>
                  <a:gd name="connsiteY0" fmla="*/ 300 h 297746"/>
                  <a:gd name="connsiteX1" fmla="*/ 175352 w 177792"/>
                  <a:gd name="connsiteY1" fmla="*/ 64102 h 297746"/>
                  <a:gd name="connsiteX2" fmla="*/ 175352 w 177792"/>
                  <a:gd name="connsiteY2" fmla="*/ 116223 h 297746"/>
                  <a:gd name="connsiteX3" fmla="*/ 131283 w 177792"/>
                  <a:gd name="connsiteY3" fmla="*/ 173436 h 297746"/>
                  <a:gd name="connsiteX4" fmla="*/ 177201 w 177792"/>
                  <a:gd name="connsiteY4" fmla="*/ 289359 h 297746"/>
                  <a:gd name="connsiteX5" fmla="*/ 169496 w 177792"/>
                  <a:gd name="connsiteY5" fmla="*/ 297746 h 297746"/>
                  <a:gd name="connsiteX6" fmla="*/ 141451 w 177792"/>
                  <a:gd name="connsiteY6" fmla="*/ 297746 h 297746"/>
                  <a:gd name="connsiteX7" fmla="*/ 132515 w 177792"/>
                  <a:gd name="connsiteY7" fmla="*/ 289359 h 297746"/>
                  <a:gd name="connsiteX8" fmla="*/ 89678 w 177792"/>
                  <a:gd name="connsiteY8" fmla="*/ 179127 h 297746"/>
                  <a:gd name="connsiteX9" fmla="*/ 40679 w 177792"/>
                  <a:gd name="connsiteY9" fmla="*/ 179127 h 297746"/>
                  <a:gd name="connsiteX10" fmla="*/ 40679 w 177792"/>
                  <a:gd name="connsiteY10" fmla="*/ 289359 h 297746"/>
                  <a:gd name="connsiteX11" fmla="*/ 32975 w 177792"/>
                  <a:gd name="connsiteY11" fmla="*/ 297746 h 297746"/>
                  <a:gd name="connsiteX12" fmla="*/ 7704 w 177792"/>
                  <a:gd name="connsiteY12" fmla="*/ 297746 h 297746"/>
                  <a:gd name="connsiteX13" fmla="*/ 0 w 177792"/>
                  <a:gd name="connsiteY13" fmla="*/ 289359 h 297746"/>
                  <a:gd name="connsiteX14" fmla="*/ 0 w 177792"/>
                  <a:gd name="connsiteY14" fmla="*/ 59609 h 297746"/>
                  <a:gd name="connsiteX15" fmla="*/ 61327 w 177792"/>
                  <a:gd name="connsiteY15" fmla="*/ 0 h 297746"/>
                  <a:gd name="connsiteX16" fmla="*/ 86597 w 177792"/>
                  <a:gd name="connsiteY16" fmla="*/ 0 h 297746"/>
                  <a:gd name="connsiteX17" fmla="*/ 40679 w 177792"/>
                  <a:gd name="connsiteY17" fmla="*/ 60507 h 297746"/>
                  <a:gd name="connsiteX18" fmla="*/ 40679 w 177792"/>
                  <a:gd name="connsiteY18" fmla="*/ 145279 h 297746"/>
                  <a:gd name="connsiteX19" fmla="*/ 86597 w 177792"/>
                  <a:gd name="connsiteY19" fmla="*/ 145279 h 297746"/>
                  <a:gd name="connsiteX20" fmla="*/ 134672 w 177792"/>
                  <a:gd name="connsiteY20" fmla="*/ 112029 h 297746"/>
                  <a:gd name="connsiteX21" fmla="*/ 134672 w 177792"/>
                  <a:gd name="connsiteY21" fmla="*/ 68296 h 297746"/>
                  <a:gd name="connsiteX22" fmla="*/ 86597 w 177792"/>
                  <a:gd name="connsiteY22" fmla="*/ 34747 h 297746"/>
                  <a:gd name="connsiteX23" fmla="*/ 67490 w 177792"/>
                  <a:gd name="connsiteY23" fmla="*/ 34747 h 297746"/>
                  <a:gd name="connsiteX24" fmla="*/ 40679 w 177792"/>
                  <a:gd name="connsiteY24" fmla="*/ 60807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7792" h="297746">
                    <a:moveTo>
                      <a:pt x="86597" y="300"/>
                    </a:moveTo>
                    <a:cubicBezTo>
                      <a:pt x="153779" y="300"/>
                      <a:pt x="175352" y="29954"/>
                      <a:pt x="175352" y="64102"/>
                    </a:cubicBezTo>
                    <a:lnTo>
                      <a:pt x="175352" y="116223"/>
                    </a:lnTo>
                    <a:cubicBezTo>
                      <a:pt x="175352" y="141085"/>
                      <a:pt x="163641" y="163550"/>
                      <a:pt x="131283" y="173436"/>
                    </a:cubicBezTo>
                    <a:lnTo>
                      <a:pt x="177201" y="289359"/>
                    </a:lnTo>
                    <a:cubicBezTo>
                      <a:pt x="179358" y="294751"/>
                      <a:pt x="175352" y="297746"/>
                      <a:pt x="169496" y="297746"/>
                    </a:cubicBezTo>
                    <a:lnTo>
                      <a:pt x="141451" y="297746"/>
                    </a:lnTo>
                    <a:cubicBezTo>
                      <a:pt x="135904" y="297746"/>
                      <a:pt x="134672" y="294751"/>
                      <a:pt x="132515" y="289359"/>
                    </a:cubicBezTo>
                    <a:lnTo>
                      <a:pt x="89678" y="179127"/>
                    </a:lnTo>
                    <a:lnTo>
                      <a:pt x="40679" y="179127"/>
                    </a:lnTo>
                    <a:lnTo>
                      <a:pt x="40679" y="289359"/>
                    </a:lnTo>
                    <a:cubicBezTo>
                      <a:pt x="40679" y="295051"/>
                      <a:pt x="38830" y="297746"/>
                      <a:pt x="32975" y="297746"/>
                    </a:cubicBezTo>
                    <a:lnTo>
                      <a:pt x="7704" y="297746"/>
                    </a:lnTo>
                    <a:cubicBezTo>
                      <a:pt x="2157" y="297746"/>
                      <a:pt x="0" y="295051"/>
                      <a:pt x="0" y="289359"/>
                    </a:cubicBezTo>
                    <a:lnTo>
                      <a:pt x="0" y="59609"/>
                    </a:lnTo>
                    <a:cubicBezTo>
                      <a:pt x="0" y="26659"/>
                      <a:pt x="27428" y="0"/>
                      <a:pt x="61327" y="0"/>
                    </a:cubicBezTo>
                    <a:lnTo>
                      <a:pt x="86597" y="0"/>
                    </a:lnTo>
                    <a:close/>
                    <a:moveTo>
                      <a:pt x="40679" y="60507"/>
                    </a:moveTo>
                    <a:lnTo>
                      <a:pt x="40679" y="145279"/>
                    </a:lnTo>
                    <a:lnTo>
                      <a:pt x="86597" y="145279"/>
                    </a:lnTo>
                    <a:cubicBezTo>
                      <a:pt x="120496" y="145279"/>
                      <a:pt x="134672" y="132698"/>
                      <a:pt x="134672" y="112029"/>
                    </a:cubicBezTo>
                    <a:lnTo>
                      <a:pt x="134672" y="68296"/>
                    </a:lnTo>
                    <a:cubicBezTo>
                      <a:pt x="134672" y="47627"/>
                      <a:pt x="120189" y="34747"/>
                      <a:pt x="86597" y="34747"/>
                    </a:cubicBezTo>
                    <a:lnTo>
                      <a:pt x="67490" y="34747"/>
                    </a:lnTo>
                    <a:cubicBezTo>
                      <a:pt x="52699" y="34747"/>
                      <a:pt x="40679" y="46429"/>
                      <a:pt x="40679" y="60807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5" name="手繪多邊形: 圖案 454">
                <a:extLst>
                  <a:ext uri="{FF2B5EF4-FFF2-40B4-BE49-F238E27FC236}">
                    <a16:creationId xmlns:a16="http://schemas.microsoft.com/office/drawing/2014/main" id="{2A0BF25D-C335-F13E-7B8B-920436CF25C7}"/>
                  </a:ext>
                </a:extLst>
              </p:cNvPr>
              <p:cNvSpPr/>
              <p:nvPr/>
            </p:nvSpPr>
            <p:spPr>
              <a:xfrm>
                <a:off x="34920198" y="29392361"/>
                <a:ext cx="151932" cy="296847"/>
              </a:xfrm>
              <a:custGeom>
                <a:avLst/>
                <a:gdLst>
                  <a:gd name="connsiteX0" fmla="*/ 0 w 151932"/>
                  <a:gd name="connsiteY0" fmla="*/ 238137 h 296847"/>
                  <a:gd name="connsiteX1" fmla="*/ 0 w 151932"/>
                  <a:gd name="connsiteY1" fmla="*/ 59609 h 296847"/>
                  <a:gd name="connsiteX2" fmla="*/ 61328 w 151932"/>
                  <a:gd name="connsiteY2" fmla="*/ 0 h 296847"/>
                  <a:gd name="connsiteX3" fmla="*/ 139296 w 151932"/>
                  <a:gd name="connsiteY3" fmla="*/ 0 h 296847"/>
                  <a:gd name="connsiteX4" fmla="*/ 147309 w 151932"/>
                  <a:gd name="connsiteY4" fmla="*/ 7788 h 296847"/>
                  <a:gd name="connsiteX5" fmla="*/ 147309 w 151932"/>
                  <a:gd name="connsiteY5" fmla="*/ 26060 h 296847"/>
                  <a:gd name="connsiteX6" fmla="*/ 139296 w 151932"/>
                  <a:gd name="connsiteY6" fmla="*/ 33849 h 296847"/>
                  <a:gd name="connsiteX7" fmla="*/ 68107 w 151932"/>
                  <a:gd name="connsiteY7" fmla="*/ 33849 h 296847"/>
                  <a:gd name="connsiteX8" fmla="*/ 41296 w 151932"/>
                  <a:gd name="connsiteY8" fmla="*/ 59909 h 296847"/>
                  <a:gd name="connsiteX9" fmla="*/ 41296 w 151932"/>
                  <a:gd name="connsiteY9" fmla="*/ 125209 h 296847"/>
                  <a:gd name="connsiteX10" fmla="*/ 132823 w 151932"/>
                  <a:gd name="connsiteY10" fmla="*/ 125209 h 296847"/>
                  <a:gd name="connsiteX11" fmla="*/ 141453 w 151932"/>
                  <a:gd name="connsiteY11" fmla="*/ 132997 h 296847"/>
                  <a:gd name="connsiteX12" fmla="*/ 141453 w 151932"/>
                  <a:gd name="connsiteY12" fmla="*/ 150371 h 296847"/>
                  <a:gd name="connsiteX13" fmla="*/ 132823 w 151932"/>
                  <a:gd name="connsiteY13" fmla="*/ 158159 h 296847"/>
                  <a:gd name="connsiteX14" fmla="*/ 41296 w 151932"/>
                  <a:gd name="connsiteY14" fmla="*/ 158159 h 296847"/>
                  <a:gd name="connsiteX15" fmla="*/ 41296 w 151932"/>
                  <a:gd name="connsiteY15" fmla="*/ 236639 h 296847"/>
                  <a:gd name="connsiteX16" fmla="*/ 68107 w 151932"/>
                  <a:gd name="connsiteY16" fmla="*/ 262699 h 296847"/>
                  <a:gd name="connsiteX17" fmla="*/ 143919 w 151932"/>
                  <a:gd name="connsiteY17" fmla="*/ 262699 h 296847"/>
                  <a:gd name="connsiteX18" fmla="*/ 151932 w 151932"/>
                  <a:gd name="connsiteY18" fmla="*/ 270188 h 296847"/>
                  <a:gd name="connsiteX19" fmla="*/ 151932 w 151932"/>
                  <a:gd name="connsiteY19" fmla="*/ 289059 h 296847"/>
                  <a:gd name="connsiteX20" fmla="*/ 143919 w 151932"/>
                  <a:gd name="connsiteY20" fmla="*/ 296848 h 296847"/>
                  <a:gd name="connsiteX21" fmla="*/ 61635 w 151932"/>
                  <a:gd name="connsiteY21" fmla="*/ 296848 h 296847"/>
                  <a:gd name="connsiteX22" fmla="*/ 308 w 151932"/>
                  <a:gd name="connsiteY22" fmla="*/ 237239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32" h="296847">
                    <a:moveTo>
                      <a:pt x="0" y="238137"/>
                    </a:moveTo>
                    <a:lnTo>
                      <a:pt x="0" y="59609"/>
                    </a:lnTo>
                    <a:cubicBezTo>
                      <a:pt x="0" y="26659"/>
                      <a:pt x="27428" y="0"/>
                      <a:pt x="61328" y="0"/>
                    </a:cubicBezTo>
                    <a:lnTo>
                      <a:pt x="139296" y="0"/>
                    </a:lnTo>
                    <a:cubicBezTo>
                      <a:pt x="145151" y="0"/>
                      <a:pt x="147309" y="2097"/>
                      <a:pt x="147309" y="7788"/>
                    </a:cubicBezTo>
                    <a:lnTo>
                      <a:pt x="147309" y="26060"/>
                    </a:lnTo>
                    <a:cubicBezTo>
                      <a:pt x="147309" y="31752"/>
                      <a:pt x="145151" y="33849"/>
                      <a:pt x="139296" y="33849"/>
                    </a:cubicBezTo>
                    <a:lnTo>
                      <a:pt x="68107" y="33849"/>
                    </a:lnTo>
                    <a:cubicBezTo>
                      <a:pt x="53316" y="33849"/>
                      <a:pt x="41296" y="45530"/>
                      <a:pt x="41296" y="59909"/>
                    </a:cubicBezTo>
                    <a:lnTo>
                      <a:pt x="41296" y="125209"/>
                    </a:lnTo>
                    <a:lnTo>
                      <a:pt x="132823" y="125209"/>
                    </a:lnTo>
                    <a:cubicBezTo>
                      <a:pt x="138679" y="125209"/>
                      <a:pt x="141453" y="127306"/>
                      <a:pt x="141453" y="132997"/>
                    </a:cubicBezTo>
                    <a:lnTo>
                      <a:pt x="141453" y="150371"/>
                    </a:lnTo>
                    <a:cubicBezTo>
                      <a:pt x="141453" y="155763"/>
                      <a:pt x="138679" y="158159"/>
                      <a:pt x="132823" y="158159"/>
                    </a:cubicBezTo>
                    <a:lnTo>
                      <a:pt x="41296" y="158159"/>
                    </a:lnTo>
                    <a:lnTo>
                      <a:pt x="41296" y="236639"/>
                    </a:lnTo>
                    <a:cubicBezTo>
                      <a:pt x="41296" y="251018"/>
                      <a:pt x="53316" y="262699"/>
                      <a:pt x="68107" y="262699"/>
                    </a:cubicBezTo>
                    <a:lnTo>
                      <a:pt x="143919" y="262699"/>
                    </a:lnTo>
                    <a:cubicBezTo>
                      <a:pt x="149466" y="262699"/>
                      <a:pt x="151932" y="264496"/>
                      <a:pt x="151932" y="270188"/>
                    </a:cubicBezTo>
                    <a:lnTo>
                      <a:pt x="151932" y="289059"/>
                    </a:lnTo>
                    <a:cubicBezTo>
                      <a:pt x="151932" y="294751"/>
                      <a:pt x="149158" y="296848"/>
                      <a:pt x="143919" y="296848"/>
                    </a:cubicBezTo>
                    <a:lnTo>
                      <a:pt x="61635" y="296848"/>
                    </a:lnTo>
                    <a:cubicBezTo>
                      <a:pt x="27737" y="296848"/>
                      <a:pt x="308" y="270188"/>
                      <a:pt x="308" y="23723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6" name="手繪多邊形: 圖案 455">
                <a:extLst>
                  <a:ext uri="{FF2B5EF4-FFF2-40B4-BE49-F238E27FC236}">
                    <a16:creationId xmlns:a16="http://schemas.microsoft.com/office/drawing/2014/main" id="{40F0400B-66DD-70CB-B2B1-F3C7B7929DC9}"/>
                  </a:ext>
                </a:extLst>
              </p:cNvPr>
              <p:cNvSpPr/>
              <p:nvPr/>
            </p:nvSpPr>
            <p:spPr>
              <a:xfrm>
                <a:off x="36241347" y="29392361"/>
                <a:ext cx="151930" cy="296847"/>
              </a:xfrm>
              <a:custGeom>
                <a:avLst/>
                <a:gdLst>
                  <a:gd name="connsiteX0" fmla="*/ 0 w 151930"/>
                  <a:gd name="connsiteY0" fmla="*/ 238137 h 296847"/>
                  <a:gd name="connsiteX1" fmla="*/ 0 w 151930"/>
                  <a:gd name="connsiteY1" fmla="*/ 59609 h 296847"/>
                  <a:gd name="connsiteX2" fmla="*/ 61327 w 151930"/>
                  <a:gd name="connsiteY2" fmla="*/ 0 h 296847"/>
                  <a:gd name="connsiteX3" fmla="*/ 139294 w 151930"/>
                  <a:gd name="connsiteY3" fmla="*/ 0 h 296847"/>
                  <a:gd name="connsiteX4" fmla="*/ 147307 w 151930"/>
                  <a:gd name="connsiteY4" fmla="*/ 7788 h 296847"/>
                  <a:gd name="connsiteX5" fmla="*/ 147307 w 151930"/>
                  <a:gd name="connsiteY5" fmla="*/ 26060 h 296847"/>
                  <a:gd name="connsiteX6" fmla="*/ 139294 w 151930"/>
                  <a:gd name="connsiteY6" fmla="*/ 33849 h 296847"/>
                  <a:gd name="connsiteX7" fmla="*/ 68106 w 151930"/>
                  <a:gd name="connsiteY7" fmla="*/ 33849 h 296847"/>
                  <a:gd name="connsiteX8" fmla="*/ 41294 w 151930"/>
                  <a:gd name="connsiteY8" fmla="*/ 59909 h 296847"/>
                  <a:gd name="connsiteX9" fmla="*/ 41294 w 151930"/>
                  <a:gd name="connsiteY9" fmla="*/ 125209 h 296847"/>
                  <a:gd name="connsiteX10" fmla="*/ 132823 w 151930"/>
                  <a:gd name="connsiteY10" fmla="*/ 125209 h 296847"/>
                  <a:gd name="connsiteX11" fmla="*/ 141451 w 151930"/>
                  <a:gd name="connsiteY11" fmla="*/ 132997 h 296847"/>
                  <a:gd name="connsiteX12" fmla="*/ 141451 w 151930"/>
                  <a:gd name="connsiteY12" fmla="*/ 150371 h 296847"/>
                  <a:gd name="connsiteX13" fmla="*/ 132823 w 151930"/>
                  <a:gd name="connsiteY13" fmla="*/ 158159 h 296847"/>
                  <a:gd name="connsiteX14" fmla="*/ 41294 w 151930"/>
                  <a:gd name="connsiteY14" fmla="*/ 158159 h 296847"/>
                  <a:gd name="connsiteX15" fmla="*/ 41294 w 151930"/>
                  <a:gd name="connsiteY15" fmla="*/ 236639 h 296847"/>
                  <a:gd name="connsiteX16" fmla="*/ 68106 w 151930"/>
                  <a:gd name="connsiteY16" fmla="*/ 262699 h 296847"/>
                  <a:gd name="connsiteX17" fmla="*/ 143917 w 151930"/>
                  <a:gd name="connsiteY17" fmla="*/ 262699 h 296847"/>
                  <a:gd name="connsiteX18" fmla="*/ 151930 w 151930"/>
                  <a:gd name="connsiteY18" fmla="*/ 270188 h 296847"/>
                  <a:gd name="connsiteX19" fmla="*/ 151930 w 151930"/>
                  <a:gd name="connsiteY19" fmla="*/ 289059 h 296847"/>
                  <a:gd name="connsiteX20" fmla="*/ 143917 w 151930"/>
                  <a:gd name="connsiteY20" fmla="*/ 296848 h 296847"/>
                  <a:gd name="connsiteX21" fmla="*/ 61635 w 151930"/>
                  <a:gd name="connsiteY21" fmla="*/ 296848 h 296847"/>
                  <a:gd name="connsiteX22" fmla="*/ 307 w 151930"/>
                  <a:gd name="connsiteY22" fmla="*/ 237239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30" h="296847">
                    <a:moveTo>
                      <a:pt x="0" y="238137"/>
                    </a:moveTo>
                    <a:lnTo>
                      <a:pt x="0" y="59609"/>
                    </a:lnTo>
                    <a:cubicBezTo>
                      <a:pt x="0" y="26659"/>
                      <a:pt x="27426" y="0"/>
                      <a:pt x="61327" y="0"/>
                    </a:cubicBezTo>
                    <a:lnTo>
                      <a:pt x="139294" y="0"/>
                    </a:lnTo>
                    <a:cubicBezTo>
                      <a:pt x="145149" y="0"/>
                      <a:pt x="147307" y="2097"/>
                      <a:pt x="147307" y="7788"/>
                    </a:cubicBezTo>
                    <a:lnTo>
                      <a:pt x="147307" y="26060"/>
                    </a:lnTo>
                    <a:cubicBezTo>
                      <a:pt x="147307" y="31752"/>
                      <a:pt x="145149" y="33849"/>
                      <a:pt x="139294" y="33849"/>
                    </a:cubicBezTo>
                    <a:lnTo>
                      <a:pt x="68106" y="33849"/>
                    </a:lnTo>
                    <a:cubicBezTo>
                      <a:pt x="53314" y="33849"/>
                      <a:pt x="41294" y="45530"/>
                      <a:pt x="41294" y="59909"/>
                    </a:cubicBezTo>
                    <a:lnTo>
                      <a:pt x="41294" y="125209"/>
                    </a:lnTo>
                    <a:lnTo>
                      <a:pt x="132823" y="125209"/>
                    </a:lnTo>
                    <a:cubicBezTo>
                      <a:pt x="138679" y="125209"/>
                      <a:pt x="141451" y="127306"/>
                      <a:pt x="141451" y="132997"/>
                    </a:cubicBezTo>
                    <a:lnTo>
                      <a:pt x="141451" y="150371"/>
                    </a:lnTo>
                    <a:cubicBezTo>
                      <a:pt x="141451" y="155763"/>
                      <a:pt x="138679" y="158159"/>
                      <a:pt x="132823" y="158159"/>
                    </a:cubicBezTo>
                    <a:lnTo>
                      <a:pt x="41294" y="158159"/>
                    </a:lnTo>
                    <a:lnTo>
                      <a:pt x="41294" y="236639"/>
                    </a:lnTo>
                    <a:cubicBezTo>
                      <a:pt x="41294" y="251018"/>
                      <a:pt x="53314" y="262699"/>
                      <a:pt x="68106" y="262699"/>
                    </a:cubicBezTo>
                    <a:lnTo>
                      <a:pt x="143917" y="262699"/>
                    </a:lnTo>
                    <a:cubicBezTo>
                      <a:pt x="149464" y="262699"/>
                      <a:pt x="151930" y="264496"/>
                      <a:pt x="151930" y="270188"/>
                    </a:cubicBezTo>
                    <a:lnTo>
                      <a:pt x="151930" y="289059"/>
                    </a:lnTo>
                    <a:cubicBezTo>
                      <a:pt x="151930" y="294751"/>
                      <a:pt x="149156" y="296848"/>
                      <a:pt x="143917" y="296848"/>
                    </a:cubicBezTo>
                    <a:lnTo>
                      <a:pt x="61635" y="296848"/>
                    </a:lnTo>
                    <a:cubicBezTo>
                      <a:pt x="27735" y="296848"/>
                      <a:pt x="307" y="270188"/>
                      <a:pt x="307" y="23723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7" name="手繪多邊形: 圖案 456">
                <a:extLst>
                  <a:ext uri="{FF2B5EF4-FFF2-40B4-BE49-F238E27FC236}">
                    <a16:creationId xmlns:a16="http://schemas.microsoft.com/office/drawing/2014/main" id="{CCEA814F-BA6F-7B51-BF47-EE6232ABF95B}"/>
                  </a:ext>
                </a:extLst>
              </p:cNvPr>
              <p:cNvSpPr/>
              <p:nvPr/>
            </p:nvSpPr>
            <p:spPr>
              <a:xfrm>
                <a:off x="35260424" y="29392361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7 w 178432"/>
                  <a:gd name="connsiteY2" fmla="*/ 297746 h 297746"/>
                  <a:gd name="connsiteX3" fmla="*/ 139294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3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0 w 178432"/>
                  <a:gd name="connsiteY18" fmla="*/ 0 h 297746"/>
                  <a:gd name="connsiteX19" fmla="*/ 178124 w 178432"/>
                  <a:gd name="connsiteY19" fmla="*/ 7788 h 297746"/>
                  <a:gd name="connsiteX20" fmla="*/ 178124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7" y="297746"/>
                    </a:lnTo>
                    <a:cubicBezTo>
                      <a:pt x="142685" y="297746"/>
                      <a:pt x="141145" y="296548"/>
                      <a:pt x="139294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1"/>
                      <a:pt x="35748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1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3" y="0"/>
                    </a:lnTo>
                    <a:cubicBezTo>
                      <a:pt x="35439" y="0"/>
                      <a:pt x="37288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0" y="0"/>
                    </a:lnTo>
                    <a:cubicBezTo>
                      <a:pt x="176275" y="0"/>
                      <a:pt x="178124" y="2696"/>
                      <a:pt x="178124" y="7788"/>
                    </a:cubicBezTo>
                    <a:lnTo>
                      <a:pt x="178124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8" name="手繪多邊形: 圖案 457">
                <a:extLst>
                  <a:ext uri="{FF2B5EF4-FFF2-40B4-BE49-F238E27FC236}">
                    <a16:creationId xmlns:a16="http://schemas.microsoft.com/office/drawing/2014/main" id="{C4F3E0EB-7A72-D9C3-5AAA-A74B9C6C4023}"/>
                  </a:ext>
                </a:extLst>
              </p:cNvPr>
              <p:cNvSpPr/>
              <p:nvPr/>
            </p:nvSpPr>
            <p:spPr>
              <a:xfrm>
                <a:off x="35864447" y="29392361"/>
                <a:ext cx="177817" cy="297746"/>
              </a:xfrm>
              <a:custGeom>
                <a:avLst/>
                <a:gdLst>
                  <a:gd name="connsiteX0" fmla="*/ 6781 w 177817"/>
                  <a:gd name="connsiteY0" fmla="*/ 297746 h 297746"/>
                  <a:gd name="connsiteX1" fmla="*/ 0 w 177817"/>
                  <a:gd name="connsiteY1" fmla="*/ 289359 h 297746"/>
                  <a:gd name="connsiteX2" fmla="*/ 0 w 177817"/>
                  <a:gd name="connsiteY2" fmla="*/ 8387 h 297746"/>
                  <a:gd name="connsiteX3" fmla="*/ 7704 w 177817"/>
                  <a:gd name="connsiteY3" fmla="*/ 0 h 297746"/>
                  <a:gd name="connsiteX4" fmla="*/ 88755 w 177817"/>
                  <a:gd name="connsiteY4" fmla="*/ 0 h 297746"/>
                  <a:gd name="connsiteX5" fmla="*/ 177818 w 177817"/>
                  <a:gd name="connsiteY5" fmla="*/ 63803 h 297746"/>
                  <a:gd name="connsiteX6" fmla="*/ 177818 w 177817"/>
                  <a:gd name="connsiteY6" fmla="*/ 233644 h 297746"/>
                  <a:gd name="connsiteX7" fmla="*/ 88755 w 177817"/>
                  <a:gd name="connsiteY7" fmla="*/ 297446 h 297746"/>
                  <a:gd name="connsiteX8" fmla="*/ 6781 w 177817"/>
                  <a:gd name="connsiteY8" fmla="*/ 297446 h 297746"/>
                  <a:gd name="connsiteX9" fmla="*/ 40988 w 177817"/>
                  <a:gd name="connsiteY9" fmla="*/ 34447 h 297746"/>
                  <a:gd name="connsiteX10" fmla="*/ 40988 w 177817"/>
                  <a:gd name="connsiteY10" fmla="*/ 263598 h 297746"/>
                  <a:gd name="connsiteX11" fmla="*/ 88138 w 177817"/>
                  <a:gd name="connsiteY11" fmla="*/ 263598 h 297746"/>
                  <a:gd name="connsiteX12" fmla="*/ 136830 w 177817"/>
                  <a:gd name="connsiteY12" fmla="*/ 229450 h 297746"/>
                  <a:gd name="connsiteX13" fmla="*/ 136830 w 177817"/>
                  <a:gd name="connsiteY13" fmla="*/ 68296 h 297746"/>
                  <a:gd name="connsiteX14" fmla="*/ 88138 w 177817"/>
                  <a:gd name="connsiteY14" fmla="*/ 34147 h 297746"/>
                  <a:gd name="connsiteX15" fmla="*/ 40988 w 177817"/>
                  <a:gd name="connsiteY15" fmla="*/ 34147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7817" h="297746">
                    <a:moveTo>
                      <a:pt x="6781" y="297746"/>
                    </a:moveTo>
                    <a:cubicBezTo>
                      <a:pt x="1849" y="297746"/>
                      <a:pt x="0" y="295051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7704" y="0"/>
                    </a:cubicBezTo>
                    <a:lnTo>
                      <a:pt x="88755" y="0"/>
                    </a:lnTo>
                    <a:cubicBezTo>
                      <a:pt x="155937" y="0"/>
                      <a:pt x="177818" y="29655"/>
                      <a:pt x="177818" y="63803"/>
                    </a:cubicBezTo>
                    <a:lnTo>
                      <a:pt x="177818" y="233644"/>
                    </a:lnTo>
                    <a:cubicBezTo>
                      <a:pt x="177818" y="267792"/>
                      <a:pt x="155628" y="297446"/>
                      <a:pt x="88755" y="297446"/>
                    </a:cubicBezTo>
                    <a:lnTo>
                      <a:pt x="6781" y="297446"/>
                    </a:lnTo>
                    <a:close/>
                    <a:moveTo>
                      <a:pt x="40988" y="34447"/>
                    </a:moveTo>
                    <a:lnTo>
                      <a:pt x="40988" y="263598"/>
                    </a:lnTo>
                    <a:lnTo>
                      <a:pt x="88138" y="263598"/>
                    </a:lnTo>
                    <a:cubicBezTo>
                      <a:pt x="122347" y="263598"/>
                      <a:pt x="136830" y="250418"/>
                      <a:pt x="136830" y="229450"/>
                    </a:cubicBezTo>
                    <a:lnTo>
                      <a:pt x="136830" y="68296"/>
                    </a:lnTo>
                    <a:cubicBezTo>
                      <a:pt x="136830" y="47327"/>
                      <a:pt x="122347" y="34147"/>
                      <a:pt x="88138" y="34147"/>
                    </a:cubicBezTo>
                    <a:lnTo>
                      <a:pt x="40988" y="34147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59" name="手繪多邊形: 圖案 458">
                <a:extLst>
                  <a:ext uri="{FF2B5EF4-FFF2-40B4-BE49-F238E27FC236}">
                    <a16:creationId xmlns:a16="http://schemas.microsoft.com/office/drawing/2014/main" id="{14276D0E-B943-D104-84DF-D0D2A885F42E}"/>
                  </a:ext>
                </a:extLst>
              </p:cNvPr>
              <p:cNvSpPr/>
              <p:nvPr/>
            </p:nvSpPr>
            <p:spPr>
              <a:xfrm>
                <a:off x="36581572" y="29392361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7 w 178432"/>
                  <a:gd name="connsiteY2" fmla="*/ 297746 h 297746"/>
                  <a:gd name="connsiteX3" fmla="*/ 139296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4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0 w 178432"/>
                  <a:gd name="connsiteY18" fmla="*/ 0 h 297746"/>
                  <a:gd name="connsiteX19" fmla="*/ 178124 w 178432"/>
                  <a:gd name="connsiteY19" fmla="*/ 7788 h 297746"/>
                  <a:gd name="connsiteX20" fmla="*/ 178124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7" y="297746"/>
                    </a:lnTo>
                    <a:cubicBezTo>
                      <a:pt x="142685" y="297746"/>
                      <a:pt x="141145" y="296548"/>
                      <a:pt x="139296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1"/>
                      <a:pt x="35748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1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39" y="0"/>
                      <a:pt x="37290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0" y="0"/>
                    </a:lnTo>
                    <a:cubicBezTo>
                      <a:pt x="176275" y="0"/>
                      <a:pt x="178124" y="2696"/>
                      <a:pt x="178124" y="7788"/>
                    </a:cubicBezTo>
                    <a:lnTo>
                      <a:pt x="178124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0" name="手繪多邊形: 圖案 459">
                <a:extLst>
                  <a:ext uri="{FF2B5EF4-FFF2-40B4-BE49-F238E27FC236}">
                    <a16:creationId xmlns:a16="http://schemas.microsoft.com/office/drawing/2014/main" id="{013362B7-E851-4239-9781-D53582EE1BF1}"/>
                  </a:ext>
                </a:extLst>
              </p:cNvPr>
              <p:cNvSpPr/>
              <p:nvPr/>
            </p:nvSpPr>
            <p:spPr>
              <a:xfrm>
                <a:off x="36938746" y="29392661"/>
                <a:ext cx="176894" cy="297446"/>
              </a:xfrm>
              <a:custGeom>
                <a:avLst/>
                <a:gdLst>
                  <a:gd name="connsiteX0" fmla="*/ 168881 w 176894"/>
                  <a:gd name="connsiteY0" fmla="*/ 0 h 297446"/>
                  <a:gd name="connsiteX1" fmla="*/ 176894 w 176894"/>
                  <a:gd name="connsiteY1" fmla="*/ 7788 h 297446"/>
                  <a:gd name="connsiteX2" fmla="*/ 176894 w 176894"/>
                  <a:gd name="connsiteY2" fmla="*/ 26060 h 297446"/>
                  <a:gd name="connsiteX3" fmla="*/ 168881 w 176894"/>
                  <a:gd name="connsiteY3" fmla="*/ 33848 h 297446"/>
                  <a:gd name="connsiteX4" fmla="*/ 109095 w 176894"/>
                  <a:gd name="connsiteY4" fmla="*/ 33848 h 297446"/>
                  <a:gd name="connsiteX5" fmla="*/ 109095 w 176894"/>
                  <a:gd name="connsiteY5" fmla="*/ 289059 h 297446"/>
                  <a:gd name="connsiteX6" fmla="*/ 101391 w 176894"/>
                  <a:gd name="connsiteY6" fmla="*/ 297446 h 297446"/>
                  <a:gd name="connsiteX7" fmla="*/ 75812 w 176894"/>
                  <a:gd name="connsiteY7" fmla="*/ 297446 h 297446"/>
                  <a:gd name="connsiteX8" fmla="*/ 67799 w 176894"/>
                  <a:gd name="connsiteY8" fmla="*/ 289059 h 297446"/>
                  <a:gd name="connsiteX9" fmla="*/ 67799 w 176894"/>
                  <a:gd name="connsiteY9" fmla="*/ 33848 h 297446"/>
                  <a:gd name="connsiteX10" fmla="*/ 8013 w 176894"/>
                  <a:gd name="connsiteY10" fmla="*/ 33848 h 297446"/>
                  <a:gd name="connsiteX11" fmla="*/ 0 w 176894"/>
                  <a:gd name="connsiteY11" fmla="*/ 26060 h 297446"/>
                  <a:gd name="connsiteX12" fmla="*/ 0 w 176894"/>
                  <a:gd name="connsiteY12" fmla="*/ 7788 h 297446"/>
                  <a:gd name="connsiteX13" fmla="*/ 8013 w 176894"/>
                  <a:gd name="connsiteY13" fmla="*/ 0 h 297446"/>
                  <a:gd name="connsiteX14" fmla="*/ 169190 w 176894"/>
                  <a:gd name="connsiteY14" fmla="*/ 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6894" h="297446">
                    <a:moveTo>
                      <a:pt x="168881" y="0"/>
                    </a:moveTo>
                    <a:cubicBezTo>
                      <a:pt x="174428" y="0"/>
                      <a:pt x="176894" y="2096"/>
                      <a:pt x="176894" y="7788"/>
                    </a:cubicBezTo>
                    <a:lnTo>
                      <a:pt x="176894" y="26060"/>
                    </a:lnTo>
                    <a:cubicBezTo>
                      <a:pt x="176894" y="31752"/>
                      <a:pt x="174120" y="33848"/>
                      <a:pt x="168881" y="33848"/>
                    </a:cubicBezTo>
                    <a:lnTo>
                      <a:pt x="109095" y="33848"/>
                    </a:lnTo>
                    <a:lnTo>
                      <a:pt x="109095" y="289059"/>
                    </a:lnTo>
                    <a:cubicBezTo>
                      <a:pt x="109095" y="294751"/>
                      <a:pt x="106938" y="297446"/>
                      <a:pt x="101391" y="297446"/>
                    </a:cubicBezTo>
                    <a:lnTo>
                      <a:pt x="75812" y="297446"/>
                    </a:lnTo>
                    <a:cubicBezTo>
                      <a:pt x="69956" y="297446"/>
                      <a:pt x="67799" y="294751"/>
                      <a:pt x="67799" y="289059"/>
                    </a:cubicBezTo>
                    <a:lnTo>
                      <a:pt x="67799" y="33848"/>
                    </a:lnTo>
                    <a:lnTo>
                      <a:pt x="8013" y="33848"/>
                    </a:lnTo>
                    <a:cubicBezTo>
                      <a:pt x="2157" y="33848"/>
                      <a:pt x="0" y="31752"/>
                      <a:pt x="0" y="26060"/>
                    </a:cubicBezTo>
                    <a:lnTo>
                      <a:pt x="0" y="7788"/>
                    </a:lnTo>
                    <a:cubicBezTo>
                      <a:pt x="0" y="2096"/>
                      <a:pt x="2157" y="0"/>
                      <a:pt x="8013" y="0"/>
                    </a:cubicBezTo>
                    <a:lnTo>
                      <a:pt x="169190" y="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1" name="手繪多邊形: 圖案 460">
                <a:extLst>
                  <a:ext uri="{FF2B5EF4-FFF2-40B4-BE49-F238E27FC236}">
                    <a16:creationId xmlns:a16="http://schemas.microsoft.com/office/drawing/2014/main" id="{2EB1C22D-02DC-5879-3CD9-6859825731A2}"/>
                  </a:ext>
                </a:extLst>
              </p:cNvPr>
              <p:cNvSpPr/>
              <p:nvPr/>
            </p:nvSpPr>
            <p:spPr>
              <a:xfrm>
                <a:off x="37250102" y="29392661"/>
                <a:ext cx="198145" cy="297446"/>
              </a:xfrm>
              <a:custGeom>
                <a:avLst/>
                <a:gdLst>
                  <a:gd name="connsiteX0" fmla="*/ 112078 w 198145"/>
                  <a:gd name="connsiteY0" fmla="*/ 0 h 297446"/>
                  <a:gd name="connsiteX1" fmla="*/ 122555 w 198145"/>
                  <a:gd name="connsiteY1" fmla="*/ 7788 h 297446"/>
                  <a:gd name="connsiteX2" fmla="*/ 197750 w 198145"/>
                  <a:gd name="connsiteY2" fmla="*/ 289658 h 297446"/>
                  <a:gd name="connsiteX3" fmla="*/ 191586 w 198145"/>
                  <a:gd name="connsiteY3" fmla="*/ 297446 h 297446"/>
                  <a:gd name="connsiteX4" fmla="*/ 166009 w 198145"/>
                  <a:gd name="connsiteY4" fmla="*/ 297446 h 297446"/>
                  <a:gd name="connsiteX5" fmla="*/ 156456 w 198145"/>
                  <a:gd name="connsiteY5" fmla="*/ 289658 h 297446"/>
                  <a:gd name="connsiteX6" fmla="*/ 137964 w 198145"/>
                  <a:gd name="connsiteY6" fmla="*/ 219565 h 297446"/>
                  <a:gd name="connsiteX7" fmla="*/ 57839 w 198145"/>
                  <a:gd name="connsiteY7" fmla="*/ 219565 h 297446"/>
                  <a:gd name="connsiteX8" fmla="*/ 39965 w 198145"/>
                  <a:gd name="connsiteY8" fmla="*/ 289658 h 297446"/>
                  <a:gd name="connsiteX9" fmla="*/ 30411 w 198145"/>
                  <a:gd name="connsiteY9" fmla="*/ 297446 h 297446"/>
                  <a:gd name="connsiteX10" fmla="*/ 6681 w 198145"/>
                  <a:gd name="connsiteY10" fmla="*/ 297446 h 297446"/>
                  <a:gd name="connsiteX11" fmla="*/ 519 w 198145"/>
                  <a:gd name="connsiteY11" fmla="*/ 289658 h 297446"/>
                  <a:gd name="connsiteX12" fmla="*/ 76021 w 198145"/>
                  <a:gd name="connsiteY12" fmla="*/ 7788 h 297446"/>
                  <a:gd name="connsiteX13" fmla="*/ 86499 w 198145"/>
                  <a:gd name="connsiteY13" fmla="*/ 0 h 297446"/>
                  <a:gd name="connsiteX14" fmla="*/ 112693 w 198145"/>
                  <a:gd name="connsiteY14" fmla="*/ 0 h 297446"/>
                  <a:gd name="connsiteX15" fmla="*/ 108072 w 198145"/>
                  <a:gd name="connsiteY15" fmla="*/ 104840 h 297446"/>
                  <a:gd name="connsiteX16" fmla="*/ 98210 w 198145"/>
                  <a:gd name="connsiteY16" fmla="*/ 47627 h 297446"/>
                  <a:gd name="connsiteX17" fmla="*/ 87731 w 198145"/>
                  <a:gd name="connsiteY17" fmla="*/ 104540 h 297446"/>
                  <a:gd name="connsiteX18" fmla="*/ 65235 w 198145"/>
                  <a:gd name="connsiteY18" fmla="*/ 187215 h 297446"/>
                  <a:gd name="connsiteX19" fmla="*/ 129951 w 198145"/>
                  <a:gd name="connsiteY19" fmla="*/ 187215 h 297446"/>
                  <a:gd name="connsiteX20" fmla="*/ 107763 w 198145"/>
                  <a:gd name="connsiteY20" fmla="*/ 10484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45" h="297446">
                    <a:moveTo>
                      <a:pt x="112078" y="0"/>
                    </a:moveTo>
                    <a:cubicBezTo>
                      <a:pt x="117625" y="0"/>
                      <a:pt x="121015" y="2696"/>
                      <a:pt x="122555" y="7788"/>
                    </a:cubicBezTo>
                    <a:lnTo>
                      <a:pt x="197750" y="289658"/>
                    </a:lnTo>
                    <a:cubicBezTo>
                      <a:pt x="198982" y="295050"/>
                      <a:pt x="197442" y="297446"/>
                      <a:pt x="191586" y="297446"/>
                    </a:cubicBezTo>
                    <a:lnTo>
                      <a:pt x="166009" y="297446"/>
                    </a:lnTo>
                    <a:cubicBezTo>
                      <a:pt x="160154" y="297446"/>
                      <a:pt x="157996" y="294451"/>
                      <a:pt x="156456" y="289658"/>
                    </a:cubicBezTo>
                    <a:lnTo>
                      <a:pt x="137964" y="219565"/>
                    </a:lnTo>
                    <a:lnTo>
                      <a:pt x="57839" y="219565"/>
                    </a:lnTo>
                    <a:lnTo>
                      <a:pt x="39965" y="289658"/>
                    </a:lnTo>
                    <a:cubicBezTo>
                      <a:pt x="38733" y="294451"/>
                      <a:pt x="35958" y="297446"/>
                      <a:pt x="30411" y="297446"/>
                    </a:cubicBezTo>
                    <a:lnTo>
                      <a:pt x="6681" y="297446"/>
                    </a:lnTo>
                    <a:cubicBezTo>
                      <a:pt x="826" y="297446"/>
                      <a:pt x="-1023" y="294751"/>
                      <a:pt x="519" y="289658"/>
                    </a:cubicBezTo>
                    <a:lnTo>
                      <a:pt x="76021" y="7788"/>
                    </a:lnTo>
                    <a:cubicBezTo>
                      <a:pt x="77254" y="2396"/>
                      <a:pt x="80644" y="0"/>
                      <a:pt x="86499" y="0"/>
                    </a:cubicBezTo>
                    <a:lnTo>
                      <a:pt x="112693" y="0"/>
                    </a:lnTo>
                    <a:close/>
                    <a:moveTo>
                      <a:pt x="108072" y="104840"/>
                    </a:moveTo>
                    <a:cubicBezTo>
                      <a:pt x="104989" y="93756"/>
                      <a:pt x="99442" y="61406"/>
                      <a:pt x="98210" y="47627"/>
                    </a:cubicBezTo>
                    <a:cubicBezTo>
                      <a:pt x="96053" y="63802"/>
                      <a:pt x="91121" y="92259"/>
                      <a:pt x="87731" y="104540"/>
                    </a:cubicBezTo>
                    <a:lnTo>
                      <a:pt x="65235" y="187215"/>
                    </a:lnTo>
                    <a:lnTo>
                      <a:pt x="129951" y="187215"/>
                    </a:lnTo>
                    <a:lnTo>
                      <a:pt x="107763" y="10484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2" name="手繪多邊形: 圖案 461">
                <a:extLst>
                  <a:ext uri="{FF2B5EF4-FFF2-40B4-BE49-F238E27FC236}">
                    <a16:creationId xmlns:a16="http://schemas.microsoft.com/office/drawing/2014/main" id="{19906385-8BFE-7E0C-0BED-7A8E9325D66A}"/>
                  </a:ext>
                </a:extLst>
              </p:cNvPr>
              <p:cNvSpPr/>
              <p:nvPr/>
            </p:nvSpPr>
            <p:spPr>
              <a:xfrm>
                <a:off x="37627827" y="29392361"/>
                <a:ext cx="144840" cy="297746"/>
              </a:xfrm>
              <a:custGeom>
                <a:avLst/>
                <a:gdLst>
                  <a:gd name="connsiteX0" fmla="*/ 61327 w 144840"/>
                  <a:gd name="connsiteY0" fmla="*/ 297746 h 297746"/>
                  <a:gd name="connsiteX1" fmla="*/ 0 w 144840"/>
                  <a:gd name="connsiteY1" fmla="*/ 238137 h 297746"/>
                  <a:gd name="connsiteX2" fmla="*/ 0 w 144840"/>
                  <a:gd name="connsiteY2" fmla="*/ 8387 h 297746"/>
                  <a:gd name="connsiteX3" fmla="*/ 8013 w 144840"/>
                  <a:gd name="connsiteY3" fmla="*/ 0 h 297746"/>
                  <a:gd name="connsiteX4" fmla="*/ 33282 w 144840"/>
                  <a:gd name="connsiteY4" fmla="*/ 0 h 297746"/>
                  <a:gd name="connsiteX5" fmla="*/ 40986 w 144840"/>
                  <a:gd name="connsiteY5" fmla="*/ 8387 h 297746"/>
                  <a:gd name="connsiteX6" fmla="*/ 40986 w 144840"/>
                  <a:gd name="connsiteY6" fmla="*/ 237538 h 297746"/>
                  <a:gd name="connsiteX7" fmla="*/ 67797 w 144840"/>
                  <a:gd name="connsiteY7" fmla="*/ 263598 h 297746"/>
                  <a:gd name="connsiteX8" fmla="*/ 136830 w 144840"/>
                  <a:gd name="connsiteY8" fmla="*/ 263598 h 297746"/>
                  <a:gd name="connsiteX9" fmla="*/ 144841 w 144840"/>
                  <a:gd name="connsiteY9" fmla="*/ 271086 h 297746"/>
                  <a:gd name="connsiteX10" fmla="*/ 144841 w 144840"/>
                  <a:gd name="connsiteY10" fmla="*/ 289958 h 297746"/>
                  <a:gd name="connsiteX11" fmla="*/ 136830 w 144840"/>
                  <a:gd name="connsiteY11" fmla="*/ 297746 h 297746"/>
                  <a:gd name="connsiteX12" fmla="*/ 61327 w 144840"/>
                  <a:gd name="connsiteY12" fmla="*/ 297746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40" h="297746">
                    <a:moveTo>
                      <a:pt x="61327" y="297746"/>
                    </a:moveTo>
                    <a:cubicBezTo>
                      <a:pt x="27426" y="297746"/>
                      <a:pt x="0" y="271086"/>
                      <a:pt x="0" y="238137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8013" y="0"/>
                    </a:cubicBezTo>
                    <a:lnTo>
                      <a:pt x="33282" y="0"/>
                    </a:lnTo>
                    <a:cubicBezTo>
                      <a:pt x="39137" y="0"/>
                      <a:pt x="40986" y="2696"/>
                      <a:pt x="40986" y="8387"/>
                    </a:cubicBezTo>
                    <a:lnTo>
                      <a:pt x="40986" y="237538"/>
                    </a:lnTo>
                    <a:cubicBezTo>
                      <a:pt x="40986" y="251916"/>
                      <a:pt x="53005" y="263598"/>
                      <a:pt x="67797" y="263598"/>
                    </a:cubicBezTo>
                    <a:lnTo>
                      <a:pt x="136830" y="263598"/>
                    </a:lnTo>
                    <a:cubicBezTo>
                      <a:pt x="142377" y="263598"/>
                      <a:pt x="144841" y="265395"/>
                      <a:pt x="144841" y="271086"/>
                    </a:cubicBezTo>
                    <a:lnTo>
                      <a:pt x="144841" y="289958"/>
                    </a:lnTo>
                    <a:cubicBezTo>
                      <a:pt x="144841" y="295649"/>
                      <a:pt x="142068" y="297746"/>
                      <a:pt x="136830" y="297746"/>
                    </a:cubicBezTo>
                    <a:lnTo>
                      <a:pt x="61327" y="29774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3" name="手繪多邊形: 圖案 462">
                <a:extLst>
                  <a:ext uri="{FF2B5EF4-FFF2-40B4-BE49-F238E27FC236}">
                    <a16:creationId xmlns:a16="http://schemas.microsoft.com/office/drawing/2014/main" id="{3C63D4A2-234D-2224-B547-546FFE2D5C97}"/>
                  </a:ext>
                </a:extLst>
              </p:cNvPr>
              <p:cNvSpPr/>
              <p:nvPr/>
            </p:nvSpPr>
            <p:spPr>
              <a:xfrm>
                <a:off x="38524925" y="29392361"/>
                <a:ext cx="144842" cy="297746"/>
              </a:xfrm>
              <a:custGeom>
                <a:avLst/>
                <a:gdLst>
                  <a:gd name="connsiteX0" fmla="*/ 61327 w 144842"/>
                  <a:gd name="connsiteY0" fmla="*/ 297746 h 297746"/>
                  <a:gd name="connsiteX1" fmla="*/ 0 w 144842"/>
                  <a:gd name="connsiteY1" fmla="*/ 238137 h 297746"/>
                  <a:gd name="connsiteX2" fmla="*/ 0 w 144842"/>
                  <a:gd name="connsiteY2" fmla="*/ 8387 h 297746"/>
                  <a:gd name="connsiteX3" fmla="*/ 8013 w 144842"/>
                  <a:gd name="connsiteY3" fmla="*/ 0 h 297746"/>
                  <a:gd name="connsiteX4" fmla="*/ 33283 w 144842"/>
                  <a:gd name="connsiteY4" fmla="*/ 0 h 297746"/>
                  <a:gd name="connsiteX5" fmla="*/ 40988 w 144842"/>
                  <a:gd name="connsiteY5" fmla="*/ 8387 h 297746"/>
                  <a:gd name="connsiteX6" fmla="*/ 40988 w 144842"/>
                  <a:gd name="connsiteY6" fmla="*/ 237538 h 297746"/>
                  <a:gd name="connsiteX7" fmla="*/ 67799 w 144842"/>
                  <a:gd name="connsiteY7" fmla="*/ 263598 h 297746"/>
                  <a:gd name="connsiteX8" fmla="*/ 136830 w 144842"/>
                  <a:gd name="connsiteY8" fmla="*/ 263598 h 297746"/>
                  <a:gd name="connsiteX9" fmla="*/ 144843 w 144842"/>
                  <a:gd name="connsiteY9" fmla="*/ 271086 h 297746"/>
                  <a:gd name="connsiteX10" fmla="*/ 144843 w 144842"/>
                  <a:gd name="connsiteY10" fmla="*/ 289958 h 297746"/>
                  <a:gd name="connsiteX11" fmla="*/ 136830 w 144842"/>
                  <a:gd name="connsiteY11" fmla="*/ 297746 h 297746"/>
                  <a:gd name="connsiteX12" fmla="*/ 61327 w 144842"/>
                  <a:gd name="connsiteY12" fmla="*/ 297746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42" h="297746">
                    <a:moveTo>
                      <a:pt x="61327" y="297746"/>
                    </a:moveTo>
                    <a:cubicBezTo>
                      <a:pt x="27428" y="297746"/>
                      <a:pt x="0" y="271086"/>
                      <a:pt x="0" y="238137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8013" y="0"/>
                    </a:cubicBezTo>
                    <a:lnTo>
                      <a:pt x="33283" y="0"/>
                    </a:lnTo>
                    <a:cubicBezTo>
                      <a:pt x="39139" y="0"/>
                      <a:pt x="40988" y="2696"/>
                      <a:pt x="40988" y="8387"/>
                    </a:cubicBezTo>
                    <a:lnTo>
                      <a:pt x="40988" y="237538"/>
                    </a:lnTo>
                    <a:cubicBezTo>
                      <a:pt x="40988" y="251916"/>
                      <a:pt x="53005" y="263598"/>
                      <a:pt x="67799" y="263598"/>
                    </a:cubicBezTo>
                    <a:lnTo>
                      <a:pt x="136830" y="263598"/>
                    </a:lnTo>
                    <a:cubicBezTo>
                      <a:pt x="142377" y="263598"/>
                      <a:pt x="144843" y="265395"/>
                      <a:pt x="144843" y="271086"/>
                    </a:cubicBezTo>
                    <a:lnTo>
                      <a:pt x="144843" y="289958"/>
                    </a:lnTo>
                    <a:cubicBezTo>
                      <a:pt x="144843" y="295649"/>
                      <a:pt x="142068" y="297746"/>
                      <a:pt x="136830" y="297746"/>
                    </a:cubicBezTo>
                    <a:lnTo>
                      <a:pt x="61327" y="29774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4" name="手繪多邊形: 圖案 463">
                <a:extLst>
                  <a:ext uri="{FF2B5EF4-FFF2-40B4-BE49-F238E27FC236}">
                    <a16:creationId xmlns:a16="http://schemas.microsoft.com/office/drawing/2014/main" id="{AEDE865A-18ED-11F7-D163-9430F1284FE8}"/>
                  </a:ext>
                </a:extLst>
              </p:cNvPr>
              <p:cNvSpPr/>
              <p:nvPr/>
            </p:nvSpPr>
            <p:spPr>
              <a:xfrm>
                <a:off x="38162202" y="29389366"/>
                <a:ext cx="172579" cy="304336"/>
              </a:xfrm>
              <a:custGeom>
                <a:avLst/>
                <a:gdLst>
                  <a:gd name="connsiteX0" fmla="*/ 172579 w 172579"/>
                  <a:gd name="connsiteY0" fmla="*/ 240533 h 304336"/>
                  <a:gd name="connsiteX1" fmla="*/ 86289 w 172579"/>
                  <a:gd name="connsiteY1" fmla="*/ 304336 h 304336"/>
                  <a:gd name="connsiteX2" fmla="*/ 0 w 172579"/>
                  <a:gd name="connsiteY2" fmla="*/ 240533 h 304336"/>
                  <a:gd name="connsiteX3" fmla="*/ 0 w 172579"/>
                  <a:gd name="connsiteY3" fmla="*/ 63803 h 304336"/>
                  <a:gd name="connsiteX4" fmla="*/ 86289 w 172579"/>
                  <a:gd name="connsiteY4" fmla="*/ 0 h 304336"/>
                  <a:gd name="connsiteX5" fmla="*/ 172579 w 172579"/>
                  <a:gd name="connsiteY5" fmla="*/ 63803 h 304336"/>
                  <a:gd name="connsiteX6" fmla="*/ 172579 w 172579"/>
                  <a:gd name="connsiteY6" fmla="*/ 88366 h 304336"/>
                  <a:gd name="connsiteX7" fmla="*/ 164875 w 172579"/>
                  <a:gd name="connsiteY7" fmla="*/ 96753 h 304336"/>
                  <a:gd name="connsiteX8" fmla="*/ 140528 w 172579"/>
                  <a:gd name="connsiteY8" fmla="*/ 96753 h 304336"/>
                  <a:gd name="connsiteX9" fmla="*/ 132515 w 172579"/>
                  <a:gd name="connsiteY9" fmla="*/ 88366 h 304336"/>
                  <a:gd name="connsiteX10" fmla="*/ 132515 w 172579"/>
                  <a:gd name="connsiteY10" fmla="*/ 67397 h 304336"/>
                  <a:gd name="connsiteX11" fmla="*/ 86597 w 172579"/>
                  <a:gd name="connsiteY11" fmla="*/ 34148 h 304336"/>
                  <a:gd name="connsiteX12" fmla="*/ 40988 w 172579"/>
                  <a:gd name="connsiteY12" fmla="*/ 67397 h 304336"/>
                  <a:gd name="connsiteX13" fmla="*/ 40988 w 172579"/>
                  <a:gd name="connsiteY13" fmla="*/ 237239 h 304336"/>
                  <a:gd name="connsiteX14" fmla="*/ 86597 w 172579"/>
                  <a:gd name="connsiteY14" fmla="*/ 270488 h 304336"/>
                  <a:gd name="connsiteX15" fmla="*/ 132515 w 172579"/>
                  <a:gd name="connsiteY15" fmla="*/ 237239 h 304336"/>
                  <a:gd name="connsiteX16" fmla="*/ 132515 w 172579"/>
                  <a:gd name="connsiteY16" fmla="*/ 210579 h 304336"/>
                  <a:gd name="connsiteX17" fmla="*/ 140528 w 172579"/>
                  <a:gd name="connsiteY17" fmla="*/ 202792 h 304336"/>
                  <a:gd name="connsiteX18" fmla="*/ 164875 w 172579"/>
                  <a:gd name="connsiteY18" fmla="*/ 202792 h 304336"/>
                  <a:gd name="connsiteX19" fmla="*/ 172579 w 172579"/>
                  <a:gd name="connsiteY19" fmla="*/ 210579 h 304336"/>
                  <a:gd name="connsiteX20" fmla="*/ 172579 w 172579"/>
                  <a:gd name="connsiteY20" fmla="*/ 240833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79" h="304336">
                    <a:moveTo>
                      <a:pt x="172579" y="240533"/>
                    </a:moveTo>
                    <a:cubicBezTo>
                      <a:pt x="172579" y="274682"/>
                      <a:pt x="153779" y="304336"/>
                      <a:pt x="86289" y="304336"/>
                    </a:cubicBezTo>
                    <a:cubicBezTo>
                      <a:pt x="18798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5"/>
                      <a:pt x="19415" y="0"/>
                      <a:pt x="86289" y="0"/>
                    </a:cubicBezTo>
                    <a:cubicBezTo>
                      <a:pt x="153164" y="0"/>
                      <a:pt x="172579" y="29655"/>
                      <a:pt x="172579" y="63803"/>
                    </a:cubicBezTo>
                    <a:lnTo>
                      <a:pt x="172579" y="88366"/>
                    </a:lnTo>
                    <a:cubicBezTo>
                      <a:pt x="172579" y="94057"/>
                      <a:pt x="170422" y="96753"/>
                      <a:pt x="164875" y="96753"/>
                    </a:cubicBezTo>
                    <a:lnTo>
                      <a:pt x="140528" y="96753"/>
                    </a:lnTo>
                    <a:cubicBezTo>
                      <a:pt x="134672" y="96753"/>
                      <a:pt x="132515" y="94057"/>
                      <a:pt x="132515" y="88366"/>
                    </a:cubicBezTo>
                    <a:lnTo>
                      <a:pt x="132515" y="67397"/>
                    </a:lnTo>
                    <a:cubicBezTo>
                      <a:pt x="132515" y="46729"/>
                      <a:pt x="120498" y="34148"/>
                      <a:pt x="86597" y="34148"/>
                    </a:cubicBezTo>
                    <a:cubicBezTo>
                      <a:pt x="52699" y="34148"/>
                      <a:pt x="40988" y="46729"/>
                      <a:pt x="40988" y="67397"/>
                    </a:cubicBezTo>
                    <a:lnTo>
                      <a:pt x="40988" y="237239"/>
                    </a:lnTo>
                    <a:cubicBezTo>
                      <a:pt x="40988" y="257907"/>
                      <a:pt x="52699" y="270488"/>
                      <a:pt x="86597" y="270488"/>
                    </a:cubicBezTo>
                    <a:cubicBezTo>
                      <a:pt x="120498" y="270488"/>
                      <a:pt x="132515" y="257907"/>
                      <a:pt x="132515" y="237239"/>
                    </a:cubicBezTo>
                    <a:lnTo>
                      <a:pt x="132515" y="210579"/>
                    </a:lnTo>
                    <a:cubicBezTo>
                      <a:pt x="132515" y="204888"/>
                      <a:pt x="134672" y="202792"/>
                      <a:pt x="140528" y="202792"/>
                    </a:cubicBezTo>
                    <a:lnTo>
                      <a:pt x="164875" y="202792"/>
                    </a:lnTo>
                    <a:cubicBezTo>
                      <a:pt x="170422" y="202792"/>
                      <a:pt x="172579" y="204888"/>
                      <a:pt x="172579" y="210579"/>
                    </a:cubicBezTo>
                    <a:lnTo>
                      <a:pt x="172579" y="240833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5" name="手繪多邊形: 圖案 464">
                <a:extLst>
                  <a:ext uri="{FF2B5EF4-FFF2-40B4-BE49-F238E27FC236}">
                    <a16:creationId xmlns:a16="http://schemas.microsoft.com/office/drawing/2014/main" id="{B02149CA-5944-412C-F034-E7958CA1F008}"/>
                  </a:ext>
                </a:extLst>
              </p:cNvPr>
              <p:cNvSpPr/>
              <p:nvPr/>
            </p:nvSpPr>
            <p:spPr>
              <a:xfrm>
                <a:off x="38847277" y="29392361"/>
                <a:ext cx="40985" cy="297746"/>
              </a:xfrm>
              <a:custGeom>
                <a:avLst/>
                <a:gdLst>
                  <a:gd name="connsiteX0" fmla="*/ 40986 w 40985"/>
                  <a:gd name="connsiteY0" fmla="*/ 289359 h 297746"/>
                  <a:gd name="connsiteX1" fmla="*/ 33282 w 40985"/>
                  <a:gd name="connsiteY1" fmla="*/ 297746 h 297746"/>
                  <a:gd name="connsiteX2" fmla="*/ 7704 w 40985"/>
                  <a:gd name="connsiteY2" fmla="*/ 297746 h 297746"/>
                  <a:gd name="connsiteX3" fmla="*/ 0 w 40985"/>
                  <a:gd name="connsiteY3" fmla="*/ 289359 h 297746"/>
                  <a:gd name="connsiteX4" fmla="*/ 0 w 40985"/>
                  <a:gd name="connsiteY4" fmla="*/ 8387 h 297746"/>
                  <a:gd name="connsiteX5" fmla="*/ 7704 w 40985"/>
                  <a:gd name="connsiteY5" fmla="*/ 0 h 297746"/>
                  <a:gd name="connsiteX6" fmla="*/ 33282 w 40985"/>
                  <a:gd name="connsiteY6" fmla="*/ 0 h 297746"/>
                  <a:gd name="connsiteX7" fmla="*/ 40986 w 40985"/>
                  <a:gd name="connsiteY7" fmla="*/ 8387 h 297746"/>
                  <a:gd name="connsiteX8" fmla="*/ 40986 w 40985"/>
                  <a:gd name="connsiteY8" fmla="*/ 2893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5" h="297746">
                    <a:moveTo>
                      <a:pt x="40986" y="289359"/>
                    </a:moveTo>
                    <a:cubicBezTo>
                      <a:pt x="40986" y="295051"/>
                      <a:pt x="39137" y="297746"/>
                      <a:pt x="33282" y="297746"/>
                    </a:cubicBezTo>
                    <a:lnTo>
                      <a:pt x="7704" y="297746"/>
                    </a:lnTo>
                    <a:cubicBezTo>
                      <a:pt x="2156" y="297746"/>
                      <a:pt x="0" y="295051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6" y="0"/>
                      <a:pt x="7704" y="0"/>
                    </a:cubicBezTo>
                    <a:lnTo>
                      <a:pt x="33282" y="0"/>
                    </a:lnTo>
                    <a:cubicBezTo>
                      <a:pt x="39137" y="0"/>
                      <a:pt x="40986" y="2696"/>
                      <a:pt x="40986" y="8387"/>
                    </a:cubicBezTo>
                    <a:lnTo>
                      <a:pt x="40986" y="2893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6" name="手繪多邊形: 圖案 465">
                <a:extLst>
                  <a:ext uri="{FF2B5EF4-FFF2-40B4-BE49-F238E27FC236}">
                    <a16:creationId xmlns:a16="http://schemas.microsoft.com/office/drawing/2014/main" id="{09D13B5B-E3A5-0CE7-12D9-E985FB856CF0}"/>
                  </a:ext>
                </a:extLst>
              </p:cNvPr>
              <p:cNvSpPr/>
              <p:nvPr/>
            </p:nvSpPr>
            <p:spPr>
              <a:xfrm>
                <a:off x="39091660" y="29392361"/>
                <a:ext cx="178434" cy="297746"/>
              </a:xfrm>
              <a:custGeom>
                <a:avLst/>
                <a:gdLst>
                  <a:gd name="connsiteX0" fmla="*/ 178435 w 178434"/>
                  <a:gd name="connsiteY0" fmla="*/ 289958 h 297746"/>
                  <a:gd name="connsiteX1" fmla="*/ 170730 w 178434"/>
                  <a:gd name="connsiteY1" fmla="*/ 297746 h 297746"/>
                  <a:gd name="connsiteX2" fmla="*/ 147309 w 178434"/>
                  <a:gd name="connsiteY2" fmla="*/ 297746 h 297746"/>
                  <a:gd name="connsiteX3" fmla="*/ 139296 w 178434"/>
                  <a:gd name="connsiteY3" fmla="*/ 292953 h 297746"/>
                  <a:gd name="connsiteX4" fmla="*/ 51463 w 178434"/>
                  <a:gd name="connsiteY4" fmla="*/ 115623 h 297746"/>
                  <a:gd name="connsiteX5" fmla="*/ 37905 w 178434"/>
                  <a:gd name="connsiteY5" fmla="*/ 84471 h 297746"/>
                  <a:gd name="connsiteX6" fmla="*/ 37905 w 178434"/>
                  <a:gd name="connsiteY6" fmla="*/ 289659 h 297746"/>
                  <a:gd name="connsiteX7" fmla="*/ 30201 w 178434"/>
                  <a:gd name="connsiteY7" fmla="*/ 297446 h 297746"/>
                  <a:gd name="connsiteX8" fmla="*/ 7704 w 178434"/>
                  <a:gd name="connsiteY8" fmla="*/ 297446 h 297746"/>
                  <a:gd name="connsiteX9" fmla="*/ 0 w 178434"/>
                  <a:gd name="connsiteY9" fmla="*/ 289659 h 297746"/>
                  <a:gd name="connsiteX10" fmla="*/ 0 w 178434"/>
                  <a:gd name="connsiteY10" fmla="*/ 7788 h 297746"/>
                  <a:gd name="connsiteX11" fmla="*/ 7704 w 178434"/>
                  <a:gd name="connsiteY11" fmla="*/ 0 h 297746"/>
                  <a:gd name="connsiteX12" fmla="*/ 31434 w 178434"/>
                  <a:gd name="connsiteY12" fmla="*/ 0 h 297746"/>
                  <a:gd name="connsiteX13" fmla="*/ 38522 w 178434"/>
                  <a:gd name="connsiteY13" fmla="*/ 4493 h 297746"/>
                  <a:gd name="connsiteX14" fmla="*/ 128507 w 178434"/>
                  <a:gd name="connsiteY14" fmla="*/ 184219 h 297746"/>
                  <a:gd name="connsiteX15" fmla="*/ 140218 w 178434"/>
                  <a:gd name="connsiteY15" fmla="*/ 212076 h 297746"/>
                  <a:gd name="connsiteX16" fmla="*/ 140218 w 178434"/>
                  <a:gd name="connsiteY16" fmla="*/ 7788 h 297746"/>
                  <a:gd name="connsiteX17" fmla="*/ 148230 w 178434"/>
                  <a:gd name="connsiteY17" fmla="*/ 0 h 297746"/>
                  <a:gd name="connsiteX18" fmla="*/ 170422 w 178434"/>
                  <a:gd name="connsiteY18" fmla="*/ 0 h 297746"/>
                  <a:gd name="connsiteX19" fmla="*/ 178126 w 178434"/>
                  <a:gd name="connsiteY19" fmla="*/ 7788 h 297746"/>
                  <a:gd name="connsiteX20" fmla="*/ 178126 w 178434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4" h="297746">
                    <a:moveTo>
                      <a:pt x="178435" y="289958"/>
                    </a:moveTo>
                    <a:cubicBezTo>
                      <a:pt x="178435" y="295349"/>
                      <a:pt x="176584" y="297746"/>
                      <a:pt x="170730" y="297746"/>
                    </a:cubicBezTo>
                    <a:lnTo>
                      <a:pt x="147309" y="297746"/>
                    </a:lnTo>
                    <a:cubicBezTo>
                      <a:pt x="142685" y="297746"/>
                      <a:pt x="141143" y="296548"/>
                      <a:pt x="139296" y="292953"/>
                    </a:cubicBezTo>
                    <a:lnTo>
                      <a:pt x="51463" y="115623"/>
                    </a:lnTo>
                    <a:cubicBezTo>
                      <a:pt x="46535" y="106039"/>
                      <a:pt x="40986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1"/>
                      <a:pt x="35749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1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41" y="0"/>
                      <a:pt x="37288" y="1198"/>
                      <a:pt x="38522" y="4493"/>
                    </a:cubicBezTo>
                    <a:lnTo>
                      <a:pt x="128507" y="184219"/>
                    </a:lnTo>
                    <a:cubicBezTo>
                      <a:pt x="132208" y="191708"/>
                      <a:pt x="138062" y="205786"/>
                      <a:pt x="140218" y="212076"/>
                    </a:cubicBezTo>
                    <a:lnTo>
                      <a:pt x="140218" y="7788"/>
                    </a:lnTo>
                    <a:cubicBezTo>
                      <a:pt x="140218" y="2396"/>
                      <a:pt x="142994" y="0"/>
                      <a:pt x="148230" y="0"/>
                    </a:cubicBezTo>
                    <a:lnTo>
                      <a:pt x="170422" y="0"/>
                    </a:lnTo>
                    <a:cubicBezTo>
                      <a:pt x="176275" y="0"/>
                      <a:pt x="178126" y="2696"/>
                      <a:pt x="178126" y="7788"/>
                    </a:cubicBezTo>
                    <a:lnTo>
                      <a:pt x="178126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7" name="手繪多邊形: 圖案 466">
                <a:extLst>
                  <a:ext uri="{FF2B5EF4-FFF2-40B4-BE49-F238E27FC236}">
                    <a16:creationId xmlns:a16="http://schemas.microsoft.com/office/drawing/2014/main" id="{22456611-E07F-1EB8-7126-19F1E340D85A}"/>
                  </a:ext>
                </a:extLst>
              </p:cNvPr>
              <p:cNvSpPr/>
              <p:nvPr/>
            </p:nvSpPr>
            <p:spPr>
              <a:xfrm>
                <a:off x="39473798" y="29392361"/>
                <a:ext cx="40985" cy="297746"/>
              </a:xfrm>
              <a:custGeom>
                <a:avLst/>
                <a:gdLst>
                  <a:gd name="connsiteX0" fmla="*/ 40986 w 40985"/>
                  <a:gd name="connsiteY0" fmla="*/ 289359 h 297746"/>
                  <a:gd name="connsiteX1" fmla="*/ 33282 w 40985"/>
                  <a:gd name="connsiteY1" fmla="*/ 297746 h 297746"/>
                  <a:gd name="connsiteX2" fmla="*/ 7704 w 40985"/>
                  <a:gd name="connsiteY2" fmla="*/ 297746 h 297746"/>
                  <a:gd name="connsiteX3" fmla="*/ 0 w 40985"/>
                  <a:gd name="connsiteY3" fmla="*/ 289359 h 297746"/>
                  <a:gd name="connsiteX4" fmla="*/ 0 w 40985"/>
                  <a:gd name="connsiteY4" fmla="*/ 8387 h 297746"/>
                  <a:gd name="connsiteX5" fmla="*/ 7704 w 40985"/>
                  <a:gd name="connsiteY5" fmla="*/ 0 h 297746"/>
                  <a:gd name="connsiteX6" fmla="*/ 33282 w 40985"/>
                  <a:gd name="connsiteY6" fmla="*/ 0 h 297746"/>
                  <a:gd name="connsiteX7" fmla="*/ 40986 w 40985"/>
                  <a:gd name="connsiteY7" fmla="*/ 8387 h 297746"/>
                  <a:gd name="connsiteX8" fmla="*/ 40986 w 40985"/>
                  <a:gd name="connsiteY8" fmla="*/ 2893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5" h="297746">
                    <a:moveTo>
                      <a:pt x="40986" y="289359"/>
                    </a:moveTo>
                    <a:cubicBezTo>
                      <a:pt x="40986" y="295051"/>
                      <a:pt x="39135" y="297746"/>
                      <a:pt x="33282" y="297746"/>
                    </a:cubicBezTo>
                    <a:lnTo>
                      <a:pt x="7704" y="297746"/>
                    </a:lnTo>
                    <a:cubicBezTo>
                      <a:pt x="2156" y="297746"/>
                      <a:pt x="0" y="295051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6" y="0"/>
                      <a:pt x="7704" y="0"/>
                    </a:cubicBezTo>
                    <a:lnTo>
                      <a:pt x="33282" y="0"/>
                    </a:lnTo>
                    <a:cubicBezTo>
                      <a:pt x="39135" y="0"/>
                      <a:pt x="40986" y="2696"/>
                      <a:pt x="40986" y="8387"/>
                    </a:cubicBezTo>
                    <a:lnTo>
                      <a:pt x="40986" y="2893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468" name="手繪多邊形: 圖案 467">
                <a:extLst>
                  <a:ext uri="{FF2B5EF4-FFF2-40B4-BE49-F238E27FC236}">
                    <a16:creationId xmlns:a16="http://schemas.microsoft.com/office/drawing/2014/main" id="{75631B1E-00B9-4AFE-F36F-61ED3B8605C3}"/>
                  </a:ext>
                </a:extLst>
              </p:cNvPr>
              <p:cNvSpPr/>
              <p:nvPr/>
            </p:nvSpPr>
            <p:spPr>
              <a:xfrm>
                <a:off x="39714172" y="29389366"/>
                <a:ext cx="172577" cy="304336"/>
              </a:xfrm>
              <a:custGeom>
                <a:avLst/>
                <a:gdLst>
                  <a:gd name="connsiteX0" fmla="*/ 172577 w 172577"/>
                  <a:gd name="connsiteY0" fmla="*/ 240533 h 304336"/>
                  <a:gd name="connsiteX1" fmla="*/ 86291 w 172577"/>
                  <a:gd name="connsiteY1" fmla="*/ 304336 h 304336"/>
                  <a:gd name="connsiteX2" fmla="*/ 0 w 172577"/>
                  <a:gd name="connsiteY2" fmla="*/ 240533 h 304336"/>
                  <a:gd name="connsiteX3" fmla="*/ 0 w 172577"/>
                  <a:gd name="connsiteY3" fmla="*/ 63803 h 304336"/>
                  <a:gd name="connsiteX4" fmla="*/ 86291 w 172577"/>
                  <a:gd name="connsiteY4" fmla="*/ 0 h 304336"/>
                  <a:gd name="connsiteX5" fmla="*/ 172577 w 172577"/>
                  <a:gd name="connsiteY5" fmla="*/ 63803 h 304336"/>
                  <a:gd name="connsiteX6" fmla="*/ 172577 w 172577"/>
                  <a:gd name="connsiteY6" fmla="*/ 88366 h 304336"/>
                  <a:gd name="connsiteX7" fmla="*/ 164873 w 172577"/>
                  <a:gd name="connsiteY7" fmla="*/ 96753 h 304336"/>
                  <a:gd name="connsiteX8" fmla="*/ 140530 w 172577"/>
                  <a:gd name="connsiteY8" fmla="*/ 96753 h 304336"/>
                  <a:gd name="connsiteX9" fmla="*/ 132517 w 172577"/>
                  <a:gd name="connsiteY9" fmla="*/ 88366 h 304336"/>
                  <a:gd name="connsiteX10" fmla="*/ 132517 w 172577"/>
                  <a:gd name="connsiteY10" fmla="*/ 67397 h 304336"/>
                  <a:gd name="connsiteX11" fmla="*/ 86599 w 172577"/>
                  <a:gd name="connsiteY11" fmla="*/ 34148 h 304336"/>
                  <a:gd name="connsiteX12" fmla="*/ 40990 w 172577"/>
                  <a:gd name="connsiteY12" fmla="*/ 67397 h 304336"/>
                  <a:gd name="connsiteX13" fmla="*/ 40990 w 172577"/>
                  <a:gd name="connsiteY13" fmla="*/ 237239 h 304336"/>
                  <a:gd name="connsiteX14" fmla="*/ 86599 w 172577"/>
                  <a:gd name="connsiteY14" fmla="*/ 270488 h 304336"/>
                  <a:gd name="connsiteX15" fmla="*/ 132517 w 172577"/>
                  <a:gd name="connsiteY15" fmla="*/ 237239 h 304336"/>
                  <a:gd name="connsiteX16" fmla="*/ 132517 w 172577"/>
                  <a:gd name="connsiteY16" fmla="*/ 210579 h 304336"/>
                  <a:gd name="connsiteX17" fmla="*/ 140530 w 172577"/>
                  <a:gd name="connsiteY17" fmla="*/ 202792 h 304336"/>
                  <a:gd name="connsiteX18" fmla="*/ 164873 w 172577"/>
                  <a:gd name="connsiteY18" fmla="*/ 202792 h 304336"/>
                  <a:gd name="connsiteX19" fmla="*/ 172577 w 172577"/>
                  <a:gd name="connsiteY19" fmla="*/ 210579 h 304336"/>
                  <a:gd name="connsiteX20" fmla="*/ 172577 w 172577"/>
                  <a:gd name="connsiteY20" fmla="*/ 240833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77" h="304336">
                    <a:moveTo>
                      <a:pt x="172577" y="240533"/>
                    </a:moveTo>
                    <a:cubicBezTo>
                      <a:pt x="172577" y="274682"/>
                      <a:pt x="153779" y="304336"/>
                      <a:pt x="86291" y="304336"/>
                    </a:cubicBezTo>
                    <a:cubicBezTo>
                      <a:pt x="18798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5"/>
                      <a:pt x="19415" y="0"/>
                      <a:pt x="86291" y="0"/>
                    </a:cubicBezTo>
                    <a:cubicBezTo>
                      <a:pt x="153162" y="0"/>
                      <a:pt x="172577" y="29655"/>
                      <a:pt x="172577" y="63803"/>
                    </a:cubicBezTo>
                    <a:lnTo>
                      <a:pt x="172577" y="88366"/>
                    </a:lnTo>
                    <a:cubicBezTo>
                      <a:pt x="172577" y="94057"/>
                      <a:pt x="170422" y="96753"/>
                      <a:pt x="164873" y="96753"/>
                    </a:cubicBezTo>
                    <a:lnTo>
                      <a:pt x="140530" y="96753"/>
                    </a:lnTo>
                    <a:cubicBezTo>
                      <a:pt x="134672" y="96753"/>
                      <a:pt x="132517" y="94057"/>
                      <a:pt x="132517" y="88366"/>
                    </a:cubicBezTo>
                    <a:lnTo>
                      <a:pt x="132517" y="67397"/>
                    </a:lnTo>
                    <a:cubicBezTo>
                      <a:pt x="132517" y="46729"/>
                      <a:pt x="120498" y="34148"/>
                      <a:pt x="86599" y="34148"/>
                    </a:cubicBezTo>
                    <a:cubicBezTo>
                      <a:pt x="52701" y="34148"/>
                      <a:pt x="40990" y="46729"/>
                      <a:pt x="40990" y="67397"/>
                    </a:cubicBezTo>
                    <a:lnTo>
                      <a:pt x="40990" y="237239"/>
                    </a:lnTo>
                    <a:cubicBezTo>
                      <a:pt x="40990" y="257907"/>
                      <a:pt x="52701" y="270488"/>
                      <a:pt x="86599" y="270488"/>
                    </a:cubicBezTo>
                    <a:cubicBezTo>
                      <a:pt x="120498" y="270488"/>
                      <a:pt x="132517" y="257907"/>
                      <a:pt x="132517" y="237239"/>
                    </a:cubicBezTo>
                    <a:lnTo>
                      <a:pt x="132517" y="210579"/>
                    </a:lnTo>
                    <a:cubicBezTo>
                      <a:pt x="132517" y="204888"/>
                      <a:pt x="134672" y="202792"/>
                      <a:pt x="140530" y="202792"/>
                    </a:cubicBezTo>
                    <a:lnTo>
                      <a:pt x="164873" y="202792"/>
                    </a:lnTo>
                    <a:cubicBezTo>
                      <a:pt x="170422" y="202792"/>
                      <a:pt x="172577" y="204888"/>
                      <a:pt x="172577" y="210579"/>
                    </a:cubicBezTo>
                    <a:lnTo>
                      <a:pt x="172577" y="240833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469" name="圖形 18">
            <a:extLst>
              <a:ext uri="{FF2B5EF4-FFF2-40B4-BE49-F238E27FC236}">
                <a16:creationId xmlns:a16="http://schemas.microsoft.com/office/drawing/2014/main" id="{1CBE2397-DDF3-9A7D-811D-56E2E924B9DC}"/>
              </a:ext>
            </a:extLst>
          </p:cNvPr>
          <p:cNvGrpSpPr/>
          <p:nvPr/>
        </p:nvGrpSpPr>
        <p:grpSpPr>
          <a:xfrm>
            <a:off x="11059110" y="25295805"/>
            <a:ext cx="47447373" cy="150547145"/>
            <a:chOff x="11059110" y="25295805"/>
            <a:chExt cx="47447373" cy="150547145"/>
          </a:xfrm>
        </p:grpSpPr>
        <p:sp>
          <p:nvSpPr>
            <p:cNvPr id="470" name="手繪多邊形: 圖案 469">
              <a:extLst>
                <a:ext uri="{FF2B5EF4-FFF2-40B4-BE49-F238E27FC236}">
                  <a16:creationId xmlns:a16="http://schemas.microsoft.com/office/drawing/2014/main" id="{09C2454D-2939-A946-E611-7E9E052B932F}"/>
                </a:ext>
              </a:extLst>
            </p:cNvPr>
            <p:cNvSpPr/>
            <p:nvPr/>
          </p:nvSpPr>
          <p:spPr>
            <a:xfrm>
              <a:off x="11059110" y="25295805"/>
              <a:ext cx="8735536" cy="8490859"/>
            </a:xfrm>
            <a:custGeom>
              <a:avLst/>
              <a:gdLst>
                <a:gd name="connsiteX0" fmla="*/ 8735537 w 8735536"/>
                <a:gd name="connsiteY0" fmla="*/ 4245430 h 8490859"/>
                <a:gd name="connsiteX1" fmla="*/ 4367769 w 8735536"/>
                <a:gd name="connsiteY1" fmla="*/ 8490859 h 8490859"/>
                <a:gd name="connsiteX2" fmla="*/ 0 w 8735536"/>
                <a:gd name="connsiteY2" fmla="*/ 4245429 h 8490859"/>
                <a:gd name="connsiteX3" fmla="*/ 4367769 w 8735536"/>
                <a:gd name="connsiteY3" fmla="*/ -1 h 8490859"/>
                <a:gd name="connsiteX4" fmla="*/ 8735537 w 8735536"/>
                <a:gd name="connsiteY4" fmla="*/ 4245430 h 849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536" h="8490859">
                  <a:moveTo>
                    <a:pt x="8735537" y="4245430"/>
                  </a:moveTo>
                  <a:cubicBezTo>
                    <a:pt x="8735537" y="6590116"/>
                    <a:pt x="6780021" y="8490859"/>
                    <a:pt x="4367769" y="8490859"/>
                  </a:cubicBezTo>
                  <a:cubicBezTo>
                    <a:pt x="1955517" y="8490859"/>
                    <a:pt x="0" y="6590115"/>
                    <a:pt x="0" y="4245429"/>
                  </a:cubicBezTo>
                  <a:cubicBezTo>
                    <a:pt x="0" y="1900742"/>
                    <a:pt x="1955517" y="-1"/>
                    <a:pt x="4367769" y="-1"/>
                  </a:cubicBezTo>
                  <a:cubicBezTo>
                    <a:pt x="6780021" y="-1"/>
                    <a:pt x="8735537" y="1900742"/>
                    <a:pt x="8735537" y="4245430"/>
                  </a:cubicBezTo>
                  <a:close/>
                </a:path>
              </a:pathLst>
            </a:custGeom>
            <a:noFill/>
            <a:ln w="141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471" name="圖形 18">
              <a:extLst>
                <a:ext uri="{FF2B5EF4-FFF2-40B4-BE49-F238E27FC236}">
                  <a16:creationId xmlns:a16="http://schemas.microsoft.com/office/drawing/2014/main" id="{5799DC58-770A-706A-D07A-6A02489E182F}"/>
                </a:ext>
              </a:extLst>
            </p:cNvPr>
            <p:cNvGrpSpPr/>
            <p:nvPr/>
          </p:nvGrpSpPr>
          <p:grpSpPr>
            <a:xfrm>
              <a:off x="12471801" y="26820768"/>
              <a:ext cx="32102205" cy="96470212"/>
              <a:chOff x="12471801" y="26820768"/>
              <a:chExt cx="32102205" cy="96470212"/>
            </a:xfrm>
          </p:grpSpPr>
          <p:grpSp>
            <p:nvGrpSpPr>
              <p:cNvPr id="472" name="圖形 18">
                <a:extLst>
                  <a:ext uri="{FF2B5EF4-FFF2-40B4-BE49-F238E27FC236}">
                    <a16:creationId xmlns:a16="http://schemas.microsoft.com/office/drawing/2014/main" id="{C9AD48F2-3AD9-0F45-6AE7-F3A59A602E96}"/>
                  </a:ext>
                </a:extLst>
              </p:cNvPr>
              <p:cNvGrpSpPr/>
              <p:nvPr/>
            </p:nvGrpSpPr>
            <p:grpSpPr>
              <a:xfrm>
                <a:off x="12699836" y="31157571"/>
                <a:ext cx="4924507" cy="15625124"/>
                <a:chOff x="12699836" y="31157571"/>
                <a:chExt cx="4924507" cy="15625124"/>
              </a:xfrm>
            </p:grpSpPr>
            <p:sp>
              <p:nvSpPr>
                <p:cNvPr id="473" name="手繪多邊形: 圖案 472">
                  <a:extLst>
                    <a:ext uri="{FF2B5EF4-FFF2-40B4-BE49-F238E27FC236}">
                      <a16:creationId xmlns:a16="http://schemas.microsoft.com/office/drawing/2014/main" id="{DC23B950-2D22-69D4-2DC9-9794A973D4D6}"/>
                    </a:ext>
                  </a:extLst>
                </p:cNvPr>
                <p:cNvSpPr/>
                <p:nvPr/>
              </p:nvSpPr>
              <p:spPr>
                <a:xfrm>
                  <a:off x="12699836" y="31157571"/>
                  <a:ext cx="906651" cy="881257"/>
                </a:xfrm>
                <a:custGeom>
                  <a:avLst/>
                  <a:gdLst>
                    <a:gd name="connsiteX0" fmla="*/ 906652 w 906651"/>
                    <a:gd name="connsiteY0" fmla="*/ 440628 h 881257"/>
                    <a:gd name="connsiteX1" fmla="*/ 453326 w 906651"/>
                    <a:gd name="connsiteY1" fmla="*/ 881257 h 881257"/>
                    <a:gd name="connsiteX2" fmla="*/ 0 w 906651"/>
                    <a:gd name="connsiteY2" fmla="*/ 440628 h 881257"/>
                    <a:gd name="connsiteX3" fmla="*/ 453326 w 906651"/>
                    <a:gd name="connsiteY3" fmla="*/ 0 h 881257"/>
                    <a:gd name="connsiteX4" fmla="*/ 906652 w 906651"/>
                    <a:gd name="connsiteY4" fmla="*/ 440628 h 881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651" h="881257">
                      <a:moveTo>
                        <a:pt x="906652" y="440628"/>
                      </a:moveTo>
                      <a:cubicBezTo>
                        <a:pt x="906652" y="776716"/>
                        <a:pt x="703564" y="881257"/>
                        <a:pt x="453326" y="881257"/>
                      </a:cubicBezTo>
                      <a:cubicBezTo>
                        <a:pt x="203087" y="881257"/>
                        <a:pt x="0" y="776417"/>
                        <a:pt x="0" y="440628"/>
                      </a:cubicBezTo>
                      <a:cubicBezTo>
                        <a:pt x="0" y="104840"/>
                        <a:pt x="203087" y="0"/>
                        <a:pt x="453326" y="0"/>
                      </a:cubicBezTo>
                      <a:cubicBezTo>
                        <a:pt x="703564" y="0"/>
                        <a:pt x="906652" y="108136"/>
                        <a:pt x="906652" y="440628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784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74" name="手繪多邊形: 圖案 473">
                  <a:extLst>
                    <a:ext uri="{FF2B5EF4-FFF2-40B4-BE49-F238E27FC236}">
                      <a16:creationId xmlns:a16="http://schemas.microsoft.com/office/drawing/2014/main" id="{34F5528F-10A1-5C07-ED57-42E39B12629C}"/>
                    </a:ext>
                  </a:extLst>
                </p:cNvPr>
                <p:cNvSpPr/>
                <p:nvPr/>
              </p:nvSpPr>
              <p:spPr>
                <a:xfrm>
                  <a:off x="13160865" y="31829743"/>
                  <a:ext cx="107565" cy="104284"/>
                </a:xfrm>
                <a:custGeom>
                  <a:avLst/>
                  <a:gdLst>
                    <a:gd name="connsiteX0" fmla="*/ 42837 w 107565"/>
                    <a:gd name="connsiteY0" fmla="*/ 103047 h 104284"/>
                    <a:gd name="connsiteX1" fmla="*/ 61020 w 107565"/>
                    <a:gd name="connsiteY1" fmla="*/ 103047 h 104284"/>
                    <a:gd name="connsiteX2" fmla="*/ 77969 w 107565"/>
                    <a:gd name="connsiteY2" fmla="*/ 103047 h 104284"/>
                    <a:gd name="connsiteX3" fmla="*/ 107246 w 107565"/>
                    <a:gd name="connsiteY3" fmla="*/ 27562 h 104284"/>
                    <a:gd name="connsiteX4" fmla="*/ 1 w 107565"/>
                    <a:gd name="connsiteY4" fmla="*/ 27562 h 104284"/>
                    <a:gd name="connsiteX5" fmla="*/ 23730 w 107565"/>
                    <a:gd name="connsiteY5" fmla="*/ 98853 h 104284"/>
                    <a:gd name="connsiteX6" fmla="*/ 43146 w 107565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20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2" y="98254"/>
                        <a:pt x="110019" y="67101"/>
                        <a:pt x="107246" y="27562"/>
                      </a:cubicBezTo>
                      <a:cubicBezTo>
                        <a:pt x="104472" y="-11978"/>
                        <a:pt x="-307" y="-6287"/>
                        <a:pt x="1" y="27562"/>
                      </a:cubicBezTo>
                      <a:cubicBezTo>
                        <a:pt x="1" y="54521"/>
                        <a:pt x="10171" y="89567"/>
                        <a:pt x="23730" y="98853"/>
                      </a:cubicBezTo>
                      <a:cubicBezTo>
                        <a:pt x="29586" y="103047"/>
                        <a:pt x="33900" y="105443"/>
                        <a:pt x="43146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75" name="手繪多邊形: 圖案 474">
                  <a:extLst>
                    <a:ext uri="{FF2B5EF4-FFF2-40B4-BE49-F238E27FC236}">
                      <a16:creationId xmlns:a16="http://schemas.microsoft.com/office/drawing/2014/main" id="{AE2C0BE5-62B1-F367-7573-6D07E0A52C31}"/>
                    </a:ext>
                  </a:extLst>
                </p:cNvPr>
                <p:cNvSpPr/>
                <p:nvPr/>
              </p:nvSpPr>
              <p:spPr>
                <a:xfrm>
                  <a:off x="12699836" y="31157571"/>
                  <a:ext cx="906651" cy="881257"/>
                </a:xfrm>
                <a:custGeom>
                  <a:avLst/>
                  <a:gdLst>
                    <a:gd name="connsiteX0" fmla="*/ 906652 w 906651"/>
                    <a:gd name="connsiteY0" fmla="*/ 440628 h 881257"/>
                    <a:gd name="connsiteX1" fmla="*/ 453326 w 906651"/>
                    <a:gd name="connsiteY1" fmla="*/ 881257 h 881257"/>
                    <a:gd name="connsiteX2" fmla="*/ 0 w 906651"/>
                    <a:gd name="connsiteY2" fmla="*/ 440628 h 881257"/>
                    <a:gd name="connsiteX3" fmla="*/ 453326 w 906651"/>
                    <a:gd name="connsiteY3" fmla="*/ 0 h 881257"/>
                    <a:gd name="connsiteX4" fmla="*/ 906652 w 906651"/>
                    <a:gd name="connsiteY4" fmla="*/ 440628 h 881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651" h="881257">
                      <a:moveTo>
                        <a:pt x="906652" y="440628"/>
                      </a:moveTo>
                      <a:cubicBezTo>
                        <a:pt x="906652" y="776716"/>
                        <a:pt x="703564" y="881257"/>
                        <a:pt x="453326" y="881257"/>
                      </a:cubicBezTo>
                      <a:cubicBezTo>
                        <a:pt x="203087" y="881257"/>
                        <a:pt x="0" y="776417"/>
                        <a:pt x="0" y="440628"/>
                      </a:cubicBezTo>
                      <a:cubicBezTo>
                        <a:pt x="0" y="104840"/>
                        <a:pt x="203087" y="0"/>
                        <a:pt x="453326" y="0"/>
                      </a:cubicBezTo>
                      <a:cubicBezTo>
                        <a:pt x="703564" y="0"/>
                        <a:pt x="906652" y="108136"/>
                        <a:pt x="906652" y="440628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784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76" name="手繪多邊形: 圖案 475">
                  <a:extLst>
                    <a:ext uri="{FF2B5EF4-FFF2-40B4-BE49-F238E27FC236}">
                      <a16:creationId xmlns:a16="http://schemas.microsoft.com/office/drawing/2014/main" id="{788012BB-A749-983D-C5EE-242EFE6100B6}"/>
                    </a:ext>
                  </a:extLst>
                </p:cNvPr>
                <p:cNvSpPr/>
                <p:nvPr/>
              </p:nvSpPr>
              <p:spPr>
                <a:xfrm>
                  <a:off x="13160865" y="31829743"/>
                  <a:ext cx="107565" cy="104284"/>
                </a:xfrm>
                <a:custGeom>
                  <a:avLst/>
                  <a:gdLst>
                    <a:gd name="connsiteX0" fmla="*/ 42837 w 107565"/>
                    <a:gd name="connsiteY0" fmla="*/ 103047 h 104284"/>
                    <a:gd name="connsiteX1" fmla="*/ 61020 w 107565"/>
                    <a:gd name="connsiteY1" fmla="*/ 103047 h 104284"/>
                    <a:gd name="connsiteX2" fmla="*/ 77969 w 107565"/>
                    <a:gd name="connsiteY2" fmla="*/ 103047 h 104284"/>
                    <a:gd name="connsiteX3" fmla="*/ 107246 w 107565"/>
                    <a:gd name="connsiteY3" fmla="*/ 27562 h 104284"/>
                    <a:gd name="connsiteX4" fmla="*/ 1 w 107565"/>
                    <a:gd name="connsiteY4" fmla="*/ 27562 h 104284"/>
                    <a:gd name="connsiteX5" fmla="*/ 23730 w 107565"/>
                    <a:gd name="connsiteY5" fmla="*/ 98853 h 104284"/>
                    <a:gd name="connsiteX6" fmla="*/ 43146 w 107565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20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2" y="98254"/>
                        <a:pt x="110019" y="67101"/>
                        <a:pt x="107246" y="27562"/>
                      </a:cubicBezTo>
                      <a:cubicBezTo>
                        <a:pt x="104472" y="-11978"/>
                        <a:pt x="-307" y="-6287"/>
                        <a:pt x="1" y="27562"/>
                      </a:cubicBezTo>
                      <a:cubicBezTo>
                        <a:pt x="1" y="54521"/>
                        <a:pt x="10171" y="89567"/>
                        <a:pt x="23730" y="98853"/>
                      </a:cubicBezTo>
                      <a:cubicBezTo>
                        <a:pt x="29586" y="103047"/>
                        <a:pt x="33900" y="105443"/>
                        <a:pt x="43146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77" name="圖形 18">
                <a:extLst>
                  <a:ext uri="{FF2B5EF4-FFF2-40B4-BE49-F238E27FC236}">
                    <a16:creationId xmlns:a16="http://schemas.microsoft.com/office/drawing/2014/main" id="{0A0843FD-2F58-AF69-6926-78608D3C205B}"/>
                  </a:ext>
                </a:extLst>
              </p:cNvPr>
              <p:cNvGrpSpPr/>
              <p:nvPr/>
            </p:nvGrpSpPr>
            <p:grpSpPr>
              <a:xfrm>
                <a:off x="17015704" y="31382465"/>
                <a:ext cx="7421834" cy="7637021"/>
                <a:chOff x="17015704" y="31382465"/>
                <a:chExt cx="7421834" cy="7637021"/>
              </a:xfrm>
            </p:grpSpPr>
            <p:sp>
              <p:nvSpPr>
                <p:cNvPr id="478" name="手繪多邊形: 圖案 477">
                  <a:extLst>
                    <a:ext uri="{FF2B5EF4-FFF2-40B4-BE49-F238E27FC236}">
                      <a16:creationId xmlns:a16="http://schemas.microsoft.com/office/drawing/2014/main" id="{C3056B28-ACEF-0414-F2B5-F40466543469}"/>
                    </a:ext>
                  </a:extLst>
                </p:cNvPr>
                <p:cNvSpPr/>
                <p:nvPr/>
              </p:nvSpPr>
              <p:spPr>
                <a:xfrm>
                  <a:off x="17015704" y="31382465"/>
                  <a:ext cx="1366434" cy="430728"/>
                </a:xfrm>
                <a:custGeom>
                  <a:avLst/>
                  <a:gdLst>
                    <a:gd name="connsiteX0" fmla="*/ 610314 w 1366434"/>
                    <a:gd name="connsiteY0" fmla="*/ 201357 h 430728"/>
                    <a:gd name="connsiteX1" fmla="*/ 153290 w 1366434"/>
                    <a:gd name="connsiteY1" fmla="*/ 44995 h 430728"/>
                    <a:gd name="connsiteX2" fmla="*/ 174862 w 1366434"/>
                    <a:gd name="connsiteY2" fmla="*/ 428111 h 430728"/>
                    <a:gd name="connsiteX3" fmla="*/ 1001389 w 1366434"/>
                    <a:gd name="connsiteY3" fmla="*/ 404747 h 430728"/>
                    <a:gd name="connsiteX4" fmla="*/ 1365344 w 1366434"/>
                    <a:gd name="connsiteY4" fmla="*/ 260367 h 430728"/>
                    <a:gd name="connsiteX5" fmla="*/ 1175507 w 1366434"/>
                    <a:gd name="connsiteY5" fmla="*/ 68359 h 430728"/>
                    <a:gd name="connsiteX6" fmla="*/ 880892 w 1366434"/>
                    <a:gd name="connsiteY6" fmla="*/ 234606 h 430728"/>
                    <a:gd name="connsiteX7" fmla="*/ 610622 w 1366434"/>
                    <a:gd name="connsiteY7" fmla="*/ 201657 h 430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434" h="430728">
                      <a:moveTo>
                        <a:pt x="610314" y="201357"/>
                      </a:moveTo>
                      <a:cubicBezTo>
                        <a:pt x="473792" y="95917"/>
                        <a:pt x="365623" y="-84408"/>
                        <a:pt x="153290" y="44995"/>
                      </a:cubicBezTo>
                      <a:cubicBezTo>
                        <a:pt x="-59043" y="174398"/>
                        <a:pt x="-49798" y="461060"/>
                        <a:pt x="174862" y="428111"/>
                      </a:cubicBezTo>
                      <a:cubicBezTo>
                        <a:pt x="430956" y="390668"/>
                        <a:pt x="645446" y="293317"/>
                        <a:pt x="1001389" y="404747"/>
                      </a:cubicBezTo>
                      <a:cubicBezTo>
                        <a:pt x="1299702" y="498204"/>
                        <a:pt x="1360720" y="304100"/>
                        <a:pt x="1365344" y="260367"/>
                      </a:cubicBezTo>
                      <a:cubicBezTo>
                        <a:pt x="1373664" y="177692"/>
                        <a:pt x="1336683" y="42598"/>
                        <a:pt x="1175507" y="68359"/>
                      </a:cubicBezTo>
                      <a:cubicBezTo>
                        <a:pt x="1043300" y="89627"/>
                        <a:pt x="999539" y="177992"/>
                        <a:pt x="880892" y="234606"/>
                      </a:cubicBezTo>
                      <a:cubicBezTo>
                        <a:pt x="772414" y="286427"/>
                        <a:pt x="675339" y="251380"/>
                        <a:pt x="610622" y="201657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784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79" name="手繪多邊形: 圖案 478">
                  <a:extLst>
                    <a:ext uri="{FF2B5EF4-FFF2-40B4-BE49-F238E27FC236}">
                      <a16:creationId xmlns:a16="http://schemas.microsoft.com/office/drawing/2014/main" id="{81BCAC26-5AF3-BF64-93EE-86F4468E3626}"/>
                    </a:ext>
                  </a:extLst>
                </p:cNvPr>
                <p:cNvSpPr/>
                <p:nvPr/>
              </p:nvSpPr>
              <p:spPr>
                <a:xfrm>
                  <a:off x="17243560" y="31487329"/>
                  <a:ext cx="107566" cy="104284"/>
                </a:xfrm>
                <a:custGeom>
                  <a:avLst/>
                  <a:gdLst>
                    <a:gd name="connsiteX0" fmla="*/ 64729 w 107566"/>
                    <a:gd name="connsiteY0" fmla="*/ 1238 h 104284"/>
                    <a:gd name="connsiteX1" fmla="*/ 46546 w 107566"/>
                    <a:gd name="connsiteY1" fmla="*/ 1238 h 104284"/>
                    <a:gd name="connsiteX2" fmla="*/ 29597 w 107566"/>
                    <a:gd name="connsiteY2" fmla="*/ 1238 h 104284"/>
                    <a:gd name="connsiteX3" fmla="*/ 320 w 107566"/>
                    <a:gd name="connsiteY3" fmla="*/ 76723 h 104284"/>
                    <a:gd name="connsiteX4" fmla="*/ 107565 w 107566"/>
                    <a:gd name="connsiteY4" fmla="*/ 76723 h 104284"/>
                    <a:gd name="connsiteX5" fmla="*/ 83836 w 107566"/>
                    <a:gd name="connsiteY5" fmla="*/ 5431 h 104284"/>
                    <a:gd name="connsiteX6" fmla="*/ 64421 w 107566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4">
                      <a:moveTo>
                        <a:pt x="64729" y="1238"/>
                      </a:moveTo>
                      <a:cubicBezTo>
                        <a:pt x="57025" y="3334"/>
                        <a:pt x="54251" y="3934"/>
                        <a:pt x="46546" y="1238"/>
                      </a:cubicBezTo>
                      <a:cubicBezTo>
                        <a:pt x="41616" y="-559"/>
                        <a:pt x="34836" y="-260"/>
                        <a:pt x="29597" y="1238"/>
                      </a:cubicBezTo>
                      <a:cubicBezTo>
                        <a:pt x="13264" y="6030"/>
                        <a:pt x="-2453" y="37183"/>
                        <a:pt x="320" y="76723"/>
                      </a:cubicBezTo>
                      <a:cubicBezTo>
                        <a:pt x="3094" y="116263"/>
                        <a:pt x="107874" y="110572"/>
                        <a:pt x="107565" y="76723"/>
                      </a:cubicBezTo>
                      <a:cubicBezTo>
                        <a:pt x="107565" y="49764"/>
                        <a:pt x="97396" y="14717"/>
                        <a:pt x="83836" y="5431"/>
                      </a:cubicBezTo>
                      <a:cubicBezTo>
                        <a:pt x="77981" y="1238"/>
                        <a:pt x="73666" y="-1159"/>
                        <a:pt x="64421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0" name="手繪多邊形: 圖案 479">
                  <a:extLst>
                    <a:ext uri="{FF2B5EF4-FFF2-40B4-BE49-F238E27FC236}">
                      <a16:creationId xmlns:a16="http://schemas.microsoft.com/office/drawing/2014/main" id="{F2D173BF-2DDA-4BAC-D431-51CCB15574C7}"/>
                    </a:ext>
                  </a:extLst>
                </p:cNvPr>
                <p:cNvSpPr/>
                <p:nvPr/>
              </p:nvSpPr>
              <p:spPr>
                <a:xfrm>
                  <a:off x="17015704" y="31382465"/>
                  <a:ext cx="1366434" cy="430728"/>
                </a:xfrm>
                <a:custGeom>
                  <a:avLst/>
                  <a:gdLst>
                    <a:gd name="connsiteX0" fmla="*/ 610314 w 1366434"/>
                    <a:gd name="connsiteY0" fmla="*/ 201357 h 430728"/>
                    <a:gd name="connsiteX1" fmla="*/ 153290 w 1366434"/>
                    <a:gd name="connsiteY1" fmla="*/ 44995 h 430728"/>
                    <a:gd name="connsiteX2" fmla="*/ 174862 w 1366434"/>
                    <a:gd name="connsiteY2" fmla="*/ 428111 h 430728"/>
                    <a:gd name="connsiteX3" fmla="*/ 1001389 w 1366434"/>
                    <a:gd name="connsiteY3" fmla="*/ 404747 h 430728"/>
                    <a:gd name="connsiteX4" fmla="*/ 1365344 w 1366434"/>
                    <a:gd name="connsiteY4" fmla="*/ 260367 h 430728"/>
                    <a:gd name="connsiteX5" fmla="*/ 1175507 w 1366434"/>
                    <a:gd name="connsiteY5" fmla="*/ 68359 h 430728"/>
                    <a:gd name="connsiteX6" fmla="*/ 880892 w 1366434"/>
                    <a:gd name="connsiteY6" fmla="*/ 234606 h 430728"/>
                    <a:gd name="connsiteX7" fmla="*/ 610622 w 1366434"/>
                    <a:gd name="connsiteY7" fmla="*/ 201657 h 4307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434" h="430728">
                      <a:moveTo>
                        <a:pt x="610314" y="201357"/>
                      </a:moveTo>
                      <a:cubicBezTo>
                        <a:pt x="473792" y="95917"/>
                        <a:pt x="365623" y="-84408"/>
                        <a:pt x="153290" y="44995"/>
                      </a:cubicBezTo>
                      <a:cubicBezTo>
                        <a:pt x="-59043" y="174398"/>
                        <a:pt x="-49798" y="461060"/>
                        <a:pt x="174862" y="428111"/>
                      </a:cubicBezTo>
                      <a:cubicBezTo>
                        <a:pt x="430956" y="390668"/>
                        <a:pt x="645446" y="293317"/>
                        <a:pt x="1001389" y="404747"/>
                      </a:cubicBezTo>
                      <a:cubicBezTo>
                        <a:pt x="1299702" y="498204"/>
                        <a:pt x="1360720" y="304100"/>
                        <a:pt x="1365344" y="260367"/>
                      </a:cubicBezTo>
                      <a:cubicBezTo>
                        <a:pt x="1373664" y="177692"/>
                        <a:pt x="1336683" y="42598"/>
                        <a:pt x="1175507" y="68359"/>
                      </a:cubicBezTo>
                      <a:cubicBezTo>
                        <a:pt x="1043300" y="89627"/>
                        <a:pt x="999539" y="177992"/>
                        <a:pt x="880892" y="234606"/>
                      </a:cubicBezTo>
                      <a:cubicBezTo>
                        <a:pt x="772414" y="286427"/>
                        <a:pt x="675339" y="251380"/>
                        <a:pt x="610622" y="201657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784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1" name="手繪多邊形: 圖案 480">
                  <a:extLst>
                    <a:ext uri="{FF2B5EF4-FFF2-40B4-BE49-F238E27FC236}">
                      <a16:creationId xmlns:a16="http://schemas.microsoft.com/office/drawing/2014/main" id="{95064D08-762C-7273-D530-67F2481B27A1}"/>
                    </a:ext>
                  </a:extLst>
                </p:cNvPr>
                <p:cNvSpPr/>
                <p:nvPr/>
              </p:nvSpPr>
              <p:spPr>
                <a:xfrm>
                  <a:off x="17243560" y="31487329"/>
                  <a:ext cx="107566" cy="104284"/>
                </a:xfrm>
                <a:custGeom>
                  <a:avLst/>
                  <a:gdLst>
                    <a:gd name="connsiteX0" fmla="*/ 64729 w 107566"/>
                    <a:gd name="connsiteY0" fmla="*/ 1238 h 104284"/>
                    <a:gd name="connsiteX1" fmla="*/ 46546 w 107566"/>
                    <a:gd name="connsiteY1" fmla="*/ 1238 h 104284"/>
                    <a:gd name="connsiteX2" fmla="*/ 29597 w 107566"/>
                    <a:gd name="connsiteY2" fmla="*/ 1238 h 104284"/>
                    <a:gd name="connsiteX3" fmla="*/ 320 w 107566"/>
                    <a:gd name="connsiteY3" fmla="*/ 76723 h 104284"/>
                    <a:gd name="connsiteX4" fmla="*/ 107565 w 107566"/>
                    <a:gd name="connsiteY4" fmla="*/ 76723 h 104284"/>
                    <a:gd name="connsiteX5" fmla="*/ 83836 w 107566"/>
                    <a:gd name="connsiteY5" fmla="*/ 5431 h 104284"/>
                    <a:gd name="connsiteX6" fmla="*/ 64421 w 107566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4">
                      <a:moveTo>
                        <a:pt x="64729" y="1238"/>
                      </a:moveTo>
                      <a:cubicBezTo>
                        <a:pt x="57025" y="3334"/>
                        <a:pt x="54251" y="3934"/>
                        <a:pt x="46546" y="1238"/>
                      </a:cubicBezTo>
                      <a:cubicBezTo>
                        <a:pt x="41616" y="-559"/>
                        <a:pt x="34836" y="-260"/>
                        <a:pt x="29597" y="1238"/>
                      </a:cubicBezTo>
                      <a:cubicBezTo>
                        <a:pt x="13264" y="6030"/>
                        <a:pt x="-2453" y="37183"/>
                        <a:pt x="320" y="76723"/>
                      </a:cubicBezTo>
                      <a:cubicBezTo>
                        <a:pt x="3094" y="116263"/>
                        <a:pt x="107874" y="110572"/>
                        <a:pt x="107565" y="76723"/>
                      </a:cubicBezTo>
                      <a:cubicBezTo>
                        <a:pt x="107565" y="49764"/>
                        <a:pt x="97396" y="14717"/>
                        <a:pt x="83836" y="5431"/>
                      </a:cubicBezTo>
                      <a:cubicBezTo>
                        <a:pt x="77981" y="1238"/>
                        <a:pt x="73666" y="-1159"/>
                        <a:pt x="64421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82" name="圖形 18">
                <a:extLst>
                  <a:ext uri="{FF2B5EF4-FFF2-40B4-BE49-F238E27FC236}">
                    <a16:creationId xmlns:a16="http://schemas.microsoft.com/office/drawing/2014/main" id="{B22B5FA0-3547-1643-A879-95D429D1DC2C}"/>
                  </a:ext>
                </a:extLst>
              </p:cNvPr>
              <p:cNvGrpSpPr/>
              <p:nvPr/>
            </p:nvGrpSpPr>
            <p:grpSpPr>
              <a:xfrm>
                <a:off x="14745195" y="30935655"/>
                <a:ext cx="7401830" cy="23511223"/>
                <a:chOff x="14745195" y="30935655"/>
                <a:chExt cx="7401830" cy="23511223"/>
              </a:xfrm>
            </p:grpSpPr>
            <p:sp>
              <p:nvSpPr>
                <p:cNvPr id="483" name="手繪多邊形: 圖案 482">
                  <a:extLst>
                    <a:ext uri="{FF2B5EF4-FFF2-40B4-BE49-F238E27FC236}">
                      <a16:creationId xmlns:a16="http://schemas.microsoft.com/office/drawing/2014/main" id="{06380362-5330-A034-0B51-CC624044CF09}"/>
                    </a:ext>
                  </a:extLst>
                </p:cNvPr>
                <p:cNvSpPr/>
                <p:nvPr/>
              </p:nvSpPr>
              <p:spPr>
                <a:xfrm>
                  <a:off x="14745195" y="30935655"/>
                  <a:ext cx="1362751" cy="1326033"/>
                </a:xfrm>
                <a:custGeom>
                  <a:avLst/>
                  <a:gdLst>
                    <a:gd name="connsiteX0" fmla="*/ 220962 w 1362751"/>
                    <a:gd name="connsiteY0" fmla="*/ 1326034 h 1326033"/>
                    <a:gd name="connsiteX1" fmla="*/ 0 w 1362751"/>
                    <a:gd name="connsiteY1" fmla="*/ 1045362 h 1326033"/>
                    <a:gd name="connsiteX2" fmla="*/ 408332 w 1362751"/>
                    <a:gd name="connsiteY2" fmla="*/ 93411 h 1326033"/>
                    <a:gd name="connsiteX3" fmla="*/ 951337 w 1362751"/>
                    <a:gd name="connsiteY3" fmla="*/ 93411 h 1326033"/>
                    <a:gd name="connsiteX4" fmla="*/ 1362751 w 1362751"/>
                    <a:gd name="connsiteY4" fmla="*/ 1063633 h 1326033"/>
                    <a:gd name="connsiteX5" fmla="*/ 1142714 w 1362751"/>
                    <a:gd name="connsiteY5" fmla="*/ 1326034 h 1326033"/>
                    <a:gd name="connsiteX6" fmla="*/ 220962 w 1362751"/>
                    <a:gd name="connsiteY6" fmla="*/ 1326034 h 1326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751" h="1326033">
                      <a:moveTo>
                        <a:pt x="220962" y="1326034"/>
                      </a:moveTo>
                      <a:cubicBezTo>
                        <a:pt x="129742" y="1326034"/>
                        <a:pt x="0" y="1275710"/>
                        <a:pt x="0" y="1045362"/>
                      </a:cubicBezTo>
                      <a:cubicBezTo>
                        <a:pt x="0" y="1045362"/>
                        <a:pt x="11094" y="445975"/>
                        <a:pt x="408332" y="93411"/>
                      </a:cubicBezTo>
                      <a:cubicBezTo>
                        <a:pt x="563961" y="-44678"/>
                        <a:pt x="820054" y="-16820"/>
                        <a:pt x="951337" y="93411"/>
                      </a:cubicBezTo>
                      <a:cubicBezTo>
                        <a:pt x="1217292" y="316572"/>
                        <a:pt x="1362751" y="803330"/>
                        <a:pt x="1362751" y="1063633"/>
                      </a:cubicBezTo>
                      <a:cubicBezTo>
                        <a:pt x="1362751" y="1246954"/>
                        <a:pt x="1290638" y="1326034"/>
                        <a:pt x="1142714" y="1326034"/>
                      </a:cubicBezTo>
                      <a:lnTo>
                        <a:pt x="220962" y="1326034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784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4" name="手繪多邊形: 圖案 483">
                  <a:extLst>
                    <a:ext uri="{FF2B5EF4-FFF2-40B4-BE49-F238E27FC236}">
                      <a16:creationId xmlns:a16="http://schemas.microsoft.com/office/drawing/2014/main" id="{1E68292D-B5D7-7F04-11D1-F934B1E0CA28}"/>
                    </a:ext>
                  </a:extLst>
                </p:cNvPr>
                <p:cNvSpPr/>
                <p:nvPr/>
              </p:nvSpPr>
              <p:spPr>
                <a:xfrm>
                  <a:off x="15433647" y="310389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6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4 w 107565"/>
                    <a:gd name="connsiteY4" fmla="*/ 76723 h 104284"/>
                    <a:gd name="connsiteX5" fmla="*/ 83835 w 107565"/>
                    <a:gd name="connsiteY5" fmla="*/ 5431 h 104284"/>
                    <a:gd name="connsiteX6" fmla="*/ 64420 w 107565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4"/>
                        <a:pt x="54251" y="3934"/>
                        <a:pt x="46546" y="1238"/>
                      </a:cubicBezTo>
                      <a:cubicBezTo>
                        <a:pt x="41615" y="-559"/>
                        <a:pt x="34836" y="-260"/>
                        <a:pt x="29596" y="1238"/>
                      </a:cubicBezTo>
                      <a:cubicBezTo>
                        <a:pt x="13263" y="6031"/>
                        <a:pt x="-2454" y="37183"/>
                        <a:pt x="320" y="76723"/>
                      </a:cubicBezTo>
                      <a:cubicBezTo>
                        <a:pt x="3094" y="116263"/>
                        <a:pt x="107873" y="110572"/>
                        <a:pt x="107564" y="76723"/>
                      </a:cubicBezTo>
                      <a:cubicBezTo>
                        <a:pt x="107564" y="49764"/>
                        <a:pt x="97395" y="14717"/>
                        <a:pt x="83835" y="5431"/>
                      </a:cubicBezTo>
                      <a:cubicBezTo>
                        <a:pt x="77980" y="1238"/>
                        <a:pt x="73666" y="-1159"/>
                        <a:pt x="64420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5" name="手繪多邊形: 圖案 484">
                  <a:extLst>
                    <a:ext uri="{FF2B5EF4-FFF2-40B4-BE49-F238E27FC236}">
                      <a16:creationId xmlns:a16="http://schemas.microsoft.com/office/drawing/2014/main" id="{65490F1E-0B5D-2162-1932-5873FB100E18}"/>
                    </a:ext>
                  </a:extLst>
                </p:cNvPr>
                <p:cNvSpPr/>
                <p:nvPr/>
              </p:nvSpPr>
              <p:spPr>
                <a:xfrm>
                  <a:off x="14745195" y="30935655"/>
                  <a:ext cx="1362751" cy="1326033"/>
                </a:xfrm>
                <a:custGeom>
                  <a:avLst/>
                  <a:gdLst>
                    <a:gd name="connsiteX0" fmla="*/ 220962 w 1362751"/>
                    <a:gd name="connsiteY0" fmla="*/ 1326034 h 1326033"/>
                    <a:gd name="connsiteX1" fmla="*/ 0 w 1362751"/>
                    <a:gd name="connsiteY1" fmla="*/ 1045362 h 1326033"/>
                    <a:gd name="connsiteX2" fmla="*/ 408332 w 1362751"/>
                    <a:gd name="connsiteY2" fmla="*/ 93411 h 1326033"/>
                    <a:gd name="connsiteX3" fmla="*/ 951337 w 1362751"/>
                    <a:gd name="connsiteY3" fmla="*/ 93411 h 1326033"/>
                    <a:gd name="connsiteX4" fmla="*/ 1362751 w 1362751"/>
                    <a:gd name="connsiteY4" fmla="*/ 1063633 h 1326033"/>
                    <a:gd name="connsiteX5" fmla="*/ 1142714 w 1362751"/>
                    <a:gd name="connsiteY5" fmla="*/ 1326034 h 1326033"/>
                    <a:gd name="connsiteX6" fmla="*/ 220962 w 1362751"/>
                    <a:gd name="connsiteY6" fmla="*/ 1326034 h 13260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751" h="1326033">
                      <a:moveTo>
                        <a:pt x="220962" y="1326034"/>
                      </a:moveTo>
                      <a:cubicBezTo>
                        <a:pt x="129742" y="1326034"/>
                        <a:pt x="0" y="1275710"/>
                        <a:pt x="0" y="1045362"/>
                      </a:cubicBezTo>
                      <a:cubicBezTo>
                        <a:pt x="0" y="1045362"/>
                        <a:pt x="11094" y="445975"/>
                        <a:pt x="408332" y="93411"/>
                      </a:cubicBezTo>
                      <a:cubicBezTo>
                        <a:pt x="563961" y="-44678"/>
                        <a:pt x="820054" y="-16820"/>
                        <a:pt x="951337" y="93411"/>
                      </a:cubicBezTo>
                      <a:cubicBezTo>
                        <a:pt x="1217292" y="316572"/>
                        <a:pt x="1362751" y="803330"/>
                        <a:pt x="1362751" y="1063633"/>
                      </a:cubicBezTo>
                      <a:cubicBezTo>
                        <a:pt x="1362751" y="1246954"/>
                        <a:pt x="1290638" y="1326034"/>
                        <a:pt x="1142714" y="1326034"/>
                      </a:cubicBezTo>
                      <a:lnTo>
                        <a:pt x="220962" y="1326034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784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6" name="手繪多邊形: 圖案 485">
                  <a:extLst>
                    <a:ext uri="{FF2B5EF4-FFF2-40B4-BE49-F238E27FC236}">
                      <a16:creationId xmlns:a16="http://schemas.microsoft.com/office/drawing/2014/main" id="{E13D0F7B-0180-B1AB-4762-70E99D934065}"/>
                    </a:ext>
                  </a:extLst>
                </p:cNvPr>
                <p:cNvSpPr/>
                <p:nvPr/>
              </p:nvSpPr>
              <p:spPr>
                <a:xfrm>
                  <a:off x="15433647" y="310389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6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4 w 107565"/>
                    <a:gd name="connsiteY4" fmla="*/ 76723 h 104284"/>
                    <a:gd name="connsiteX5" fmla="*/ 83835 w 107565"/>
                    <a:gd name="connsiteY5" fmla="*/ 5431 h 104284"/>
                    <a:gd name="connsiteX6" fmla="*/ 64420 w 107565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4"/>
                        <a:pt x="54251" y="3934"/>
                        <a:pt x="46546" y="1238"/>
                      </a:cubicBezTo>
                      <a:cubicBezTo>
                        <a:pt x="41615" y="-559"/>
                        <a:pt x="34836" y="-260"/>
                        <a:pt x="29596" y="1238"/>
                      </a:cubicBezTo>
                      <a:cubicBezTo>
                        <a:pt x="13263" y="6031"/>
                        <a:pt x="-2454" y="37183"/>
                        <a:pt x="320" y="76723"/>
                      </a:cubicBezTo>
                      <a:cubicBezTo>
                        <a:pt x="3094" y="116263"/>
                        <a:pt x="107873" y="110572"/>
                        <a:pt x="107564" y="76723"/>
                      </a:cubicBezTo>
                      <a:cubicBezTo>
                        <a:pt x="107564" y="49764"/>
                        <a:pt x="97395" y="14717"/>
                        <a:pt x="83835" y="5431"/>
                      </a:cubicBezTo>
                      <a:cubicBezTo>
                        <a:pt x="77980" y="1238"/>
                        <a:pt x="73666" y="-1159"/>
                        <a:pt x="64420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87" name="圖形 18">
                <a:extLst>
                  <a:ext uri="{FF2B5EF4-FFF2-40B4-BE49-F238E27FC236}">
                    <a16:creationId xmlns:a16="http://schemas.microsoft.com/office/drawing/2014/main" id="{46BE2D6B-586C-E068-1002-8CB7BA664E1B}"/>
                  </a:ext>
                </a:extLst>
              </p:cNvPr>
              <p:cNvGrpSpPr/>
              <p:nvPr/>
            </p:nvGrpSpPr>
            <p:grpSpPr>
              <a:xfrm>
                <a:off x="17016808" y="29269223"/>
                <a:ext cx="7407310" cy="7630443"/>
                <a:chOff x="17016808" y="29269223"/>
                <a:chExt cx="7407310" cy="7630443"/>
              </a:xfrm>
            </p:grpSpPr>
            <p:sp>
              <p:nvSpPr>
                <p:cNvPr id="488" name="手繪多邊形: 圖案 487">
                  <a:extLst>
                    <a:ext uri="{FF2B5EF4-FFF2-40B4-BE49-F238E27FC236}">
                      <a16:creationId xmlns:a16="http://schemas.microsoft.com/office/drawing/2014/main" id="{72ADD614-087E-DB3D-DF67-262238C46085}"/>
                    </a:ext>
                  </a:extLst>
                </p:cNvPr>
                <p:cNvSpPr/>
                <p:nvPr/>
              </p:nvSpPr>
              <p:spPr>
                <a:xfrm>
                  <a:off x="17016808" y="29269223"/>
                  <a:ext cx="1363760" cy="430357"/>
                </a:xfrm>
                <a:custGeom>
                  <a:avLst/>
                  <a:gdLst>
                    <a:gd name="connsiteX0" fmla="*/ 168518 w 1363760"/>
                    <a:gd name="connsiteY0" fmla="*/ 345400 h 430357"/>
                    <a:gd name="connsiteX1" fmla="*/ 22444 w 1363760"/>
                    <a:gd name="connsiteY1" fmla="*/ 66824 h 430357"/>
                    <a:gd name="connsiteX2" fmla="*/ 451423 w 1363760"/>
                    <a:gd name="connsiteY2" fmla="*/ 43159 h 430357"/>
                    <a:gd name="connsiteX3" fmla="*/ 912146 w 1363760"/>
                    <a:gd name="connsiteY3" fmla="*/ 42261 h 430357"/>
                    <a:gd name="connsiteX4" fmla="*/ 1326025 w 1363760"/>
                    <a:gd name="connsiteY4" fmla="*/ 58736 h 430357"/>
                    <a:gd name="connsiteX5" fmla="*/ 1189195 w 1363760"/>
                    <a:gd name="connsiteY5" fmla="*/ 359477 h 430357"/>
                    <a:gd name="connsiteX6" fmla="*/ 168211 w 1363760"/>
                    <a:gd name="connsiteY6" fmla="*/ 345400 h 430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760" h="430357">
                      <a:moveTo>
                        <a:pt x="168518" y="345400"/>
                      </a:moveTo>
                      <a:cubicBezTo>
                        <a:pt x="3337" y="266619"/>
                        <a:pt x="-29022" y="136618"/>
                        <a:pt x="22444" y="66824"/>
                      </a:cubicBezTo>
                      <a:cubicBezTo>
                        <a:pt x="90550" y="-25137"/>
                        <a:pt x="263437" y="-11357"/>
                        <a:pt x="451423" y="43159"/>
                      </a:cubicBezTo>
                      <a:cubicBezTo>
                        <a:pt x="613524" y="90488"/>
                        <a:pt x="803360" y="76109"/>
                        <a:pt x="912146" y="42261"/>
                      </a:cubicBezTo>
                      <a:cubicBezTo>
                        <a:pt x="1061611" y="-4168"/>
                        <a:pt x="1229566" y="-26334"/>
                        <a:pt x="1326025" y="58736"/>
                      </a:cubicBezTo>
                      <a:cubicBezTo>
                        <a:pt x="1400295" y="124336"/>
                        <a:pt x="1370095" y="273508"/>
                        <a:pt x="1189195" y="359477"/>
                      </a:cubicBezTo>
                      <a:cubicBezTo>
                        <a:pt x="1013843" y="442751"/>
                        <a:pt x="428618" y="469710"/>
                        <a:pt x="168211" y="345400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784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89" name="手繪多邊形: 圖案 488">
                  <a:extLst>
                    <a:ext uri="{FF2B5EF4-FFF2-40B4-BE49-F238E27FC236}">
                      <a16:creationId xmlns:a16="http://schemas.microsoft.com/office/drawing/2014/main" id="{BD2B694A-1C16-9B1C-2C83-EB6FCDC9C26C}"/>
                    </a:ext>
                  </a:extLst>
                </p:cNvPr>
                <p:cNvSpPr/>
                <p:nvPr/>
              </p:nvSpPr>
              <p:spPr>
                <a:xfrm>
                  <a:off x="18165929" y="29374049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6 w 107565"/>
                    <a:gd name="connsiteY2" fmla="*/ 1238 h 104284"/>
                    <a:gd name="connsiteX3" fmla="*/ 320 w 107565"/>
                    <a:gd name="connsiteY3" fmla="*/ 76724 h 104284"/>
                    <a:gd name="connsiteX4" fmla="*/ 107564 w 107565"/>
                    <a:gd name="connsiteY4" fmla="*/ 76724 h 104284"/>
                    <a:gd name="connsiteX5" fmla="*/ 83835 w 107565"/>
                    <a:gd name="connsiteY5" fmla="*/ 5432 h 104284"/>
                    <a:gd name="connsiteX6" fmla="*/ 64420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59"/>
                        <a:pt x="29596" y="1238"/>
                      </a:cubicBezTo>
                      <a:cubicBezTo>
                        <a:pt x="13263" y="6031"/>
                        <a:pt x="-2453" y="37184"/>
                        <a:pt x="320" y="76724"/>
                      </a:cubicBezTo>
                      <a:cubicBezTo>
                        <a:pt x="3093" y="116263"/>
                        <a:pt x="107873" y="110571"/>
                        <a:pt x="107564" y="76724"/>
                      </a:cubicBezTo>
                      <a:cubicBezTo>
                        <a:pt x="107564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6" y="-1158"/>
                        <a:pt x="64420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90" name="手繪多邊形: 圖案 489">
                  <a:extLst>
                    <a:ext uri="{FF2B5EF4-FFF2-40B4-BE49-F238E27FC236}">
                      <a16:creationId xmlns:a16="http://schemas.microsoft.com/office/drawing/2014/main" id="{7896554F-7633-DE3E-DE5B-F403490BBA73}"/>
                    </a:ext>
                  </a:extLst>
                </p:cNvPr>
                <p:cNvSpPr/>
                <p:nvPr/>
              </p:nvSpPr>
              <p:spPr>
                <a:xfrm>
                  <a:off x="17016808" y="29269223"/>
                  <a:ext cx="1363760" cy="430357"/>
                </a:xfrm>
                <a:custGeom>
                  <a:avLst/>
                  <a:gdLst>
                    <a:gd name="connsiteX0" fmla="*/ 168518 w 1363760"/>
                    <a:gd name="connsiteY0" fmla="*/ 345400 h 430357"/>
                    <a:gd name="connsiteX1" fmla="*/ 22444 w 1363760"/>
                    <a:gd name="connsiteY1" fmla="*/ 66824 h 430357"/>
                    <a:gd name="connsiteX2" fmla="*/ 451423 w 1363760"/>
                    <a:gd name="connsiteY2" fmla="*/ 43159 h 430357"/>
                    <a:gd name="connsiteX3" fmla="*/ 912146 w 1363760"/>
                    <a:gd name="connsiteY3" fmla="*/ 42261 h 430357"/>
                    <a:gd name="connsiteX4" fmla="*/ 1326025 w 1363760"/>
                    <a:gd name="connsiteY4" fmla="*/ 58736 h 430357"/>
                    <a:gd name="connsiteX5" fmla="*/ 1189195 w 1363760"/>
                    <a:gd name="connsiteY5" fmla="*/ 359477 h 430357"/>
                    <a:gd name="connsiteX6" fmla="*/ 168211 w 1363760"/>
                    <a:gd name="connsiteY6" fmla="*/ 345400 h 4303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760" h="430357">
                      <a:moveTo>
                        <a:pt x="168518" y="345400"/>
                      </a:moveTo>
                      <a:cubicBezTo>
                        <a:pt x="3337" y="266619"/>
                        <a:pt x="-29022" y="136618"/>
                        <a:pt x="22444" y="66824"/>
                      </a:cubicBezTo>
                      <a:cubicBezTo>
                        <a:pt x="90550" y="-25137"/>
                        <a:pt x="263437" y="-11357"/>
                        <a:pt x="451423" y="43159"/>
                      </a:cubicBezTo>
                      <a:cubicBezTo>
                        <a:pt x="613524" y="90488"/>
                        <a:pt x="803360" y="76109"/>
                        <a:pt x="912146" y="42261"/>
                      </a:cubicBezTo>
                      <a:cubicBezTo>
                        <a:pt x="1061611" y="-4168"/>
                        <a:pt x="1229566" y="-26334"/>
                        <a:pt x="1326025" y="58736"/>
                      </a:cubicBezTo>
                      <a:cubicBezTo>
                        <a:pt x="1400295" y="124336"/>
                        <a:pt x="1370095" y="273508"/>
                        <a:pt x="1189195" y="359477"/>
                      </a:cubicBezTo>
                      <a:cubicBezTo>
                        <a:pt x="1013843" y="442751"/>
                        <a:pt x="428618" y="469710"/>
                        <a:pt x="168211" y="345400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784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491" name="手繪多邊形: 圖案 490">
                  <a:extLst>
                    <a:ext uri="{FF2B5EF4-FFF2-40B4-BE49-F238E27FC236}">
                      <a16:creationId xmlns:a16="http://schemas.microsoft.com/office/drawing/2014/main" id="{4CF36EC3-867F-82FC-6B20-02366DBAB2FD}"/>
                    </a:ext>
                  </a:extLst>
                </p:cNvPr>
                <p:cNvSpPr/>
                <p:nvPr/>
              </p:nvSpPr>
              <p:spPr>
                <a:xfrm>
                  <a:off x="18165929" y="29374049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6 w 107565"/>
                    <a:gd name="connsiteY2" fmla="*/ 1238 h 104284"/>
                    <a:gd name="connsiteX3" fmla="*/ 320 w 107565"/>
                    <a:gd name="connsiteY3" fmla="*/ 76724 h 104284"/>
                    <a:gd name="connsiteX4" fmla="*/ 107564 w 107565"/>
                    <a:gd name="connsiteY4" fmla="*/ 76724 h 104284"/>
                    <a:gd name="connsiteX5" fmla="*/ 83835 w 107565"/>
                    <a:gd name="connsiteY5" fmla="*/ 5432 h 104284"/>
                    <a:gd name="connsiteX6" fmla="*/ 64420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59"/>
                        <a:pt x="29596" y="1238"/>
                      </a:cubicBezTo>
                      <a:cubicBezTo>
                        <a:pt x="13263" y="6031"/>
                        <a:pt x="-2453" y="37184"/>
                        <a:pt x="320" y="76724"/>
                      </a:cubicBezTo>
                      <a:cubicBezTo>
                        <a:pt x="3093" y="116263"/>
                        <a:pt x="107873" y="110571"/>
                        <a:pt x="107564" y="76724"/>
                      </a:cubicBezTo>
                      <a:cubicBezTo>
                        <a:pt x="107564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6" y="-1158"/>
                        <a:pt x="64420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492" name="圖形 18">
                <a:extLst>
                  <a:ext uri="{FF2B5EF4-FFF2-40B4-BE49-F238E27FC236}">
                    <a16:creationId xmlns:a16="http://schemas.microsoft.com/office/drawing/2014/main" id="{F57170CB-4FB2-A78A-5D3E-60831087FB8F}"/>
                  </a:ext>
                </a:extLst>
              </p:cNvPr>
              <p:cNvGrpSpPr/>
              <p:nvPr/>
            </p:nvGrpSpPr>
            <p:grpSpPr>
              <a:xfrm>
                <a:off x="12471801" y="29157091"/>
                <a:ext cx="7408565" cy="11610620"/>
                <a:chOff x="12471801" y="29157091"/>
                <a:chExt cx="7408565" cy="11610620"/>
              </a:xfrm>
            </p:grpSpPr>
            <p:sp>
              <p:nvSpPr>
                <p:cNvPr id="493" name="手繪多邊形: 圖案 492">
                  <a:extLst>
                    <a:ext uri="{FF2B5EF4-FFF2-40B4-BE49-F238E27FC236}">
                      <a16:creationId xmlns:a16="http://schemas.microsoft.com/office/drawing/2014/main" id="{6DF4DC9B-1B05-B101-CB27-C81646653D23}"/>
                    </a:ext>
                  </a:extLst>
                </p:cNvPr>
                <p:cNvSpPr/>
                <p:nvPr/>
              </p:nvSpPr>
              <p:spPr>
                <a:xfrm>
                  <a:off x="12471801" y="29157091"/>
                  <a:ext cx="1363991" cy="654839"/>
                </a:xfrm>
                <a:custGeom>
                  <a:avLst/>
                  <a:gdLst>
                    <a:gd name="connsiteX0" fmla="*/ 1279836 w 1363991"/>
                    <a:gd name="connsiteY0" fmla="*/ 208312 h 654839"/>
                    <a:gd name="connsiteX1" fmla="*/ 1240698 w 1363991"/>
                    <a:gd name="connsiteY1" fmla="*/ 622880 h 654839"/>
                    <a:gd name="connsiteX2" fmla="*/ 851473 w 1363991"/>
                    <a:gd name="connsiteY2" fmla="*/ 609700 h 654839"/>
                    <a:gd name="connsiteX3" fmla="*/ 126953 w 1363991"/>
                    <a:gd name="connsiteY3" fmla="*/ 615990 h 654839"/>
                    <a:gd name="connsiteX4" fmla="*/ 84425 w 1363991"/>
                    <a:gd name="connsiteY4" fmla="*/ 210109 h 654839"/>
                    <a:gd name="connsiteX5" fmla="*/ 1279836 w 1363991"/>
                    <a:gd name="connsiteY5" fmla="*/ 208312 h 654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991" h="654839">
                      <a:moveTo>
                        <a:pt x="1279836" y="208312"/>
                      </a:moveTo>
                      <a:cubicBezTo>
                        <a:pt x="1414817" y="376056"/>
                        <a:pt x="1376912" y="536012"/>
                        <a:pt x="1240698" y="622880"/>
                      </a:cubicBezTo>
                      <a:cubicBezTo>
                        <a:pt x="1160881" y="673801"/>
                        <a:pt x="1015422" y="655830"/>
                        <a:pt x="851473" y="609700"/>
                      </a:cubicBezTo>
                      <a:cubicBezTo>
                        <a:pt x="516486" y="515344"/>
                        <a:pt x="379040" y="741199"/>
                        <a:pt x="126953" y="615990"/>
                      </a:cubicBezTo>
                      <a:cubicBezTo>
                        <a:pt x="13544" y="559675"/>
                        <a:pt x="-69971" y="372461"/>
                        <a:pt x="84425" y="210109"/>
                      </a:cubicBezTo>
                      <a:cubicBezTo>
                        <a:pt x="370719" y="-90633"/>
                        <a:pt x="1073668" y="-48098"/>
                        <a:pt x="1279836" y="208312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784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494" name="圖形 18">
                  <a:extLst>
                    <a:ext uri="{FF2B5EF4-FFF2-40B4-BE49-F238E27FC236}">
                      <a16:creationId xmlns:a16="http://schemas.microsoft.com/office/drawing/2014/main" id="{1AB79948-4C70-24C4-2220-28AC78761BC3}"/>
                    </a:ext>
                  </a:extLst>
                </p:cNvPr>
                <p:cNvGrpSpPr/>
                <p:nvPr/>
              </p:nvGrpSpPr>
              <p:grpSpPr>
                <a:xfrm>
                  <a:off x="13030804" y="29261720"/>
                  <a:ext cx="1329113" cy="1849007"/>
                  <a:chOff x="13030804" y="29261720"/>
                  <a:chExt cx="1329113" cy="1849007"/>
                </a:xfrm>
                <a:solidFill>
                  <a:srgbClr val="FFFFFF"/>
                </a:solidFill>
              </p:grpSpPr>
              <p:sp>
                <p:nvSpPr>
                  <p:cNvPr id="495" name="手繪多邊形: 圖案 494">
                    <a:extLst>
                      <a:ext uri="{FF2B5EF4-FFF2-40B4-BE49-F238E27FC236}">
                        <a16:creationId xmlns:a16="http://schemas.microsoft.com/office/drawing/2014/main" id="{70437BCB-A463-EBF1-EC8E-5302EBAC5D9B}"/>
                      </a:ext>
                    </a:extLst>
                  </p:cNvPr>
                  <p:cNvSpPr/>
                  <p:nvPr/>
                </p:nvSpPr>
                <p:spPr>
                  <a:xfrm>
                    <a:off x="13030804" y="29261720"/>
                    <a:ext cx="107565" cy="104284"/>
                  </a:xfrm>
                  <a:custGeom>
                    <a:avLst/>
                    <a:gdLst>
                      <a:gd name="connsiteX0" fmla="*/ 64729 w 107565"/>
                      <a:gd name="connsiteY0" fmla="*/ 1238 h 104284"/>
                      <a:gd name="connsiteX1" fmla="*/ 46546 w 107565"/>
                      <a:gd name="connsiteY1" fmla="*/ 1238 h 104284"/>
                      <a:gd name="connsiteX2" fmla="*/ 29597 w 107565"/>
                      <a:gd name="connsiteY2" fmla="*/ 1238 h 104284"/>
                      <a:gd name="connsiteX3" fmla="*/ 320 w 107565"/>
                      <a:gd name="connsiteY3" fmla="*/ 76724 h 104284"/>
                      <a:gd name="connsiteX4" fmla="*/ 107565 w 107565"/>
                      <a:gd name="connsiteY4" fmla="*/ 76724 h 104284"/>
                      <a:gd name="connsiteX5" fmla="*/ 83835 w 107565"/>
                      <a:gd name="connsiteY5" fmla="*/ 5432 h 104284"/>
                      <a:gd name="connsiteX6" fmla="*/ 64421 w 107565"/>
                      <a:gd name="connsiteY6" fmla="*/ 1538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64729" y="1238"/>
                        </a:moveTo>
                        <a:cubicBezTo>
                          <a:pt x="57024" y="3335"/>
                          <a:pt x="54251" y="3934"/>
                          <a:pt x="46546" y="1238"/>
                        </a:cubicBezTo>
                        <a:cubicBezTo>
                          <a:pt x="41615" y="-559"/>
                          <a:pt x="34836" y="-259"/>
                          <a:pt x="29597" y="1238"/>
                        </a:cubicBezTo>
                        <a:cubicBezTo>
                          <a:pt x="13263" y="6031"/>
                          <a:pt x="-2454" y="37184"/>
                          <a:pt x="320" y="76724"/>
                        </a:cubicBezTo>
                        <a:cubicBezTo>
                          <a:pt x="3094" y="116263"/>
                          <a:pt x="107873" y="110571"/>
                          <a:pt x="107565" y="76724"/>
                        </a:cubicBezTo>
                        <a:cubicBezTo>
                          <a:pt x="107565" y="49764"/>
                          <a:pt x="97395" y="14718"/>
                          <a:pt x="83835" y="5432"/>
                        </a:cubicBezTo>
                        <a:cubicBezTo>
                          <a:pt x="77980" y="1238"/>
                          <a:pt x="73665" y="-1158"/>
                          <a:pt x="64421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496" name="手繪多邊形: 圖案 495">
                    <a:extLst>
                      <a:ext uri="{FF2B5EF4-FFF2-40B4-BE49-F238E27FC236}">
                        <a16:creationId xmlns:a16="http://schemas.microsoft.com/office/drawing/2014/main" id="{CF861922-085C-DA2B-A607-27DDA4342C67}"/>
                      </a:ext>
                    </a:extLst>
                  </p:cNvPr>
                  <p:cNvSpPr/>
                  <p:nvPr/>
                </p:nvSpPr>
                <p:spPr>
                  <a:xfrm>
                    <a:off x="13167942" y="29261720"/>
                    <a:ext cx="107565" cy="104284"/>
                  </a:xfrm>
                  <a:custGeom>
                    <a:avLst/>
                    <a:gdLst>
                      <a:gd name="connsiteX0" fmla="*/ 64729 w 107565"/>
                      <a:gd name="connsiteY0" fmla="*/ 1238 h 104284"/>
                      <a:gd name="connsiteX1" fmla="*/ 46546 w 107565"/>
                      <a:gd name="connsiteY1" fmla="*/ 1238 h 104284"/>
                      <a:gd name="connsiteX2" fmla="*/ 29597 w 107565"/>
                      <a:gd name="connsiteY2" fmla="*/ 1238 h 104284"/>
                      <a:gd name="connsiteX3" fmla="*/ 320 w 107565"/>
                      <a:gd name="connsiteY3" fmla="*/ 76724 h 104284"/>
                      <a:gd name="connsiteX4" fmla="*/ 107565 w 107565"/>
                      <a:gd name="connsiteY4" fmla="*/ 76724 h 104284"/>
                      <a:gd name="connsiteX5" fmla="*/ 83835 w 107565"/>
                      <a:gd name="connsiteY5" fmla="*/ 5432 h 104284"/>
                      <a:gd name="connsiteX6" fmla="*/ 64421 w 107565"/>
                      <a:gd name="connsiteY6" fmla="*/ 1538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64729" y="1238"/>
                        </a:moveTo>
                        <a:cubicBezTo>
                          <a:pt x="57024" y="3335"/>
                          <a:pt x="54251" y="3934"/>
                          <a:pt x="46546" y="1238"/>
                        </a:cubicBezTo>
                        <a:cubicBezTo>
                          <a:pt x="41615" y="-559"/>
                          <a:pt x="34835" y="-259"/>
                          <a:pt x="29597" y="1238"/>
                        </a:cubicBezTo>
                        <a:cubicBezTo>
                          <a:pt x="13263" y="6031"/>
                          <a:pt x="-2453" y="37184"/>
                          <a:pt x="320" y="76724"/>
                        </a:cubicBezTo>
                        <a:cubicBezTo>
                          <a:pt x="3093" y="116263"/>
                          <a:pt x="107873" y="110571"/>
                          <a:pt x="107565" y="76724"/>
                        </a:cubicBezTo>
                        <a:cubicBezTo>
                          <a:pt x="107565" y="49764"/>
                          <a:pt x="97395" y="14718"/>
                          <a:pt x="83835" y="5432"/>
                        </a:cubicBezTo>
                        <a:cubicBezTo>
                          <a:pt x="77980" y="1238"/>
                          <a:pt x="73666" y="-1158"/>
                          <a:pt x="64421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497" name="手繪多邊形: 圖案 496">
                  <a:extLst>
                    <a:ext uri="{FF2B5EF4-FFF2-40B4-BE49-F238E27FC236}">
                      <a16:creationId xmlns:a16="http://schemas.microsoft.com/office/drawing/2014/main" id="{9D449D10-DC9B-C7CC-3497-7E434195290A}"/>
                    </a:ext>
                  </a:extLst>
                </p:cNvPr>
                <p:cNvSpPr/>
                <p:nvPr/>
              </p:nvSpPr>
              <p:spPr>
                <a:xfrm>
                  <a:off x="12471801" y="29157091"/>
                  <a:ext cx="1363991" cy="654839"/>
                </a:xfrm>
                <a:custGeom>
                  <a:avLst/>
                  <a:gdLst>
                    <a:gd name="connsiteX0" fmla="*/ 1279836 w 1363991"/>
                    <a:gd name="connsiteY0" fmla="*/ 208312 h 654839"/>
                    <a:gd name="connsiteX1" fmla="*/ 1240698 w 1363991"/>
                    <a:gd name="connsiteY1" fmla="*/ 622880 h 654839"/>
                    <a:gd name="connsiteX2" fmla="*/ 851473 w 1363991"/>
                    <a:gd name="connsiteY2" fmla="*/ 609700 h 654839"/>
                    <a:gd name="connsiteX3" fmla="*/ 126953 w 1363991"/>
                    <a:gd name="connsiteY3" fmla="*/ 615990 h 654839"/>
                    <a:gd name="connsiteX4" fmla="*/ 84425 w 1363991"/>
                    <a:gd name="connsiteY4" fmla="*/ 210109 h 654839"/>
                    <a:gd name="connsiteX5" fmla="*/ 1279836 w 1363991"/>
                    <a:gd name="connsiteY5" fmla="*/ 208312 h 654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991" h="654839">
                      <a:moveTo>
                        <a:pt x="1279836" y="208312"/>
                      </a:moveTo>
                      <a:cubicBezTo>
                        <a:pt x="1414817" y="376056"/>
                        <a:pt x="1376912" y="536012"/>
                        <a:pt x="1240698" y="622880"/>
                      </a:cubicBezTo>
                      <a:cubicBezTo>
                        <a:pt x="1160881" y="673801"/>
                        <a:pt x="1015422" y="655830"/>
                        <a:pt x="851473" y="609700"/>
                      </a:cubicBezTo>
                      <a:cubicBezTo>
                        <a:pt x="516486" y="515344"/>
                        <a:pt x="379040" y="741199"/>
                        <a:pt x="126953" y="615990"/>
                      </a:cubicBezTo>
                      <a:cubicBezTo>
                        <a:pt x="13544" y="559675"/>
                        <a:pt x="-69971" y="372461"/>
                        <a:pt x="84425" y="210109"/>
                      </a:cubicBezTo>
                      <a:cubicBezTo>
                        <a:pt x="370719" y="-90633"/>
                        <a:pt x="1073668" y="-48098"/>
                        <a:pt x="1279836" y="208312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784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498" name="圖形 18">
                  <a:extLst>
                    <a:ext uri="{FF2B5EF4-FFF2-40B4-BE49-F238E27FC236}">
                      <a16:creationId xmlns:a16="http://schemas.microsoft.com/office/drawing/2014/main" id="{7446E1E7-3E48-9C9D-A875-86428656AA43}"/>
                    </a:ext>
                  </a:extLst>
                </p:cNvPr>
                <p:cNvGrpSpPr/>
                <p:nvPr/>
              </p:nvGrpSpPr>
              <p:grpSpPr>
                <a:xfrm>
                  <a:off x="13030804" y="29261720"/>
                  <a:ext cx="1329113" cy="1849007"/>
                  <a:chOff x="13030804" y="29261720"/>
                  <a:chExt cx="1329113" cy="1849007"/>
                </a:xfrm>
                <a:solidFill>
                  <a:srgbClr val="FFFFFF"/>
                </a:solidFill>
              </p:grpSpPr>
              <p:sp>
                <p:nvSpPr>
                  <p:cNvPr id="499" name="手繪多邊形: 圖案 498">
                    <a:extLst>
                      <a:ext uri="{FF2B5EF4-FFF2-40B4-BE49-F238E27FC236}">
                        <a16:creationId xmlns:a16="http://schemas.microsoft.com/office/drawing/2014/main" id="{0A5E318A-BF52-A294-3DAA-EE119845B0C3}"/>
                      </a:ext>
                    </a:extLst>
                  </p:cNvPr>
                  <p:cNvSpPr/>
                  <p:nvPr/>
                </p:nvSpPr>
                <p:spPr>
                  <a:xfrm>
                    <a:off x="13030804" y="29261720"/>
                    <a:ext cx="107565" cy="104284"/>
                  </a:xfrm>
                  <a:custGeom>
                    <a:avLst/>
                    <a:gdLst>
                      <a:gd name="connsiteX0" fmla="*/ 64729 w 107565"/>
                      <a:gd name="connsiteY0" fmla="*/ 1238 h 104284"/>
                      <a:gd name="connsiteX1" fmla="*/ 46546 w 107565"/>
                      <a:gd name="connsiteY1" fmla="*/ 1238 h 104284"/>
                      <a:gd name="connsiteX2" fmla="*/ 29597 w 107565"/>
                      <a:gd name="connsiteY2" fmla="*/ 1238 h 104284"/>
                      <a:gd name="connsiteX3" fmla="*/ 320 w 107565"/>
                      <a:gd name="connsiteY3" fmla="*/ 76724 h 104284"/>
                      <a:gd name="connsiteX4" fmla="*/ 107565 w 107565"/>
                      <a:gd name="connsiteY4" fmla="*/ 76724 h 104284"/>
                      <a:gd name="connsiteX5" fmla="*/ 83835 w 107565"/>
                      <a:gd name="connsiteY5" fmla="*/ 5432 h 104284"/>
                      <a:gd name="connsiteX6" fmla="*/ 64421 w 107565"/>
                      <a:gd name="connsiteY6" fmla="*/ 1538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64729" y="1238"/>
                        </a:moveTo>
                        <a:cubicBezTo>
                          <a:pt x="57024" y="3335"/>
                          <a:pt x="54251" y="3934"/>
                          <a:pt x="46546" y="1238"/>
                        </a:cubicBezTo>
                        <a:cubicBezTo>
                          <a:pt x="41615" y="-559"/>
                          <a:pt x="34836" y="-259"/>
                          <a:pt x="29597" y="1238"/>
                        </a:cubicBezTo>
                        <a:cubicBezTo>
                          <a:pt x="13263" y="6031"/>
                          <a:pt x="-2454" y="37184"/>
                          <a:pt x="320" y="76724"/>
                        </a:cubicBezTo>
                        <a:cubicBezTo>
                          <a:pt x="3094" y="116263"/>
                          <a:pt x="107873" y="110571"/>
                          <a:pt x="107565" y="76724"/>
                        </a:cubicBezTo>
                        <a:cubicBezTo>
                          <a:pt x="107565" y="49764"/>
                          <a:pt x="97395" y="14718"/>
                          <a:pt x="83835" y="5432"/>
                        </a:cubicBezTo>
                        <a:cubicBezTo>
                          <a:pt x="77980" y="1238"/>
                          <a:pt x="73665" y="-1158"/>
                          <a:pt x="64421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00" name="手繪多邊形: 圖案 499">
                    <a:extLst>
                      <a:ext uri="{FF2B5EF4-FFF2-40B4-BE49-F238E27FC236}">
                        <a16:creationId xmlns:a16="http://schemas.microsoft.com/office/drawing/2014/main" id="{DFC06E80-6C91-14D0-38CD-293095ED8E2F}"/>
                      </a:ext>
                    </a:extLst>
                  </p:cNvPr>
                  <p:cNvSpPr/>
                  <p:nvPr/>
                </p:nvSpPr>
                <p:spPr>
                  <a:xfrm>
                    <a:off x="13167942" y="29261720"/>
                    <a:ext cx="107565" cy="104284"/>
                  </a:xfrm>
                  <a:custGeom>
                    <a:avLst/>
                    <a:gdLst>
                      <a:gd name="connsiteX0" fmla="*/ 64729 w 107565"/>
                      <a:gd name="connsiteY0" fmla="*/ 1238 h 104284"/>
                      <a:gd name="connsiteX1" fmla="*/ 46546 w 107565"/>
                      <a:gd name="connsiteY1" fmla="*/ 1238 h 104284"/>
                      <a:gd name="connsiteX2" fmla="*/ 29597 w 107565"/>
                      <a:gd name="connsiteY2" fmla="*/ 1238 h 104284"/>
                      <a:gd name="connsiteX3" fmla="*/ 320 w 107565"/>
                      <a:gd name="connsiteY3" fmla="*/ 76724 h 104284"/>
                      <a:gd name="connsiteX4" fmla="*/ 107565 w 107565"/>
                      <a:gd name="connsiteY4" fmla="*/ 76724 h 104284"/>
                      <a:gd name="connsiteX5" fmla="*/ 83835 w 107565"/>
                      <a:gd name="connsiteY5" fmla="*/ 5432 h 104284"/>
                      <a:gd name="connsiteX6" fmla="*/ 64421 w 107565"/>
                      <a:gd name="connsiteY6" fmla="*/ 1538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64729" y="1238"/>
                        </a:moveTo>
                        <a:cubicBezTo>
                          <a:pt x="57024" y="3335"/>
                          <a:pt x="54251" y="3934"/>
                          <a:pt x="46546" y="1238"/>
                        </a:cubicBezTo>
                        <a:cubicBezTo>
                          <a:pt x="41615" y="-559"/>
                          <a:pt x="34835" y="-259"/>
                          <a:pt x="29597" y="1238"/>
                        </a:cubicBezTo>
                        <a:cubicBezTo>
                          <a:pt x="13263" y="6031"/>
                          <a:pt x="-2453" y="37184"/>
                          <a:pt x="320" y="76724"/>
                        </a:cubicBezTo>
                        <a:cubicBezTo>
                          <a:pt x="3093" y="116263"/>
                          <a:pt x="107873" y="110571"/>
                          <a:pt x="107565" y="76724"/>
                        </a:cubicBezTo>
                        <a:cubicBezTo>
                          <a:pt x="107565" y="49764"/>
                          <a:pt x="97395" y="14718"/>
                          <a:pt x="83835" y="5432"/>
                        </a:cubicBezTo>
                        <a:cubicBezTo>
                          <a:pt x="77980" y="1238"/>
                          <a:pt x="73666" y="-1158"/>
                          <a:pt x="64421" y="1538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501" name="圖形 18">
                <a:extLst>
                  <a:ext uri="{FF2B5EF4-FFF2-40B4-BE49-F238E27FC236}">
                    <a16:creationId xmlns:a16="http://schemas.microsoft.com/office/drawing/2014/main" id="{5F78BFDD-06B3-BEBA-DAFF-0EA51133FF8E}"/>
                  </a:ext>
                </a:extLst>
              </p:cNvPr>
              <p:cNvGrpSpPr/>
              <p:nvPr/>
            </p:nvGrpSpPr>
            <p:grpSpPr>
              <a:xfrm>
                <a:off x="12702637" y="26820768"/>
                <a:ext cx="4899646" cy="15550992"/>
                <a:chOff x="12702637" y="26820768"/>
                <a:chExt cx="4899646" cy="15550992"/>
              </a:xfrm>
            </p:grpSpPr>
            <p:sp>
              <p:nvSpPr>
                <p:cNvPr id="502" name="手繪多邊形: 圖案 501">
                  <a:extLst>
                    <a:ext uri="{FF2B5EF4-FFF2-40B4-BE49-F238E27FC236}">
                      <a16:creationId xmlns:a16="http://schemas.microsoft.com/office/drawing/2014/main" id="{9F83B814-C0C1-7279-98DF-D187243ABB61}"/>
                    </a:ext>
                  </a:extLst>
                </p:cNvPr>
                <p:cNvSpPr/>
                <p:nvPr/>
              </p:nvSpPr>
              <p:spPr>
                <a:xfrm>
                  <a:off x="12702637" y="26820768"/>
                  <a:ext cx="902074" cy="877076"/>
                </a:xfrm>
                <a:custGeom>
                  <a:avLst/>
                  <a:gdLst>
                    <a:gd name="connsiteX0" fmla="*/ 74550 w 902074"/>
                    <a:gd name="connsiteY0" fmla="*/ 128817 h 877076"/>
                    <a:gd name="connsiteX1" fmla="*/ 826806 w 902074"/>
                    <a:gd name="connsiteY1" fmla="*/ 128817 h 877076"/>
                    <a:gd name="connsiteX2" fmla="*/ 848995 w 902074"/>
                    <a:gd name="connsiteY2" fmla="*/ 586520 h 877076"/>
                    <a:gd name="connsiteX3" fmla="*/ 450832 w 902074"/>
                    <a:gd name="connsiteY3" fmla="*/ 877076 h 877076"/>
                    <a:gd name="connsiteX4" fmla="*/ 56059 w 902074"/>
                    <a:gd name="connsiteY4" fmla="*/ 586520 h 877076"/>
                    <a:gd name="connsiteX5" fmla="*/ 74550 w 902074"/>
                    <a:gd name="connsiteY5" fmla="*/ 128817 h 877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74" h="877076">
                      <a:moveTo>
                        <a:pt x="74550" y="128817"/>
                      </a:moveTo>
                      <a:cubicBezTo>
                        <a:pt x="225556" y="-33836"/>
                        <a:pt x="637586" y="-51808"/>
                        <a:pt x="826806" y="128817"/>
                      </a:cubicBezTo>
                      <a:cubicBezTo>
                        <a:pt x="950692" y="246836"/>
                        <a:pt x="894604" y="492462"/>
                        <a:pt x="848995" y="586520"/>
                      </a:cubicBezTo>
                      <a:cubicBezTo>
                        <a:pt x="787359" y="713826"/>
                        <a:pt x="726957" y="877076"/>
                        <a:pt x="450832" y="877076"/>
                      </a:cubicBezTo>
                      <a:cubicBezTo>
                        <a:pt x="259455" y="877076"/>
                        <a:pt x="152826" y="792905"/>
                        <a:pt x="56059" y="586520"/>
                      </a:cubicBezTo>
                      <a:cubicBezTo>
                        <a:pt x="-32079" y="398705"/>
                        <a:pt x="-8966" y="218380"/>
                        <a:pt x="74550" y="128817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784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503" name="圖形 18">
                  <a:extLst>
                    <a:ext uri="{FF2B5EF4-FFF2-40B4-BE49-F238E27FC236}">
                      <a16:creationId xmlns:a16="http://schemas.microsoft.com/office/drawing/2014/main" id="{1FECF53B-69F0-CB41-CFF7-05F182A33AC9}"/>
                    </a:ext>
                  </a:extLst>
                </p:cNvPr>
                <p:cNvGrpSpPr/>
                <p:nvPr/>
              </p:nvGrpSpPr>
              <p:grpSpPr>
                <a:xfrm>
                  <a:off x="13031739" y="27489358"/>
                  <a:ext cx="1329113" cy="1849007"/>
                  <a:chOff x="13031739" y="27489358"/>
                  <a:chExt cx="1329113" cy="1849007"/>
                </a:xfrm>
                <a:solidFill>
                  <a:srgbClr val="FFFFFF"/>
                </a:solidFill>
              </p:grpSpPr>
              <p:sp>
                <p:nvSpPr>
                  <p:cNvPr id="504" name="手繪多邊形: 圖案 503">
                    <a:extLst>
                      <a:ext uri="{FF2B5EF4-FFF2-40B4-BE49-F238E27FC236}">
                        <a16:creationId xmlns:a16="http://schemas.microsoft.com/office/drawing/2014/main" id="{40EE2152-5B04-4D50-6C24-7B846A60EF0D}"/>
                      </a:ext>
                    </a:extLst>
                  </p:cNvPr>
                  <p:cNvSpPr/>
                  <p:nvPr/>
                </p:nvSpPr>
                <p:spPr>
                  <a:xfrm>
                    <a:off x="13168878" y="27489358"/>
                    <a:ext cx="107565" cy="104284"/>
                  </a:xfrm>
                  <a:custGeom>
                    <a:avLst/>
                    <a:gdLst>
                      <a:gd name="connsiteX0" fmla="*/ 42837 w 107565"/>
                      <a:gd name="connsiteY0" fmla="*/ 103047 h 104284"/>
                      <a:gd name="connsiteX1" fmla="*/ 61019 w 107565"/>
                      <a:gd name="connsiteY1" fmla="*/ 103047 h 104284"/>
                      <a:gd name="connsiteX2" fmla="*/ 77969 w 107565"/>
                      <a:gd name="connsiteY2" fmla="*/ 103047 h 104284"/>
                      <a:gd name="connsiteX3" fmla="*/ 107246 w 107565"/>
                      <a:gd name="connsiteY3" fmla="*/ 27561 h 104284"/>
                      <a:gd name="connsiteX4" fmla="*/ 1 w 107565"/>
                      <a:gd name="connsiteY4" fmla="*/ 27561 h 104284"/>
                      <a:gd name="connsiteX5" fmla="*/ 23730 w 107565"/>
                      <a:gd name="connsiteY5" fmla="*/ 98853 h 104284"/>
                      <a:gd name="connsiteX6" fmla="*/ 43145 w 107565"/>
                      <a:gd name="connsiteY6" fmla="*/ 102747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42837" y="103047"/>
                        </a:moveTo>
                        <a:cubicBezTo>
                          <a:pt x="50541" y="100950"/>
                          <a:pt x="53315" y="100351"/>
                          <a:pt x="61019" y="103047"/>
                        </a:cubicBezTo>
                        <a:cubicBezTo>
                          <a:pt x="65950" y="104844"/>
                          <a:pt x="72730" y="104544"/>
                          <a:pt x="77969" y="103047"/>
                        </a:cubicBezTo>
                        <a:cubicBezTo>
                          <a:pt x="94302" y="98254"/>
                          <a:pt x="110019" y="67101"/>
                          <a:pt x="107246" y="27561"/>
                        </a:cubicBezTo>
                        <a:cubicBezTo>
                          <a:pt x="104472" y="-11978"/>
                          <a:pt x="-308" y="-6286"/>
                          <a:pt x="1" y="27561"/>
                        </a:cubicBezTo>
                        <a:cubicBezTo>
                          <a:pt x="1" y="54521"/>
                          <a:pt x="10170" y="89567"/>
                          <a:pt x="23730" y="98853"/>
                        </a:cubicBezTo>
                        <a:cubicBezTo>
                          <a:pt x="29585" y="103047"/>
                          <a:pt x="33900" y="105443"/>
                          <a:pt x="43145" y="1027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05" name="手繪多邊形: 圖案 504">
                    <a:extLst>
                      <a:ext uri="{FF2B5EF4-FFF2-40B4-BE49-F238E27FC236}">
                        <a16:creationId xmlns:a16="http://schemas.microsoft.com/office/drawing/2014/main" id="{475F61D7-1148-65DF-DC94-255C26A617CF}"/>
                      </a:ext>
                    </a:extLst>
                  </p:cNvPr>
                  <p:cNvSpPr/>
                  <p:nvPr/>
                </p:nvSpPr>
                <p:spPr>
                  <a:xfrm>
                    <a:off x="13031739" y="27489358"/>
                    <a:ext cx="107566" cy="104284"/>
                  </a:xfrm>
                  <a:custGeom>
                    <a:avLst/>
                    <a:gdLst>
                      <a:gd name="connsiteX0" fmla="*/ 42837 w 107566"/>
                      <a:gd name="connsiteY0" fmla="*/ 103047 h 104284"/>
                      <a:gd name="connsiteX1" fmla="*/ 61020 w 107566"/>
                      <a:gd name="connsiteY1" fmla="*/ 103047 h 104284"/>
                      <a:gd name="connsiteX2" fmla="*/ 77969 w 107566"/>
                      <a:gd name="connsiteY2" fmla="*/ 103047 h 104284"/>
                      <a:gd name="connsiteX3" fmla="*/ 107246 w 107566"/>
                      <a:gd name="connsiteY3" fmla="*/ 27561 h 104284"/>
                      <a:gd name="connsiteX4" fmla="*/ 1 w 107566"/>
                      <a:gd name="connsiteY4" fmla="*/ 27561 h 104284"/>
                      <a:gd name="connsiteX5" fmla="*/ 23730 w 107566"/>
                      <a:gd name="connsiteY5" fmla="*/ 98853 h 104284"/>
                      <a:gd name="connsiteX6" fmla="*/ 43146 w 107566"/>
                      <a:gd name="connsiteY6" fmla="*/ 102747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6" h="104284">
                        <a:moveTo>
                          <a:pt x="42837" y="103047"/>
                        </a:moveTo>
                        <a:cubicBezTo>
                          <a:pt x="50541" y="100950"/>
                          <a:pt x="53315" y="100351"/>
                          <a:pt x="61020" y="103047"/>
                        </a:cubicBezTo>
                        <a:cubicBezTo>
                          <a:pt x="65950" y="104844"/>
                          <a:pt x="72730" y="104544"/>
                          <a:pt x="77969" y="103047"/>
                        </a:cubicBezTo>
                        <a:cubicBezTo>
                          <a:pt x="94303" y="98254"/>
                          <a:pt x="110019" y="67101"/>
                          <a:pt x="107246" y="27561"/>
                        </a:cubicBezTo>
                        <a:cubicBezTo>
                          <a:pt x="104472" y="-11978"/>
                          <a:pt x="-307" y="-6286"/>
                          <a:pt x="1" y="27561"/>
                        </a:cubicBezTo>
                        <a:cubicBezTo>
                          <a:pt x="1" y="54521"/>
                          <a:pt x="10171" y="89567"/>
                          <a:pt x="23730" y="98853"/>
                        </a:cubicBezTo>
                        <a:cubicBezTo>
                          <a:pt x="29586" y="103047"/>
                          <a:pt x="33900" y="105443"/>
                          <a:pt x="43146" y="1027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506" name="手繪多邊形: 圖案 505">
                  <a:extLst>
                    <a:ext uri="{FF2B5EF4-FFF2-40B4-BE49-F238E27FC236}">
                      <a16:creationId xmlns:a16="http://schemas.microsoft.com/office/drawing/2014/main" id="{8409EF94-5EF2-D9A2-7A2C-C98CE148D26C}"/>
                    </a:ext>
                  </a:extLst>
                </p:cNvPr>
                <p:cNvSpPr/>
                <p:nvPr/>
              </p:nvSpPr>
              <p:spPr>
                <a:xfrm>
                  <a:off x="12702637" y="26820768"/>
                  <a:ext cx="902074" cy="877076"/>
                </a:xfrm>
                <a:custGeom>
                  <a:avLst/>
                  <a:gdLst>
                    <a:gd name="connsiteX0" fmla="*/ 74550 w 902074"/>
                    <a:gd name="connsiteY0" fmla="*/ 128817 h 877076"/>
                    <a:gd name="connsiteX1" fmla="*/ 826806 w 902074"/>
                    <a:gd name="connsiteY1" fmla="*/ 128817 h 877076"/>
                    <a:gd name="connsiteX2" fmla="*/ 848995 w 902074"/>
                    <a:gd name="connsiteY2" fmla="*/ 586520 h 877076"/>
                    <a:gd name="connsiteX3" fmla="*/ 450832 w 902074"/>
                    <a:gd name="connsiteY3" fmla="*/ 877076 h 877076"/>
                    <a:gd name="connsiteX4" fmla="*/ 56059 w 902074"/>
                    <a:gd name="connsiteY4" fmla="*/ 586520 h 877076"/>
                    <a:gd name="connsiteX5" fmla="*/ 74550 w 902074"/>
                    <a:gd name="connsiteY5" fmla="*/ 128817 h 8770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74" h="877076">
                      <a:moveTo>
                        <a:pt x="74550" y="128817"/>
                      </a:moveTo>
                      <a:cubicBezTo>
                        <a:pt x="225556" y="-33836"/>
                        <a:pt x="637586" y="-51808"/>
                        <a:pt x="826806" y="128817"/>
                      </a:cubicBezTo>
                      <a:cubicBezTo>
                        <a:pt x="950692" y="246836"/>
                        <a:pt x="894604" y="492462"/>
                        <a:pt x="848995" y="586520"/>
                      </a:cubicBezTo>
                      <a:cubicBezTo>
                        <a:pt x="787359" y="713826"/>
                        <a:pt x="726957" y="877076"/>
                        <a:pt x="450832" y="877076"/>
                      </a:cubicBezTo>
                      <a:cubicBezTo>
                        <a:pt x="259455" y="877076"/>
                        <a:pt x="152826" y="792905"/>
                        <a:pt x="56059" y="586520"/>
                      </a:cubicBezTo>
                      <a:cubicBezTo>
                        <a:pt x="-32079" y="398705"/>
                        <a:pt x="-8966" y="218380"/>
                        <a:pt x="74550" y="128817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784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507" name="圖形 18">
                  <a:extLst>
                    <a:ext uri="{FF2B5EF4-FFF2-40B4-BE49-F238E27FC236}">
                      <a16:creationId xmlns:a16="http://schemas.microsoft.com/office/drawing/2014/main" id="{A838AD94-05E9-A797-EEF3-AB533D91B3E6}"/>
                    </a:ext>
                  </a:extLst>
                </p:cNvPr>
                <p:cNvGrpSpPr/>
                <p:nvPr/>
              </p:nvGrpSpPr>
              <p:grpSpPr>
                <a:xfrm>
                  <a:off x="13031739" y="27489358"/>
                  <a:ext cx="1329113" cy="1849007"/>
                  <a:chOff x="13031739" y="27489358"/>
                  <a:chExt cx="1329113" cy="1849007"/>
                </a:xfrm>
                <a:solidFill>
                  <a:srgbClr val="FFFFFF"/>
                </a:solidFill>
              </p:grpSpPr>
              <p:sp>
                <p:nvSpPr>
                  <p:cNvPr id="508" name="手繪多邊形: 圖案 507">
                    <a:extLst>
                      <a:ext uri="{FF2B5EF4-FFF2-40B4-BE49-F238E27FC236}">
                        <a16:creationId xmlns:a16="http://schemas.microsoft.com/office/drawing/2014/main" id="{91E1CF4B-98F8-4405-EF7E-A9702EED7873}"/>
                      </a:ext>
                    </a:extLst>
                  </p:cNvPr>
                  <p:cNvSpPr/>
                  <p:nvPr/>
                </p:nvSpPr>
                <p:spPr>
                  <a:xfrm>
                    <a:off x="13168878" y="27489358"/>
                    <a:ext cx="107565" cy="104284"/>
                  </a:xfrm>
                  <a:custGeom>
                    <a:avLst/>
                    <a:gdLst>
                      <a:gd name="connsiteX0" fmla="*/ 42837 w 107565"/>
                      <a:gd name="connsiteY0" fmla="*/ 103047 h 104284"/>
                      <a:gd name="connsiteX1" fmla="*/ 61019 w 107565"/>
                      <a:gd name="connsiteY1" fmla="*/ 103047 h 104284"/>
                      <a:gd name="connsiteX2" fmla="*/ 77969 w 107565"/>
                      <a:gd name="connsiteY2" fmla="*/ 103047 h 104284"/>
                      <a:gd name="connsiteX3" fmla="*/ 107246 w 107565"/>
                      <a:gd name="connsiteY3" fmla="*/ 27561 h 104284"/>
                      <a:gd name="connsiteX4" fmla="*/ 1 w 107565"/>
                      <a:gd name="connsiteY4" fmla="*/ 27561 h 104284"/>
                      <a:gd name="connsiteX5" fmla="*/ 23730 w 107565"/>
                      <a:gd name="connsiteY5" fmla="*/ 98853 h 104284"/>
                      <a:gd name="connsiteX6" fmla="*/ 43145 w 107565"/>
                      <a:gd name="connsiteY6" fmla="*/ 102747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5" h="104284">
                        <a:moveTo>
                          <a:pt x="42837" y="103047"/>
                        </a:moveTo>
                        <a:cubicBezTo>
                          <a:pt x="50541" y="100950"/>
                          <a:pt x="53315" y="100351"/>
                          <a:pt x="61019" y="103047"/>
                        </a:cubicBezTo>
                        <a:cubicBezTo>
                          <a:pt x="65950" y="104844"/>
                          <a:pt x="72730" y="104544"/>
                          <a:pt x="77969" y="103047"/>
                        </a:cubicBezTo>
                        <a:cubicBezTo>
                          <a:pt x="94302" y="98254"/>
                          <a:pt x="110019" y="67101"/>
                          <a:pt x="107246" y="27561"/>
                        </a:cubicBezTo>
                        <a:cubicBezTo>
                          <a:pt x="104472" y="-11978"/>
                          <a:pt x="-308" y="-6286"/>
                          <a:pt x="1" y="27561"/>
                        </a:cubicBezTo>
                        <a:cubicBezTo>
                          <a:pt x="1" y="54521"/>
                          <a:pt x="10170" y="89567"/>
                          <a:pt x="23730" y="98853"/>
                        </a:cubicBezTo>
                        <a:cubicBezTo>
                          <a:pt x="29585" y="103047"/>
                          <a:pt x="33900" y="105443"/>
                          <a:pt x="43145" y="1027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509" name="手繪多邊形: 圖案 508">
                    <a:extLst>
                      <a:ext uri="{FF2B5EF4-FFF2-40B4-BE49-F238E27FC236}">
                        <a16:creationId xmlns:a16="http://schemas.microsoft.com/office/drawing/2014/main" id="{D0630C85-E921-7E71-58FC-97CBE05B2253}"/>
                      </a:ext>
                    </a:extLst>
                  </p:cNvPr>
                  <p:cNvSpPr/>
                  <p:nvPr/>
                </p:nvSpPr>
                <p:spPr>
                  <a:xfrm>
                    <a:off x="13031739" y="27489358"/>
                    <a:ext cx="107566" cy="104284"/>
                  </a:xfrm>
                  <a:custGeom>
                    <a:avLst/>
                    <a:gdLst>
                      <a:gd name="connsiteX0" fmla="*/ 42837 w 107566"/>
                      <a:gd name="connsiteY0" fmla="*/ 103047 h 104284"/>
                      <a:gd name="connsiteX1" fmla="*/ 61020 w 107566"/>
                      <a:gd name="connsiteY1" fmla="*/ 103047 h 104284"/>
                      <a:gd name="connsiteX2" fmla="*/ 77969 w 107566"/>
                      <a:gd name="connsiteY2" fmla="*/ 103047 h 104284"/>
                      <a:gd name="connsiteX3" fmla="*/ 107246 w 107566"/>
                      <a:gd name="connsiteY3" fmla="*/ 27561 h 104284"/>
                      <a:gd name="connsiteX4" fmla="*/ 1 w 107566"/>
                      <a:gd name="connsiteY4" fmla="*/ 27561 h 104284"/>
                      <a:gd name="connsiteX5" fmla="*/ 23730 w 107566"/>
                      <a:gd name="connsiteY5" fmla="*/ 98853 h 104284"/>
                      <a:gd name="connsiteX6" fmla="*/ 43146 w 107566"/>
                      <a:gd name="connsiteY6" fmla="*/ 102747 h 10428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66" h="104284">
                        <a:moveTo>
                          <a:pt x="42837" y="103047"/>
                        </a:moveTo>
                        <a:cubicBezTo>
                          <a:pt x="50541" y="100950"/>
                          <a:pt x="53315" y="100351"/>
                          <a:pt x="61020" y="103047"/>
                        </a:cubicBezTo>
                        <a:cubicBezTo>
                          <a:pt x="65950" y="104844"/>
                          <a:pt x="72730" y="104544"/>
                          <a:pt x="77969" y="103047"/>
                        </a:cubicBezTo>
                        <a:cubicBezTo>
                          <a:pt x="94303" y="98254"/>
                          <a:pt x="110019" y="67101"/>
                          <a:pt x="107246" y="27561"/>
                        </a:cubicBezTo>
                        <a:cubicBezTo>
                          <a:pt x="104472" y="-11978"/>
                          <a:pt x="-307" y="-6286"/>
                          <a:pt x="1" y="27561"/>
                        </a:cubicBezTo>
                        <a:cubicBezTo>
                          <a:pt x="1" y="54521"/>
                          <a:pt x="10171" y="89567"/>
                          <a:pt x="23730" y="98853"/>
                        </a:cubicBezTo>
                        <a:cubicBezTo>
                          <a:pt x="29586" y="103047"/>
                          <a:pt x="33900" y="105443"/>
                          <a:pt x="43146" y="10274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670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510" name="圖形 18">
                <a:extLst>
                  <a:ext uri="{FF2B5EF4-FFF2-40B4-BE49-F238E27FC236}">
                    <a16:creationId xmlns:a16="http://schemas.microsoft.com/office/drawing/2014/main" id="{B3ACCD7F-8448-30A3-6390-3BB8090964F2}"/>
                  </a:ext>
                </a:extLst>
              </p:cNvPr>
              <p:cNvGrpSpPr/>
              <p:nvPr/>
            </p:nvGrpSpPr>
            <p:grpSpPr>
              <a:xfrm>
                <a:off x="14976016" y="29155857"/>
                <a:ext cx="4897669" cy="11656347"/>
                <a:chOff x="14976016" y="29155857"/>
                <a:chExt cx="4897669" cy="11656347"/>
              </a:xfrm>
            </p:grpSpPr>
            <p:sp>
              <p:nvSpPr>
                <p:cNvPr id="511" name="手繪多邊形: 圖案 510">
                  <a:extLst>
                    <a:ext uri="{FF2B5EF4-FFF2-40B4-BE49-F238E27FC236}">
                      <a16:creationId xmlns:a16="http://schemas.microsoft.com/office/drawing/2014/main" id="{2312CFD8-67CD-0A5E-605D-A8515C75C3E6}"/>
                    </a:ext>
                  </a:extLst>
                </p:cNvPr>
                <p:cNvSpPr/>
                <p:nvPr/>
              </p:nvSpPr>
              <p:spPr>
                <a:xfrm>
                  <a:off x="14976016" y="29155857"/>
                  <a:ext cx="901710" cy="657418"/>
                </a:xfrm>
                <a:custGeom>
                  <a:avLst/>
                  <a:gdLst>
                    <a:gd name="connsiteX0" fmla="*/ 549479 w 901710"/>
                    <a:gd name="connsiteY0" fmla="*/ 651372 h 657418"/>
                    <a:gd name="connsiteX1" fmla="*/ 833308 w 901710"/>
                    <a:gd name="connsiteY1" fmla="*/ 472245 h 657418"/>
                    <a:gd name="connsiteX2" fmla="*/ 896484 w 901710"/>
                    <a:gd name="connsiteY2" fmla="*/ 133461 h 657418"/>
                    <a:gd name="connsiteX3" fmla="*/ 658572 w 901710"/>
                    <a:gd name="connsiteY3" fmla="*/ 6455 h 657418"/>
                    <a:gd name="connsiteX4" fmla="*/ 247467 w 901710"/>
                    <a:gd name="connsiteY4" fmla="*/ 6455 h 657418"/>
                    <a:gd name="connsiteX5" fmla="*/ 4625 w 901710"/>
                    <a:gd name="connsiteY5" fmla="*/ 133461 h 657418"/>
                    <a:gd name="connsiteX6" fmla="*/ 73656 w 901710"/>
                    <a:gd name="connsiteY6" fmla="*/ 472245 h 657418"/>
                    <a:gd name="connsiteX7" fmla="*/ 370429 w 901710"/>
                    <a:gd name="connsiteY7" fmla="*/ 651372 h 657418"/>
                    <a:gd name="connsiteX8" fmla="*/ 549479 w 901710"/>
                    <a:gd name="connsiteY8" fmla="*/ 651372 h 657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710" h="657418">
                      <a:moveTo>
                        <a:pt x="549479" y="651372"/>
                      </a:moveTo>
                      <a:cubicBezTo>
                        <a:pt x="715277" y="689114"/>
                        <a:pt x="804956" y="540541"/>
                        <a:pt x="833308" y="472245"/>
                      </a:cubicBezTo>
                      <a:cubicBezTo>
                        <a:pt x="879534" y="359916"/>
                        <a:pt x="915591" y="211343"/>
                        <a:pt x="896484" y="133461"/>
                      </a:cubicBezTo>
                      <a:cubicBezTo>
                        <a:pt x="870906" y="29520"/>
                        <a:pt x="776912" y="-18407"/>
                        <a:pt x="658572" y="6455"/>
                      </a:cubicBezTo>
                      <a:cubicBezTo>
                        <a:pt x="397856" y="61271"/>
                        <a:pt x="412033" y="37907"/>
                        <a:pt x="247467" y="6455"/>
                      </a:cubicBezTo>
                      <a:cubicBezTo>
                        <a:pt x="92763" y="-23200"/>
                        <a:pt x="23423" y="55281"/>
                        <a:pt x="4625" y="133461"/>
                      </a:cubicBezTo>
                      <a:cubicBezTo>
                        <a:pt x="-14174" y="211643"/>
                        <a:pt x="27430" y="380885"/>
                        <a:pt x="73656" y="472245"/>
                      </a:cubicBezTo>
                      <a:cubicBezTo>
                        <a:pt x="112794" y="549827"/>
                        <a:pt x="203090" y="684322"/>
                        <a:pt x="370429" y="651372"/>
                      </a:cubicBezTo>
                      <a:cubicBezTo>
                        <a:pt x="413573" y="642985"/>
                        <a:pt x="473360" y="633998"/>
                        <a:pt x="549479" y="651372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784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2" name="手繪多邊形: 圖案 511">
                  <a:extLst>
                    <a:ext uri="{FF2B5EF4-FFF2-40B4-BE49-F238E27FC236}">
                      <a16:creationId xmlns:a16="http://schemas.microsoft.com/office/drawing/2014/main" id="{446BC3BB-A8ED-56E0-CF93-2E4CC0CAE375}"/>
                    </a:ext>
                  </a:extLst>
                </p:cNvPr>
                <p:cNvSpPr/>
                <p:nvPr/>
              </p:nvSpPr>
              <p:spPr>
                <a:xfrm>
                  <a:off x="15082019" y="29260223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1 h 104284"/>
                    <a:gd name="connsiteX6" fmla="*/ 64421 w 107565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60"/>
                        <a:pt x="29597" y="1238"/>
                      </a:cubicBezTo>
                      <a:cubicBezTo>
                        <a:pt x="13263" y="6031"/>
                        <a:pt x="-2453" y="37183"/>
                        <a:pt x="320" y="76723"/>
                      </a:cubicBezTo>
                      <a:cubicBezTo>
                        <a:pt x="3093" y="116263"/>
                        <a:pt x="107873" y="110572"/>
                        <a:pt x="107565" y="76723"/>
                      </a:cubicBezTo>
                      <a:cubicBezTo>
                        <a:pt x="107565" y="49764"/>
                        <a:pt x="97395" y="14717"/>
                        <a:pt x="83835" y="5431"/>
                      </a:cubicBezTo>
                      <a:cubicBezTo>
                        <a:pt x="77980" y="1238"/>
                        <a:pt x="73666" y="-1159"/>
                        <a:pt x="64421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3" name="手繪多邊形: 圖案 512">
                  <a:extLst>
                    <a:ext uri="{FF2B5EF4-FFF2-40B4-BE49-F238E27FC236}">
                      <a16:creationId xmlns:a16="http://schemas.microsoft.com/office/drawing/2014/main" id="{19704241-5FD5-F1CA-0331-E9CAE57E3859}"/>
                    </a:ext>
                  </a:extLst>
                </p:cNvPr>
                <p:cNvSpPr/>
                <p:nvPr/>
              </p:nvSpPr>
              <p:spPr>
                <a:xfrm>
                  <a:off x="14976016" y="29155857"/>
                  <a:ext cx="901710" cy="657418"/>
                </a:xfrm>
                <a:custGeom>
                  <a:avLst/>
                  <a:gdLst>
                    <a:gd name="connsiteX0" fmla="*/ 549479 w 901710"/>
                    <a:gd name="connsiteY0" fmla="*/ 651372 h 657418"/>
                    <a:gd name="connsiteX1" fmla="*/ 833308 w 901710"/>
                    <a:gd name="connsiteY1" fmla="*/ 472245 h 657418"/>
                    <a:gd name="connsiteX2" fmla="*/ 896484 w 901710"/>
                    <a:gd name="connsiteY2" fmla="*/ 133461 h 657418"/>
                    <a:gd name="connsiteX3" fmla="*/ 658572 w 901710"/>
                    <a:gd name="connsiteY3" fmla="*/ 6455 h 657418"/>
                    <a:gd name="connsiteX4" fmla="*/ 247467 w 901710"/>
                    <a:gd name="connsiteY4" fmla="*/ 6455 h 657418"/>
                    <a:gd name="connsiteX5" fmla="*/ 4625 w 901710"/>
                    <a:gd name="connsiteY5" fmla="*/ 133461 h 657418"/>
                    <a:gd name="connsiteX6" fmla="*/ 73656 w 901710"/>
                    <a:gd name="connsiteY6" fmla="*/ 472245 h 657418"/>
                    <a:gd name="connsiteX7" fmla="*/ 370429 w 901710"/>
                    <a:gd name="connsiteY7" fmla="*/ 651372 h 657418"/>
                    <a:gd name="connsiteX8" fmla="*/ 549479 w 901710"/>
                    <a:gd name="connsiteY8" fmla="*/ 651372 h 65741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710" h="657418">
                      <a:moveTo>
                        <a:pt x="549479" y="651372"/>
                      </a:moveTo>
                      <a:cubicBezTo>
                        <a:pt x="715277" y="689114"/>
                        <a:pt x="804956" y="540541"/>
                        <a:pt x="833308" y="472245"/>
                      </a:cubicBezTo>
                      <a:cubicBezTo>
                        <a:pt x="879534" y="359916"/>
                        <a:pt x="915591" y="211343"/>
                        <a:pt x="896484" y="133461"/>
                      </a:cubicBezTo>
                      <a:cubicBezTo>
                        <a:pt x="870906" y="29520"/>
                        <a:pt x="776912" y="-18407"/>
                        <a:pt x="658572" y="6455"/>
                      </a:cubicBezTo>
                      <a:cubicBezTo>
                        <a:pt x="397856" y="61271"/>
                        <a:pt x="412033" y="37907"/>
                        <a:pt x="247467" y="6455"/>
                      </a:cubicBezTo>
                      <a:cubicBezTo>
                        <a:pt x="92763" y="-23200"/>
                        <a:pt x="23423" y="55281"/>
                        <a:pt x="4625" y="133461"/>
                      </a:cubicBezTo>
                      <a:cubicBezTo>
                        <a:pt x="-14174" y="211643"/>
                        <a:pt x="27430" y="380885"/>
                        <a:pt x="73656" y="472245"/>
                      </a:cubicBezTo>
                      <a:cubicBezTo>
                        <a:pt x="112794" y="549827"/>
                        <a:pt x="203090" y="684322"/>
                        <a:pt x="370429" y="651372"/>
                      </a:cubicBezTo>
                      <a:cubicBezTo>
                        <a:pt x="413573" y="642985"/>
                        <a:pt x="473360" y="633998"/>
                        <a:pt x="549479" y="651372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784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4" name="手繪多邊形: 圖案 513">
                  <a:extLst>
                    <a:ext uri="{FF2B5EF4-FFF2-40B4-BE49-F238E27FC236}">
                      <a16:creationId xmlns:a16="http://schemas.microsoft.com/office/drawing/2014/main" id="{326AC616-9E53-8B77-808E-EEAE1E56C6A5}"/>
                    </a:ext>
                  </a:extLst>
                </p:cNvPr>
                <p:cNvSpPr/>
                <p:nvPr/>
              </p:nvSpPr>
              <p:spPr>
                <a:xfrm>
                  <a:off x="15082019" y="29260223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1 h 104284"/>
                    <a:gd name="connsiteX6" fmla="*/ 64421 w 107565"/>
                    <a:gd name="connsiteY6" fmla="*/ 153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60"/>
                        <a:pt x="29597" y="1238"/>
                      </a:cubicBezTo>
                      <a:cubicBezTo>
                        <a:pt x="13263" y="6031"/>
                        <a:pt x="-2453" y="37183"/>
                        <a:pt x="320" y="76723"/>
                      </a:cubicBezTo>
                      <a:cubicBezTo>
                        <a:pt x="3093" y="116263"/>
                        <a:pt x="107873" y="110572"/>
                        <a:pt x="107565" y="76723"/>
                      </a:cubicBezTo>
                      <a:cubicBezTo>
                        <a:pt x="107565" y="49764"/>
                        <a:pt x="97395" y="14717"/>
                        <a:pt x="83835" y="5431"/>
                      </a:cubicBezTo>
                      <a:cubicBezTo>
                        <a:pt x="77980" y="1238"/>
                        <a:pt x="73666" y="-1159"/>
                        <a:pt x="64421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515" name="圖形 18">
                <a:extLst>
                  <a:ext uri="{FF2B5EF4-FFF2-40B4-BE49-F238E27FC236}">
                    <a16:creationId xmlns:a16="http://schemas.microsoft.com/office/drawing/2014/main" id="{C9985C5B-6C2F-BC84-6D2C-4ADA7656D080}"/>
                  </a:ext>
                </a:extLst>
              </p:cNvPr>
              <p:cNvGrpSpPr/>
              <p:nvPr/>
            </p:nvGrpSpPr>
            <p:grpSpPr>
              <a:xfrm>
                <a:off x="14743994" y="26932359"/>
                <a:ext cx="7416213" cy="11593138"/>
                <a:chOff x="14743994" y="26932359"/>
                <a:chExt cx="7416213" cy="11593138"/>
              </a:xfrm>
            </p:grpSpPr>
            <p:sp>
              <p:nvSpPr>
                <p:cNvPr id="516" name="手繪多邊形: 圖案 515">
                  <a:extLst>
                    <a:ext uri="{FF2B5EF4-FFF2-40B4-BE49-F238E27FC236}">
                      <a16:creationId xmlns:a16="http://schemas.microsoft.com/office/drawing/2014/main" id="{8130E443-7816-9E61-5C07-CA2360215490}"/>
                    </a:ext>
                  </a:extLst>
                </p:cNvPr>
                <p:cNvSpPr/>
                <p:nvPr/>
              </p:nvSpPr>
              <p:spPr>
                <a:xfrm>
                  <a:off x="14743994" y="26932359"/>
                  <a:ext cx="1365399" cy="653853"/>
                </a:xfrm>
                <a:custGeom>
                  <a:avLst/>
                  <a:gdLst>
                    <a:gd name="connsiteX0" fmla="*/ 223395 w 1365399"/>
                    <a:gd name="connsiteY0" fmla="*/ 616911 h 653853"/>
                    <a:gd name="connsiteX1" fmla="*/ 495206 w 1365399"/>
                    <a:gd name="connsiteY1" fmla="*/ 623801 h 653853"/>
                    <a:gd name="connsiteX2" fmla="*/ 895834 w 1365399"/>
                    <a:gd name="connsiteY2" fmla="*/ 631589 h 653853"/>
                    <a:gd name="connsiteX3" fmla="*/ 1145147 w 1365399"/>
                    <a:gd name="connsiteY3" fmla="*/ 625598 h 653853"/>
                    <a:gd name="connsiteX4" fmla="*/ 1321115 w 1365399"/>
                    <a:gd name="connsiteY4" fmla="*/ 95706 h 653853"/>
                    <a:gd name="connsiteX5" fmla="*/ 991060 w 1365399"/>
                    <a:gd name="connsiteY5" fmla="*/ 26512 h 653853"/>
                    <a:gd name="connsiteX6" fmla="*/ 318621 w 1365399"/>
                    <a:gd name="connsiteY6" fmla="*/ 20220 h 653853"/>
                    <a:gd name="connsiteX7" fmla="*/ 22773 w 1365399"/>
                    <a:gd name="connsiteY7" fmla="*/ 95706 h 653853"/>
                    <a:gd name="connsiteX8" fmla="*/ 223395 w 1365399"/>
                    <a:gd name="connsiteY8" fmla="*/ 616911 h 653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399" h="653853">
                      <a:moveTo>
                        <a:pt x="223395" y="616911"/>
                      </a:moveTo>
                      <a:cubicBezTo>
                        <a:pt x="276710" y="658249"/>
                        <a:pt x="385187" y="669631"/>
                        <a:pt x="495206" y="623801"/>
                      </a:cubicBezTo>
                      <a:cubicBezTo>
                        <a:pt x="644671" y="561496"/>
                        <a:pt x="769174" y="588454"/>
                        <a:pt x="895834" y="631589"/>
                      </a:cubicBezTo>
                      <a:cubicBezTo>
                        <a:pt x="932815" y="644170"/>
                        <a:pt x="1063790" y="677719"/>
                        <a:pt x="1145147" y="625598"/>
                      </a:cubicBezTo>
                      <a:cubicBezTo>
                        <a:pt x="1241915" y="563593"/>
                        <a:pt x="1458254" y="275432"/>
                        <a:pt x="1321115" y="95706"/>
                      </a:cubicBezTo>
                      <a:cubicBezTo>
                        <a:pt x="1206782" y="-54066"/>
                        <a:pt x="1028966" y="13332"/>
                        <a:pt x="991060" y="26512"/>
                      </a:cubicBezTo>
                      <a:cubicBezTo>
                        <a:pt x="854847" y="73839"/>
                        <a:pt x="619709" y="127756"/>
                        <a:pt x="318621" y="20220"/>
                      </a:cubicBezTo>
                      <a:cubicBezTo>
                        <a:pt x="265923" y="1350"/>
                        <a:pt x="96427" y="-36693"/>
                        <a:pt x="22773" y="95706"/>
                      </a:cubicBezTo>
                      <a:cubicBezTo>
                        <a:pt x="-56120" y="238288"/>
                        <a:pt x="84408" y="509076"/>
                        <a:pt x="223395" y="616911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784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7" name="手繪多邊形: 圖案 516">
                  <a:extLst>
                    <a:ext uri="{FF2B5EF4-FFF2-40B4-BE49-F238E27FC236}">
                      <a16:creationId xmlns:a16="http://schemas.microsoft.com/office/drawing/2014/main" id="{F1176DBA-D358-A038-6B05-70A5280CEF49}"/>
                    </a:ext>
                  </a:extLst>
                </p:cNvPr>
                <p:cNvSpPr/>
                <p:nvPr/>
              </p:nvSpPr>
              <p:spPr>
                <a:xfrm>
                  <a:off x="15665714" y="27378227"/>
                  <a:ext cx="107566" cy="104285"/>
                </a:xfrm>
                <a:custGeom>
                  <a:avLst/>
                  <a:gdLst>
                    <a:gd name="connsiteX0" fmla="*/ 42837 w 107566"/>
                    <a:gd name="connsiteY0" fmla="*/ 103047 h 104285"/>
                    <a:gd name="connsiteX1" fmla="*/ 61020 w 107566"/>
                    <a:gd name="connsiteY1" fmla="*/ 103047 h 104285"/>
                    <a:gd name="connsiteX2" fmla="*/ 77969 w 107566"/>
                    <a:gd name="connsiteY2" fmla="*/ 103047 h 104285"/>
                    <a:gd name="connsiteX3" fmla="*/ 107246 w 107566"/>
                    <a:gd name="connsiteY3" fmla="*/ 27562 h 104285"/>
                    <a:gd name="connsiteX4" fmla="*/ 1 w 107566"/>
                    <a:gd name="connsiteY4" fmla="*/ 27562 h 104285"/>
                    <a:gd name="connsiteX5" fmla="*/ 23731 w 107566"/>
                    <a:gd name="connsiteY5" fmla="*/ 98853 h 104285"/>
                    <a:gd name="connsiteX6" fmla="*/ 43145 w 107566"/>
                    <a:gd name="connsiteY6" fmla="*/ 102748 h 10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5">
                      <a:moveTo>
                        <a:pt x="42837" y="103047"/>
                      </a:moveTo>
                      <a:cubicBezTo>
                        <a:pt x="50542" y="100950"/>
                        <a:pt x="53315" y="100351"/>
                        <a:pt x="61020" y="103047"/>
                      </a:cubicBezTo>
                      <a:cubicBezTo>
                        <a:pt x="65951" y="104845"/>
                        <a:pt x="72731" y="104545"/>
                        <a:pt x="77969" y="103047"/>
                      </a:cubicBezTo>
                      <a:cubicBezTo>
                        <a:pt x="94302" y="98255"/>
                        <a:pt x="110019" y="67102"/>
                        <a:pt x="107246" y="27562"/>
                      </a:cubicBezTo>
                      <a:cubicBezTo>
                        <a:pt x="104473" y="-11978"/>
                        <a:pt x="-308" y="-6287"/>
                        <a:pt x="1" y="27562"/>
                      </a:cubicBezTo>
                      <a:cubicBezTo>
                        <a:pt x="1" y="54521"/>
                        <a:pt x="10171" y="89568"/>
                        <a:pt x="23731" y="98853"/>
                      </a:cubicBezTo>
                      <a:cubicBezTo>
                        <a:pt x="29585" y="103047"/>
                        <a:pt x="33900" y="105443"/>
                        <a:pt x="43145" y="1027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8" name="手繪多邊形: 圖案 517">
                  <a:extLst>
                    <a:ext uri="{FF2B5EF4-FFF2-40B4-BE49-F238E27FC236}">
                      <a16:creationId xmlns:a16="http://schemas.microsoft.com/office/drawing/2014/main" id="{DE93FDCF-F448-5191-8CAA-65BE6511A4E9}"/>
                    </a:ext>
                  </a:extLst>
                </p:cNvPr>
                <p:cNvSpPr/>
                <p:nvPr/>
              </p:nvSpPr>
              <p:spPr>
                <a:xfrm>
                  <a:off x="14743994" y="26932359"/>
                  <a:ext cx="1365399" cy="653853"/>
                </a:xfrm>
                <a:custGeom>
                  <a:avLst/>
                  <a:gdLst>
                    <a:gd name="connsiteX0" fmla="*/ 223395 w 1365399"/>
                    <a:gd name="connsiteY0" fmla="*/ 616911 h 653853"/>
                    <a:gd name="connsiteX1" fmla="*/ 495206 w 1365399"/>
                    <a:gd name="connsiteY1" fmla="*/ 623801 h 653853"/>
                    <a:gd name="connsiteX2" fmla="*/ 895834 w 1365399"/>
                    <a:gd name="connsiteY2" fmla="*/ 631589 h 653853"/>
                    <a:gd name="connsiteX3" fmla="*/ 1145147 w 1365399"/>
                    <a:gd name="connsiteY3" fmla="*/ 625598 h 653853"/>
                    <a:gd name="connsiteX4" fmla="*/ 1321115 w 1365399"/>
                    <a:gd name="connsiteY4" fmla="*/ 95706 h 653853"/>
                    <a:gd name="connsiteX5" fmla="*/ 991060 w 1365399"/>
                    <a:gd name="connsiteY5" fmla="*/ 26512 h 653853"/>
                    <a:gd name="connsiteX6" fmla="*/ 318621 w 1365399"/>
                    <a:gd name="connsiteY6" fmla="*/ 20220 h 653853"/>
                    <a:gd name="connsiteX7" fmla="*/ 22773 w 1365399"/>
                    <a:gd name="connsiteY7" fmla="*/ 95706 h 653853"/>
                    <a:gd name="connsiteX8" fmla="*/ 223395 w 1365399"/>
                    <a:gd name="connsiteY8" fmla="*/ 616911 h 6538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399" h="653853">
                      <a:moveTo>
                        <a:pt x="223395" y="616911"/>
                      </a:moveTo>
                      <a:cubicBezTo>
                        <a:pt x="276710" y="658249"/>
                        <a:pt x="385187" y="669631"/>
                        <a:pt x="495206" y="623801"/>
                      </a:cubicBezTo>
                      <a:cubicBezTo>
                        <a:pt x="644671" y="561496"/>
                        <a:pt x="769174" y="588454"/>
                        <a:pt x="895834" y="631589"/>
                      </a:cubicBezTo>
                      <a:cubicBezTo>
                        <a:pt x="932815" y="644170"/>
                        <a:pt x="1063790" y="677719"/>
                        <a:pt x="1145147" y="625598"/>
                      </a:cubicBezTo>
                      <a:cubicBezTo>
                        <a:pt x="1241915" y="563593"/>
                        <a:pt x="1458254" y="275432"/>
                        <a:pt x="1321115" y="95706"/>
                      </a:cubicBezTo>
                      <a:cubicBezTo>
                        <a:pt x="1206782" y="-54066"/>
                        <a:pt x="1028966" y="13332"/>
                        <a:pt x="991060" y="26512"/>
                      </a:cubicBezTo>
                      <a:cubicBezTo>
                        <a:pt x="854847" y="73839"/>
                        <a:pt x="619709" y="127756"/>
                        <a:pt x="318621" y="20220"/>
                      </a:cubicBezTo>
                      <a:cubicBezTo>
                        <a:pt x="265923" y="1350"/>
                        <a:pt x="96427" y="-36693"/>
                        <a:pt x="22773" y="95706"/>
                      </a:cubicBezTo>
                      <a:cubicBezTo>
                        <a:pt x="-56120" y="238288"/>
                        <a:pt x="84408" y="509076"/>
                        <a:pt x="223395" y="616911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784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19" name="手繪多邊形: 圖案 518">
                  <a:extLst>
                    <a:ext uri="{FF2B5EF4-FFF2-40B4-BE49-F238E27FC236}">
                      <a16:creationId xmlns:a16="http://schemas.microsoft.com/office/drawing/2014/main" id="{25B52617-B669-729F-2C8E-4134E5399799}"/>
                    </a:ext>
                  </a:extLst>
                </p:cNvPr>
                <p:cNvSpPr/>
                <p:nvPr/>
              </p:nvSpPr>
              <p:spPr>
                <a:xfrm>
                  <a:off x="15665714" y="27378227"/>
                  <a:ext cx="107566" cy="104285"/>
                </a:xfrm>
                <a:custGeom>
                  <a:avLst/>
                  <a:gdLst>
                    <a:gd name="connsiteX0" fmla="*/ 42837 w 107566"/>
                    <a:gd name="connsiteY0" fmla="*/ 103047 h 104285"/>
                    <a:gd name="connsiteX1" fmla="*/ 61020 w 107566"/>
                    <a:gd name="connsiteY1" fmla="*/ 103047 h 104285"/>
                    <a:gd name="connsiteX2" fmla="*/ 77969 w 107566"/>
                    <a:gd name="connsiteY2" fmla="*/ 103047 h 104285"/>
                    <a:gd name="connsiteX3" fmla="*/ 107246 w 107566"/>
                    <a:gd name="connsiteY3" fmla="*/ 27562 h 104285"/>
                    <a:gd name="connsiteX4" fmla="*/ 1 w 107566"/>
                    <a:gd name="connsiteY4" fmla="*/ 27562 h 104285"/>
                    <a:gd name="connsiteX5" fmla="*/ 23731 w 107566"/>
                    <a:gd name="connsiteY5" fmla="*/ 98853 h 104285"/>
                    <a:gd name="connsiteX6" fmla="*/ 43145 w 107566"/>
                    <a:gd name="connsiteY6" fmla="*/ 102748 h 10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5">
                      <a:moveTo>
                        <a:pt x="42837" y="103047"/>
                      </a:moveTo>
                      <a:cubicBezTo>
                        <a:pt x="50542" y="100950"/>
                        <a:pt x="53315" y="100351"/>
                        <a:pt x="61020" y="103047"/>
                      </a:cubicBezTo>
                      <a:cubicBezTo>
                        <a:pt x="65951" y="104845"/>
                        <a:pt x="72731" y="104545"/>
                        <a:pt x="77969" y="103047"/>
                      </a:cubicBezTo>
                      <a:cubicBezTo>
                        <a:pt x="94302" y="98255"/>
                        <a:pt x="110019" y="67102"/>
                        <a:pt x="107246" y="27562"/>
                      </a:cubicBezTo>
                      <a:cubicBezTo>
                        <a:pt x="104473" y="-11978"/>
                        <a:pt x="-308" y="-6287"/>
                        <a:pt x="1" y="27562"/>
                      </a:cubicBezTo>
                      <a:cubicBezTo>
                        <a:pt x="1" y="54521"/>
                        <a:pt x="10171" y="89568"/>
                        <a:pt x="23731" y="98853"/>
                      </a:cubicBezTo>
                      <a:cubicBezTo>
                        <a:pt x="29585" y="103047"/>
                        <a:pt x="33900" y="105443"/>
                        <a:pt x="43145" y="1027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520" name="圖形 18">
                <a:extLst>
                  <a:ext uri="{FF2B5EF4-FFF2-40B4-BE49-F238E27FC236}">
                    <a16:creationId xmlns:a16="http://schemas.microsoft.com/office/drawing/2014/main" id="{D568C3E5-D457-67C0-8FBC-979662CF08F1}"/>
                  </a:ext>
                </a:extLst>
              </p:cNvPr>
              <p:cNvGrpSpPr/>
              <p:nvPr/>
            </p:nvGrpSpPr>
            <p:grpSpPr>
              <a:xfrm>
                <a:off x="17017595" y="27157051"/>
                <a:ext cx="7403161" cy="7616187"/>
                <a:chOff x="17017595" y="27157051"/>
                <a:chExt cx="7403161" cy="7616187"/>
              </a:xfrm>
            </p:grpSpPr>
            <p:sp>
              <p:nvSpPr>
                <p:cNvPr id="521" name="手繪多邊形: 圖案 520">
                  <a:extLst>
                    <a:ext uri="{FF2B5EF4-FFF2-40B4-BE49-F238E27FC236}">
                      <a16:creationId xmlns:a16="http://schemas.microsoft.com/office/drawing/2014/main" id="{AE0D94BB-286D-CC34-8721-5136B610D68A}"/>
                    </a:ext>
                  </a:extLst>
                </p:cNvPr>
                <p:cNvSpPr/>
                <p:nvPr/>
              </p:nvSpPr>
              <p:spPr>
                <a:xfrm>
                  <a:off x="17017595" y="27157051"/>
                  <a:ext cx="1362996" cy="429553"/>
                </a:xfrm>
                <a:custGeom>
                  <a:avLst/>
                  <a:gdLst>
                    <a:gd name="connsiteX0" fmla="*/ 960359 w 1362996"/>
                    <a:gd name="connsiteY0" fmla="*/ 419777 h 429553"/>
                    <a:gd name="connsiteX1" fmla="*/ 1322773 w 1362996"/>
                    <a:gd name="connsiteY1" fmla="*/ 281688 h 429553"/>
                    <a:gd name="connsiteX2" fmla="*/ 1356673 w 1362996"/>
                    <a:gd name="connsiteY2" fmla="*/ 79496 h 429553"/>
                    <a:gd name="connsiteX3" fmla="*/ 1099962 w 1362996"/>
                    <a:gd name="connsiteY3" fmla="*/ 19587 h 429553"/>
                    <a:gd name="connsiteX4" fmla="*/ 296549 w 1362996"/>
                    <a:gd name="connsiteY4" fmla="*/ 20186 h 429553"/>
                    <a:gd name="connsiteX5" fmla="*/ 23197 w 1362996"/>
                    <a:gd name="connsiteY5" fmla="*/ 63620 h 429553"/>
                    <a:gd name="connsiteX6" fmla="*/ 47852 w 1362996"/>
                    <a:gd name="connsiteY6" fmla="*/ 277793 h 429553"/>
                    <a:gd name="connsiteX7" fmla="*/ 376674 w 1362996"/>
                    <a:gd name="connsiteY7" fmla="*/ 424271 h 429553"/>
                    <a:gd name="connsiteX8" fmla="*/ 960667 w 1362996"/>
                    <a:gd name="connsiteY8" fmla="*/ 419478 h 429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996" h="429553">
                      <a:moveTo>
                        <a:pt x="960359" y="419777"/>
                      </a:moveTo>
                      <a:cubicBezTo>
                        <a:pt x="1124308" y="453925"/>
                        <a:pt x="1253742" y="396412"/>
                        <a:pt x="1322773" y="281688"/>
                      </a:cubicBezTo>
                      <a:cubicBezTo>
                        <a:pt x="1350817" y="234959"/>
                        <a:pt x="1374855" y="140902"/>
                        <a:pt x="1356673" y="79496"/>
                      </a:cubicBezTo>
                      <a:cubicBezTo>
                        <a:pt x="1337566" y="14794"/>
                        <a:pt x="1244805" y="-26243"/>
                        <a:pt x="1099962" y="19587"/>
                      </a:cubicBezTo>
                      <a:cubicBezTo>
                        <a:pt x="851881" y="97768"/>
                        <a:pt x="593322" y="113045"/>
                        <a:pt x="296549" y="20186"/>
                      </a:cubicBezTo>
                      <a:cubicBezTo>
                        <a:pt x="226902" y="-1680"/>
                        <a:pt x="87914" y="-25344"/>
                        <a:pt x="23197" y="63620"/>
                      </a:cubicBezTo>
                      <a:cubicBezTo>
                        <a:pt x="-33814" y="141800"/>
                        <a:pt x="29977" y="251434"/>
                        <a:pt x="47852" y="277793"/>
                      </a:cubicBezTo>
                      <a:cubicBezTo>
                        <a:pt x="134141" y="405699"/>
                        <a:pt x="243235" y="444340"/>
                        <a:pt x="376674" y="424271"/>
                      </a:cubicBezTo>
                      <a:cubicBezTo>
                        <a:pt x="648177" y="383532"/>
                        <a:pt x="687623" y="362864"/>
                        <a:pt x="960667" y="419478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784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22" name="手繪多邊形: 圖案 521">
                  <a:extLst>
                    <a:ext uri="{FF2B5EF4-FFF2-40B4-BE49-F238E27FC236}">
                      <a16:creationId xmlns:a16="http://schemas.microsoft.com/office/drawing/2014/main" id="{5179D3EA-1A80-E947-1FCC-4250E4C899EE}"/>
                    </a:ext>
                  </a:extLst>
                </p:cNvPr>
                <p:cNvSpPr/>
                <p:nvPr/>
              </p:nvSpPr>
              <p:spPr>
                <a:xfrm>
                  <a:off x="17936966" y="27378227"/>
                  <a:ext cx="107565" cy="104285"/>
                </a:xfrm>
                <a:custGeom>
                  <a:avLst/>
                  <a:gdLst>
                    <a:gd name="connsiteX0" fmla="*/ 42837 w 107565"/>
                    <a:gd name="connsiteY0" fmla="*/ 103047 h 104285"/>
                    <a:gd name="connsiteX1" fmla="*/ 61019 w 107565"/>
                    <a:gd name="connsiteY1" fmla="*/ 103047 h 104285"/>
                    <a:gd name="connsiteX2" fmla="*/ 77969 w 107565"/>
                    <a:gd name="connsiteY2" fmla="*/ 103047 h 104285"/>
                    <a:gd name="connsiteX3" fmla="*/ 107245 w 107565"/>
                    <a:gd name="connsiteY3" fmla="*/ 27562 h 104285"/>
                    <a:gd name="connsiteX4" fmla="*/ 1 w 107565"/>
                    <a:gd name="connsiteY4" fmla="*/ 27562 h 104285"/>
                    <a:gd name="connsiteX5" fmla="*/ 23730 w 107565"/>
                    <a:gd name="connsiteY5" fmla="*/ 98853 h 104285"/>
                    <a:gd name="connsiteX6" fmla="*/ 43145 w 107565"/>
                    <a:gd name="connsiteY6" fmla="*/ 102748 h 10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5">
                      <a:moveTo>
                        <a:pt x="42837" y="103047"/>
                      </a:moveTo>
                      <a:cubicBezTo>
                        <a:pt x="50541" y="100950"/>
                        <a:pt x="53314" y="100351"/>
                        <a:pt x="61019" y="103047"/>
                      </a:cubicBezTo>
                      <a:cubicBezTo>
                        <a:pt x="65950" y="104845"/>
                        <a:pt x="72730" y="104545"/>
                        <a:pt x="77969" y="103047"/>
                      </a:cubicBezTo>
                      <a:cubicBezTo>
                        <a:pt x="94302" y="98255"/>
                        <a:pt x="110019" y="67102"/>
                        <a:pt x="107245" y="27562"/>
                      </a:cubicBezTo>
                      <a:cubicBezTo>
                        <a:pt x="104472" y="-11978"/>
                        <a:pt x="-308" y="-6287"/>
                        <a:pt x="1" y="27562"/>
                      </a:cubicBezTo>
                      <a:cubicBezTo>
                        <a:pt x="1" y="54521"/>
                        <a:pt x="10170" y="89568"/>
                        <a:pt x="23730" y="98853"/>
                      </a:cubicBezTo>
                      <a:cubicBezTo>
                        <a:pt x="29585" y="103047"/>
                        <a:pt x="33900" y="105443"/>
                        <a:pt x="43145" y="1027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23" name="手繪多邊形: 圖案 522">
                  <a:extLst>
                    <a:ext uri="{FF2B5EF4-FFF2-40B4-BE49-F238E27FC236}">
                      <a16:creationId xmlns:a16="http://schemas.microsoft.com/office/drawing/2014/main" id="{FFA023BA-6EFD-5B06-E84F-11BAD95628C5}"/>
                    </a:ext>
                  </a:extLst>
                </p:cNvPr>
                <p:cNvSpPr/>
                <p:nvPr/>
              </p:nvSpPr>
              <p:spPr>
                <a:xfrm>
                  <a:off x="17017595" y="27157051"/>
                  <a:ext cx="1362996" cy="429553"/>
                </a:xfrm>
                <a:custGeom>
                  <a:avLst/>
                  <a:gdLst>
                    <a:gd name="connsiteX0" fmla="*/ 960359 w 1362996"/>
                    <a:gd name="connsiteY0" fmla="*/ 419777 h 429553"/>
                    <a:gd name="connsiteX1" fmla="*/ 1322773 w 1362996"/>
                    <a:gd name="connsiteY1" fmla="*/ 281688 h 429553"/>
                    <a:gd name="connsiteX2" fmla="*/ 1356673 w 1362996"/>
                    <a:gd name="connsiteY2" fmla="*/ 79496 h 429553"/>
                    <a:gd name="connsiteX3" fmla="*/ 1099962 w 1362996"/>
                    <a:gd name="connsiteY3" fmla="*/ 19587 h 429553"/>
                    <a:gd name="connsiteX4" fmla="*/ 296549 w 1362996"/>
                    <a:gd name="connsiteY4" fmla="*/ 20186 h 429553"/>
                    <a:gd name="connsiteX5" fmla="*/ 23197 w 1362996"/>
                    <a:gd name="connsiteY5" fmla="*/ 63620 h 429553"/>
                    <a:gd name="connsiteX6" fmla="*/ 47852 w 1362996"/>
                    <a:gd name="connsiteY6" fmla="*/ 277793 h 429553"/>
                    <a:gd name="connsiteX7" fmla="*/ 376674 w 1362996"/>
                    <a:gd name="connsiteY7" fmla="*/ 424271 h 429553"/>
                    <a:gd name="connsiteX8" fmla="*/ 960667 w 1362996"/>
                    <a:gd name="connsiteY8" fmla="*/ 419478 h 4295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996" h="429553">
                      <a:moveTo>
                        <a:pt x="960359" y="419777"/>
                      </a:moveTo>
                      <a:cubicBezTo>
                        <a:pt x="1124308" y="453925"/>
                        <a:pt x="1253742" y="396412"/>
                        <a:pt x="1322773" y="281688"/>
                      </a:cubicBezTo>
                      <a:cubicBezTo>
                        <a:pt x="1350817" y="234959"/>
                        <a:pt x="1374855" y="140902"/>
                        <a:pt x="1356673" y="79496"/>
                      </a:cubicBezTo>
                      <a:cubicBezTo>
                        <a:pt x="1337566" y="14794"/>
                        <a:pt x="1244805" y="-26243"/>
                        <a:pt x="1099962" y="19587"/>
                      </a:cubicBezTo>
                      <a:cubicBezTo>
                        <a:pt x="851881" y="97768"/>
                        <a:pt x="593322" y="113045"/>
                        <a:pt x="296549" y="20186"/>
                      </a:cubicBezTo>
                      <a:cubicBezTo>
                        <a:pt x="226902" y="-1680"/>
                        <a:pt x="87914" y="-25344"/>
                        <a:pt x="23197" y="63620"/>
                      </a:cubicBezTo>
                      <a:cubicBezTo>
                        <a:pt x="-33814" y="141800"/>
                        <a:pt x="29977" y="251434"/>
                        <a:pt x="47852" y="277793"/>
                      </a:cubicBezTo>
                      <a:cubicBezTo>
                        <a:pt x="134141" y="405699"/>
                        <a:pt x="243235" y="444340"/>
                        <a:pt x="376674" y="424271"/>
                      </a:cubicBezTo>
                      <a:cubicBezTo>
                        <a:pt x="648177" y="383532"/>
                        <a:pt x="687623" y="362864"/>
                        <a:pt x="960667" y="419478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784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24" name="手繪多邊形: 圖案 523">
                  <a:extLst>
                    <a:ext uri="{FF2B5EF4-FFF2-40B4-BE49-F238E27FC236}">
                      <a16:creationId xmlns:a16="http://schemas.microsoft.com/office/drawing/2014/main" id="{52ED1E65-5698-F8B0-E867-AE62E40CF1C6}"/>
                    </a:ext>
                  </a:extLst>
                </p:cNvPr>
                <p:cNvSpPr/>
                <p:nvPr/>
              </p:nvSpPr>
              <p:spPr>
                <a:xfrm>
                  <a:off x="17936966" y="27378227"/>
                  <a:ext cx="107565" cy="104285"/>
                </a:xfrm>
                <a:custGeom>
                  <a:avLst/>
                  <a:gdLst>
                    <a:gd name="connsiteX0" fmla="*/ 42837 w 107565"/>
                    <a:gd name="connsiteY0" fmla="*/ 103047 h 104285"/>
                    <a:gd name="connsiteX1" fmla="*/ 61019 w 107565"/>
                    <a:gd name="connsiteY1" fmla="*/ 103047 h 104285"/>
                    <a:gd name="connsiteX2" fmla="*/ 77969 w 107565"/>
                    <a:gd name="connsiteY2" fmla="*/ 103047 h 104285"/>
                    <a:gd name="connsiteX3" fmla="*/ 107245 w 107565"/>
                    <a:gd name="connsiteY3" fmla="*/ 27562 h 104285"/>
                    <a:gd name="connsiteX4" fmla="*/ 1 w 107565"/>
                    <a:gd name="connsiteY4" fmla="*/ 27562 h 104285"/>
                    <a:gd name="connsiteX5" fmla="*/ 23730 w 107565"/>
                    <a:gd name="connsiteY5" fmla="*/ 98853 h 104285"/>
                    <a:gd name="connsiteX6" fmla="*/ 43145 w 107565"/>
                    <a:gd name="connsiteY6" fmla="*/ 102748 h 104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5">
                      <a:moveTo>
                        <a:pt x="42837" y="103047"/>
                      </a:moveTo>
                      <a:cubicBezTo>
                        <a:pt x="50541" y="100950"/>
                        <a:pt x="53314" y="100351"/>
                        <a:pt x="61019" y="103047"/>
                      </a:cubicBezTo>
                      <a:cubicBezTo>
                        <a:pt x="65950" y="104845"/>
                        <a:pt x="72730" y="104545"/>
                        <a:pt x="77969" y="103047"/>
                      </a:cubicBezTo>
                      <a:cubicBezTo>
                        <a:pt x="94302" y="98255"/>
                        <a:pt x="110019" y="67102"/>
                        <a:pt x="107245" y="27562"/>
                      </a:cubicBezTo>
                      <a:cubicBezTo>
                        <a:pt x="104472" y="-11978"/>
                        <a:pt x="-308" y="-6287"/>
                        <a:pt x="1" y="27562"/>
                      </a:cubicBezTo>
                      <a:cubicBezTo>
                        <a:pt x="1" y="54521"/>
                        <a:pt x="10170" y="89568"/>
                        <a:pt x="23730" y="98853"/>
                      </a:cubicBezTo>
                      <a:cubicBezTo>
                        <a:pt x="29585" y="103047"/>
                        <a:pt x="33900" y="105443"/>
                        <a:pt x="43145" y="10274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525" name="圖形 18">
            <a:extLst>
              <a:ext uri="{FF2B5EF4-FFF2-40B4-BE49-F238E27FC236}">
                <a16:creationId xmlns:a16="http://schemas.microsoft.com/office/drawing/2014/main" id="{97C6A2D0-52BC-58A7-6E86-8504FA94D6C8}"/>
              </a:ext>
            </a:extLst>
          </p:cNvPr>
          <p:cNvGrpSpPr/>
          <p:nvPr/>
        </p:nvGrpSpPr>
        <p:grpSpPr>
          <a:xfrm>
            <a:off x="-62206791" y="23668385"/>
            <a:ext cx="94896436" cy="66494397"/>
            <a:chOff x="-62206791" y="23668385"/>
            <a:chExt cx="94896436" cy="66494397"/>
          </a:xfrm>
          <a:noFill/>
        </p:grpSpPr>
        <p:grpSp>
          <p:nvGrpSpPr>
            <p:cNvPr id="526" name="圖形 18">
              <a:extLst>
                <a:ext uri="{FF2B5EF4-FFF2-40B4-BE49-F238E27FC236}">
                  <a16:creationId xmlns:a16="http://schemas.microsoft.com/office/drawing/2014/main" id="{1EF378D5-23C9-4020-82C7-972547F2FE1F}"/>
                </a:ext>
              </a:extLst>
            </p:cNvPr>
            <p:cNvGrpSpPr/>
            <p:nvPr/>
          </p:nvGrpSpPr>
          <p:grpSpPr>
            <a:xfrm>
              <a:off x="-47754910" y="23668385"/>
              <a:ext cx="16400532" cy="66494379"/>
              <a:chOff x="-47754910" y="23668385"/>
              <a:chExt cx="16400532" cy="66494379"/>
            </a:xfrm>
            <a:noFill/>
          </p:grpSpPr>
          <p:grpSp>
            <p:nvGrpSpPr>
              <p:cNvPr id="527" name="圖形 18">
                <a:extLst>
                  <a:ext uri="{FF2B5EF4-FFF2-40B4-BE49-F238E27FC236}">
                    <a16:creationId xmlns:a16="http://schemas.microsoft.com/office/drawing/2014/main" id="{66FC432C-B38D-A03F-03BA-10107BAFE5C3}"/>
                  </a:ext>
                </a:extLst>
              </p:cNvPr>
              <p:cNvGrpSpPr/>
              <p:nvPr/>
            </p:nvGrpSpPr>
            <p:grpSpPr>
              <a:xfrm>
                <a:off x="-47754910" y="23668385"/>
                <a:ext cx="16400532" cy="30161471"/>
                <a:chOff x="-47754910" y="23668385"/>
                <a:chExt cx="16400532" cy="30161471"/>
              </a:xfrm>
              <a:noFill/>
            </p:grpSpPr>
            <p:sp>
              <p:nvSpPr>
                <p:cNvPr id="528" name="手繪多邊形: 圖案 527">
                  <a:extLst>
                    <a:ext uri="{FF2B5EF4-FFF2-40B4-BE49-F238E27FC236}">
                      <a16:creationId xmlns:a16="http://schemas.microsoft.com/office/drawing/2014/main" id="{2F519548-E7B1-9B59-C227-F088F853B25C}"/>
                    </a:ext>
                  </a:extLst>
                </p:cNvPr>
                <p:cNvSpPr/>
                <p:nvPr/>
              </p:nvSpPr>
              <p:spPr>
                <a:xfrm>
                  <a:off x="-47754910" y="23668385"/>
                  <a:ext cx="1476159" cy="29954"/>
                </a:xfrm>
                <a:custGeom>
                  <a:avLst/>
                  <a:gdLst>
                    <a:gd name="connsiteX0" fmla="*/ 2 w 1476159"/>
                    <a:gd name="connsiteY0" fmla="*/ 0 h 29954"/>
                    <a:gd name="connsiteX1" fmla="*/ 1476158 w 147615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159" h="29954">
                      <a:moveTo>
                        <a:pt x="2" y="0"/>
                      </a:moveTo>
                      <a:lnTo>
                        <a:pt x="1476158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29" name="手繪多邊形: 圖案 528">
                  <a:extLst>
                    <a:ext uri="{FF2B5EF4-FFF2-40B4-BE49-F238E27FC236}">
                      <a16:creationId xmlns:a16="http://schemas.microsoft.com/office/drawing/2014/main" id="{624CE1A3-2A40-F74C-E362-EE27CD0B06E5}"/>
                    </a:ext>
                  </a:extLst>
                </p:cNvPr>
                <p:cNvSpPr/>
                <p:nvPr/>
              </p:nvSpPr>
              <p:spPr>
                <a:xfrm>
                  <a:off x="-47572780" y="23668385"/>
                  <a:ext cx="1294027" cy="1701107"/>
                </a:xfrm>
                <a:custGeom>
                  <a:avLst/>
                  <a:gdLst>
                    <a:gd name="connsiteX0" fmla="*/ 1294028 w 1294027"/>
                    <a:gd name="connsiteY0" fmla="*/ 1701108 h 1701107"/>
                    <a:gd name="connsiteX1" fmla="*/ 385836 w 1294027"/>
                    <a:gd name="connsiteY1" fmla="*/ 1701108 h 1701107"/>
                    <a:gd name="connsiteX2" fmla="*/ 0 w 1294027"/>
                    <a:gd name="connsiteY2" fmla="*/ 1326079 h 1701107"/>
                    <a:gd name="connsiteX3" fmla="*/ 0 w 1294027"/>
                    <a:gd name="connsiteY3" fmla="*/ 0 h 1701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4027" h="1701107">
                      <a:moveTo>
                        <a:pt x="1294028" y="1701108"/>
                      </a:moveTo>
                      <a:lnTo>
                        <a:pt x="385836" y="1701108"/>
                      </a:lnTo>
                      <a:cubicBezTo>
                        <a:pt x="172886" y="1701108"/>
                        <a:pt x="0" y="1533063"/>
                        <a:pt x="0" y="1326079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0" name="手繪多邊形: 圖案 529">
                  <a:extLst>
                    <a:ext uri="{FF2B5EF4-FFF2-40B4-BE49-F238E27FC236}">
                      <a16:creationId xmlns:a16="http://schemas.microsoft.com/office/drawing/2014/main" id="{80D8EE40-94AB-B36E-9F85-5D882484E491}"/>
                    </a:ext>
                  </a:extLst>
                </p:cNvPr>
                <p:cNvSpPr/>
                <p:nvPr/>
              </p:nvSpPr>
              <p:spPr>
                <a:xfrm>
                  <a:off x="-47222692" y="24061087"/>
                  <a:ext cx="821287" cy="29954"/>
                </a:xfrm>
                <a:custGeom>
                  <a:avLst/>
                  <a:gdLst>
                    <a:gd name="connsiteX0" fmla="*/ -2 w 821287"/>
                    <a:gd name="connsiteY0" fmla="*/ 0 h 29954"/>
                    <a:gd name="connsiteX1" fmla="*/ 821286 w 821287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87" h="29954">
                      <a:moveTo>
                        <a:pt x="-2" y="0"/>
                      </a:moveTo>
                      <a:lnTo>
                        <a:pt x="821286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1" name="手繪多邊形: 圖案 530">
                  <a:extLst>
                    <a:ext uri="{FF2B5EF4-FFF2-40B4-BE49-F238E27FC236}">
                      <a16:creationId xmlns:a16="http://schemas.microsoft.com/office/drawing/2014/main" id="{EFE77237-BBE0-D9E8-D2F3-B9ED6495EFC0}"/>
                    </a:ext>
                  </a:extLst>
                </p:cNvPr>
                <p:cNvSpPr/>
                <p:nvPr/>
              </p:nvSpPr>
              <p:spPr>
                <a:xfrm>
                  <a:off x="-47284327" y="24510701"/>
                  <a:ext cx="882922" cy="29954"/>
                </a:xfrm>
                <a:custGeom>
                  <a:avLst/>
                  <a:gdLst>
                    <a:gd name="connsiteX0" fmla="*/ -2 w 882922"/>
                    <a:gd name="connsiteY0" fmla="*/ 0 h 29954"/>
                    <a:gd name="connsiteX1" fmla="*/ 882921 w 88292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922" h="29954">
                      <a:moveTo>
                        <a:pt x="-2" y="0"/>
                      </a:moveTo>
                      <a:lnTo>
                        <a:pt x="882921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2" name="手繪多邊形: 圖案 531">
                  <a:extLst>
                    <a:ext uri="{FF2B5EF4-FFF2-40B4-BE49-F238E27FC236}">
                      <a16:creationId xmlns:a16="http://schemas.microsoft.com/office/drawing/2014/main" id="{471BDA2E-F3DC-A766-A130-6E79023946DB}"/>
                    </a:ext>
                  </a:extLst>
                </p:cNvPr>
                <p:cNvSpPr/>
                <p:nvPr/>
              </p:nvSpPr>
              <p:spPr>
                <a:xfrm>
                  <a:off x="-45891991" y="23668385"/>
                  <a:ext cx="1156582" cy="495145"/>
                </a:xfrm>
                <a:custGeom>
                  <a:avLst/>
                  <a:gdLst>
                    <a:gd name="connsiteX0" fmla="*/ 1156583 w 1156582"/>
                    <a:gd name="connsiteY0" fmla="*/ 495145 h 495145"/>
                    <a:gd name="connsiteX1" fmla="*/ 1136242 w 1156582"/>
                    <a:gd name="connsiteY1" fmla="*/ 495145 h 495145"/>
                    <a:gd name="connsiteX2" fmla="*/ 943324 w 1156582"/>
                    <a:gd name="connsiteY2" fmla="*/ 307631 h 495145"/>
                    <a:gd name="connsiteX3" fmla="*/ 943324 w 1156582"/>
                    <a:gd name="connsiteY3" fmla="*/ 0 h 495145"/>
                    <a:gd name="connsiteX4" fmla="*/ 0 w 1156582"/>
                    <a:gd name="connsiteY4" fmla="*/ 0 h 495145"/>
                    <a:gd name="connsiteX5" fmla="*/ 0 w 1156582"/>
                    <a:gd name="connsiteY5" fmla="*/ 206385 h 495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82" h="495145">
                      <a:moveTo>
                        <a:pt x="1156583" y="495145"/>
                      </a:moveTo>
                      <a:lnTo>
                        <a:pt x="1136242" y="495145"/>
                      </a:lnTo>
                      <a:cubicBezTo>
                        <a:pt x="1029615" y="495145"/>
                        <a:pt x="943324" y="411273"/>
                        <a:pt x="943324" y="307631"/>
                      </a:cubicBezTo>
                      <a:lnTo>
                        <a:pt x="943324" y="0"/>
                      </a:lnTo>
                      <a:lnTo>
                        <a:pt x="0" y="0"/>
                      </a:lnTo>
                      <a:lnTo>
                        <a:pt x="0" y="206385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3" name="手繪多邊形: 圖案 532">
                  <a:extLst>
                    <a:ext uri="{FF2B5EF4-FFF2-40B4-BE49-F238E27FC236}">
                      <a16:creationId xmlns:a16="http://schemas.microsoft.com/office/drawing/2014/main" id="{F2E641C2-5971-863F-30F4-391EDB5BA744}"/>
                    </a:ext>
                  </a:extLst>
                </p:cNvPr>
                <p:cNvSpPr/>
                <p:nvPr/>
              </p:nvSpPr>
              <p:spPr>
                <a:xfrm>
                  <a:off x="-46711119" y="24791673"/>
                  <a:ext cx="283828" cy="281270"/>
                </a:xfrm>
                <a:custGeom>
                  <a:avLst/>
                  <a:gdLst>
                    <a:gd name="connsiteX0" fmla="*/ 0 w 283828"/>
                    <a:gd name="connsiteY0" fmla="*/ 0 h 281270"/>
                    <a:gd name="connsiteX1" fmla="*/ 0 w 283828"/>
                    <a:gd name="connsiteY1" fmla="*/ 93757 h 281270"/>
                    <a:gd name="connsiteX2" fmla="*/ 192918 w 283828"/>
                    <a:gd name="connsiteY2" fmla="*/ 281271 h 281270"/>
                    <a:gd name="connsiteX3" fmla="*/ 283828 w 283828"/>
                    <a:gd name="connsiteY3" fmla="*/ 281271 h 281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28" h="281270">
                      <a:moveTo>
                        <a:pt x="0" y="0"/>
                      </a:moveTo>
                      <a:lnTo>
                        <a:pt x="0" y="93757"/>
                      </a:lnTo>
                      <a:cubicBezTo>
                        <a:pt x="0" y="197399"/>
                        <a:pt x="86287" y="281271"/>
                        <a:pt x="192918" y="281271"/>
                      </a:cubicBezTo>
                      <a:lnTo>
                        <a:pt x="283828" y="281271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4" name="手繪多邊形: 圖案 533">
                  <a:extLst>
                    <a:ext uri="{FF2B5EF4-FFF2-40B4-BE49-F238E27FC236}">
                      <a16:creationId xmlns:a16="http://schemas.microsoft.com/office/drawing/2014/main" id="{D1C84AF8-AFCD-D12E-AC65-F8F210B89F5E}"/>
                    </a:ext>
                  </a:extLst>
                </p:cNvPr>
                <p:cNvSpPr/>
                <p:nvPr/>
              </p:nvSpPr>
              <p:spPr>
                <a:xfrm>
                  <a:off x="-45960405" y="24510701"/>
                  <a:ext cx="1133465" cy="858791"/>
                </a:xfrm>
                <a:custGeom>
                  <a:avLst/>
                  <a:gdLst>
                    <a:gd name="connsiteX0" fmla="*/ 1133466 w 1133465"/>
                    <a:gd name="connsiteY0" fmla="*/ 858792 h 858791"/>
                    <a:gd name="connsiteX1" fmla="*/ 68414 w 1133465"/>
                    <a:gd name="connsiteY1" fmla="*/ 0 h 858791"/>
                    <a:gd name="connsiteX2" fmla="*/ 1068441 w 1133465"/>
                    <a:gd name="connsiteY2" fmla="*/ 0 h 858791"/>
                    <a:gd name="connsiteX3" fmla="*/ 0 w 1133465"/>
                    <a:gd name="connsiteY3" fmla="*/ 858792 h 8587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65" h="858791">
                      <a:moveTo>
                        <a:pt x="1133466" y="858792"/>
                      </a:moveTo>
                      <a:cubicBezTo>
                        <a:pt x="646860" y="858792"/>
                        <a:pt x="82897" y="515514"/>
                        <a:pt x="68414" y="0"/>
                      </a:cubicBezTo>
                      <a:lnTo>
                        <a:pt x="1068441" y="0"/>
                      </a:lnTo>
                      <a:cubicBezTo>
                        <a:pt x="1056422" y="512818"/>
                        <a:pt x="467191" y="858792"/>
                        <a:pt x="0" y="858792"/>
                      </a:cubicBez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5" name="手繪多邊形: 圖案 534">
                  <a:extLst>
                    <a:ext uri="{FF2B5EF4-FFF2-40B4-BE49-F238E27FC236}">
                      <a16:creationId xmlns:a16="http://schemas.microsoft.com/office/drawing/2014/main" id="{DFA82FF2-ADC5-3263-4D5D-5AD7153EBEFA}"/>
                    </a:ext>
                  </a:extLst>
                </p:cNvPr>
                <p:cNvSpPr/>
                <p:nvPr/>
              </p:nvSpPr>
              <p:spPr>
                <a:xfrm>
                  <a:off x="-47189409" y="24061087"/>
                  <a:ext cx="416652" cy="1012157"/>
                </a:xfrm>
                <a:custGeom>
                  <a:avLst/>
                  <a:gdLst>
                    <a:gd name="connsiteX0" fmla="*/ 416655 w 416652"/>
                    <a:gd name="connsiteY0" fmla="*/ 0 h 1012157"/>
                    <a:gd name="connsiteX1" fmla="*/ 1 w 416652"/>
                    <a:gd name="connsiteY1" fmla="*/ 1012157 h 1012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52" h="1012157">
                      <a:moveTo>
                        <a:pt x="416655" y="0"/>
                      </a:moveTo>
                      <a:lnTo>
                        <a:pt x="1" y="1012157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6" name="手繪多邊形: 圖案 535">
                  <a:extLst>
                    <a:ext uri="{FF2B5EF4-FFF2-40B4-BE49-F238E27FC236}">
                      <a16:creationId xmlns:a16="http://schemas.microsoft.com/office/drawing/2014/main" id="{74255DAA-26B6-63E7-6357-C23959D3E8AF}"/>
                    </a:ext>
                  </a:extLst>
                </p:cNvPr>
                <p:cNvSpPr/>
                <p:nvPr/>
              </p:nvSpPr>
              <p:spPr>
                <a:xfrm>
                  <a:off x="-46010638" y="23875070"/>
                  <a:ext cx="118647" cy="288460"/>
                </a:xfrm>
                <a:custGeom>
                  <a:avLst/>
                  <a:gdLst>
                    <a:gd name="connsiteX0" fmla="*/ 118648 w 118647"/>
                    <a:gd name="connsiteY0" fmla="*/ 0 h 288460"/>
                    <a:gd name="connsiteX1" fmla="*/ 1 w 118647"/>
                    <a:gd name="connsiteY1" fmla="*/ 288460 h 288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7" h="288460">
                      <a:moveTo>
                        <a:pt x="118648" y="0"/>
                      </a:moveTo>
                      <a:lnTo>
                        <a:pt x="1" y="28846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537" name="手繪多邊形: 圖案 536">
                  <a:extLst>
                    <a:ext uri="{FF2B5EF4-FFF2-40B4-BE49-F238E27FC236}">
                      <a16:creationId xmlns:a16="http://schemas.microsoft.com/office/drawing/2014/main" id="{45D0A261-C727-4E6A-FC53-4B88B83C1938}"/>
                    </a:ext>
                  </a:extLst>
                </p:cNvPr>
                <p:cNvSpPr/>
                <p:nvPr/>
              </p:nvSpPr>
              <p:spPr>
                <a:xfrm>
                  <a:off x="-47284327" y="23668385"/>
                  <a:ext cx="223427" cy="542473"/>
                </a:xfrm>
                <a:custGeom>
                  <a:avLst/>
                  <a:gdLst>
                    <a:gd name="connsiteX0" fmla="*/ 223426 w 223427"/>
                    <a:gd name="connsiteY0" fmla="*/ 0 h 542473"/>
                    <a:gd name="connsiteX1" fmla="*/ -2 w 223427"/>
                    <a:gd name="connsiteY1" fmla="*/ 542473 h 54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27" h="542473">
                      <a:moveTo>
                        <a:pt x="223426" y="0"/>
                      </a:moveTo>
                      <a:lnTo>
                        <a:pt x="-2" y="542473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538" name="手繪多邊形: 圖案 537">
                <a:extLst>
                  <a:ext uri="{FF2B5EF4-FFF2-40B4-BE49-F238E27FC236}">
                    <a16:creationId xmlns:a16="http://schemas.microsoft.com/office/drawing/2014/main" id="{356ABBEE-E145-60B9-CA75-56CA30BF1332}"/>
                  </a:ext>
                </a:extLst>
              </p:cNvPr>
              <p:cNvSpPr/>
              <p:nvPr/>
            </p:nvSpPr>
            <p:spPr>
              <a:xfrm>
                <a:off x="-47652904" y="25725350"/>
                <a:ext cx="2893457" cy="29954"/>
              </a:xfrm>
              <a:custGeom>
                <a:avLst/>
                <a:gdLst>
                  <a:gd name="connsiteX0" fmla="*/ 0 w 2893457"/>
                  <a:gd name="connsiteY0" fmla="*/ 0 h 29954"/>
                  <a:gd name="connsiteX1" fmla="*/ 2893458 w 2893457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457" h="29954">
                    <a:moveTo>
                      <a:pt x="0" y="0"/>
                    </a:moveTo>
                    <a:lnTo>
                      <a:pt x="2893458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39" name="手繪多邊形: 圖案 538">
                <a:extLst>
                  <a:ext uri="{FF2B5EF4-FFF2-40B4-BE49-F238E27FC236}">
                    <a16:creationId xmlns:a16="http://schemas.microsoft.com/office/drawing/2014/main" id="{3C5EA1B6-D05D-F635-C182-DDF2BDCBA6D7}"/>
                  </a:ext>
                </a:extLst>
              </p:cNvPr>
              <p:cNvSpPr/>
              <p:nvPr/>
            </p:nvSpPr>
            <p:spPr>
              <a:xfrm>
                <a:off x="-47553160" y="26119250"/>
                <a:ext cx="2694271" cy="1299418"/>
              </a:xfrm>
              <a:custGeom>
                <a:avLst/>
                <a:gdLst>
                  <a:gd name="connsiteX0" fmla="*/ 2692014 w 2694271"/>
                  <a:gd name="connsiteY0" fmla="*/ 215671 h 1299418"/>
                  <a:gd name="connsiteX1" fmla="*/ 2571829 w 2694271"/>
                  <a:gd name="connsiteY1" fmla="*/ 981005 h 1299418"/>
                  <a:gd name="connsiteX2" fmla="*/ 2190308 w 2694271"/>
                  <a:gd name="connsiteY2" fmla="*/ 1299419 h 1299418"/>
                  <a:gd name="connsiteX3" fmla="*/ 503970 w 2694271"/>
                  <a:gd name="connsiteY3" fmla="*/ 1299419 h 1299418"/>
                  <a:gd name="connsiteX4" fmla="*/ 122448 w 2694271"/>
                  <a:gd name="connsiteY4" fmla="*/ 981005 h 1299418"/>
                  <a:gd name="connsiteX5" fmla="*/ 2263 w 2694271"/>
                  <a:gd name="connsiteY5" fmla="*/ 215671 h 1299418"/>
                  <a:gd name="connsiteX6" fmla="*/ 193022 w 2694271"/>
                  <a:gd name="connsiteY6" fmla="*/ 0 h 1299418"/>
                  <a:gd name="connsiteX7" fmla="*/ 2501256 w 2694271"/>
                  <a:gd name="connsiteY7" fmla="*/ 0 h 1299418"/>
                  <a:gd name="connsiteX8" fmla="*/ 2692014 w 2694271"/>
                  <a:gd name="connsiteY8" fmla="*/ 215671 h 129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271" h="1299418">
                    <a:moveTo>
                      <a:pt x="2692014" y="215671"/>
                    </a:moveTo>
                    <a:lnTo>
                      <a:pt x="2571829" y="981005"/>
                    </a:lnTo>
                    <a:cubicBezTo>
                      <a:pt x="2543167" y="1164026"/>
                      <a:pt x="2381066" y="1299419"/>
                      <a:pt x="2190308" y="1299419"/>
                    </a:cubicBezTo>
                    <a:lnTo>
                      <a:pt x="503970" y="1299419"/>
                    </a:lnTo>
                    <a:cubicBezTo>
                      <a:pt x="313519" y="1299419"/>
                      <a:pt x="151419" y="1164026"/>
                      <a:pt x="122448" y="981005"/>
                    </a:cubicBezTo>
                    <a:lnTo>
                      <a:pt x="2263" y="215671"/>
                    </a:lnTo>
                    <a:cubicBezTo>
                      <a:pt x="-15613" y="102144"/>
                      <a:pt x="74684" y="0"/>
                      <a:pt x="193022" y="0"/>
                    </a:cubicBezTo>
                    <a:lnTo>
                      <a:pt x="2501256" y="0"/>
                    </a:lnTo>
                    <a:cubicBezTo>
                      <a:pt x="2619285" y="0"/>
                      <a:pt x="2709891" y="102144"/>
                      <a:pt x="2692014" y="215671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0" name="手繪多邊形: 圖案 539">
                <a:extLst>
                  <a:ext uri="{FF2B5EF4-FFF2-40B4-BE49-F238E27FC236}">
                    <a16:creationId xmlns:a16="http://schemas.microsoft.com/office/drawing/2014/main" id="{899253AE-9931-FB39-D5E5-BBE6095F98BE}"/>
                  </a:ext>
                </a:extLst>
              </p:cNvPr>
              <p:cNvSpPr/>
              <p:nvPr/>
            </p:nvSpPr>
            <p:spPr>
              <a:xfrm>
                <a:off x="-47140409" y="25725350"/>
                <a:ext cx="587997" cy="964230"/>
              </a:xfrm>
              <a:custGeom>
                <a:avLst/>
                <a:gdLst>
                  <a:gd name="connsiteX0" fmla="*/ 587997 w 587997"/>
                  <a:gd name="connsiteY0" fmla="*/ 0 h 964230"/>
                  <a:gd name="connsiteX1" fmla="*/ 587997 w 587997"/>
                  <a:gd name="connsiteY1" fmla="*/ 589202 h 964230"/>
                  <a:gd name="connsiteX2" fmla="*/ 202165 w 587997"/>
                  <a:gd name="connsiteY2" fmla="*/ 964231 h 964230"/>
                  <a:gd name="connsiteX3" fmla="*/ 0 w 587997"/>
                  <a:gd name="connsiteY3" fmla="*/ 964231 h 96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97" h="964230">
                    <a:moveTo>
                      <a:pt x="587997" y="0"/>
                    </a:moveTo>
                    <a:lnTo>
                      <a:pt x="587997" y="589202"/>
                    </a:lnTo>
                    <a:cubicBezTo>
                      <a:pt x="587997" y="796187"/>
                      <a:pt x="415111" y="964231"/>
                      <a:pt x="202165" y="964231"/>
                    </a:cubicBezTo>
                    <a:lnTo>
                      <a:pt x="0" y="9642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1" name="手繪多邊形: 圖案 540">
                <a:extLst>
                  <a:ext uri="{FF2B5EF4-FFF2-40B4-BE49-F238E27FC236}">
                    <a16:creationId xmlns:a16="http://schemas.microsoft.com/office/drawing/2014/main" id="{B65B4A76-E3A3-9A00-1D50-7690C60CF672}"/>
                  </a:ext>
                </a:extLst>
              </p:cNvPr>
              <p:cNvSpPr/>
              <p:nvPr/>
            </p:nvSpPr>
            <p:spPr>
              <a:xfrm>
                <a:off x="-45858401" y="25725350"/>
                <a:ext cx="559030" cy="964230"/>
              </a:xfrm>
              <a:custGeom>
                <a:avLst/>
                <a:gdLst>
                  <a:gd name="connsiteX0" fmla="*/ 0 w 559030"/>
                  <a:gd name="connsiteY0" fmla="*/ 0 h 964230"/>
                  <a:gd name="connsiteX1" fmla="*/ 0 w 559030"/>
                  <a:gd name="connsiteY1" fmla="*/ 589202 h 964230"/>
                  <a:gd name="connsiteX2" fmla="*/ 385836 w 559030"/>
                  <a:gd name="connsiteY2" fmla="*/ 964231 h 964230"/>
                  <a:gd name="connsiteX3" fmla="*/ 559030 w 559030"/>
                  <a:gd name="connsiteY3" fmla="*/ 964231 h 96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30" h="964230">
                    <a:moveTo>
                      <a:pt x="0" y="0"/>
                    </a:moveTo>
                    <a:lnTo>
                      <a:pt x="0" y="589202"/>
                    </a:lnTo>
                    <a:cubicBezTo>
                      <a:pt x="0" y="796187"/>
                      <a:pt x="172886" y="964231"/>
                      <a:pt x="385836" y="964231"/>
                    </a:cubicBezTo>
                    <a:lnTo>
                      <a:pt x="559030" y="9642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2" name="手繪多邊形: 圖案 541">
                <a:extLst>
                  <a:ext uri="{FF2B5EF4-FFF2-40B4-BE49-F238E27FC236}">
                    <a16:creationId xmlns:a16="http://schemas.microsoft.com/office/drawing/2014/main" id="{5DC2C136-8D5A-EDBE-1E25-A76F68814E12}"/>
                  </a:ext>
                </a:extLst>
              </p:cNvPr>
              <p:cNvSpPr/>
              <p:nvPr/>
            </p:nvSpPr>
            <p:spPr>
              <a:xfrm>
                <a:off x="-46754882" y="27057120"/>
                <a:ext cx="1097720" cy="29954"/>
              </a:xfrm>
              <a:custGeom>
                <a:avLst/>
                <a:gdLst>
                  <a:gd name="connsiteX0" fmla="*/ 0 w 1097720"/>
                  <a:gd name="connsiteY0" fmla="*/ 0 h 29954"/>
                  <a:gd name="connsiteX1" fmla="*/ 1097720 w 1097720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720" h="29954">
                    <a:moveTo>
                      <a:pt x="0" y="0"/>
                    </a:moveTo>
                    <a:lnTo>
                      <a:pt x="1097720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543" name="圖形 18">
              <a:extLst>
                <a:ext uri="{FF2B5EF4-FFF2-40B4-BE49-F238E27FC236}">
                  <a16:creationId xmlns:a16="http://schemas.microsoft.com/office/drawing/2014/main" id="{C91951DD-4171-F61C-9656-43BBE32B1EF9}"/>
                </a:ext>
              </a:extLst>
            </p:cNvPr>
            <p:cNvGrpSpPr/>
            <p:nvPr/>
          </p:nvGrpSpPr>
          <p:grpSpPr>
            <a:xfrm>
              <a:off x="-57519751" y="23668385"/>
              <a:ext cx="16455754" cy="66494397"/>
              <a:chOff x="-57519751" y="23668385"/>
              <a:chExt cx="16455754" cy="66494397"/>
            </a:xfrm>
            <a:noFill/>
          </p:grpSpPr>
          <p:sp>
            <p:nvSpPr>
              <p:cNvPr id="544" name="手繪多邊形: 圖案 543">
                <a:extLst>
                  <a:ext uri="{FF2B5EF4-FFF2-40B4-BE49-F238E27FC236}">
                    <a16:creationId xmlns:a16="http://schemas.microsoft.com/office/drawing/2014/main" id="{2885926C-E4EF-D6A9-3EE7-4421FD1F2AD9}"/>
                  </a:ext>
                </a:extLst>
              </p:cNvPr>
              <p:cNvSpPr/>
              <p:nvPr/>
            </p:nvSpPr>
            <p:spPr>
              <a:xfrm>
                <a:off x="-56141285" y="24390285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5" name="手繪多邊形: 圖案 544">
                <a:extLst>
                  <a:ext uri="{FF2B5EF4-FFF2-40B4-BE49-F238E27FC236}">
                    <a16:creationId xmlns:a16="http://schemas.microsoft.com/office/drawing/2014/main" id="{5437DA1F-0347-D833-5BB5-66E056762F24}"/>
                  </a:ext>
                </a:extLst>
              </p:cNvPr>
              <p:cNvSpPr/>
              <p:nvPr/>
            </p:nvSpPr>
            <p:spPr>
              <a:xfrm>
                <a:off x="-56141285" y="27057120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6" name="手繪多邊形: 圖案 545">
                <a:extLst>
                  <a:ext uri="{FF2B5EF4-FFF2-40B4-BE49-F238E27FC236}">
                    <a16:creationId xmlns:a16="http://schemas.microsoft.com/office/drawing/2014/main" id="{4B797491-8953-C615-6646-583DB283A1AD}"/>
                  </a:ext>
                </a:extLst>
              </p:cNvPr>
              <p:cNvSpPr/>
              <p:nvPr/>
            </p:nvSpPr>
            <p:spPr>
              <a:xfrm>
                <a:off x="-56812182" y="25353018"/>
                <a:ext cx="30817" cy="2065651"/>
              </a:xfrm>
              <a:custGeom>
                <a:avLst/>
                <a:gdLst>
                  <a:gd name="connsiteX0" fmla="*/ 1 w 30817"/>
                  <a:gd name="connsiteY0" fmla="*/ 2065651 h 2065651"/>
                  <a:gd name="connsiteX1" fmla="*/ 1 w 30817"/>
                  <a:gd name="connsiteY1" fmla="*/ 0 h 2065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065651">
                    <a:moveTo>
                      <a:pt x="1" y="2065651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47" name="手繪多邊形: 圖案 546">
                <a:extLst>
                  <a:ext uri="{FF2B5EF4-FFF2-40B4-BE49-F238E27FC236}">
                    <a16:creationId xmlns:a16="http://schemas.microsoft.com/office/drawing/2014/main" id="{5718D129-A8D3-B33C-6CED-F10788374A9D}"/>
                  </a:ext>
                </a:extLst>
              </p:cNvPr>
              <p:cNvSpPr/>
              <p:nvPr/>
            </p:nvSpPr>
            <p:spPr>
              <a:xfrm>
                <a:off x="-57519751" y="23668385"/>
                <a:ext cx="1081382" cy="1635806"/>
              </a:xfrm>
              <a:custGeom>
                <a:avLst/>
                <a:gdLst>
                  <a:gd name="connsiteX0" fmla="*/ 1081382 w 1081382"/>
                  <a:gd name="connsiteY0" fmla="*/ 0 h 1635806"/>
                  <a:gd name="connsiteX1" fmla="*/ 0 w 1081382"/>
                  <a:gd name="connsiteY1" fmla="*/ 1635807 h 163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82" h="1635806">
                    <a:moveTo>
                      <a:pt x="1081382" y="0"/>
                    </a:moveTo>
                    <a:cubicBezTo>
                      <a:pt x="1081382" y="0"/>
                      <a:pt x="977531" y="1125385"/>
                      <a:pt x="0" y="1635807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548" name="圖形 18">
              <a:extLst>
                <a:ext uri="{FF2B5EF4-FFF2-40B4-BE49-F238E27FC236}">
                  <a16:creationId xmlns:a16="http://schemas.microsoft.com/office/drawing/2014/main" id="{1EAD734E-BEC6-B6D4-0F08-68A6B3384840}"/>
                </a:ext>
              </a:extLst>
            </p:cNvPr>
            <p:cNvGrpSpPr/>
            <p:nvPr/>
          </p:nvGrpSpPr>
          <p:grpSpPr>
            <a:xfrm>
              <a:off x="-62206791" y="23696542"/>
              <a:ext cx="15717592" cy="65995141"/>
              <a:chOff x="-62206791" y="23696542"/>
              <a:chExt cx="15717592" cy="65995141"/>
            </a:xfrm>
            <a:noFill/>
          </p:grpSpPr>
          <p:sp>
            <p:nvSpPr>
              <p:cNvPr id="549" name="手繪多邊形: 圖案 548">
                <a:extLst>
                  <a:ext uri="{FF2B5EF4-FFF2-40B4-BE49-F238E27FC236}">
                    <a16:creationId xmlns:a16="http://schemas.microsoft.com/office/drawing/2014/main" id="{DFB61D54-DD9E-D6AE-8B0D-5F882C79AB91}"/>
                  </a:ext>
                </a:extLst>
              </p:cNvPr>
              <p:cNvSpPr/>
              <p:nvPr/>
            </p:nvSpPr>
            <p:spPr>
              <a:xfrm>
                <a:off x="-62206791" y="24043414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0" name="手繪多邊形: 圖案 549">
                <a:extLst>
                  <a:ext uri="{FF2B5EF4-FFF2-40B4-BE49-F238E27FC236}">
                    <a16:creationId xmlns:a16="http://schemas.microsoft.com/office/drawing/2014/main" id="{238C1B93-3B32-E358-0DB7-E04497AADB41}"/>
                  </a:ext>
                </a:extLst>
              </p:cNvPr>
              <p:cNvSpPr/>
              <p:nvPr/>
            </p:nvSpPr>
            <p:spPr>
              <a:xfrm>
                <a:off x="-62206791" y="25111586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1" name="手繪多邊形: 圖案 550">
                <a:extLst>
                  <a:ext uri="{FF2B5EF4-FFF2-40B4-BE49-F238E27FC236}">
                    <a16:creationId xmlns:a16="http://schemas.microsoft.com/office/drawing/2014/main" id="{CC618221-2FB6-ADB7-10A7-F88065799DC9}"/>
                  </a:ext>
                </a:extLst>
              </p:cNvPr>
              <p:cNvSpPr/>
              <p:nvPr/>
            </p:nvSpPr>
            <p:spPr>
              <a:xfrm>
                <a:off x="-61454843" y="23696542"/>
                <a:ext cx="30817" cy="693742"/>
              </a:xfrm>
              <a:custGeom>
                <a:avLst/>
                <a:gdLst>
                  <a:gd name="connsiteX0" fmla="*/ -4 w 30817"/>
                  <a:gd name="connsiteY0" fmla="*/ 0 h 693742"/>
                  <a:gd name="connsiteX1" fmla="*/ -4 w 30817"/>
                  <a:gd name="connsiteY1" fmla="*/ 693743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4" y="0"/>
                    </a:moveTo>
                    <a:lnTo>
                      <a:pt x="-4" y="693743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2" name="手繪多邊形: 圖案 551">
                <a:extLst>
                  <a:ext uri="{FF2B5EF4-FFF2-40B4-BE49-F238E27FC236}">
                    <a16:creationId xmlns:a16="http://schemas.microsoft.com/office/drawing/2014/main" id="{A5276EC7-E85E-F6B2-E4AB-CD032DD8BC09}"/>
                  </a:ext>
                </a:extLst>
              </p:cNvPr>
              <p:cNvSpPr/>
              <p:nvPr/>
            </p:nvSpPr>
            <p:spPr>
              <a:xfrm>
                <a:off x="-60013507" y="23696542"/>
                <a:ext cx="30817" cy="693742"/>
              </a:xfrm>
              <a:custGeom>
                <a:avLst/>
                <a:gdLst>
                  <a:gd name="connsiteX0" fmla="*/ -3 w 30817"/>
                  <a:gd name="connsiteY0" fmla="*/ 0 h 693742"/>
                  <a:gd name="connsiteX1" fmla="*/ -3 w 30817"/>
                  <a:gd name="connsiteY1" fmla="*/ 693743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3" y="0"/>
                    </a:moveTo>
                    <a:lnTo>
                      <a:pt x="-3" y="693743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3" name="手繪多邊形: 圖案 552">
                <a:extLst>
                  <a:ext uri="{FF2B5EF4-FFF2-40B4-BE49-F238E27FC236}">
                    <a16:creationId xmlns:a16="http://schemas.microsoft.com/office/drawing/2014/main" id="{40902DFF-A514-67C0-88F3-D4F8E2E9C53D}"/>
                  </a:ext>
                </a:extLst>
              </p:cNvPr>
              <p:cNvSpPr/>
              <p:nvPr/>
            </p:nvSpPr>
            <p:spPr>
              <a:xfrm>
                <a:off x="-60466218" y="25702585"/>
                <a:ext cx="894942" cy="1716083"/>
              </a:xfrm>
              <a:custGeom>
                <a:avLst/>
                <a:gdLst>
                  <a:gd name="connsiteX0" fmla="*/ 0 w 894942"/>
                  <a:gd name="connsiteY0" fmla="*/ 0 h 1716083"/>
                  <a:gd name="connsiteX1" fmla="*/ 316188 w 894942"/>
                  <a:gd name="connsiteY1" fmla="*/ 0 h 1716083"/>
                  <a:gd name="connsiteX2" fmla="*/ 894942 w 894942"/>
                  <a:gd name="connsiteY2" fmla="*/ 562543 h 1716083"/>
                  <a:gd name="connsiteX3" fmla="*/ 894942 w 894942"/>
                  <a:gd name="connsiteY3" fmla="*/ 1341056 h 1716083"/>
                  <a:gd name="connsiteX4" fmla="*/ 509106 w 894942"/>
                  <a:gd name="connsiteY4" fmla="*/ 1716084 h 1716083"/>
                  <a:gd name="connsiteX5" fmla="*/ 260407 w 894942"/>
                  <a:gd name="connsiteY5" fmla="*/ 1716084 h 17160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942" h="1716083">
                    <a:moveTo>
                      <a:pt x="0" y="0"/>
                    </a:moveTo>
                    <a:lnTo>
                      <a:pt x="316188" y="0"/>
                    </a:lnTo>
                    <a:cubicBezTo>
                      <a:pt x="635770" y="0"/>
                      <a:pt x="894942" y="251916"/>
                      <a:pt x="894942" y="562543"/>
                    </a:cubicBezTo>
                    <a:lnTo>
                      <a:pt x="894942" y="1341056"/>
                    </a:lnTo>
                    <a:cubicBezTo>
                      <a:pt x="894942" y="1548041"/>
                      <a:pt x="722053" y="1716084"/>
                      <a:pt x="509106" y="1716084"/>
                    </a:cubicBezTo>
                    <a:lnTo>
                      <a:pt x="260407" y="1716084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4" name="手繪多邊形: 圖案 553">
                <a:extLst>
                  <a:ext uri="{FF2B5EF4-FFF2-40B4-BE49-F238E27FC236}">
                    <a16:creationId xmlns:a16="http://schemas.microsoft.com/office/drawing/2014/main" id="{35CB75CB-0DE3-E4EC-1FE7-170593E8A447}"/>
                  </a:ext>
                </a:extLst>
              </p:cNvPr>
              <p:cNvSpPr/>
              <p:nvPr/>
            </p:nvSpPr>
            <p:spPr>
              <a:xfrm>
                <a:off x="-62206791" y="24714990"/>
                <a:ext cx="1446935" cy="2703678"/>
              </a:xfrm>
              <a:custGeom>
                <a:avLst/>
                <a:gdLst>
                  <a:gd name="connsiteX0" fmla="*/ 1446882 w 1446935"/>
                  <a:gd name="connsiteY0" fmla="*/ 0 h 2703678"/>
                  <a:gd name="connsiteX1" fmla="*/ 0 w 1446935"/>
                  <a:gd name="connsiteY1" fmla="*/ 2703679 h 27036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935" h="2703678">
                    <a:moveTo>
                      <a:pt x="1446882" y="0"/>
                    </a:moveTo>
                    <a:cubicBezTo>
                      <a:pt x="1446882" y="0"/>
                      <a:pt x="1478625" y="1622926"/>
                      <a:pt x="0" y="2703679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555" name="圖形 18">
              <a:extLst>
                <a:ext uri="{FF2B5EF4-FFF2-40B4-BE49-F238E27FC236}">
                  <a16:creationId xmlns:a16="http://schemas.microsoft.com/office/drawing/2014/main" id="{9315254F-62E6-94A6-FCC5-87EC8271A73D}"/>
                </a:ext>
              </a:extLst>
            </p:cNvPr>
            <p:cNvGrpSpPr/>
            <p:nvPr/>
          </p:nvGrpSpPr>
          <p:grpSpPr>
            <a:xfrm>
              <a:off x="-52560905" y="23668385"/>
              <a:ext cx="15719271" cy="66494379"/>
              <a:chOff x="-52560905" y="23668385"/>
              <a:chExt cx="15719271" cy="66494379"/>
            </a:xfrm>
            <a:noFill/>
          </p:grpSpPr>
          <p:sp>
            <p:nvSpPr>
              <p:cNvPr id="556" name="手繪多邊形: 圖案 555">
                <a:extLst>
                  <a:ext uri="{FF2B5EF4-FFF2-40B4-BE49-F238E27FC236}">
                    <a16:creationId xmlns:a16="http://schemas.microsoft.com/office/drawing/2014/main" id="{A1EDFED7-107B-A6F8-0EFD-5D1A48C3646E}"/>
                  </a:ext>
                </a:extLst>
              </p:cNvPr>
              <p:cNvSpPr/>
              <p:nvPr/>
            </p:nvSpPr>
            <p:spPr>
              <a:xfrm>
                <a:off x="-52560904" y="25353018"/>
                <a:ext cx="2894074" cy="29954"/>
              </a:xfrm>
              <a:custGeom>
                <a:avLst/>
                <a:gdLst>
                  <a:gd name="connsiteX0" fmla="*/ -1 w 2894074"/>
                  <a:gd name="connsiteY0" fmla="*/ 0 h 29954"/>
                  <a:gd name="connsiteX1" fmla="*/ 2894075 w 289407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4074" h="29954">
                    <a:moveTo>
                      <a:pt x="-1" y="0"/>
                    </a:moveTo>
                    <a:lnTo>
                      <a:pt x="289407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7" name="手繪多邊形: 圖案 556">
                <a:extLst>
                  <a:ext uri="{FF2B5EF4-FFF2-40B4-BE49-F238E27FC236}">
                    <a16:creationId xmlns:a16="http://schemas.microsoft.com/office/drawing/2014/main" id="{43457FFC-CD74-6C85-E362-A9CC3FA0D241}"/>
                  </a:ext>
                </a:extLst>
              </p:cNvPr>
              <p:cNvSpPr/>
              <p:nvPr/>
            </p:nvSpPr>
            <p:spPr>
              <a:xfrm>
                <a:off x="-52289400" y="23668385"/>
                <a:ext cx="2622570" cy="1684632"/>
              </a:xfrm>
              <a:custGeom>
                <a:avLst/>
                <a:gdLst>
                  <a:gd name="connsiteX0" fmla="*/ 2622571 w 2622570"/>
                  <a:gd name="connsiteY0" fmla="*/ 0 h 1684632"/>
                  <a:gd name="connsiteX1" fmla="*/ 771668 w 2622570"/>
                  <a:gd name="connsiteY1" fmla="*/ 0 h 1684632"/>
                  <a:gd name="connsiteX2" fmla="*/ 0 w 2622570"/>
                  <a:gd name="connsiteY2" fmla="*/ 750057 h 1684632"/>
                  <a:gd name="connsiteX3" fmla="*/ 0 w 2622570"/>
                  <a:gd name="connsiteY3" fmla="*/ 1684632 h 168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570" h="1684632">
                    <a:moveTo>
                      <a:pt x="2622571" y="0"/>
                    </a:moveTo>
                    <a:lnTo>
                      <a:pt x="771668" y="0"/>
                    </a:lnTo>
                    <a:cubicBezTo>
                      <a:pt x="345463" y="0"/>
                      <a:pt x="0" y="335788"/>
                      <a:pt x="0" y="750057"/>
                    </a:cubicBezTo>
                    <a:lnTo>
                      <a:pt x="0" y="1684632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8" name="手繪多邊形: 圖案 557">
                <a:extLst>
                  <a:ext uri="{FF2B5EF4-FFF2-40B4-BE49-F238E27FC236}">
                    <a16:creationId xmlns:a16="http://schemas.microsoft.com/office/drawing/2014/main" id="{66D74222-A8A5-8A07-85D5-C08B8F3874E3}"/>
                  </a:ext>
                </a:extLst>
              </p:cNvPr>
              <p:cNvSpPr/>
              <p:nvPr/>
            </p:nvSpPr>
            <p:spPr>
              <a:xfrm>
                <a:off x="-50637582" y="24061087"/>
                <a:ext cx="650557" cy="3357582"/>
              </a:xfrm>
              <a:custGeom>
                <a:avLst/>
                <a:gdLst>
                  <a:gd name="connsiteX0" fmla="*/ 650558 w 650557"/>
                  <a:gd name="connsiteY0" fmla="*/ 0 h 3357582"/>
                  <a:gd name="connsiteX1" fmla="*/ 650558 w 650557"/>
                  <a:gd name="connsiteY1" fmla="*/ 2982554 h 3357582"/>
                  <a:gd name="connsiteX2" fmla="*/ 264722 w 650557"/>
                  <a:gd name="connsiteY2" fmla="*/ 3357582 h 3357582"/>
                  <a:gd name="connsiteX3" fmla="*/ 0 w 650557"/>
                  <a:gd name="connsiteY3" fmla="*/ 3357582 h 335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57" h="3357582">
                    <a:moveTo>
                      <a:pt x="650558" y="0"/>
                    </a:moveTo>
                    <a:lnTo>
                      <a:pt x="650558" y="2982554"/>
                    </a:lnTo>
                    <a:cubicBezTo>
                      <a:pt x="650558" y="3189539"/>
                      <a:pt x="477672" y="3357582"/>
                      <a:pt x="264722" y="3357582"/>
                    </a:cubicBezTo>
                    <a:lnTo>
                      <a:pt x="0" y="3357582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59" name="手繪多邊形: 圖案 558">
                <a:extLst>
                  <a:ext uri="{FF2B5EF4-FFF2-40B4-BE49-F238E27FC236}">
                    <a16:creationId xmlns:a16="http://schemas.microsoft.com/office/drawing/2014/main" id="{E41522FB-376E-3452-C960-7104B722ACDC}"/>
                  </a:ext>
                </a:extLst>
              </p:cNvPr>
              <p:cNvSpPr/>
              <p:nvPr/>
            </p:nvSpPr>
            <p:spPr>
              <a:xfrm>
                <a:off x="-52560905" y="25353017"/>
                <a:ext cx="1923323" cy="2065651"/>
              </a:xfrm>
              <a:custGeom>
                <a:avLst/>
                <a:gdLst>
                  <a:gd name="connsiteX0" fmla="*/ 1923323 w 1923323"/>
                  <a:gd name="connsiteY0" fmla="*/ 0 h 2065651"/>
                  <a:gd name="connsiteX1" fmla="*/ 0 w 1923323"/>
                  <a:gd name="connsiteY1" fmla="*/ 2065652 h 2065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323" h="2065651">
                    <a:moveTo>
                      <a:pt x="1923323" y="0"/>
                    </a:moveTo>
                    <a:cubicBezTo>
                      <a:pt x="1923323" y="0"/>
                      <a:pt x="1653361" y="1704103"/>
                      <a:pt x="0" y="2065652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560" name="圖形 18">
            <a:extLst>
              <a:ext uri="{FF2B5EF4-FFF2-40B4-BE49-F238E27FC236}">
                <a16:creationId xmlns:a16="http://schemas.microsoft.com/office/drawing/2014/main" id="{49D960C0-4260-7ACF-07B9-3228066484D7}"/>
              </a:ext>
            </a:extLst>
          </p:cNvPr>
          <p:cNvGrpSpPr/>
          <p:nvPr/>
        </p:nvGrpSpPr>
        <p:grpSpPr>
          <a:xfrm>
            <a:off x="-24500002" y="31664099"/>
            <a:ext cx="142343799" cy="19810212"/>
            <a:chOff x="-24500002" y="31664099"/>
            <a:chExt cx="142343799" cy="19810212"/>
          </a:xfrm>
          <a:solidFill>
            <a:srgbClr val="231815"/>
          </a:solidFill>
        </p:grpSpPr>
        <p:sp>
          <p:nvSpPr>
            <p:cNvPr id="561" name="手繪多邊形: 圖案 560">
              <a:extLst>
                <a:ext uri="{FF2B5EF4-FFF2-40B4-BE49-F238E27FC236}">
                  <a16:creationId xmlns:a16="http://schemas.microsoft.com/office/drawing/2014/main" id="{FF06B5A3-2078-EE6E-52A5-B149017F6447}"/>
                </a:ext>
              </a:extLst>
            </p:cNvPr>
            <p:cNvSpPr/>
            <p:nvPr/>
          </p:nvSpPr>
          <p:spPr>
            <a:xfrm>
              <a:off x="-24500002" y="31676979"/>
              <a:ext cx="564575" cy="1091236"/>
            </a:xfrm>
            <a:custGeom>
              <a:avLst/>
              <a:gdLst>
                <a:gd name="connsiteX0" fmla="*/ 541462 w 564575"/>
                <a:gd name="connsiteY0" fmla="*/ 0 h 1091236"/>
                <a:gd name="connsiteX1" fmla="*/ 564576 w 564575"/>
                <a:gd name="connsiteY1" fmla="*/ 22466 h 1091236"/>
                <a:gd name="connsiteX2" fmla="*/ 564576 w 564575"/>
                <a:gd name="connsiteY2" fmla="*/ 68896 h 1091236"/>
                <a:gd name="connsiteX3" fmla="*/ 541462 w 564575"/>
                <a:gd name="connsiteY3" fmla="*/ 91361 h 1091236"/>
                <a:gd name="connsiteX4" fmla="*/ 207093 w 564575"/>
                <a:gd name="connsiteY4" fmla="*/ 91361 h 1091236"/>
                <a:gd name="connsiteX5" fmla="*/ 110634 w 564575"/>
                <a:gd name="connsiteY5" fmla="*/ 185119 h 1091236"/>
                <a:gd name="connsiteX6" fmla="*/ 110634 w 564575"/>
                <a:gd name="connsiteY6" fmla="*/ 476574 h 1091236"/>
                <a:gd name="connsiteX7" fmla="*/ 515268 w 564575"/>
                <a:gd name="connsiteY7" fmla="*/ 476574 h 1091236"/>
                <a:gd name="connsiteX8" fmla="*/ 538381 w 564575"/>
                <a:gd name="connsiteY8" fmla="*/ 499040 h 1091236"/>
                <a:gd name="connsiteX9" fmla="*/ 538381 w 564575"/>
                <a:gd name="connsiteY9" fmla="*/ 547267 h 1091236"/>
                <a:gd name="connsiteX10" fmla="*/ 515268 w 564575"/>
                <a:gd name="connsiteY10" fmla="*/ 569732 h 1091236"/>
                <a:gd name="connsiteX11" fmla="*/ 110634 w 564575"/>
                <a:gd name="connsiteY11" fmla="*/ 569732 h 1091236"/>
                <a:gd name="connsiteX12" fmla="*/ 110634 w 564575"/>
                <a:gd name="connsiteY12" fmla="*/ 1067274 h 1091236"/>
                <a:gd name="connsiteX13" fmla="*/ 87521 w 564575"/>
                <a:gd name="connsiteY13" fmla="*/ 1091237 h 1091236"/>
                <a:gd name="connsiteX14" fmla="*/ 23113 w 564575"/>
                <a:gd name="connsiteY14" fmla="*/ 1091237 h 1091236"/>
                <a:gd name="connsiteX15" fmla="*/ 0 w 564575"/>
                <a:gd name="connsiteY15" fmla="*/ 1067274 h 1091236"/>
                <a:gd name="connsiteX16" fmla="*/ 0 w 564575"/>
                <a:gd name="connsiteY16" fmla="*/ 185717 h 1091236"/>
                <a:gd name="connsiteX17" fmla="*/ 191067 w 564575"/>
                <a:gd name="connsiteY17" fmla="*/ 0 h 1091236"/>
                <a:gd name="connsiteX18" fmla="*/ 541462 w 564575"/>
                <a:gd name="connsiteY18" fmla="*/ 0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4575" h="1091236">
                  <a:moveTo>
                    <a:pt x="541462" y="0"/>
                  </a:moveTo>
                  <a:cubicBezTo>
                    <a:pt x="556256" y="0"/>
                    <a:pt x="564576" y="6291"/>
                    <a:pt x="564576" y="22466"/>
                  </a:cubicBezTo>
                  <a:lnTo>
                    <a:pt x="564576" y="68896"/>
                  </a:lnTo>
                  <a:cubicBezTo>
                    <a:pt x="564576" y="85070"/>
                    <a:pt x="556256" y="91361"/>
                    <a:pt x="541462" y="91361"/>
                  </a:cubicBezTo>
                  <a:lnTo>
                    <a:pt x="207093" y="91361"/>
                  </a:lnTo>
                  <a:cubicBezTo>
                    <a:pt x="153779" y="91361"/>
                    <a:pt x="110634" y="133297"/>
                    <a:pt x="110634" y="185119"/>
                  </a:cubicBezTo>
                  <a:lnTo>
                    <a:pt x="110634" y="476574"/>
                  </a:lnTo>
                  <a:lnTo>
                    <a:pt x="515268" y="476574"/>
                  </a:lnTo>
                  <a:cubicBezTo>
                    <a:pt x="531909" y="476574"/>
                    <a:pt x="538381" y="482864"/>
                    <a:pt x="538381" y="499040"/>
                  </a:cubicBezTo>
                  <a:lnTo>
                    <a:pt x="538381" y="547267"/>
                  </a:lnTo>
                  <a:cubicBezTo>
                    <a:pt x="538381" y="561644"/>
                    <a:pt x="531909" y="569732"/>
                    <a:pt x="515268" y="569732"/>
                  </a:cubicBezTo>
                  <a:lnTo>
                    <a:pt x="110634" y="569732"/>
                  </a:lnTo>
                  <a:lnTo>
                    <a:pt x="110634" y="1067274"/>
                  </a:lnTo>
                  <a:cubicBezTo>
                    <a:pt x="110634" y="1083448"/>
                    <a:pt x="104163" y="1091237"/>
                    <a:pt x="87521" y="1091237"/>
                  </a:cubicBezTo>
                  <a:lnTo>
                    <a:pt x="23113" y="1091237"/>
                  </a:lnTo>
                  <a:cubicBezTo>
                    <a:pt x="6470" y="1091237"/>
                    <a:pt x="0" y="1083150"/>
                    <a:pt x="0" y="1067274"/>
                  </a:cubicBezTo>
                  <a:lnTo>
                    <a:pt x="0" y="185717"/>
                  </a:lnTo>
                  <a:cubicBezTo>
                    <a:pt x="0" y="82974"/>
                    <a:pt x="85674" y="0"/>
                    <a:pt x="191067" y="0"/>
                  </a:cubicBezTo>
                  <a:lnTo>
                    <a:pt x="541462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2" name="手繪多邊形: 圖案 561">
              <a:extLst>
                <a:ext uri="{FF2B5EF4-FFF2-40B4-BE49-F238E27FC236}">
                  <a16:creationId xmlns:a16="http://schemas.microsoft.com/office/drawing/2014/main" id="{ABAF803C-6B4A-2BC5-53D4-0013A4D75E75}"/>
                </a:ext>
              </a:extLst>
            </p:cNvPr>
            <p:cNvSpPr/>
            <p:nvPr/>
          </p:nvSpPr>
          <p:spPr>
            <a:xfrm>
              <a:off x="-23360750" y="31676979"/>
              <a:ext cx="700007" cy="1091236"/>
            </a:xfrm>
            <a:custGeom>
              <a:avLst/>
              <a:gdLst>
                <a:gd name="connsiteX0" fmla="*/ 383133 w 700007"/>
                <a:gd name="connsiteY0" fmla="*/ 0 h 1091236"/>
                <a:gd name="connsiteX1" fmla="*/ 412718 w 700007"/>
                <a:gd name="connsiteY1" fmla="*/ 22466 h 1091236"/>
                <a:gd name="connsiteX2" fmla="*/ 698395 w 700007"/>
                <a:gd name="connsiteY2" fmla="*/ 1068771 h 1091236"/>
                <a:gd name="connsiteX3" fmla="*/ 680214 w 700007"/>
                <a:gd name="connsiteY3" fmla="*/ 1091237 h 1091236"/>
                <a:gd name="connsiteX4" fmla="*/ 614264 w 700007"/>
                <a:gd name="connsiteY4" fmla="*/ 1091237 h 1091236"/>
                <a:gd name="connsiteX5" fmla="*/ 586221 w 700007"/>
                <a:gd name="connsiteY5" fmla="*/ 1068771 h 1091236"/>
                <a:gd name="connsiteX6" fmla="*/ 507020 w 700007"/>
                <a:gd name="connsiteY6" fmla="*/ 776716 h 1091236"/>
                <a:gd name="connsiteX7" fmla="*/ 184976 w 700007"/>
                <a:gd name="connsiteY7" fmla="*/ 776716 h 1091236"/>
                <a:gd name="connsiteX8" fmla="*/ 107315 w 700007"/>
                <a:gd name="connsiteY8" fmla="*/ 1068771 h 1091236"/>
                <a:gd name="connsiteX9" fmla="*/ 80813 w 700007"/>
                <a:gd name="connsiteY9" fmla="*/ 1091237 h 1091236"/>
                <a:gd name="connsiteX10" fmla="*/ 19795 w 700007"/>
                <a:gd name="connsiteY10" fmla="*/ 1091237 h 1091236"/>
                <a:gd name="connsiteX11" fmla="*/ 1612 w 700007"/>
                <a:gd name="connsiteY11" fmla="*/ 1068771 h 1091236"/>
                <a:gd name="connsiteX12" fmla="*/ 287291 w 700007"/>
                <a:gd name="connsiteY12" fmla="*/ 22466 h 1091236"/>
                <a:gd name="connsiteX13" fmla="*/ 316876 w 700007"/>
                <a:gd name="connsiteY13" fmla="*/ 0 h 1091236"/>
                <a:gd name="connsiteX14" fmla="*/ 382824 w 700007"/>
                <a:gd name="connsiteY14" fmla="*/ 0 h 1091236"/>
                <a:gd name="connsiteX15" fmla="*/ 381592 w 700007"/>
                <a:gd name="connsiteY15" fmla="*/ 308231 h 1091236"/>
                <a:gd name="connsiteX16" fmla="*/ 347077 w 700007"/>
                <a:gd name="connsiteY16" fmla="*/ 130002 h 1091236"/>
                <a:gd name="connsiteX17" fmla="*/ 312253 w 700007"/>
                <a:gd name="connsiteY17" fmla="*/ 306433 h 1091236"/>
                <a:gd name="connsiteX18" fmla="*/ 206549 w 700007"/>
                <a:gd name="connsiteY18" fmla="*/ 690149 h 1091236"/>
                <a:gd name="connsiteX19" fmla="*/ 487296 w 700007"/>
                <a:gd name="connsiteY19" fmla="*/ 690149 h 1091236"/>
                <a:gd name="connsiteX20" fmla="*/ 381592 w 700007"/>
                <a:gd name="connsiteY20" fmla="*/ 30793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0007" h="1091236">
                  <a:moveTo>
                    <a:pt x="383133" y="0"/>
                  </a:moveTo>
                  <a:cubicBezTo>
                    <a:pt x="399774" y="0"/>
                    <a:pt x="409635" y="8088"/>
                    <a:pt x="412718" y="22466"/>
                  </a:cubicBezTo>
                  <a:lnTo>
                    <a:pt x="698395" y="1068771"/>
                  </a:lnTo>
                  <a:cubicBezTo>
                    <a:pt x="703327" y="1084947"/>
                    <a:pt x="696855" y="1091237"/>
                    <a:pt x="680214" y="1091237"/>
                  </a:cubicBezTo>
                  <a:lnTo>
                    <a:pt x="614264" y="1091237"/>
                  </a:lnTo>
                  <a:cubicBezTo>
                    <a:pt x="597623" y="1091237"/>
                    <a:pt x="589611" y="1083150"/>
                    <a:pt x="586221" y="1068771"/>
                  </a:cubicBezTo>
                  <a:lnTo>
                    <a:pt x="507020" y="776716"/>
                  </a:lnTo>
                  <a:lnTo>
                    <a:pt x="184976" y="776716"/>
                  </a:lnTo>
                  <a:lnTo>
                    <a:pt x="107315" y="1068771"/>
                  </a:lnTo>
                  <a:cubicBezTo>
                    <a:pt x="103926" y="1083448"/>
                    <a:pt x="95605" y="1091237"/>
                    <a:pt x="80813" y="1091237"/>
                  </a:cubicBezTo>
                  <a:lnTo>
                    <a:pt x="19795" y="1091237"/>
                  </a:lnTo>
                  <a:cubicBezTo>
                    <a:pt x="3152" y="1091237"/>
                    <a:pt x="-3318" y="1084947"/>
                    <a:pt x="1612" y="1068771"/>
                  </a:cubicBezTo>
                  <a:lnTo>
                    <a:pt x="287291" y="22466"/>
                  </a:lnTo>
                  <a:cubicBezTo>
                    <a:pt x="290680" y="8088"/>
                    <a:pt x="300542" y="0"/>
                    <a:pt x="316876" y="0"/>
                  </a:cubicBezTo>
                  <a:lnTo>
                    <a:pt x="382824" y="0"/>
                  </a:lnTo>
                  <a:close/>
                  <a:moveTo>
                    <a:pt x="381592" y="308231"/>
                  </a:moveTo>
                  <a:cubicBezTo>
                    <a:pt x="370190" y="266594"/>
                    <a:pt x="352007" y="171939"/>
                    <a:pt x="347077" y="130002"/>
                  </a:cubicBezTo>
                  <a:cubicBezTo>
                    <a:pt x="340604" y="176432"/>
                    <a:pt x="322423" y="268092"/>
                    <a:pt x="312253" y="306433"/>
                  </a:cubicBezTo>
                  <a:lnTo>
                    <a:pt x="206549" y="690149"/>
                  </a:lnTo>
                  <a:lnTo>
                    <a:pt x="487296" y="690149"/>
                  </a:lnTo>
                  <a:lnTo>
                    <a:pt x="381592" y="30793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3" name="手繪多邊形: 圖案 562">
              <a:extLst>
                <a:ext uri="{FF2B5EF4-FFF2-40B4-BE49-F238E27FC236}">
                  <a16:creationId xmlns:a16="http://schemas.microsoft.com/office/drawing/2014/main" id="{BA42E579-A51A-C0DD-9046-D1E6E9F0C6AE}"/>
                </a:ext>
              </a:extLst>
            </p:cNvPr>
            <p:cNvSpPr/>
            <p:nvPr/>
          </p:nvSpPr>
          <p:spPr>
            <a:xfrm>
              <a:off x="-21952009" y="31677279"/>
              <a:ext cx="620972" cy="1091236"/>
            </a:xfrm>
            <a:custGeom>
              <a:avLst/>
              <a:gdLst>
                <a:gd name="connsiteX0" fmla="*/ 620972 w 620972"/>
                <a:gd name="connsiteY0" fmla="*/ 1068771 h 1091236"/>
                <a:gd name="connsiteX1" fmla="*/ 599399 w 620972"/>
                <a:gd name="connsiteY1" fmla="*/ 1091237 h 1091236"/>
                <a:gd name="connsiteX2" fmla="*/ 539922 w 620972"/>
                <a:gd name="connsiteY2" fmla="*/ 1091237 h 1091236"/>
                <a:gd name="connsiteX3" fmla="*/ 515268 w 620972"/>
                <a:gd name="connsiteY3" fmla="*/ 1078357 h 1091236"/>
                <a:gd name="connsiteX4" fmla="*/ 148541 w 620972"/>
                <a:gd name="connsiteY4" fmla="*/ 335189 h 1091236"/>
                <a:gd name="connsiteX5" fmla="*/ 102314 w 620972"/>
                <a:gd name="connsiteY5" fmla="*/ 227653 h 1091236"/>
                <a:gd name="connsiteX6" fmla="*/ 102314 w 620972"/>
                <a:gd name="connsiteY6" fmla="*/ 1068771 h 1091236"/>
                <a:gd name="connsiteX7" fmla="*/ 79201 w 620972"/>
                <a:gd name="connsiteY7" fmla="*/ 1091237 h 1091236"/>
                <a:gd name="connsiteX8" fmla="*/ 23113 w 620972"/>
                <a:gd name="connsiteY8" fmla="*/ 1091237 h 1091236"/>
                <a:gd name="connsiteX9" fmla="*/ 0 w 620972"/>
                <a:gd name="connsiteY9" fmla="*/ 1068771 h 1091236"/>
                <a:gd name="connsiteX10" fmla="*/ 0 w 620972"/>
                <a:gd name="connsiteY10" fmla="*/ 22466 h 1091236"/>
                <a:gd name="connsiteX11" fmla="*/ 23113 w 620972"/>
                <a:gd name="connsiteY11" fmla="*/ 0 h 1091236"/>
                <a:gd name="connsiteX12" fmla="*/ 82591 w 620972"/>
                <a:gd name="connsiteY12" fmla="*/ 0 h 1091236"/>
                <a:gd name="connsiteX13" fmla="*/ 104163 w 620972"/>
                <a:gd name="connsiteY13" fmla="*/ 12880 h 1091236"/>
                <a:gd name="connsiteX14" fmla="*/ 477363 w 620972"/>
                <a:gd name="connsiteY14" fmla="*/ 762339 h 1091236"/>
                <a:gd name="connsiteX15" fmla="*/ 518658 w 620972"/>
                <a:gd name="connsiteY15" fmla="*/ 860288 h 1091236"/>
                <a:gd name="connsiteX16" fmla="*/ 518658 w 620972"/>
                <a:gd name="connsiteY16" fmla="*/ 22466 h 1091236"/>
                <a:gd name="connsiteX17" fmla="*/ 543313 w 620972"/>
                <a:gd name="connsiteY17" fmla="*/ 0 h 1091236"/>
                <a:gd name="connsiteX18" fmla="*/ 599399 w 620972"/>
                <a:gd name="connsiteY18" fmla="*/ 0 h 1091236"/>
                <a:gd name="connsiteX19" fmla="*/ 620972 w 620972"/>
                <a:gd name="connsiteY19" fmla="*/ 22466 h 1091236"/>
                <a:gd name="connsiteX20" fmla="*/ 620972 w 620972"/>
                <a:gd name="connsiteY20" fmla="*/ 106877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6">
                  <a:moveTo>
                    <a:pt x="620972" y="1068771"/>
                  </a:moveTo>
                  <a:cubicBezTo>
                    <a:pt x="620972" y="1083448"/>
                    <a:pt x="616042" y="1091237"/>
                    <a:pt x="599399" y="1091237"/>
                  </a:cubicBezTo>
                  <a:lnTo>
                    <a:pt x="539922" y="1091237"/>
                  </a:lnTo>
                  <a:cubicBezTo>
                    <a:pt x="526671" y="1091237"/>
                    <a:pt x="520200" y="1087942"/>
                    <a:pt x="515268" y="1078357"/>
                  </a:cubicBezTo>
                  <a:lnTo>
                    <a:pt x="148541" y="335189"/>
                  </a:lnTo>
                  <a:cubicBezTo>
                    <a:pt x="131898" y="303138"/>
                    <a:pt x="112174" y="259705"/>
                    <a:pt x="102314" y="227653"/>
                  </a:cubicBezTo>
                  <a:lnTo>
                    <a:pt x="102314" y="1068771"/>
                  </a:lnTo>
                  <a:cubicBezTo>
                    <a:pt x="102314" y="1083448"/>
                    <a:pt x="95842" y="1091237"/>
                    <a:pt x="79201" y="1091237"/>
                  </a:cubicBezTo>
                  <a:lnTo>
                    <a:pt x="23113" y="1091237"/>
                  </a:lnTo>
                  <a:cubicBezTo>
                    <a:pt x="6470" y="1091237"/>
                    <a:pt x="0" y="1083148"/>
                    <a:pt x="0" y="1068771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4302" y="0"/>
                    <a:pt x="99232" y="2996"/>
                    <a:pt x="104163" y="12880"/>
                  </a:cubicBezTo>
                  <a:lnTo>
                    <a:pt x="477363" y="762339"/>
                  </a:lnTo>
                  <a:cubicBezTo>
                    <a:pt x="494004" y="794390"/>
                    <a:pt x="512187" y="839321"/>
                    <a:pt x="518658" y="860288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399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4" name="手繪多邊形: 圖案 563">
              <a:extLst>
                <a:ext uri="{FF2B5EF4-FFF2-40B4-BE49-F238E27FC236}">
                  <a16:creationId xmlns:a16="http://schemas.microsoft.com/office/drawing/2014/main" id="{A0E4CA2A-9E72-3FC1-E182-4CC4D8114F98}"/>
                </a:ext>
              </a:extLst>
            </p:cNvPr>
            <p:cNvSpPr/>
            <p:nvPr/>
          </p:nvSpPr>
          <p:spPr>
            <a:xfrm>
              <a:off x="-20545498" y="31664099"/>
              <a:ext cx="604639" cy="1117296"/>
            </a:xfrm>
            <a:custGeom>
              <a:avLst/>
              <a:gdLst>
                <a:gd name="connsiteX0" fmla="*/ 579986 w 604639"/>
                <a:gd name="connsiteY0" fmla="*/ 582612 h 1117296"/>
                <a:gd name="connsiteX1" fmla="*/ 604640 w 604639"/>
                <a:gd name="connsiteY1" fmla="*/ 603580 h 1117296"/>
                <a:gd name="connsiteX2" fmla="*/ 604640 w 604639"/>
                <a:gd name="connsiteY2" fmla="*/ 894137 h 1117296"/>
                <a:gd name="connsiteX3" fmla="*/ 302320 w 604639"/>
                <a:gd name="connsiteY3" fmla="*/ 1117297 h 1117296"/>
                <a:gd name="connsiteX4" fmla="*/ 0 w 604639"/>
                <a:gd name="connsiteY4" fmla="*/ 894137 h 1117296"/>
                <a:gd name="connsiteX5" fmla="*/ 0 w 604639"/>
                <a:gd name="connsiteY5" fmla="*/ 223160 h 1117296"/>
                <a:gd name="connsiteX6" fmla="*/ 302320 w 604639"/>
                <a:gd name="connsiteY6" fmla="*/ 0 h 1117296"/>
                <a:gd name="connsiteX7" fmla="*/ 604640 w 604639"/>
                <a:gd name="connsiteY7" fmla="*/ 223160 h 1117296"/>
                <a:gd name="connsiteX8" fmla="*/ 604640 w 604639"/>
                <a:gd name="connsiteY8" fmla="*/ 309728 h 1117296"/>
                <a:gd name="connsiteX9" fmla="*/ 583069 w 604639"/>
                <a:gd name="connsiteY9" fmla="*/ 332194 h 1117296"/>
                <a:gd name="connsiteX10" fmla="*/ 520200 w 604639"/>
                <a:gd name="connsiteY10" fmla="*/ 332194 h 1117296"/>
                <a:gd name="connsiteX11" fmla="*/ 497087 w 604639"/>
                <a:gd name="connsiteY11" fmla="*/ 309728 h 1117296"/>
                <a:gd name="connsiteX12" fmla="*/ 497087 w 604639"/>
                <a:gd name="connsiteY12" fmla="*/ 231248 h 1117296"/>
                <a:gd name="connsiteX13" fmla="*/ 302320 w 604639"/>
                <a:gd name="connsiteY13" fmla="*/ 91660 h 1117296"/>
                <a:gd name="connsiteX14" fmla="*/ 110636 w 604639"/>
                <a:gd name="connsiteY14" fmla="*/ 231248 h 1117296"/>
                <a:gd name="connsiteX15" fmla="*/ 110636 w 604639"/>
                <a:gd name="connsiteY15" fmla="*/ 886050 h 1117296"/>
                <a:gd name="connsiteX16" fmla="*/ 302320 w 604639"/>
                <a:gd name="connsiteY16" fmla="*/ 1025637 h 1117296"/>
                <a:gd name="connsiteX17" fmla="*/ 497087 w 604639"/>
                <a:gd name="connsiteY17" fmla="*/ 887547 h 1117296"/>
                <a:gd name="connsiteX18" fmla="*/ 497087 w 604639"/>
                <a:gd name="connsiteY18" fmla="*/ 673973 h 1117296"/>
                <a:gd name="connsiteX19" fmla="*/ 318654 w 604639"/>
                <a:gd name="connsiteY19" fmla="*/ 673973 h 1117296"/>
                <a:gd name="connsiteX20" fmla="*/ 295541 w 604639"/>
                <a:gd name="connsiteY20" fmla="*/ 651507 h 1117296"/>
                <a:gd name="connsiteX21" fmla="*/ 295541 w 604639"/>
                <a:gd name="connsiteY21" fmla="*/ 603281 h 1117296"/>
                <a:gd name="connsiteX22" fmla="*/ 318654 w 604639"/>
                <a:gd name="connsiteY22" fmla="*/ 582313 h 1117296"/>
                <a:gd name="connsiteX23" fmla="*/ 579678 w 604639"/>
                <a:gd name="connsiteY23" fmla="*/ 582313 h 111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4639" h="1117296">
                  <a:moveTo>
                    <a:pt x="579986" y="582612"/>
                  </a:moveTo>
                  <a:cubicBezTo>
                    <a:pt x="598169" y="582612"/>
                    <a:pt x="604640" y="588903"/>
                    <a:pt x="604640" y="603580"/>
                  </a:cubicBezTo>
                  <a:lnTo>
                    <a:pt x="604640" y="894137"/>
                  </a:lnTo>
                  <a:cubicBezTo>
                    <a:pt x="604640" y="1016051"/>
                    <a:pt x="538692" y="1117297"/>
                    <a:pt x="302320" y="1117297"/>
                  </a:cubicBezTo>
                  <a:cubicBezTo>
                    <a:pt x="65950" y="1117297"/>
                    <a:pt x="0" y="1016051"/>
                    <a:pt x="0" y="894137"/>
                  </a:cubicBezTo>
                  <a:lnTo>
                    <a:pt x="0" y="223160"/>
                  </a:lnTo>
                  <a:cubicBezTo>
                    <a:pt x="0" y="101246"/>
                    <a:pt x="65950" y="0"/>
                    <a:pt x="302320" y="0"/>
                  </a:cubicBezTo>
                  <a:cubicBezTo>
                    <a:pt x="538692" y="0"/>
                    <a:pt x="604640" y="101246"/>
                    <a:pt x="604640" y="223160"/>
                  </a:cubicBezTo>
                  <a:lnTo>
                    <a:pt x="604640" y="309728"/>
                  </a:lnTo>
                  <a:cubicBezTo>
                    <a:pt x="604640" y="324406"/>
                    <a:pt x="598169" y="332194"/>
                    <a:pt x="583069" y="332194"/>
                  </a:cubicBezTo>
                  <a:lnTo>
                    <a:pt x="520200" y="332194"/>
                  </a:lnTo>
                  <a:cubicBezTo>
                    <a:pt x="503559" y="332194"/>
                    <a:pt x="497087" y="324106"/>
                    <a:pt x="497087" y="309728"/>
                  </a:cubicBezTo>
                  <a:lnTo>
                    <a:pt x="497087" y="231248"/>
                  </a:lnTo>
                  <a:cubicBezTo>
                    <a:pt x="497087" y="147675"/>
                    <a:pt x="450861" y="91660"/>
                    <a:pt x="302320" y="91660"/>
                  </a:cubicBezTo>
                  <a:cubicBezTo>
                    <a:pt x="153781" y="91660"/>
                    <a:pt x="110636" y="147675"/>
                    <a:pt x="110636" y="231248"/>
                  </a:cubicBezTo>
                  <a:lnTo>
                    <a:pt x="110636" y="886050"/>
                  </a:lnTo>
                  <a:cubicBezTo>
                    <a:pt x="110636" y="967825"/>
                    <a:pt x="156862" y="1025637"/>
                    <a:pt x="302320" y="1025637"/>
                  </a:cubicBezTo>
                  <a:cubicBezTo>
                    <a:pt x="447780" y="1025637"/>
                    <a:pt x="497087" y="969622"/>
                    <a:pt x="497087" y="887547"/>
                  </a:cubicBezTo>
                  <a:lnTo>
                    <a:pt x="497087" y="673973"/>
                  </a:lnTo>
                  <a:lnTo>
                    <a:pt x="318654" y="673973"/>
                  </a:lnTo>
                  <a:cubicBezTo>
                    <a:pt x="302013" y="673973"/>
                    <a:pt x="295541" y="667682"/>
                    <a:pt x="295541" y="651507"/>
                  </a:cubicBezTo>
                  <a:lnTo>
                    <a:pt x="295541" y="603281"/>
                  </a:lnTo>
                  <a:cubicBezTo>
                    <a:pt x="295541" y="588603"/>
                    <a:pt x="302013" y="582313"/>
                    <a:pt x="318654" y="582313"/>
                  </a:cubicBezTo>
                  <a:lnTo>
                    <a:pt x="579678" y="582313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5" name="手繪多邊形: 圖案 564">
              <a:extLst>
                <a:ext uri="{FF2B5EF4-FFF2-40B4-BE49-F238E27FC236}">
                  <a16:creationId xmlns:a16="http://schemas.microsoft.com/office/drawing/2014/main" id="{9A464936-6BD6-95A0-FE2B-3D4B97A6607A}"/>
                </a:ext>
              </a:extLst>
            </p:cNvPr>
            <p:cNvSpPr/>
            <p:nvPr/>
          </p:nvSpPr>
          <p:spPr>
            <a:xfrm>
              <a:off x="-18300749" y="31677279"/>
              <a:ext cx="624663" cy="1091236"/>
            </a:xfrm>
            <a:custGeom>
              <a:avLst/>
              <a:gdLst>
                <a:gd name="connsiteX0" fmla="*/ 87523 w 624663"/>
                <a:gd name="connsiteY0" fmla="*/ 1091237 h 1091236"/>
                <a:gd name="connsiteX1" fmla="*/ 23113 w 624663"/>
                <a:gd name="connsiteY1" fmla="*/ 1091237 h 1091236"/>
                <a:gd name="connsiteX2" fmla="*/ 0 w 624663"/>
                <a:gd name="connsiteY2" fmla="*/ 1067274 h 1091236"/>
                <a:gd name="connsiteX3" fmla="*/ 0 w 624663"/>
                <a:gd name="connsiteY3" fmla="*/ 23963 h 1091236"/>
                <a:gd name="connsiteX4" fmla="*/ 21573 w 624663"/>
                <a:gd name="connsiteY4" fmla="*/ 0 h 1091236"/>
                <a:gd name="connsiteX5" fmla="*/ 302320 w 624663"/>
                <a:gd name="connsiteY5" fmla="*/ 0 h 1091236"/>
                <a:gd name="connsiteX6" fmla="*/ 612653 w 624663"/>
                <a:gd name="connsiteY6" fmla="*/ 222860 h 1091236"/>
                <a:gd name="connsiteX7" fmla="*/ 612653 w 624663"/>
                <a:gd name="connsiteY7" fmla="*/ 425052 h 1091236"/>
                <a:gd name="connsiteX8" fmla="*/ 440999 w 624663"/>
                <a:gd name="connsiteY8" fmla="*/ 630539 h 1091236"/>
                <a:gd name="connsiteX9" fmla="*/ 622823 w 624663"/>
                <a:gd name="connsiteY9" fmla="*/ 1067274 h 1091236"/>
                <a:gd name="connsiteX10" fmla="*/ 601250 w 624663"/>
                <a:gd name="connsiteY10" fmla="*/ 1091237 h 1091236"/>
                <a:gd name="connsiteX11" fmla="*/ 530370 w 624663"/>
                <a:gd name="connsiteY11" fmla="*/ 1091237 h 1091236"/>
                <a:gd name="connsiteX12" fmla="*/ 502325 w 624663"/>
                <a:gd name="connsiteY12" fmla="*/ 1067274 h 1091236"/>
                <a:gd name="connsiteX13" fmla="*/ 330672 w 624663"/>
                <a:gd name="connsiteY13" fmla="*/ 645216 h 1091236"/>
                <a:gd name="connsiteX14" fmla="*/ 109402 w 624663"/>
                <a:gd name="connsiteY14" fmla="*/ 645216 h 1091236"/>
                <a:gd name="connsiteX15" fmla="*/ 109402 w 624663"/>
                <a:gd name="connsiteY15" fmla="*/ 1067274 h 1091236"/>
                <a:gd name="connsiteX16" fmla="*/ 87829 w 624663"/>
                <a:gd name="connsiteY16" fmla="*/ 1091237 h 1091236"/>
                <a:gd name="connsiteX17" fmla="*/ 108785 w 624663"/>
                <a:gd name="connsiteY17" fmla="*/ 91061 h 1091236"/>
                <a:gd name="connsiteX18" fmla="*/ 108785 w 624663"/>
                <a:gd name="connsiteY18" fmla="*/ 553257 h 1091236"/>
                <a:gd name="connsiteX19" fmla="*/ 302011 w 624663"/>
                <a:gd name="connsiteY19" fmla="*/ 553257 h 1091236"/>
                <a:gd name="connsiteX20" fmla="*/ 503559 w 624663"/>
                <a:gd name="connsiteY20" fmla="*/ 413669 h 1091236"/>
                <a:gd name="connsiteX21" fmla="*/ 503559 w 624663"/>
                <a:gd name="connsiteY21" fmla="*/ 232146 h 1091236"/>
                <a:gd name="connsiteX22" fmla="*/ 302011 w 624663"/>
                <a:gd name="connsiteY22" fmla="*/ 90762 h 1091236"/>
                <a:gd name="connsiteX23" fmla="*/ 108785 w 624663"/>
                <a:gd name="connsiteY23" fmla="*/ 90762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663" h="1091236">
                  <a:moveTo>
                    <a:pt x="87523" y="1091237"/>
                  </a:moveTo>
                  <a:lnTo>
                    <a:pt x="23113" y="1091237"/>
                  </a:lnTo>
                  <a:cubicBezTo>
                    <a:pt x="6472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2" y="0"/>
                    <a:pt x="21573" y="0"/>
                  </a:cubicBezTo>
                  <a:lnTo>
                    <a:pt x="302320" y="0"/>
                  </a:lnTo>
                  <a:cubicBezTo>
                    <a:pt x="538381" y="0"/>
                    <a:pt x="612653" y="100946"/>
                    <a:pt x="612653" y="222860"/>
                  </a:cubicBezTo>
                  <a:lnTo>
                    <a:pt x="612653" y="425052"/>
                  </a:lnTo>
                  <a:cubicBezTo>
                    <a:pt x="612653" y="518210"/>
                    <a:pt x="567967" y="598487"/>
                    <a:pt x="440999" y="630539"/>
                  </a:cubicBezTo>
                  <a:lnTo>
                    <a:pt x="622823" y="1067274"/>
                  </a:lnTo>
                  <a:cubicBezTo>
                    <a:pt x="629293" y="1083448"/>
                    <a:pt x="617891" y="1091237"/>
                    <a:pt x="601250" y="1091237"/>
                  </a:cubicBezTo>
                  <a:lnTo>
                    <a:pt x="530370" y="1091237"/>
                  </a:lnTo>
                  <a:cubicBezTo>
                    <a:pt x="513728" y="1091237"/>
                    <a:pt x="508798" y="1081651"/>
                    <a:pt x="502325" y="1067274"/>
                  </a:cubicBezTo>
                  <a:lnTo>
                    <a:pt x="330672" y="645216"/>
                  </a:lnTo>
                  <a:lnTo>
                    <a:pt x="109402" y="645216"/>
                  </a:lnTo>
                  <a:lnTo>
                    <a:pt x="109402" y="1067274"/>
                  </a:lnTo>
                  <a:cubicBezTo>
                    <a:pt x="109402" y="1083448"/>
                    <a:pt x="104472" y="1091237"/>
                    <a:pt x="87829" y="1091237"/>
                  </a:cubicBezTo>
                  <a:close/>
                  <a:moveTo>
                    <a:pt x="108785" y="91061"/>
                  </a:moveTo>
                  <a:lnTo>
                    <a:pt x="108785" y="553257"/>
                  </a:lnTo>
                  <a:lnTo>
                    <a:pt x="302011" y="553257"/>
                  </a:lnTo>
                  <a:cubicBezTo>
                    <a:pt x="450552" y="553257"/>
                    <a:pt x="503559" y="497242"/>
                    <a:pt x="503559" y="413669"/>
                  </a:cubicBezTo>
                  <a:lnTo>
                    <a:pt x="503559" y="232146"/>
                  </a:lnTo>
                  <a:cubicBezTo>
                    <a:pt x="503559" y="148573"/>
                    <a:pt x="450861" y="90762"/>
                    <a:pt x="302011" y="90762"/>
                  </a:cubicBezTo>
                  <a:lnTo>
                    <a:pt x="108785" y="907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6" name="手繪多邊形: 圖案 565">
              <a:extLst>
                <a:ext uri="{FF2B5EF4-FFF2-40B4-BE49-F238E27FC236}">
                  <a16:creationId xmlns:a16="http://schemas.microsoft.com/office/drawing/2014/main" id="{7E1EA9B8-9E75-B034-9728-F96E76AB0E39}"/>
                </a:ext>
              </a:extLst>
            </p:cNvPr>
            <p:cNvSpPr/>
            <p:nvPr/>
          </p:nvSpPr>
          <p:spPr>
            <a:xfrm>
              <a:off x="-16917041" y="31677279"/>
              <a:ext cx="544853" cy="1091536"/>
            </a:xfrm>
            <a:custGeom>
              <a:avLst/>
              <a:gdLst>
                <a:gd name="connsiteX0" fmla="*/ 21571 w 544853"/>
                <a:gd name="connsiteY0" fmla="*/ 1091237 h 1091536"/>
                <a:gd name="connsiteX1" fmla="*/ 0 w 544853"/>
                <a:gd name="connsiteY1" fmla="*/ 1067274 h 1091536"/>
                <a:gd name="connsiteX2" fmla="*/ 0 w 544853"/>
                <a:gd name="connsiteY2" fmla="*/ 23963 h 1091536"/>
                <a:gd name="connsiteX3" fmla="*/ 23113 w 544853"/>
                <a:gd name="connsiteY3" fmla="*/ 0 h 1091536"/>
                <a:gd name="connsiteX4" fmla="*/ 503557 w 544853"/>
                <a:gd name="connsiteY4" fmla="*/ 0 h 1091536"/>
                <a:gd name="connsiteX5" fmla="*/ 526671 w 544853"/>
                <a:gd name="connsiteY5" fmla="*/ 22466 h 1091536"/>
                <a:gd name="connsiteX6" fmla="*/ 526671 w 544853"/>
                <a:gd name="connsiteY6" fmla="*/ 68895 h 1091536"/>
                <a:gd name="connsiteX7" fmla="*/ 503557 w 544853"/>
                <a:gd name="connsiteY7" fmla="*/ 91360 h 1091536"/>
                <a:gd name="connsiteX8" fmla="*/ 110634 w 544853"/>
                <a:gd name="connsiteY8" fmla="*/ 91360 h 1091536"/>
                <a:gd name="connsiteX9" fmla="*/ 110634 w 544853"/>
                <a:gd name="connsiteY9" fmla="*/ 473578 h 1091536"/>
                <a:gd name="connsiteX10" fmla="*/ 478904 w 544853"/>
                <a:gd name="connsiteY10" fmla="*/ 473578 h 1091536"/>
                <a:gd name="connsiteX11" fmla="*/ 503557 w 544853"/>
                <a:gd name="connsiteY11" fmla="*/ 496044 h 1091536"/>
                <a:gd name="connsiteX12" fmla="*/ 503557 w 544853"/>
                <a:gd name="connsiteY12" fmla="*/ 540975 h 1091536"/>
                <a:gd name="connsiteX13" fmla="*/ 478904 w 544853"/>
                <a:gd name="connsiteY13" fmla="*/ 563441 h 1091536"/>
                <a:gd name="connsiteX14" fmla="*/ 110634 w 544853"/>
                <a:gd name="connsiteY14" fmla="*/ 563441 h 1091536"/>
                <a:gd name="connsiteX15" fmla="*/ 110634 w 544853"/>
                <a:gd name="connsiteY15" fmla="*/ 1000176 h 1091536"/>
                <a:gd name="connsiteX16" fmla="*/ 521741 w 544853"/>
                <a:gd name="connsiteY16" fmla="*/ 1000176 h 1091536"/>
                <a:gd name="connsiteX17" fmla="*/ 544854 w 544853"/>
                <a:gd name="connsiteY17" fmla="*/ 1020845 h 1091536"/>
                <a:gd name="connsiteX18" fmla="*/ 544854 w 544853"/>
                <a:gd name="connsiteY18" fmla="*/ 1069071 h 1091536"/>
                <a:gd name="connsiteX19" fmla="*/ 521741 w 544853"/>
                <a:gd name="connsiteY19" fmla="*/ 1091537 h 1091536"/>
                <a:gd name="connsiteX20" fmla="*/ 21264 w 544853"/>
                <a:gd name="connsiteY20" fmla="*/ 1091537 h 109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53" h="1091536">
                  <a:moveTo>
                    <a:pt x="21571" y="1091237"/>
                  </a:moveTo>
                  <a:cubicBezTo>
                    <a:pt x="6779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0" y="0"/>
                    <a:pt x="23113" y="0"/>
                  </a:cubicBezTo>
                  <a:lnTo>
                    <a:pt x="503557" y="0"/>
                  </a:lnTo>
                  <a:cubicBezTo>
                    <a:pt x="520198" y="0"/>
                    <a:pt x="526671" y="6290"/>
                    <a:pt x="526671" y="22466"/>
                  </a:cubicBezTo>
                  <a:lnTo>
                    <a:pt x="526671" y="68895"/>
                  </a:lnTo>
                  <a:cubicBezTo>
                    <a:pt x="526671" y="85070"/>
                    <a:pt x="520198" y="91360"/>
                    <a:pt x="503557" y="91360"/>
                  </a:cubicBezTo>
                  <a:lnTo>
                    <a:pt x="110634" y="91360"/>
                  </a:lnTo>
                  <a:lnTo>
                    <a:pt x="110634" y="473578"/>
                  </a:lnTo>
                  <a:lnTo>
                    <a:pt x="478904" y="473578"/>
                  </a:lnTo>
                  <a:cubicBezTo>
                    <a:pt x="495545" y="473578"/>
                    <a:pt x="503557" y="479868"/>
                    <a:pt x="503557" y="496044"/>
                  </a:cubicBezTo>
                  <a:lnTo>
                    <a:pt x="503557" y="540975"/>
                  </a:lnTo>
                  <a:cubicBezTo>
                    <a:pt x="503557" y="557151"/>
                    <a:pt x="495236" y="563441"/>
                    <a:pt x="478904" y="563441"/>
                  </a:cubicBezTo>
                  <a:lnTo>
                    <a:pt x="110634" y="563441"/>
                  </a:lnTo>
                  <a:lnTo>
                    <a:pt x="110634" y="1000176"/>
                  </a:lnTo>
                  <a:lnTo>
                    <a:pt x="521741" y="1000176"/>
                  </a:lnTo>
                  <a:cubicBezTo>
                    <a:pt x="536532" y="1000176"/>
                    <a:pt x="544854" y="1004968"/>
                    <a:pt x="544854" y="1020845"/>
                  </a:cubicBezTo>
                  <a:lnTo>
                    <a:pt x="544854" y="1069071"/>
                  </a:lnTo>
                  <a:cubicBezTo>
                    <a:pt x="544854" y="1085245"/>
                    <a:pt x="536532" y="1091537"/>
                    <a:pt x="521741" y="1091537"/>
                  </a:cubicBezTo>
                  <a:lnTo>
                    <a:pt x="21264" y="109153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7" name="手繪多邊形: 圖案 566">
              <a:extLst>
                <a:ext uri="{FF2B5EF4-FFF2-40B4-BE49-F238E27FC236}">
                  <a16:creationId xmlns:a16="http://schemas.microsoft.com/office/drawing/2014/main" id="{175590CA-CB42-5BF7-8EB2-C5CABD9981A2}"/>
                </a:ext>
              </a:extLst>
            </p:cNvPr>
            <p:cNvSpPr/>
            <p:nvPr/>
          </p:nvSpPr>
          <p:spPr>
            <a:xfrm>
              <a:off x="-15630718" y="31677279"/>
              <a:ext cx="620972" cy="1091236"/>
            </a:xfrm>
            <a:custGeom>
              <a:avLst/>
              <a:gdLst>
                <a:gd name="connsiteX0" fmla="*/ 620972 w 620972"/>
                <a:gd name="connsiteY0" fmla="*/ 1068771 h 1091236"/>
                <a:gd name="connsiteX1" fmla="*/ 599401 w 620972"/>
                <a:gd name="connsiteY1" fmla="*/ 1091237 h 1091236"/>
                <a:gd name="connsiteX2" fmla="*/ 539922 w 620972"/>
                <a:gd name="connsiteY2" fmla="*/ 1091237 h 1091236"/>
                <a:gd name="connsiteX3" fmla="*/ 515268 w 620972"/>
                <a:gd name="connsiteY3" fmla="*/ 1078357 h 1091236"/>
                <a:gd name="connsiteX4" fmla="*/ 148541 w 620972"/>
                <a:gd name="connsiteY4" fmla="*/ 335189 h 1091236"/>
                <a:gd name="connsiteX5" fmla="*/ 102314 w 620972"/>
                <a:gd name="connsiteY5" fmla="*/ 227653 h 1091236"/>
                <a:gd name="connsiteX6" fmla="*/ 102314 w 620972"/>
                <a:gd name="connsiteY6" fmla="*/ 1068771 h 1091236"/>
                <a:gd name="connsiteX7" fmla="*/ 79201 w 620972"/>
                <a:gd name="connsiteY7" fmla="*/ 1091237 h 1091236"/>
                <a:gd name="connsiteX8" fmla="*/ 23113 w 620972"/>
                <a:gd name="connsiteY8" fmla="*/ 1091237 h 1091236"/>
                <a:gd name="connsiteX9" fmla="*/ 0 w 620972"/>
                <a:gd name="connsiteY9" fmla="*/ 1068771 h 1091236"/>
                <a:gd name="connsiteX10" fmla="*/ 0 w 620972"/>
                <a:gd name="connsiteY10" fmla="*/ 22466 h 1091236"/>
                <a:gd name="connsiteX11" fmla="*/ 23113 w 620972"/>
                <a:gd name="connsiteY11" fmla="*/ 0 h 1091236"/>
                <a:gd name="connsiteX12" fmla="*/ 82591 w 620972"/>
                <a:gd name="connsiteY12" fmla="*/ 0 h 1091236"/>
                <a:gd name="connsiteX13" fmla="*/ 104163 w 620972"/>
                <a:gd name="connsiteY13" fmla="*/ 12880 h 1091236"/>
                <a:gd name="connsiteX14" fmla="*/ 477363 w 620972"/>
                <a:gd name="connsiteY14" fmla="*/ 762339 h 1091236"/>
                <a:gd name="connsiteX15" fmla="*/ 518658 w 620972"/>
                <a:gd name="connsiteY15" fmla="*/ 860288 h 1091236"/>
                <a:gd name="connsiteX16" fmla="*/ 518658 w 620972"/>
                <a:gd name="connsiteY16" fmla="*/ 22466 h 1091236"/>
                <a:gd name="connsiteX17" fmla="*/ 543313 w 620972"/>
                <a:gd name="connsiteY17" fmla="*/ 0 h 1091236"/>
                <a:gd name="connsiteX18" fmla="*/ 599401 w 620972"/>
                <a:gd name="connsiteY18" fmla="*/ 0 h 1091236"/>
                <a:gd name="connsiteX19" fmla="*/ 620972 w 620972"/>
                <a:gd name="connsiteY19" fmla="*/ 22466 h 1091236"/>
                <a:gd name="connsiteX20" fmla="*/ 620972 w 620972"/>
                <a:gd name="connsiteY20" fmla="*/ 106877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6">
                  <a:moveTo>
                    <a:pt x="620972" y="1068771"/>
                  </a:moveTo>
                  <a:cubicBezTo>
                    <a:pt x="620972" y="1083448"/>
                    <a:pt x="616042" y="1091237"/>
                    <a:pt x="599401" y="1091237"/>
                  </a:cubicBezTo>
                  <a:lnTo>
                    <a:pt x="539922" y="1091237"/>
                  </a:lnTo>
                  <a:cubicBezTo>
                    <a:pt x="526671" y="1091237"/>
                    <a:pt x="520200" y="1087942"/>
                    <a:pt x="515268" y="1078357"/>
                  </a:cubicBezTo>
                  <a:lnTo>
                    <a:pt x="148541" y="335189"/>
                  </a:lnTo>
                  <a:cubicBezTo>
                    <a:pt x="131898" y="303138"/>
                    <a:pt x="112174" y="259705"/>
                    <a:pt x="102314" y="227653"/>
                  </a:cubicBezTo>
                  <a:lnTo>
                    <a:pt x="102314" y="1068771"/>
                  </a:lnTo>
                  <a:cubicBezTo>
                    <a:pt x="102314" y="1083448"/>
                    <a:pt x="95842" y="1091237"/>
                    <a:pt x="79201" y="1091237"/>
                  </a:cubicBezTo>
                  <a:lnTo>
                    <a:pt x="23113" y="1091237"/>
                  </a:lnTo>
                  <a:cubicBezTo>
                    <a:pt x="6470" y="1091237"/>
                    <a:pt x="0" y="1083148"/>
                    <a:pt x="0" y="1068771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3993" y="0"/>
                    <a:pt x="99232" y="2996"/>
                    <a:pt x="104163" y="12880"/>
                  </a:cubicBezTo>
                  <a:lnTo>
                    <a:pt x="477363" y="762339"/>
                  </a:lnTo>
                  <a:cubicBezTo>
                    <a:pt x="494004" y="794390"/>
                    <a:pt x="511879" y="839321"/>
                    <a:pt x="518658" y="860288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401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8" name="手繪多邊形: 圖案 567">
              <a:extLst>
                <a:ext uri="{FF2B5EF4-FFF2-40B4-BE49-F238E27FC236}">
                  <a16:creationId xmlns:a16="http://schemas.microsoft.com/office/drawing/2014/main" id="{70BAFC56-ECAF-10F2-D192-923F36FB0389}"/>
                </a:ext>
              </a:extLst>
            </p:cNvPr>
            <p:cNvSpPr/>
            <p:nvPr/>
          </p:nvSpPr>
          <p:spPr>
            <a:xfrm>
              <a:off x="-13343441" y="31677279"/>
              <a:ext cx="618816" cy="1091236"/>
            </a:xfrm>
            <a:custGeom>
              <a:avLst/>
              <a:gdLst>
                <a:gd name="connsiteX0" fmla="*/ 19724 w 618816"/>
                <a:gd name="connsiteY0" fmla="*/ 1091237 h 1091236"/>
                <a:gd name="connsiteX1" fmla="*/ 0 w 618816"/>
                <a:gd name="connsiteY1" fmla="*/ 1067274 h 1091236"/>
                <a:gd name="connsiteX2" fmla="*/ 0 w 618816"/>
                <a:gd name="connsiteY2" fmla="*/ 23963 h 1091236"/>
                <a:gd name="connsiteX3" fmla="*/ 21264 w 618816"/>
                <a:gd name="connsiteY3" fmla="*/ 0 h 1091236"/>
                <a:gd name="connsiteX4" fmla="*/ 308484 w 618816"/>
                <a:gd name="connsiteY4" fmla="*/ 0 h 1091236"/>
                <a:gd name="connsiteX5" fmla="*/ 618817 w 618816"/>
                <a:gd name="connsiteY5" fmla="*/ 222860 h 1091236"/>
                <a:gd name="connsiteX6" fmla="*/ 618817 w 618816"/>
                <a:gd name="connsiteY6" fmla="*/ 868076 h 1091236"/>
                <a:gd name="connsiteX7" fmla="*/ 308484 w 618816"/>
                <a:gd name="connsiteY7" fmla="*/ 1091237 h 1091236"/>
                <a:gd name="connsiteX8" fmla="*/ 19415 w 618816"/>
                <a:gd name="connsiteY8" fmla="*/ 1091237 h 1091236"/>
                <a:gd name="connsiteX9" fmla="*/ 110636 w 618816"/>
                <a:gd name="connsiteY9" fmla="*/ 91061 h 1091236"/>
                <a:gd name="connsiteX10" fmla="*/ 110636 w 618816"/>
                <a:gd name="connsiteY10" fmla="*/ 999576 h 1091236"/>
                <a:gd name="connsiteX11" fmla="*/ 307252 w 618816"/>
                <a:gd name="connsiteY11" fmla="*/ 999576 h 1091236"/>
                <a:gd name="connsiteX12" fmla="*/ 508798 w 618816"/>
                <a:gd name="connsiteY12" fmla="*/ 856694 h 1091236"/>
                <a:gd name="connsiteX13" fmla="*/ 508798 w 618816"/>
                <a:gd name="connsiteY13" fmla="*/ 233943 h 1091236"/>
                <a:gd name="connsiteX14" fmla="*/ 307252 w 618816"/>
                <a:gd name="connsiteY14" fmla="*/ 91061 h 1091236"/>
                <a:gd name="connsiteX15" fmla="*/ 110636 w 618816"/>
                <a:gd name="connsiteY15" fmla="*/ 9106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816" h="1091236">
                  <a:moveTo>
                    <a:pt x="19724" y="1091237"/>
                  </a:moveTo>
                  <a:cubicBezTo>
                    <a:pt x="6472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2" y="0"/>
                    <a:pt x="21264" y="0"/>
                  </a:cubicBezTo>
                  <a:lnTo>
                    <a:pt x="308484" y="0"/>
                  </a:lnTo>
                  <a:cubicBezTo>
                    <a:pt x="544545" y="0"/>
                    <a:pt x="618817" y="100946"/>
                    <a:pt x="618817" y="222860"/>
                  </a:cubicBezTo>
                  <a:lnTo>
                    <a:pt x="618817" y="868076"/>
                  </a:lnTo>
                  <a:cubicBezTo>
                    <a:pt x="618817" y="989991"/>
                    <a:pt x="544545" y="1091237"/>
                    <a:pt x="308484" y="1091237"/>
                  </a:cubicBezTo>
                  <a:lnTo>
                    <a:pt x="19415" y="1091237"/>
                  </a:lnTo>
                  <a:close/>
                  <a:moveTo>
                    <a:pt x="110636" y="91061"/>
                  </a:moveTo>
                  <a:lnTo>
                    <a:pt x="110636" y="999576"/>
                  </a:lnTo>
                  <a:lnTo>
                    <a:pt x="307252" y="999576"/>
                  </a:lnTo>
                  <a:cubicBezTo>
                    <a:pt x="455792" y="999576"/>
                    <a:pt x="508798" y="941765"/>
                    <a:pt x="508798" y="856694"/>
                  </a:cubicBezTo>
                  <a:lnTo>
                    <a:pt x="508798" y="233943"/>
                  </a:lnTo>
                  <a:cubicBezTo>
                    <a:pt x="508798" y="148873"/>
                    <a:pt x="456099" y="91061"/>
                    <a:pt x="307252" y="91061"/>
                  </a:cubicBezTo>
                  <a:lnTo>
                    <a:pt x="110636" y="9106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69" name="手繪多邊形: 圖案 568">
              <a:extLst>
                <a:ext uri="{FF2B5EF4-FFF2-40B4-BE49-F238E27FC236}">
                  <a16:creationId xmlns:a16="http://schemas.microsoft.com/office/drawing/2014/main" id="{0C7BFD69-6B20-94E7-72BE-5A80669C70BA}"/>
                </a:ext>
              </a:extLst>
            </p:cNvPr>
            <p:cNvSpPr/>
            <p:nvPr/>
          </p:nvSpPr>
          <p:spPr>
            <a:xfrm>
              <a:off x="-11938161" y="31677279"/>
              <a:ext cx="544853" cy="1091536"/>
            </a:xfrm>
            <a:custGeom>
              <a:avLst/>
              <a:gdLst>
                <a:gd name="connsiteX0" fmla="*/ 21264 w 544853"/>
                <a:gd name="connsiteY0" fmla="*/ 1091237 h 1091536"/>
                <a:gd name="connsiteX1" fmla="*/ 0 w 544853"/>
                <a:gd name="connsiteY1" fmla="*/ 1067274 h 1091536"/>
                <a:gd name="connsiteX2" fmla="*/ 0 w 544853"/>
                <a:gd name="connsiteY2" fmla="*/ 23963 h 1091536"/>
                <a:gd name="connsiteX3" fmla="*/ 23113 w 544853"/>
                <a:gd name="connsiteY3" fmla="*/ 0 h 1091536"/>
                <a:gd name="connsiteX4" fmla="*/ 503557 w 544853"/>
                <a:gd name="connsiteY4" fmla="*/ 0 h 1091536"/>
                <a:gd name="connsiteX5" fmla="*/ 526671 w 544853"/>
                <a:gd name="connsiteY5" fmla="*/ 22466 h 1091536"/>
                <a:gd name="connsiteX6" fmla="*/ 526671 w 544853"/>
                <a:gd name="connsiteY6" fmla="*/ 68895 h 1091536"/>
                <a:gd name="connsiteX7" fmla="*/ 503557 w 544853"/>
                <a:gd name="connsiteY7" fmla="*/ 91360 h 1091536"/>
                <a:gd name="connsiteX8" fmla="*/ 110634 w 544853"/>
                <a:gd name="connsiteY8" fmla="*/ 91360 h 1091536"/>
                <a:gd name="connsiteX9" fmla="*/ 110634 w 544853"/>
                <a:gd name="connsiteY9" fmla="*/ 473578 h 1091536"/>
                <a:gd name="connsiteX10" fmla="*/ 478904 w 544853"/>
                <a:gd name="connsiteY10" fmla="*/ 473578 h 1091536"/>
                <a:gd name="connsiteX11" fmla="*/ 503557 w 544853"/>
                <a:gd name="connsiteY11" fmla="*/ 496044 h 1091536"/>
                <a:gd name="connsiteX12" fmla="*/ 503557 w 544853"/>
                <a:gd name="connsiteY12" fmla="*/ 540975 h 1091536"/>
                <a:gd name="connsiteX13" fmla="*/ 478904 w 544853"/>
                <a:gd name="connsiteY13" fmla="*/ 563441 h 1091536"/>
                <a:gd name="connsiteX14" fmla="*/ 110634 w 544853"/>
                <a:gd name="connsiteY14" fmla="*/ 563441 h 1091536"/>
                <a:gd name="connsiteX15" fmla="*/ 110634 w 544853"/>
                <a:gd name="connsiteY15" fmla="*/ 1000176 h 1091536"/>
                <a:gd name="connsiteX16" fmla="*/ 521741 w 544853"/>
                <a:gd name="connsiteY16" fmla="*/ 1000176 h 1091536"/>
                <a:gd name="connsiteX17" fmla="*/ 544854 w 544853"/>
                <a:gd name="connsiteY17" fmla="*/ 1020845 h 1091536"/>
                <a:gd name="connsiteX18" fmla="*/ 544854 w 544853"/>
                <a:gd name="connsiteY18" fmla="*/ 1069071 h 1091536"/>
                <a:gd name="connsiteX19" fmla="*/ 521741 w 544853"/>
                <a:gd name="connsiteY19" fmla="*/ 1091537 h 1091536"/>
                <a:gd name="connsiteX20" fmla="*/ 21264 w 544853"/>
                <a:gd name="connsiteY20" fmla="*/ 1091537 h 1091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53" h="1091536">
                  <a:moveTo>
                    <a:pt x="21264" y="1091237"/>
                  </a:moveTo>
                  <a:cubicBezTo>
                    <a:pt x="6470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0" y="0"/>
                    <a:pt x="23113" y="0"/>
                  </a:cubicBezTo>
                  <a:lnTo>
                    <a:pt x="503557" y="0"/>
                  </a:lnTo>
                  <a:cubicBezTo>
                    <a:pt x="520200" y="0"/>
                    <a:pt x="526671" y="6290"/>
                    <a:pt x="526671" y="22466"/>
                  </a:cubicBezTo>
                  <a:lnTo>
                    <a:pt x="526671" y="68895"/>
                  </a:lnTo>
                  <a:cubicBezTo>
                    <a:pt x="526671" y="85070"/>
                    <a:pt x="519892" y="91360"/>
                    <a:pt x="503557" y="91360"/>
                  </a:cubicBezTo>
                  <a:lnTo>
                    <a:pt x="110634" y="91360"/>
                  </a:lnTo>
                  <a:lnTo>
                    <a:pt x="110634" y="473578"/>
                  </a:lnTo>
                  <a:lnTo>
                    <a:pt x="478904" y="473578"/>
                  </a:lnTo>
                  <a:cubicBezTo>
                    <a:pt x="495545" y="473578"/>
                    <a:pt x="503557" y="479868"/>
                    <a:pt x="503557" y="496044"/>
                  </a:cubicBezTo>
                  <a:lnTo>
                    <a:pt x="503557" y="540975"/>
                  </a:lnTo>
                  <a:cubicBezTo>
                    <a:pt x="503557" y="557151"/>
                    <a:pt x="495236" y="563441"/>
                    <a:pt x="478904" y="563441"/>
                  </a:cubicBezTo>
                  <a:lnTo>
                    <a:pt x="110634" y="563441"/>
                  </a:lnTo>
                  <a:lnTo>
                    <a:pt x="110634" y="1000176"/>
                  </a:lnTo>
                  <a:lnTo>
                    <a:pt x="521741" y="1000176"/>
                  </a:lnTo>
                  <a:cubicBezTo>
                    <a:pt x="536532" y="1000176"/>
                    <a:pt x="544854" y="1004968"/>
                    <a:pt x="544854" y="1020845"/>
                  </a:cubicBezTo>
                  <a:lnTo>
                    <a:pt x="544854" y="1069071"/>
                  </a:lnTo>
                  <a:cubicBezTo>
                    <a:pt x="544854" y="1085245"/>
                    <a:pt x="536532" y="1091537"/>
                    <a:pt x="521741" y="1091537"/>
                  </a:cubicBezTo>
                  <a:lnTo>
                    <a:pt x="21264" y="109153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0" name="手繪多邊形: 圖案 569">
              <a:extLst>
                <a:ext uri="{FF2B5EF4-FFF2-40B4-BE49-F238E27FC236}">
                  <a16:creationId xmlns:a16="http://schemas.microsoft.com/office/drawing/2014/main" id="{0C12CB6B-0073-56E8-9B04-5C7434E6945C}"/>
                </a:ext>
              </a:extLst>
            </p:cNvPr>
            <p:cNvSpPr/>
            <p:nvPr/>
          </p:nvSpPr>
          <p:spPr>
            <a:xfrm>
              <a:off x="-10651838" y="31677279"/>
              <a:ext cx="620972" cy="1091236"/>
            </a:xfrm>
            <a:custGeom>
              <a:avLst/>
              <a:gdLst>
                <a:gd name="connsiteX0" fmla="*/ 620972 w 620972"/>
                <a:gd name="connsiteY0" fmla="*/ 1068771 h 1091236"/>
                <a:gd name="connsiteX1" fmla="*/ 599401 w 620972"/>
                <a:gd name="connsiteY1" fmla="*/ 1091237 h 1091236"/>
                <a:gd name="connsiteX2" fmla="*/ 539922 w 620972"/>
                <a:gd name="connsiteY2" fmla="*/ 1091237 h 1091236"/>
                <a:gd name="connsiteX3" fmla="*/ 515268 w 620972"/>
                <a:gd name="connsiteY3" fmla="*/ 1078357 h 1091236"/>
                <a:gd name="connsiteX4" fmla="*/ 148541 w 620972"/>
                <a:gd name="connsiteY4" fmla="*/ 335189 h 1091236"/>
                <a:gd name="connsiteX5" fmla="*/ 102314 w 620972"/>
                <a:gd name="connsiteY5" fmla="*/ 227653 h 1091236"/>
                <a:gd name="connsiteX6" fmla="*/ 102314 w 620972"/>
                <a:gd name="connsiteY6" fmla="*/ 1068771 h 1091236"/>
                <a:gd name="connsiteX7" fmla="*/ 79201 w 620972"/>
                <a:gd name="connsiteY7" fmla="*/ 1091237 h 1091236"/>
                <a:gd name="connsiteX8" fmla="*/ 23113 w 620972"/>
                <a:gd name="connsiteY8" fmla="*/ 1091237 h 1091236"/>
                <a:gd name="connsiteX9" fmla="*/ 0 w 620972"/>
                <a:gd name="connsiteY9" fmla="*/ 1068771 h 1091236"/>
                <a:gd name="connsiteX10" fmla="*/ 0 w 620972"/>
                <a:gd name="connsiteY10" fmla="*/ 22466 h 1091236"/>
                <a:gd name="connsiteX11" fmla="*/ 23113 w 620972"/>
                <a:gd name="connsiteY11" fmla="*/ 0 h 1091236"/>
                <a:gd name="connsiteX12" fmla="*/ 82591 w 620972"/>
                <a:gd name="connsiteY12" fmla="*/ 0 h 1091236"/>
                <a:gd name="connsiteX13" fmla="*/ 104163 w 620972"/>
                <a:gd name="connsiteY13" fmla="*/ 12880 h 1091236"/>
                <a:gd name="connsiteX14" fmla="*/ 477363 w 620972"/>
                <a:gd name="connsiteY14" fmla="*/ 762339 h 1091236"/>
                <a:gd name="connsiteX15" fmla="*/ 518658 w 620972"/>
                <a:gd name="connsiteY15" fmla="*/ 860288 h 1091236"/>
                <a:gd name="connsiteX16" fmla="*/ 518658 w 620972"/>
                <a:gd name="connsiteY16" fmla="*/ 22466 h 1091236"/>
                <a:gd name="connsiteX17" fmla="*/ 543313 w 620972"/>
                <a:gd name="connsiteY17" fmla="*/ 0 h 1091236"/>
                <a:gd name="connsiteX18" fmla="*/ 599401 w 620972"/>
                <a:gd name="connsiteY18" fmla="*/ 0 h 1091236"/>
                <a:gd name="connsiteX19" fmla="*/ 620972 w 620972"/>
                <a:gd name="connsiteY19" fmla="*/ 22466 h 1091236"/>
                <a:gd name="connsiteX20" fmla="*/ 620972 w 620972"/>
                <a:gd name="connsiteY20" fmla="*/ 106877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6">
                  <a:moveTo>
                    <a:pt x="620972" y="1068771"/>
                  </a:moveTo>
                  <a:cubicBezTo>
                    <a:pt x="620972" y="1083448"/>
                    <a:pt x="616042" y="1091237"/>
                    <a:pt x="599401" y="1091237"/>
                  </a:cubicBezTo>
                  <a:lnTo>
                    <a:pt x="539922" y="1091237"/>
                  </a:lnTo>
                  <a:cubicBezTo>
                    <a:pt x="526671" y="1091237"/>
                    <a:pt x="520200" y="1087942"/>
                    <a:pt x="515268" y="1078357"/>
                  </a:cubicBezTo>
                  <a:lnTo>
                    <a:pt x="148541" y="335189"/>
                  </a:lnTo>
                  <a:cubicBezTo>
                    <a:pt x="131898" y="303138"/>
                    <a:pt x="112176" y="259705"/>
                    <a:pt x="102314" y="227653"/>
                  </a:cubicBezTo>
                  <a:lnTo>
                    <a:pt x="102314" y="1068771"/>
                  </a:lnTo>
                  <a:cubicBezTo>
                    <a:pt x="102314" y="1083448"/>
                    <a:pt x="95842" y="1091237"/>
                    <a:pt x="79201" y="1091237"/>
                  </a:cubicBezTo>
                  <a:lnTo>
                    <a:pt x="23113" y="1091237"/>
                  </a:lnTo>
                  <a:cubicBezTo>
                    <a:pt x="6470" y="1091237"/>
                    <a:pt x="0" y="1083148"/>
                    <a:pt x="0" y="1068771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3993" y="0"/>
                    <a:pt x="99232" y="2996"/>
                    <a:pt x="104163" y="12880"/>
                  </a:cubicBezTo>
                  <a:lnTo>
                    <a:pt x="477363" y="762339"/>
                  </a:lnTo>
                  <a:cubicBezTo>
                    <a:pt x="494004" y="794390"/>
                    <a:pt x="511879" y="839321"/>
                    <a:pt x="518658" y="860288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401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1" name="手繪多邊形: 圖案 570">
              <a:extLst>
                <a:ext uri="{FF2B5EF4-FFF2-40B4-BE49-F238E27FC236}">
                  <a16:creationId xmlns:a16="http://schemas.microsoft.com/office/drawing/2014/main" id="{93A10C04-250A-FE6E-E6E5-FF79DE18D160}"/>
                </a:ext>
              </a:extLst>
            </p:cNvPr>
            <p:cNvSpPr/>
            <p:nvPr/>
          </p:nvSpPr>
          <p:spPr>
            <a:xfrm>
              <a:off x="-9327301" y="31676979"/>
              <a:ext cx="635765" cy="1091236"/>
            </a:xfrm>
            <a:custGeom>
              <a:avLst/>
              <a:gdLst>
                <a:gd name="connsiteX0" fmla="*/ 612653 w 635765"/>
                <a:gd name="connsiteY0" fmla="*/ 0 h 1091236"/>
                <a:gd name="connsiteX1" fmla="*/ 635766 w 635765"/>
                <a:gd name="connsiteY1" fmla="*/ 22466 h 1091236"/>
                <a:gd name="connsiteX2" fmla="*/ 635766 w 635765"/>
                <a:gd name="connsiteY2" fmla="*/ 68896 h 1091236"/>
                <a:gd name="connsiteX3" fmla="*/ 612653 w 635765"/>
                <a:gd name="connsiteY3" fmla="*/ 91361 h 1091236"/>
                <a:gd name="connsiteX4" fmla="*/ 373200 w 635765"/>
                <a:gd name="connsiteY4" fmla="*/ 91361 h 1091236"/>
                <a:gd name="connsiteX5" fmla="*/ 373200 w 635765"/>
                <a:gd name="connsiteY5" fmla="*/ 1067274 h 1091236"/>
                <a:gd name="connsiteX6" fmla="*/ 351629 w 635765"/>
                <a:gd name="connsiteY6" fmla="*/ 1091237 h 1091236"/>
                <a:gd name="connsiteX7" fmla="*/ 285679 w 635765"/>
                <a:gd name="connsiteY7" fmla="*/ 1091237 h 1091236"/>
                <a:gd name="connsiteX8" fmla="*/ 262566 w 635765"/>
                <a:gd name="connsiteY8" fmla="*/ 1067274 h 1091236"/>
                <a:gd name="connsiteX9" fmla="*/ 262566 w 635765"/>
                <a:gd name="connsiteY9" fmla="*/ 91361 h 1091236"/>
                <a:gd name="connsiteX10" fmla="*/ 23113 w 635765"/>
                <a:gd name="connsiteY10" fmla="*/ 91361 h 1091236"/>
                <a:gd name="connsiteX11" fmla="*/ 0 w 635765"/>
                <a:gd name="connsiteY11" fmla="*/ 68896 h 1091236"/>
                <a:gd name="connsiteX12" fmla="*/ 0 w 635765"/>
                <a:gd name="connsiteY12" fmla="*/ 22466 h 1091236"/>
                <a:gd name="connsiteX13" fmla="*/ 23113 w 635765"/>
                <a:gd name="connsiteY13" fmla="*/ 0 h 1091236"/>
                <a:gd name="connsiteX14" fmla="*/ 612653 w 635765"/>
                <a:gd name="connsiteY14" fmla="*/ 0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5765" h="1091236">
                  <a:moveTo>
                    <a:pt x="612653" y="0"/>
                  </a:moveTo>
                  <a:cubicBezTo>
                    <a:pt x="627444" y="0"/>
                    <a:pt x="635766" y="6291"/>
                    <a:pt x="635766" y="22466"/>
                  </a:cubicBezTo>
                  <a:lnTo>
                    <a:pt x="635766" y="68896"/>
                  </a:lnTo>
                  <a:cubicBezTo>
                    <a:pt x="635766" y="85070"/>
                    <a:pt x="627444" y="91361"/>
                    <a:pt x="612653" y="91361"/>
                  </a:cubicBezTo>
                  <a:lnTo>
                    <a:pt x="373200" y="91361"/>
                  </a:lnTo>
                  <a:lnTo>
                    <a:pt x="373200" y="1067274"/>
                  </a:lnTo>
                  <a:cubicBezTo>
                    <a:pt x="373200" y="1083448"/>
                    <a:pt x="366421" y="1091237"/>
                    <a:pt x="351629" y="1091237"/>
                  </a:cubicBezTo>
                  <a:lnTo>
                    <a:pt x="285679" y="1091237"/>
                  </a:lnTo>
                  <a:cubicBezTo>
                    <a:pt x="269036" y="1091237"/>
                    <a:pt x="262566" y="1083150"/>
                    <a:pt x="262566" y="1067274"/>
                  </a:cubicBezTo>
                  <a:lnTo>
                    <a:pt x="262566" y="91361"/>
                  </a:lnTo>
                  <a:lnTo>
                    <a:pt x="23113" y="91361"/>
                  </a:lnTo>
                  <a:cubicBezTo>
                    <a:pt x="6472" y="91361"/>
                    <a:pt x="0" y="85070"/>
                    <a:pt x="0" y="68896"/>
                  </a:cubicBezTo>
                  <a:lnTo>
                    <a:pt x="0" y="22466"/>
                  </a:lnTo>
                  <a:cubicBezTo>
                    <a:pt x="0" y="6291"/>
                    <a:pt x="6472" y="0"/>
                    <a:pt x="23113" y="0"/>
                  </a:cubicBezTo>
                  <a:lnTo>
                    <a:pt x="612653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2" name="手繪多邊形: 圖案 571">
              <a:extLst>
                <a:ext uri="{FF2B5EF4-FFF2-40B4-BE49-F238E27FC236}">
                  <a16:creationId xmlns:a16="http://schemas.microsoft.com/office/drawing/2014/main" id="{448E1052-1D3A-CAEC-5176-06DF07E10078}"/>
                </a:ext>
              </a:extLst>
            </p:cNvPr>
            <p:cNvSpPr/>
            <p:nvPr/>
          </p:nvSpPr>
          <p:spPr>
            <a:xfrm>
              <a:off x="-8160004" y="31676979"/>
              <a:ext cx="700008" cy="1091236"/>
            </a:xfrm>
            <a:custGeom>
              <a:avLst/>
              <a:gdLst>
                <a:gd name="connsiteX0" fmla="*/ 383133 w 700008"/>
                <a:gd name="connsiteY0" fmla="*/ 0 h 1091236"/>
                <a:gd name="connsiteX1" fmla="*/ 412718 w 700008"/>
                <a:gd name="connsiteY1" fmla="*/ 22466 h 1091236"/>
                <a:gd name="connsiteX2" fmla="*/ 698396 w 700008"/>
                <a:gd name="connsiteY2" fmla="*/ 1068771 h 1091236"/>
                <a:gd name="connsiteX3" fmla="*/ 680214 w 700008"/>
                <a:gd name="connsiteY3" fmla="*/ 1091237 h 1091236"/>
                <a:gd name="connsiteX4" fmla="*/ 614264 w 700008"/>
                <a:gd name="connsiteY4" fmla="*/ 1091237 h 1091236"/>
                <a:gd name="connsiteX5" fmla="*/ 586220 w 700008"/>
                <a:gd name="connsiteY5" fmla="*/ 1068771 h 1091236"/>
                <a:gd name="connsiteX6" fmla="*/ 507020 w 700008"/>
                <a:gd name="connsiteY6" fmla="*/ 776716 h 1091236"/>
                <a:gd name="connsiteX7" fmla="*/ 184976 w 700008"/>
                <a:gd name="connsiteY7" fmla="*/ 776716 h 1091236"/>
                <a:gd name="connsiteX8" fmla="*/ 107316 w 700008"/>
                <a:gd name="connsiteY8" fmla="*/ 1068771 h 1091236"/>
                <a:gd name="connsiteX9" fmla="*/ 80813 w 700008"/>
                <a:gd name="connsiteY9" fmla="*/ 1091237 h 1091236"/>
                <a:gd name="connsiteX10" fmla="*/ 19795 w 700008"/>
                <a:gd name="connsiteY10" fmla="*/ 1091237 h 1091236"/>
                <a:gd name="connsiteX11" fmla="*/ 1611 w 700008"/>
                <a:gd name="connsiteY11" fmla="*/ 1068771 h 1091236"/>
                <a:gd name="connsiteX12" fmla="*/ 287291 w 700008"/>
                <a:gd name="connsiteY12" fmla="*/ 22466 h 1091236"/>
                <a:gd name="connsiteX13" fmla="*/ 316875 w 700008"/>
                <a:gd name="connsiteY13" fmla="*/ 0 h 1091236"/>
                <a:gd name="connsiteX14" fmla="*/ 382825 w 700008"/>
                <a:gd name="connsiteY14" fmla="*/ 0 h 1091236"/>
                <a:gd name="connsiteX15" fmla="*/ 381592 w 700008"/>
                <a:gd name="connsiteY15" fmla="*/ 308231 h 1091236"/>
                <a:gd name="connsiteX16" fmla="*/ 346768 w 700008"/>
                <a:gd name="connsiteY16" fmla="*/ 130002 h 1091236"/>
                <a:gd name="connsiteX17" fmla="*/ 311944 w 700008"/>
                <a:gd name="connsiteY17" fmla="*/ 306433 h 1091236"/>
                <a:gd name="connsiteX18" fmla="*/ 206240 w 700008"/>
                <a:gd name="connsiteY18" fmla="*/ 690149 h 1091236"/>
                <a:gd name="connsiteX19" fmla="*/ 486988 w 700008"/>
                <a:gd name="connsiteY19" fmla="*/ 690149 h 1091236"/>
                <a:gd name="connsiteX20" fmla="*/ 381284 w 700008"/>
                <a:gd name="connsiteY20" fmla="*/ 30793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0008" h="1091236">
                  <a:moveTo>
                    <a:pt x="383133" y="0"/>
                  </a:moveTo>
                  <a:cubicBezTo>
                    <a:pt x="399774" y="0"/>
                    <a:pt x="409636" y="8088"/>
                    <a:pt x="412718" y="22466"/>
                  </a:cubicBezTo>
                  <a:lnTo>
                    <a:pt x="698396" y="1068771"/>
                  </a:lnTo>
                  <a:cubicBezTo>
                    <a:pt x="703327" y="1084947"/>
                    <a:pt x="696855" y="1091237"/>
                    <a:pt x="680214" y="1091237"/>
                  </a:cubicBezTo>
                  <a:lnTo>
                    <a:pt x="614264" y="1091237"/>
                  </a:lnTo>
                  <a:cubicBezTo>
                    <a:pt x="597623" y="1091237"/>
                    <a:pt x="589610" y="1083150"/>
                    <a:pt x="586220" y="1068771"/>
                  </a:cubicBezTo>
                  <a:lnTo>
                    <a:pt x="507020" y="776716"/>
                  </a:lnTo>
                  <a:lnTo>
                    <a:pt x="184976" y="776716"/>
                  </a:lnTo>
                  <a:lnTo>
                    <a:pt x="107316" y="1068771"/>
                  </a:lnTo>
                  <a:cubicBezTo>
                    <a:pt x="103926" y="1083448"/>
                    <a:pt x="95913" y="1091237"/>
                    <a:pt x="80813" y="1091237"/>
                  </a:cubicBezTo>
                  <a:lnTo>
                    <a:pt x="19795" y="1091237"/>
                  </a:lnTo>
                  <a:cubicBezTo>
                    <a:pt x="3153" y="1091237"/>
                    <a:pt x="-3319" y="1084947"/>
                    <a:pt x="1611" y="1068771"/>
                  </a:cubicBezTo>
                  <a:lnTo>
                    <a:pt x="287291" y="22466"/>
                  </a:lnTo>
                  <a:cubicBezTo>
                    <a:pt x="290680" y="8088"/>
                    <a:pt x="300542" y="0"/>
                    <a:pt x="316875" y="0"/>
                  </a:cubicBezTo>
                  <a:lnTo>
                    <a:pt x="382825" y="0"/>
                  </a:lnTo>
                  <a:close/>
                  <a:moveTo>
                    <a:pt x="381592" y="308231"/>
                  </a:moveTo>
                  <a:cubicBezTo>
                    <a:pt x="369881" y="266594"/>
                    <a:pt x="352008" y="171939"/>
                    <a:pt x="346768" y="130002"/>
                  </a:cubicBezTo>
                  <a:cubicBezTo>
                    <a:pt x="339988" y="176432"/>
                    <a:pt x="322115" y="268092"/>
                    <a:pt x="311944" y="306433"/>
                  </a:cubicBezTo>
                  <a:lnTo>
                    <a:pt x="206240" y="690149"/>
                  </a:lnTo>
                  <a:lnTo>
                    <a:pt x="486988" y="690149"/>
                  </a:lnTo>
                  <a:lnTo>
                    <a:pt x="381284" y="30793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3" name="手繪多邊形: 圖案 572">
              <a:extLst>
                <a:ext uri="{FF2B5EF4-FFF2-40B4-BE49-F238E27FC236}">
                  <a16:creationId xmlns:a16="http://schemas.microsoft.com/office/drawing/2014/main" id="{501645FB-475D-56BC-F729-CC8F249674D2}"/>
                </a:ext>
              </a:extLst>
            </p:cNvPr>
            <p:cNvSpPr/>
            <p:nvPr/>
          </p:nvSpPr>
          <p:spPr>
            <a:xfrm>
              <a:off x="-6751264" y="31676979"/>
              <a:ext cx="521741" cy="1091236"/>
            </a:xfrm>
            <a:custGeom>
              <a:avLst/>
              <a:gdLst>
                <a:gd name="connsiteX0" fmla="*/ 110635 w 521741"/>
                <a:gd name="connsiteY0" fmla="*/ 999876 h 1091236"/>
                <a:gd name="connsiteX1" fmla="*/ 498628 w 521741"/>
                <a:gd name="connsiteY1" fmla="*/ 999876 h 1091236"/>
                <a:gd name="connsiteX2" fmla="*/ 521741 w 521741"/>
                <a:gd name="connsiteY2" fmla="*/ 1020545 h 1091236"/>
                <a:gd name="connsiteX3" fmla="*/ 521741 w 521741"/>
                <a:gd name="connsiteY3" fmla="*/ 1068771 h 1091236"/>
                <a:gd name="connsiteX4" fmla="*/ 498628 w 521741"/>
                <a:gd name="connsiteY4" fmla="*/ 1091237 h 1091236"/>
                <a:gd name="connsiteX5" fmla="*/ 19724 w 521741"/>
                <a:gd name="connsiteY5" fmla="*/ 1091237 h 1091236"/>
                <a:gd name="connsiteX6" fmla="*/ 0 w 521741"/>
                <a:gd name="connsiteY6" fmla="*/ 1067274 h 1091236"/>
                <a:gd name="connsiteX7" fmla="*/ 0 w 521741"/>
                <a:gd name="connsiteY7" fmla="*/ 23964 h 1091236"/>
                <a:gd name="connsiteX8" fmla="*/ 23113 w 521741"/>
                <a:gd name="connsiteY8" fmla="*/ 0 h 1091236"/>
                <a:gd name="connsiteX9" fmla="*/ 87522 w 521741"/>
                <a:gd name="connsiteY9" fmla="*/ 0 h 1091236"/>
                <a:gd name="connsiteX10" fmla="*/ 110635 w 521741"/>
                <a:gd name="connsiteY10" fmla="*/ 23964 h 1091236"/>
                <a:gd name="connsiteX11" fmla="*/ 110635 w 521741"/>
                <a:gd name="connsiteY11" fmla="*/ 999876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41" h="1091236">
                  <a:moveTo>
                    <a:pt x="110635" y="999876"/>
                  </a:moveTo>
                  <a:lnTo>
                    <a:pt x="498628" y="999876"/>
                  </a:lnTo>
                  <a:cubicBezTo>
                    <a:pt x="513420" y="999876"/>
                    <a:pt x="521741" y="1004670"/>
                    <a:pt x="521741" y="1020545"/>
                  </a:cubicBezTo>
                  <a:lnTo>
                    <a:pt x="521741" y="1068771"/>
                  </a:lnTo>
                  <a:cubicBezTo>
                    <a:pt x="521741" y="1084947"/>
                    <a:pt x="513420" y="1091237"/>
                    <a:pt x="498628" y="1091237"/>
                  </a:cubicBezTo>
                  <a:lnTo>
                    <a:pt x="19724" y="1091237"/>
                  </a:lnTo>
                  <a:cubicBezTo>
                    <a:pt x="6472" y="1091237"/>
                    <a:pt x="0" y="1083150"/>
                    <a:pt x="0" y="1067274"/>
                  </a:cubicBezTo>
                  <a:lnTo>
                    <a:pt x="0" y="23964"/>
                  </a:lnTo>
                  <a:cubicBezTo>
                    <a:pt x="0" y="7788"/>
                    <a:pt x="6472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8"/>
                    <a:pt x="110635" y="23964"/>
                  </a:cubicBezTo>
                  <a:lnTo>
                    <a:pt x="110635" y="99987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4" name="手繪多邊形: 圖案 573">
              <a:extLst>
                <a:ext uri="{FF2B5EF4-FFF2-40B4-BE49-F238E27FC236}">
                  <a16:creationId xmlns:a16="http://schemas.microsoft.com/office/drawing/2014/main" id="{B77724EF-BA61-DDE9-5F7D-5A7C2007A138}"/>
                </a:ext>
              </a:extLst>
            </p:cNvPr>
            <p:cNvSpPr/>
            <p:nvPr/>
          </p:nvSpPr>
          <p:spPr>
            <a:xfrm>
              <a:off x="-4703439" y="31664099"/>
              <a:ext cx="604331" cy="1117296"/>
            </a:xfrm>
            <a:custGeom>
              <a:avLst/>
              <a:gdLst>
                <a:gd name="connsiteX0" fmla="*/ 604331 w 604331"/>
                <a:gd name="connsiteY0" fmla="*/ 894137 h 1117296"/>
                <a:gd name="connsiteX1" fmla="*/ 302320 w 604331"/>
                <a:gd name="connsiteY1" fmla="*/ 1117297 h 1117296"/>
                <a:gd name="connsiteX2" fmla="*/ 0 w 604331"/>
                <a:gd name="connsiteY2" fmla="*/ 894137 h 1117296"/>
                <a:gd name="connsiteX3" fmla="*/ 0 w 604331"/>
                <a:gd name="connsiteY3" fmla="*/ 223160 h 1117296"/>
                <a:gd name="connsiteX4" fmla="*/ 302320 w 604331"/>
                <a:gd name="connsiteY4" fmla="*/ 0 h 1117296"/>
                <a:gd name="connsiteX5" fmla="*/ 604331 w 604331"/>
                <a:gd name="connsiteY5" fmla="*/ 223160 h 1117296"/>
                <a:gd name="connsiteX6" fmla="*/ 604331 w 604331"/>
                <a:gd name="connsiteY6" fmla="*/ 314521 h 1117296"/>
                <a:gd name="connsiteX7" fmla="*/ 581218 w 604331"/>
                <a:gd name="connsiteY7" fmla="*/ 338484 h 1117296"/>
                <a:gd name="connsiteX8" fmla="*/ 520200 w 604331"/>
                <a:gd name="connsiteY8" fmla="*/ 338484 h 1117296"/>
                <a:gd name="connsiteX9" fmla="*/ 495545 w 604331"/>
                <a:gd name="connsiteY9" fmla="*/ 314521 h 1117296"/>
                <a:gd name="connsiteX10" fmla="*/ 495545 w 604331"/>
                <a:gd name="connsiteY10" fmla="*/ 230948 h 1117296"/>
                <a:gd name="connsiteX11" fmla="*/ 302320 w 604331"/>
                <a:gd name="connsiteY11" fmla="*/ 91360 h 1117296"/>
                <a:gd name="connsiteX12" fmla="*/ 110635 w 604331"/>
                <a:gd name="connsiteY12" fmla="*/ 230948 h 1117296"/>
                <a:gd name="connsiteX13" fmla="*/ 110635 w 604331"/>
                <a:gd name="connsiteY13" fmla="*/ 885750 h 1117296"/>
                <a:gd name="connsiteX14" fmla="*/ 302320 w 604331"/>
                <a:gd name="connsiteY14" fmla="*/ 1025337 h 1117296"/>
                <a:gd name="connsiteX15" fmla="*/ 495545 w 604331"/>
                <a:gd name="connsiteY15" fmla="*/ 885750 h 1117296"/>
                <a:gd name="connsiteX16" fmla="*/ 495545 w 604331"/>
                <a:gd name="connsiteY16" fmla="*/ 781510 h 1117296"/>
                <a:gd name="connsiteX17" fmla="*/ 520200 w 604331"/>
                <a:gd name="connsiteY17" fmla="*/ 759044 h 1117296"/>
                <a:gd name="connsiteX18" fmla="*/ 581218 w 604331"/>
                <a:gd name="connsiteY18" fmla="*/ 759044 h 1117296"/>
                <a:gd name="connsiteX19" fmla="*/ 604331 w 604331"/>
                <a:gd name="connsiteY19" fmla="*/ 781510 h 1117296"/>
                <a:gd name="connsiteX20" fmla="*/ 604331 w 604331"/>
                <a:gd name="connsiteY20" fmla="*/ 893839 h 111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331" h="1117296">
                  <a:moveTo>
                    <a:pt x="604331" y="894137"/>
                  </a:moveTo>
                  <a:cubicBezTo>
                    <a:pt x="604331" y="1016051"/>
                    <a:pt x="538382" y="1117297"/>
                    <a:pt x="302320" y="1117297"/>
                  </a:cubicBezTo>
                  <a:cubicBezTo>
                    <a:pt x="66258" y="1117297"/>
                    <a:pt x="0" y="1016051"/>
                    <a:pt x="0" y="894137"/>
                  </a:cubicBezTo>
                  <a:lnTo>
                    <a:pt x="0" y="223160"/>
                  </a:lnTo>
                  <a:cubicBezTo>
                    <a:pt x="0" y="101246"/>
                    <a:pt x="65949" y="0"/>
                    <a:pt x="302320" y="0"/>
                  </a:cubicBezTo>
                  <a:cubicBezTo>
                    <a:pt x="538691" y="0"/>
                    <a:pt x="604331" y="101246"/>
                    <a:pt x="604331" y="223160"/>
                  </a:cubicBezTo>
                  <a:lnTo>
                    <a:pt x="604331" y="314521"/>
                  </a:lnTo>
                  <a:cubicBezTo>
                    <a:pt x="604331" y="330696"/>
                    <a:pt x="597860" y="338484"/>
                    <a:pt x="581218" y="338484"/>
                  </a:cubicBezTo>
                  <a:lnTo>
                    <a:pt x="520200" y="338484"/>
                  </a:lnTo>
                  <a:cubicBezTo>
                    <a:pt x="502018" y="338484"/>
                    <a:pt x="495545" y="330396"/>
                    <a:pt x="495545" y="314521"/>
                  </a:cubicBezTo>
                  <a:lnTo>
                    <a:pt x="495545" y="230948"/>
                  </a:lnTo>
                  <a:cubicBezTo>
                    <a:pt x="495545" y="147376"/>
                    <a:pt x="450861" y="91360"/>
                    <a:pt x="302320" y="91360"/>
                  </a:cubicBezTo>
                  <a:cubicBezTo>
                    <a:pt x="153779" y="91360"/>
                    <a:pt x="110635" y="147376"/>
                    <a:pt x="110635" y="230948"/>
                  </a:cubicBezTo>
                  <a:lnTo>
                    <a:pt x="110635" y="885750"/>
                  </a:lnTo>
                  <a:cubicBezTo>
                    <a:pt x="110635" y="969322"/>
                    <a:pt x="155321" y="1025337"/>
                    <a:pt x="302320" y="1025337"/>
                  </a:cubicBezTo>
                  <a:cubicBezTo>
                    <a:pt x="449319" y="1025337"/>
                    <a:pt x="495545" y="969322"/>
                    <a:pt x="495545" y="885750"/>
                  </a:cubicBezTo>
                  <a:lnTo>
                    <a:pt x="495545" y="781510"/>
                  </a:lnTo>
                  <a:cubicBezTo>
                    <a:pt x="495545" y="765333"/>
                    <a:pt x="502325" y="759044"/>
                    <a:pt x="520200" y="759044"/>
                  </a:cubicBezTo>
                  <a:lnTo>
                    <a:pt x="581218" y="759044"/>
                  </a:lnTo>
                  <a:cubicBezTo>
                    <a:pt x="597860" y="759044"/>
                    <a:pt x="604331" y="765333"/>
                    <a:pt x="604331" y="781510"/>
                  </a:cubicBezTo>
                  <a:lnTo>
                    <a:pt x="604331" y="893839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5" name="手繪多邊形: 圖案 574">
              <a:extLst>
                <a:ext uri="{FF2B5EF4-FFF2-40B4-BE49-F238E27FC236}">
                  <a16:creationId xmlns:a16="http://schemas.microsoft.com/office/drawing/2014/main" id="{47C12B5A-F4DD-ABBE-8C04-B630722F6A7F}"/>
                </a:ext>
              </a:extLst>
            </p:cNvPr>
            <p:cNvSpPr/>
            <p:nvPr/>
          </p:nvSpPr>
          <p:spPr>
            <a:xfrm>
              <a:off x="-3351165" y="31676979"/>
              <a:ext cx="521740" cy="1091236"/>
            </a:xfrm>
            <a:custGeom>
              <a:avLst/>
              <a:gdLst>
                <a:gd name="connsiteX0" fmla="*/ 110635 w 521740"/>
                <a:gd name="connsiteY0" fmla="*/ 999876 h 1091236"/>
                <a:gd name="connsiteX1" fmla="*/ 498627 w 521740"/>
                <a:gd name="connsiteY1" fmla="*/ 999876 h 1091236"/>
                <a:gd name="connsiteX2" fmla="*/ 521741 w 521740"/>
                <a:gd name="connsiteY2" fmla="*/ 1020545 h 1091236"/>
                <a:gd name="connsiteX3" fmla="*/ 521741 w 521740"/>
                <a:gd name="connsiteY3" fmla="*/ 1068771 h 1091236"/>
                <a:gd name="connsiteX4" fmla="*/ 498627 w 521740"/>
                <a:gd name="connsiteY4" fmla="*/ 1091237 h 1091236"/>
                <a:gd name="connsiteX5" fmla="*/ 19723 w 521740"/>
                <a:gd name="connsiteY5" fmla="*/ 1091237 h 1091236"/>
                <a:gd name="connsiteX6" fmla="*/ 0 w 521740"/>
                <a:gd name="connsiteY6" fmla="*/ 1067274 h 1091236"/>
                <a:gd name="connsiteX7" fmla="*/ 0 w 521740"/>
                <a:gd name="connsiteY7" fmla="*/ 23964 h 1091236"/>
                <a:gd name="connsiteX8" fmla="*/ 23113 w 521740"/>
                <a:gd name="connsiteY8" fmla="*/ 0 h 1091236"/>
                <a:gd name="connsiteX9" fmla="*/ 87522 w 521740"/>
                <a:gd name="connsiteY9" fmla="*/ 0 h 1091236"/>
                <a:gd name="connsiteX10" fmla="*/ 110635 w 521740"/>
                <a:gd name="connsiteY10" fmla="*/ 23964 h 1091236"/>
                <a:gd name="connsiteX11" fmla="*/ 110635 w 521740"/>
                <a:gd name="connsiteY11" fmla="*/ 999876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40" h="1091236">
                  <a:moveTo>
                    <a:pt x="110635" y="999876"/>
                  </a:moveTo>
                  <a:lnTo>
                    <a:pt x="498627" y="999876"/>
                  </a:lnTo>
                  <a:cubicBezTo>
                    <a:pt x="513420" y="999876"/>
                    <a:pt x="521741" y="1004670"/>
                    <a:pt x="521741" y="1020545"/>
                  </a:cubicBezTo>
                  <a:lnTo>
                    <a:pt x="521741" y="1068771"/>
                  </a:lnTo>
                  <a:cubicBezTo>
                    <a:pt x="521741" y="1084947"/>
                    <a:pt x="513420" y="1091237"/>
                    <a:pt x="498627" y="1091237"/>
                  </a:cubicBezTo>
                  <a:lnTo>
                    <a:pt x="19723" y="1091237"/>
                  </a:lnTo>
                  <a:cubicBezTo>
                    <a:pt x="6471" y="1091237"/>
                    <a:pt x="0" y="1083150"/>
                    <a:pt x="0" y="1067274"/>
                  </a:cubicBezTo>
                  <a:lnTo>
                    <a:pt x="0" y="23964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8"/>
                    <a:pt x="110635" y="23964"/>
                  </a:cubicBezTo>
                  <a:lnTo>
                    <a:pt x="110635" y="99987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6" name="手繪多邊形: 圖案 575">
              <a:extLst>
                <a:ext uri="{FF2B5EF4-FFF2-40B4-BE49-F238E27FC236}">
                  <a16:creationId xmlns:a16="http://schemas.microsoft.com/office/drawing/2014/main" id="{441B2373-5238-4F75-E8D7-67AD02ACA91A}"/>
                </a:ext>
              </a:extLst>
            </p:cNvPr>
            <p:cNvSpPr/>
            <p:nvPr/>
          </p:nvSpPr>
          <p:spPr>
            <a:xfrm>
              <a:off x="-2130791" y="31677279"/>
              <a:ext cx="110634" cy="1091236"/>
            </a:xfrm>
            <a:custGeom>
              <a:avLst/>
              <a:gdLst>
                <a:gd name="connsiteX0" fmla="*/ 110635 w 110634"/>
                <a:gd name="connsiteY0" fmla="*/ 1067274 h 1091236"/>
                <a:gd name="connsiteX1" fmla="*/ 87522 w 110634"/>
                <a:gd name="connsiteY1" fmla="*/ 1091237 h 1091236"/>
                <a:gd name="connsiteX2" fmla="*/ 23113 w 110634"/>
                <a:gd name="connsiteY2" fmla="*/ 1091237 h 1091236"/>
                <a:gd name="connsiteX3" fmla="*/ 0 w 110634"/>
                <a:gd name="connsiteY3" fmla="*/ 1067274 h 1091236"/>
                <a:gd name="connsiteX4" fmla="*/ 0 w 110634"/>
                <a:gd name="connsiteY4" fmla="*/ 23963 h 1091236"/>
                <a:gd name="connsiteX5" fmla="*/ 23113 w 110634"/>
                <a:gd name="connsiteY5" fmla="*/ 0 h 1091236"/>
                <a:gd name="connsiteX6" fmla="*/ 87522 w 110634"/>
                <a:gd name="connsiteY6" fmla="*/ 0 h 1091236"/>
                <a:gd name="connsiteX7" fmla="*/ 110635 w 110634"/>
                <a:gd name="connsiteY7" fmla="*/ 23963 h 1091236"/>
                <a:gd name="connsiteX8" fmla="*/ 110635 w 110634"/>
                <a:gd name="connsiteY8" fmla="*/ 1067274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34" h="1091236">
                  <a:moveTo>
                    <a:pt x="110635" y="1067274"/>
                  </a:moveTo>
                  <a:cubicBezTo>
                    <a:pt x="110635" y="1083448"/>
                    <a:pt x="104162" y="1091237"/>
                    <a:pt x="87522" y="1091237"/>
                  </a:cubicBezTo>
                  <a:lnTo>
                    <a:pt x="23113" y="1091237"/>
                  </a:lnTo>
                  <a:cubicBezTo>
                    <a:pt x="6471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2" y="0"/>
                    <a:pt x="110635" y="8087"/>
                    <a:pt x="110635" y="23963"/>
                  </a:cubicBezTo>
                  <a:lnTo>
                    <a:pt x="110635" y="1067274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7" name="手繪多邊形: 圖案 576">
              <a:extLst>
                <a:ext uri="{FF2B5EF4-FFF2-40B4-BE49-F238E27FC236}">
                  <a16:creationId xmlns:a16="http://schemas.microsoft.com/office/drawing/2014/main" id="{C407EA1F-9AC3-129D-9111-D9B646236D54}"/>
                </a:ext>
              </a:extLst>
            </p:cNvPr>
            <p:cNvSpPr/>
            <p:nvPr/>
          </p:nvSpPr>
          <p:spPr>
            <a:xfrm>
              <a:off x="-1217668" y="31677279"/>
              <a:ext cx="620973" cy="1091236"/>
            </a:xfrm>
            <a:custGeom>
              <a:avLst/>
              <a:gdLst>
                <a:gd name="connsiteX0" fmla="*/ 620974 w 620973"/>
                <a:gd name="connsiteY0" fmla="*/ 1068771 h 1091236"/>
                <a:gd name="connsiteX1" fmla="*/ 599401 w 620973"/>
                <a:gd name="connsiteY1" fmla="*/ 1091237 h 1091236"/>
                <a:gd name="connsiteX2" fmla="*/ 539924 w 620973"/>
                <a:gd name="connsiteY2" fmla="*/ 1091237 h 1091236"/>
                <a:gd name="connsiteX3" fmla="*/ 515269 w 620973"/>
                <a:gd name="connsiteY3" fmla="*/ 1078357 h 1091236"/>
                <a:gd name="connsiteX4" fmla="*/ 148541 w 620973"/>
                <a:gd name="connsiteY4" fmla="*/ 335189 h 1091236"/>
                <a:gd name="connsiteX5" fmla="*/ 102314 w 620973"/>
                <a:gd name="connsiteY5" fmla="*/ 227653 h 1091236"/>
                <a:gd name="connsiteX6" fmla="*/ 102314 w 620973"/>
                <a:gd name="connsiteY6" fmla="*/ 1068771 h 1091236"/>
                <a:gd name="connsiteX7" fmla="*/ 79201 w 620973"/>
                <a:gd name="connsiteY7" fmla="*/ 1091237 h 1091236"/>
                <a:gd name="connsiteX8" fmla="*/ 23113 w 620973"/>
                <a:gd name="connsiteY8" fmla="*/ 1091237 h 1091236"/>
                <a:gd name="connsiteX9" fmla="*/ 0 w 620973"/>
                <a:gd name="connsiteY9" fmla="*/ 1068771 h 1091236"/>
                <a:gd name="connsiteX10" fmla="*/ 0 w 620973"/>
                <a:gd name="connsiteY10" fmla="*/ 22466 h 1091236"/>
                <a:gd name="connsiteX11" fmla="*/ 23113 w 620973"/>
                <a:gd name="connsiteY11" fmla="*/ 0 h 1091236"/>
                <a:gd name="connsiteX12" fmla="*/ 82592 w 620973"/>
                <a:gd name="connsiteY12" fmla="*/ 0 h 1091236"/>
                <a:gd name="connsiteX13" fmla="*/ 104163 w 620973"/>
                <a:gd name="connsiteY13" fmla="*/ 12880 h 1091236"/>
                <a:gd name="connsiteX14" fmla="*/ 477364 w 620973"/>
                <a:gd name="connsiteY14" fmla="*/ 762339 h 1091236"/>
                <a:gd name="connsiteX15" fmla="*/ 518660 w 620973"/>
                <a:gd name="connsiteY15" fmla="*/ 860288 h 1091236"/>
                <a:gd name="connsiteX16" fmla="*/ 518660 w 620973"/>
                <a:gd name="connsiteY16" fmla="*/ 22466 h 1091236"/>
                <a:gd name="connsiteX17" fmla="*/ 543313 w 620973"/>
                <a:gd name="connsiteY17" fmla="*/ 0 h 1091236"/>
                <a:gd name="connsiteX18" fmla="*/ 599401 w 620973"/>
                <a:gd name="connsiteY18" fmla="*/ 0 h 1091236"/>
                <a:gd name="connsiteX19" fmla="*/ 620974 w 620973"/>
                <a:gd name="connsiteY19" fmla="*/ 22466 h 1091236"/>
                <a:gd name="connsiteX20" fmla="*/ 620974 w 620973"/>
                <a:gd name="connsiteY20" fmla="*/ 1068771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3" h="1091236">
                  <a:moveTo>
                    <a:pt x="620974" y="1068771"/>
                  </a:moveTo>
                  <a:cubicBezTo>
                    <a:pt x="620974" y="1083448"/>
                    <a:pt x="616043" y="1091237"/>
                    <a:pt x="599401" y="1091237"/>
                  </a:cubicBezTo>
                  <a:lnTo>
                    <a:pt x="539924" y="1091237"/>
                  </a:lnTo>
                  <a:cubicBezTo>
                    <a:pt x="526671" y="1091237"/>
                    <a:pt x="520200" y="1087942"/>
                    <a:pt x="515269" y="1078357"/>
                  </a:cubicBezTo>
                  <a:lnTo>
                    <a:pt x="148541" y="335189"/>
                  </a:lnTo>
                  <a:cubicBezTo>
                    <a:pt x="131899" y="303138"/>
                    <a:pt x="112176" y="259705"/>
                    <a:pt x="102314" y="227653"/>
                  </a:cubicBezTo>
                  <a:lnTo>
                    <a:pt x="102314" y="1068771"/>
                  </a:lnTo>
                  <a:cubicBezTo>
                    <a:pt x="102314" y="1083448"/>
                    <a:pt x="95843" y="1091237"/>
                    <a:pt x="79201" y="1091237"/>
                  </a:cubicBezTo>
                  <a:lnTo>
                    <a:pt x="23113" y="1091237"/>
                  </a:lnTo>
                  <a:cubicBezTo>
                    <a:pt x="6472" y="1091237"/>
                    <a:pt x="0" y="1083148"/>
                    <a:pt x="0" y="1068771"/>
                  </a:cubicBezTo>
                  <a:lnTo>
                    <a:pt x="0" y="22466"/>
                  </a:lnTo>
                  <a:cubicBezTo>
                    <a:pt x="0" y="8087"/>
                    <a:pt x="6472" y="0"/>
                    <a:pt x="23113" y="0"/>
                  </a:cubicBezTo>
                  <a:lnTo>
                    <a:pt x="82592" y="0"/>
                  </a:lnTo>
                  <a:cubicBezTo>
                    <a:pt x="93994" y="0"/>
                    <a:pt x="99232" y="2996"/>
                    <a:pt x="104163" y="12880"/>
                  </a:cubicBezTo>
                  <a:lnTo>
                    <a:pt x="477364" y="762339"/>
                  </a:lnTo>
                  <a:cubicBezTo>
                    <a:pt x="494005" y="794390"/>
                    <a:pt x="511880" y="839321"/>
                    <a:pt x="518660" y="860288"/>
                  </a:cubicBezTo>
                  <a:lnTo>
                    <a:pt x="518660" y="22466"/>
                  </a:lnTo>
                  <a:cubicBezTo>
                    <a:pt x="518660" y="8087"/>
                    <a:pt x="526980" y="0"/>
                    <a:pt x="543313" y="0"/>
                  </a:cubicBezTo>
                  <a:lnTo>
                    <a:pt x="599401" y="0"/>
                  </a:lnTo>
                  <a:cubicBezTo>
                    <a:pt x="616043" y="0"/>
                    <a:pt x="620974" y="8087"/>
                    <a:pt x="620974" y="22466"/>
                  </a:cubicBezTo>
                  <a:lnTo>
                    <a:pt x="620974" y="106877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8" name="手繪多邊形: 圖案 577">
              <a:extLst>
                <a:ext uri="{FF2B5EF4-FFF2-40B4-BE49-F238E27FC236}">
                  <a16:creationId xmlns:a16="http://schemas.microsoft.com/office/drawing/2014/main" id="{247EE1C1-20E0-6AAA-24FB-C8674E08BB4C}"/>
                </a:ext>
              </a:extLst>
            </p:cNvPr>
            <p:cNvSpPr/>
            <p:nvPr/>
          </p:nvSpPr>
          <p:spPr>
            <a:xfrm>
              <a:off x="205793" y="31677279"/>
              <a:ext cx="110634" cy="1091236"/>
            </a:xfrm>
            <a:custGeom>
              <a:avLst/>
              <a:gdLst>
                <a:gd name="connsiteX0" fmla="*/ 110635 w 110634"/>
                <a:gd name="connsiteY0" fmla="*/ 1067274 h 1091236"/>
                <a:gd name="connsiteX1" fmla="*/ 87522 w 110634"/>
                <a:gd name="connsiteY1" fmla="*/ 1091237 h 1091236"/>
                <a:gd name="connsiteX2" fmla="*/ 23113 w 110634"/>
                <a:gd name="connsiteY2" fmla="*/ 1091237 h 1091236"/>
                <a:gd name="connsiteX3" fmla="*/ 0 w 110634"/>
                <a:gd name="connsiteY3" fmla="*/ 1067274 h 1091236"/>
                <a:gd name="connsiteX4" fmla="*/ 0 w 110634"/>
                <a:gd name="connsiteY4" fmla="*/ 23963 h 1091236"/>
                <a:gd name="connsiteX5" fmla="*/ 23113 w 110634"/>
                <a:gd name="connsiteY5" fmla="*/ 0 h 1091236"/>
                <a:gd name="connsiteX6" fmla="*/ 87522 w 110634"/>
                <a:gd name="connsiteY6" fmla="*/ 0 h 1091236"/>
                <a:gd name="connsiteX7" fmla="*/ 110635 w 110634"/>
                <a:gd name="connsiteY7" fmla="*/ 23963 h 1091236"/>
                <a:gd name="connsiteX8" fmla="*/ 110635 w 110634"/>
                <a:gd name="connsiteY8" fmla="*/ 1067274 h 109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34" h="1091236">
                  <a:moveTo>
                    <a:pt x="110635" y="1067274"/>
                  </a:moveTo>
                  <a:cubicBezTo>
                    <a:pt x="110635" y="1083448"/>
                    <a:pt x="104163" y="1091237"/>
                    <a:pt x="87522" y="1091237"/>
                  </a:cubicBezTo>
                  <a:lnTo>
                    <a:pt x="23113" y="1091237"/>
                  </a:lnTo>
                  <a:cubicBezTo>
                    <a:pt x="6471" y="1091237"/>
                    <a:pt x="0" y="1083148"/>
                    <a:pt x="0" y="1067274"/>
                  </a:cubicBezTo>
                  <a:lnTo>
                    <a:pt x="0" y="23963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7"/>
                    <a:pt x="110635" y="23963"/>
                  </a:cubicBezTo>
                  <a:lnTo>
                    <a:pt x="110635" y="1067274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79" name="手繪多邊形: 圖案 578">
              <a:extLst>
                <a:ext uri="{FF2B5EF4-FFF2-40B4-BE49-F238E27FC236}">
                  <a16:creationId xmlns:a16="http://schemas.microsoft.com/office/drawing/2014/main" id="{0B87C320-396A-9817-2354-1E69142262E1}"/>
                </a:ext>
              </a:extLst>
            </p:cNvPr>
            <p:cNvSpPr/>
            <p:nvPr/>
          </p:nvSpPr>
          <p:spPr>
            <a:xfrm>
              <a:off x="1102583" y="31664099"/>
              <a:ext cx="604331" cy="1117296"/>
            </a:xfrm>
            <a:custGeom>
              <a:avLst/>
              <a:gdLst>
                <a:gd name="connsiteX0" fmla="*/ 604332 w 604331"/>
                <a:gd name="connsiteY0" fmla="*/ 894137 h 1117296"/>
                <a:gd name="connsiteX1" fmla="*/ 302320 w 604331"/>
                <a:gd name="connsiteY1" fmla="*/ 1117297 h 1117296"/>
                <a:gd name="connsiteX2" fmla="*/ 0 w 604331"/>
                <a:gd name="connsiteY2" fmla="*/ 894137 h 1117296"/>
                <a:gd name="connsiteX3" fmla="*/ 0 w 604331"/>
                <a:gd name="connsiteY3" fmla="*/ 223160 h 1117296"/>
                <a:gd name="connsiteX4" fmla="*/ 302320 w 604331"/>
                <a:gd name="connsiteY4" fmla="*/ 0 h 1117296"/>
                <a:gd name="connsiteX5" fmla="*/ 604332 w 604331"/>
                <a:gd name="connsiteY5" fmla="*/ 223160 h 1117296"/>
                <a:gd name="connsiteX6" fmla="*/ 604332 w 604331"/>
                <a:gd name="connsiteY6" fmla="*/ 314521 h 1117296"/>
                <a:gd name="connsiteX7" fmla="*/ 581219 w 604331"/>
                <a:gd name="connsiteY7" fmla="*/ 338484 h 1117296"/>
                <a:gd name="connsiteX8" fmla="*/ 520200 w 604331"/>
                <a:gd name="connsiteY8" fmla="*/ 338484 h 1117296"/>
                <a:gd name="connsiteX9" fmla="*/ 495546 w 604331"/>
                <a:gd name="connsiteY9" fmla="*/ 314521 h 1117296"/>
                <a:gd name="connsiteX10" fmla="*/ 495546 w 604331"/>
                <a:gd name="connsiteY10" fmla="*/ 230948 h 1117296"/>
                <a:gd name="connsiteX11" fmla="*/ 302320 w 604331"/>
                <a:gd name="connsiteY11" fmla="*/ 91360 h 1117296"/>
                <a:gd name="connsiteX12" fmla="*/ 110635 w 604331"/>
                <a:gd name="connsiteY12" fmla="*/ 230948 h 1117296"/>
                <a:gd name="connsiteX13" fmla="*/ 110635 w 604331"/>
                <a:gd name="connsiteY13" fmla="*/ 885750 h 1117296"/>
                <a:gd name="connsiteX14" fmla="*/ 302320 w 604331"/>
                <a:gd name="connsiteY14" fmla="*/ 1025337 h 1117296"/>
                <a:gd name="connsiteX15" fmla="*/ 495546 w 604331"/>
                <a:gd name="connsiteY15" fmla="*/ 885750 h 1117296"/>
                <a:gd name="connsiteX16" fmla="*/ 495546 w 604331"/>
                <a:gd name="connsiteY16" fmla="*/ 781510 h 1117296"/>
                <a:gd name="connsiteX17" fmla="*/ 520200 w 604331"/>
                <a:gd name="connsiteY17" fmla="*/ 759044 h 1117296"/>
                <a:gd name="connsiteX18" fmla="*/ 581219 w 604331"/>
                <a:gd name="connsiteY18" fmla="*/ 759044 h 1117296"/>
                <a:gd name="connsiteX19" fmla="*/ 604332 w 604331"/>
                <a:gd name="connsiteY19" fmla="*/ 781510 h 1117296"/>
                <a:gd name="connsiteX20" fmla="*/ 604332 w 604331"/>
                <a:gd name="connsiteY20" fmla="*/ 893839 h 1117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331" h="1117296">
                  <a:moveTo>
                    <a:pt x="604332" y="894137"/>
                  </a:moveTo>
                  <a:cubicBezTo>
                    <a:pt x="604332" y="1016051"/>
                    <a:pt x="538382" y="1117297"/>
                    <a:pt x="302320" y="1117297"/>
                  </a:cubicBezTo>
                  <a:cubicBezTo>
                    <a:pt x="66258" y="1117297"/>
                    <a:pt x="0" y="1016051"/>
                    <a:pt x="0" y="894137"/>
                  </a:cubicBezTo>
                  <a:lnTo>
                    <a:pt x="0" y="223160"/>
                  </a:lnTo>
                  <a:cubicBezTo>
                    <a:pt x="0" y="101246"/>
                    <a:pt x="65949" y="0"/>
                    <a:pt x="302320" y="0"/>
                  </a:cubicBezTo>
                  <a:cubicBezTo>
                    <a:pt x="538690" y="0"/>
                    <a:pt x="604332" y="101246"/>
                    <a:pt x="604332" y="223160"/>
                  </a:cubicBezTo>
                  <a:lnTo>
                    <a:pt x="604332" y="314521"/>
                  </a:lnTo>
                  <a:cubicBezTo>
                    <a:pt x="604332" y="330696"/>
                    <a:pt x="597860" y="338484"/>
                    <a:pt x="581219" y="338484"/>
                  </a:cubicBezTo>
                  <a:lnTo>
                    <a:pt x="520200" y="338484"/>
                  </a:lnTo>
                  <a:cubicBezTo>
                    <a:pt x="502018" y="338484"/>
                    <a:pt x="495546" y="330396"/>
                    <a:pt x="495546" y="314521"/>
                  </a:cubicBezTo>
                  <a:lnTo>
                    <a:pt x="495546" y="230948"/>
                  </a:lnTo>
                  <a:cubicBezTo>
                    <a:pt x="495546" y="147376"/>
                    <a:pt x="450861" y="91360"/>
                    <a:pt x="302320" y="91360"/>
                  </a:cubicBezTo>
                  <a:cubicBezTo>
                    <a:pt x="153780" y="91360"/>
                    <a:pt x="110635" y="147376"/>
                    <a:pt x="110635" y="230948"/>
                  </a:cubicBezTo>
                  <a:lnTo>
                    <a:pt x="110635" y="885750"/>
                  </a:lnTo>
                  <a:cubicBezTo>
                    <a:pt x="110635" y="969322"/>
                    <a:pt x="155321" y="1025337"/>
                    <a:pt x="302320" y="1025337"/>
                  </a:cubicBezTo>
                  <a:cubicBezTo>
                    <a:pt x="449320" y="1025337"/>
                    <a:pt x="495546" y="969322"/>
                    <a:pt x="495546" y="885750"/>
                  </a:cubicBezTo>
                  <a:lnTo>
                    <a:pt x="495546" y="781510"/>
                  </a:lnTo>
                  <a:cubicBezTo>
                    <a:pt x="495546" y="765333"/>
                    <a:pt x="502326" y="759044"/>
                    <a:pt x="520200" y="759044"/>
                  </a:cubicBezTo>
                  <a:lnTo>
                    <a:pt x="581219" y="759044"/>
                  </a:lnTo>
                  <a:cubicBezTo>
                    <a:pt x="597860" y="759044"/>
                    <a:pt x="604332" y="765333"/>
                    <a:pt x="604332" y="781510"/>
                  </a:cubicBezTo>
                  <a:lnTo>
                    <a:pt x="604332" y="893839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580" name="圖形 18">
            <a:extLst>
              <a:ext uri="{FF2B5EF4-FFF2-40B4-BE49-F238E27FC236}">
                <a16:creationId xmlns:a16="http://schemas.microsoft.com/office/drawing/2014/main" id="{58D2FC75-6F1A-F00C-4676-129DBD8A0EBC}"/>
              </a:ext>
            </a:extLst>
          </p:cNvPr>
          <p:cNvGrpSpPr/>
          <p:nvPr/>
        </p:nvGrpSpPr>
        <p:grpSpPr>
          <a:xfrm>
            <a:off x="-24499694" y="26312755"/>
            <a:ext cx="142342126" cy="19608386"/>
            <a:chOff x="-24499694" y="26312755"/>
            <a:chExt cx="142342126" cy="19608386"/>
          </a:xfrm>
          <a:solidFill>
            <a:srgbClr val="231815"/>
          </a:solidFill>
        </p:grpSpPr>
        <p:sp>
          <p:nvSpPr>
            <p:cNvPr id="581" name="手繪多邊形: 圖案 580">
              <a:extLst>
                <a:ext uri="{FF2B5EF4-FFF2-40B4-BE49-F238E27FC236}">
                  <a16:creationId xmlns:a16="http://schemas.microsoft.com/office/drawing/2014/main" id="{06B86B66-96D9-50A5-C824-A819E9CD474E}"/>
                </a:ext>
              </a:extLst>
            </p:cNvPr>
            <p:cNvSpPr/>
            <p:nvPr/>
          </p:nvSpPr>
          <p:spPr>
            <a:xfrm>
              <a:off x="-24499694" y="26325335"/>
              <a:ext cx="586456" cy="1080453"/>
            </a:xfrm>
            <a:custGeom>
              <a:avLst/>
              <a:gdLst>
                <a:gd name="connsiteX0" fmla="*/ 548858 w 586456"/>
                <a:gd name="connsiteY0" fmla="*/ 0 h 1080453"/>
                <a:gd name="connsiteX1" fmla="*/ 586457 w 586456"/>
                <a:gd name="connsiteY1" fmla="*/ 36544 h 1080453"/>
                <a:gd name="connsiteX2" fmla="*/ 586457 w 586456"/>
                <a:gd name="connsiteY2" fmla="*/ 130302 h 1080453"/>
                <a:gd name="connsiteX3" fmla="*/ 548858 w 586456"/>
                <a:gd name="connsiteY3" fmla="*/ 166846 h 1080453"/>
                <a:gd name="connsiteX4" fmla="*/ 298312 w 586456"/>
                <a:gd name="connsiteY4" fmla="*/ 166846 h 1080453"/>
                <a:gd name="connsiteX5" fmla="*/ 205551 w 586456"/>
                <a:gd name="connsiteY5" fmla="*/ 257009 h 1080453"/>
                <a:gd name="connsiteX6" fmla="*/ 205551 w 586456"/>
                <a:gd name="connsiteY6" fmla="*/ 440329 h 1080453"/>
                <a:gd name="connsiteX7" fmla="*/ 526054 w 586456"/>
                <a:gd name="connsiteY7" fmla="*/ 440329 h 1080453"/>
                <a:gd name="connsiteX8" fmla="*/ 563652 w 586456"/>
                <a:gd name="connsiteY8" fmla="*/ 476874 h 1080453"/>
                <a:gd name="connsiteX9" fmla="*/ 563652 w 586456"/>
                <a:gd name="connsiteY9" fmla="*/ 570631 h 1080453"/>
                <a:gd name="connsiteX10" fmla="*/ 524513 w 586456"/>
                <a:gd name="connsiteY10" fmla="*/ 608673 h 1080453"/>
                <a:gd name="connsiteX11" fmla="*/ 205859 w 586456"/>
                <a:gd name="connsiteY11" fmla="*/ 608673 h 1080453"/>
                <a:gd name="connsiteX12" fmla="*/ 205859 w 586456"/>
                <a:gd name="connsiteY12" fmla="*/ 1042412 h 1080453"/>
                <a:gd name="connsiteX13" fmla="*/ 166720 w 586456"/>
                <a:gd name="connsiteY13" fmla="*/ 1080454 h 1080453"/>
                <a:gd name="connsiteX14" fmla="*/ 37596 w 586456"/>
                <a:gd name="connsiteY14" fmla="*/ 1080454 h 1080453"/>
                <a:gd name="connsiteX15" fmla="*/ 0 w 586456"/>
                <a:gd name="connsiteY15" fmla="*/ 1042412 h 1080453"/>
                <a:gd name="connsiteX16" fmla="*/ 0 w 586456"/>
                <a:gd name="connsiteY16" fmla="*/ 252216 h 1080453"/>
                <a:gd name="connsiteX17" fmla="*/ 259481 w 586456"/>
                <a:gd name="connsiteY17" fmla="*/ 0 h 1080453"/>
                <a:gd name="connsiteX18" fmla="*/ 549475 w 586456"/>
                <a:gd name="connsiteY18" fmla="*/ 0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86456" h="1080453">
                  <a:moveTo>
                    <a:pt x="548858" y="0"/>
                  </a:moveTo>
                  <a:cubicBezTo>
                    <a:pt x="569507" y="0"/>
                    <a:pt x="586457" y="16475"/>
                    <a:pt x="586457" y="36544"/>
                  </a:cubicBezTo>
                  <a:lnTo>
                    <a:pt x="586457" y="130302"/>
                  </a:lnTo>
                  <a:cubicBezTo>
                    <a:pt x="586457" y="150371"/>
                    <a:pt x="569507" y="166846"/>
                    <a:pt x="548858" y="166846"/>
                  </a:cubicBezTo>
                  <a:lnTo>
                    <a:pt x="298312" y="166846"/>
                  </a:lnTo>
                  <a:cubicBezTo>
                    <a:pt x="247157" y="166846"/>
                    <a:pt x="205551" y="207284"/>
                    <a:pt x="205551" y="257009"/>
                  </a:cubicBezTo>
                  <a:lnTo>
                    <a:pt x="205551" y="440329"/>
                  </a:lnTo>
                  <a:lnTo>
                    <a:pt x="526054" y="440329"/>
                  </a:lnTo>
                  <a:cubicBezTo>
                    <a:pt x="552250" y="440329"/>
                    <a:pt x="563652" y="449915"/>
                    <a:pt x="563652" y="476874"/>
                  </a:cubicBezTo>
                  <a:lnTo>
                    <a:pt x="563652" y="570631"/>
                  </a:lnTo>
                  <a:cubicBezTo>
                    <a:pt x="563652" y="591598"/>
                    <a:pt x="546086" y="608673"/>
                    <a:pt x="524513" y="608673"/>
                  </a:cubicBezTo>
                  <a:lnTo>
                    <a:pt x="205859" y="608673"/>
                  </a:lnTo>
                  <a:lnTo>
                    <a:pt x="205859" y="1042412"/>
                  </a:lnTo>
                  <a:cubicBezTo>
                    <a:pt x="205859" y="1063379"/>
                    <a:pt x="188295" y="1080454"/>
                    <a:pt x="166720" y="1080454"/>
                  </a:cubicBezTo>
                  <a:lnTo>
                    <a:pt x="37596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252216"/>
                  </a:lnTo>
                  <a:cubicBezTo>
                    <a:pt x="0" y="112928"/>
                    <a:pt x="116183" y="0"/>
                    <a:pt x="259481" y="0"/>
                  </a:cubicBezTo>
                  <a:lnTo>
                    <a:pt x="549475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2" name="手繪多邊形: 圖案 581">
              <a:extLst>
                <a:ext uri="{FF2B5EF4-FFF2-40B4-BE49-F238E27FC236}">
                  <a16:creationId xmlns:a16="http://schemas.microsoft.com/office/drawing/2014/main" id="{56E0D70B-6951-56BD-DB21-1B27F75D02DA}"/>
                </a:ext>
              </a:extLst>
            </p:cNvPr>
            <p:cNvSpPr/>
            <p:nvPr/>
          </p:nvSpPr>
          <p:spPr>
            <a:xfrm>
              <a:off x="-23359217" y="26325335"/>
              <a:ext cx="759394" cy="1080453"/>
            </a:xfrm>
            <a:custGeom>
              <a:avLst/>
              <a:gdLst>
                <a:gd name="connsiteX0" fmla="*/ 448167 w 759394"/>
                <a:gd name="connsiteY0" fmla="*/ 0 h 1080453"/>
                <a:gd name="connsiteX1" fmla="*/ 495625 w 759394"/>
                <a:gd name="connsiteY1" fmla="*/ 38043 h 1080453"/>
                <a:gd name="connsiteX2" fmla="*/ 757266 w 759394"/>
                <a:gd name="connsiteY2" fmla="*/ 1042412 h 1080453"/>
                <a:gd name="connsiteX3" fmla="*/ 729529 w 759394"/>
                <a:gd name="connsiteY3" fmla="*/ 1080454 h 1080453"/>
                <a:gd name="connsiteX4" fmla="*/ 597014 w 759394"/>
                <a:gd name="connsiteY4" fmla="*/ 1080454 h 1080453"/>
                <a:gd name="connsiteX5" fmla="*/ 551096 w 759394"/>
                <a:gd name="connsiteY5" fmla="*/ 1042412 h 1080453"/>
                <a:gd name="connsiteX6" fmla="*/ 500555 w 759394"/>
                <a:gd name="connsiteY6" fmla="*/ 835727 h 1080453"/>
                <a:gd name="connsiteX7" fmla="*/ 248776 w 759394"/>
                <a:gd name="connsiteY7" fmla="*/ 835727 h 1080453"/>
                <a:gd name="connsiteX8" fmla="*/ 198235 w 759394"/>
                <a:gd name="connsiteY8" fmla="*/ 1042412 h 1080453"/>
                <a:gd name="connsiteX9" fmla="*/ 154166 w 759394"/>
                <a:gd name="connsiteY9" fmla="*/ 1080454 h 1080453"/>
                <a:gd name="connsiteX10" fmla="*/ 31513 w 759394"/>
                <a:gd name="connsiteY10" fmla="*/ 1080454 h 1080453"/>
                <a:gd name="connsiteX11" fmla="*/ 2236 w 759394"/>
                <a:gd name="connsiteY11" fmla="*/ 1042412 h 1080453"/>
                <a:gd name="connsiteX12" fmla="*/ 265417 w 759394"/>
                <a:gd name="connsiteY12" fmla="*/ 38043 h 1080453"/>
                <a:gd name="connsiteX13" fmla="*/ 312877 w 759394"/>
                <a:gd name="connsiteY13" fmla="*/ 0 h 1080453"/>
                <a:gd name="connsiteX14" fmla="*/ 448473 w 759394"/>
                <a:gd name="connsiteY14" fmla="*/ 0 h 1080453"/>
                <a:gd name="connsiteX15" fmla="*/ 415500 w 759394"/>
                <a:gd name="connsiteY15" fmla="*/ 484662 h 1080453"/>
                <a:gd name="connsiteX16" fmla="*/ 376361 w 759394"/>
                <a:gd name="connsiteY16" fmla="*/ 233644 h 1080453"/>
                <a:gd name="connsiteX17" fmla="*/ 335374 w 759394"/>
                <a:gd name="connsiteY17" fmla="*/ 484662 h 1080453"/>
                <a:gd name="connsiteX18" fmla="*/ 286375 w 759394"/>
                <a:gd name="connsiteY18" fmla="*/ 676968 h 1080453"/>
                <a:gd name="connsiteX19" fmla="*/ 462959 w 759394"/>
                <a:gd name="connsiteY19" fmla="*/ 676968 h 1080453"/>
                <a:gd name="connsiteX20" fmla="*/ 415500 w 759394"/>
                <a:gd name="connsiteY20" fmla="*/ 48466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94" h="1080453">
                  <a:moveTo>
                    <a:pt x="448167" y="0"/>
                  </a:moveTo>
                  <a:cubicBezTo>
                    <a:pt x="474361" y="0"/>
                    <a:pt x="489153" y="12581"/>
                    <a:pt x="495625" y="38043"/>
                  </a:cubicBezTo>
                  <a:lnTo>
                    <a:pt x="757266" y="1042412"/>
                  </a:lnTo>
                  <a:cubicBezTo>
                    <a:pt x="763738" y="1067873"/>
                    <a:pt x="755725" y="1080454"/>
                    <a:pt x="729529" y="1080454"/>
                  </a:cubicBezTo>
                  <a:lnTo>
                    <a:pt x="597014" y="1080454"/>
                  </a:lnTo>
                  <a:cubicBezTo>
                    <a:pt x="569279" y="1080454"/>
                    <a:pt x="557877" y="1066076"/>
                    <a:pt x="551096" y="1042412"/>
                  </a:cubicBezTo>
                  <a:lnTo>
                    <a:pt x="500555" y="835727"/>
                  </a:lnTo>
                  <a:lnTo>
                    <a:pt x="248776" y="835727"/>
                  </a:lnTo>
                  <a:lnTo>
                    <a:pt x="198235" y="1042412"/>
                  </a:lnTo>
                  <a:cubicBezTo>
                    <a:pt x="191765" y="1066375"/>
                    <a:pt x="180362" y="1080454"/>
                    <a:pt x="154166" y="1080454"/>
                  </a:cubicBezTo>
                  <a:lnTo>
                    <a:pt x="31513" y="1080454"/>
                  </a:lnTo>
                  <a:cubicBezTo>
                    <a:pt x="3777" y="1080454"/>
                    <a:pt x="-4543" y="1067873"/>
                    <a:pt x="2236" y="1042412"/>
                  </a:cubicBezTo>
                  <a:lnTo>
                    <a:pt x="265417" y="38043"/>
                  </a:lnTo>
                  <a:cubicBezTo>
                    <a:pt x="271889" y="12581"/>
                    <a:pt x="286681" y="0"/>
                    <a:pt x="312877" y="0"/>
                  </a:cubicBezTo>
                  <a:lnTo>
                    <a:pt x="448473" y="0"/>
                  </a:lnTo>
                  <a:close/>
                  <a:moveTo>
                    <a:pt x="415500" y="484662"/>
                  </a:moveTo>
                  <a:cubicBezTo>
                    <a:pt x="399166" y="421159"/>
                    <a:pt x="379442" y="265396"/>
                    <a:pt x="376361" y="233644"/>
                  </a:cubicBezTo>
                  <a:cubicBezTo>
                    <a:pt x="371429" y="271686"/>
                    <a:pt x="351708" y="422656"/>
                    <a:pt x="335374" y="484662"/>
                  </a:cubicBezTo>
                  <a:lnTo>
                    <a:pt x="286375" y="676968"/>
                  </a:lnTo>
                  <a:lnTo>
                    <a:pt x="462959" y="676968"/>
                  </a:lnTo>
                  <a:lnTo>
                    <a:pt x="415500" y="4846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3" name="手繪多邊形: 圖案 582">
              <a:extLst>
                <a:ext uri="{FF2B5EF4-FFF2-40B4-BE49-F238E27FC236}">
                  <a16:creationId xmlns:a16="http://schemas.microsoft.com/office/drawing/2014/main" id="{78314AB9-5702-871F-94AA-B1F519229783}"/>
                </a:ext>
              </a:extLst>
            </p:cNvPr>
            <p:cNvSpPr/>
            <p:nvPr/>
          </p:nvSpPr>
          <p:spPr>
            <a:xfrm>
              <a:off x="-21941532" y="26325335"/>
              <a:ext cx="694934" cy="1080453"/>
            </a:xfrm>
            <a:custGeom>
              <a:avLst/>
              <a:gdLst>
                <a:gd name="connsiteX0" fmla="*/ 694935 w 694934"/>
                <a:gd name="connsiteY0" fmla="*/ 1042412 h 1080453"/>
                <a:gd name="connsiteX1" fmla="*/ 658879 w 694934"/>
                <a:gd name="connsiteY1" fmla="*/ 1080454 h 1080453"/>
                <a:gd name="connsiteX2" fmla="*/ 537766 w 694934"/>
                <a:gd name="connsiteY2" fmla="*/ 1080454 h 1080453"/>
                <a:gd name="connsiteX3" fmla="*/ 500170 w 694934"/>
                <a:gd name="connsiteY3" fmla="*/ 1058288 h 1080453"/>
                <a:gd name="connsiteX4" fmla="*/ 241919 w 694934"/>
                <a:gd name="connsiteY4" fmla="*/ 537082 h 1080453"/>
                <a:gd name="connsiteX5" fmla="*/ 189529 w 694934"/>
                <a:gd name="connsiteY5" fmla="*/ 416366 h 1080453"/>
                <a:gd name="connsiteX6" fmla="*/ 189529 w 694934"/>
                <a:gd name="connsiteY6" fmla="*/ 1042412 h 1080453"/>
                <a:gd name="connsiteX7" fmla="*/ 153473 w 694934"/>
                <a:gd name="connsiteY7" fmla="*/ 1080454 h 1080453"/>
                <a:gd name="connsiteX8" fmla="*/ 39139 w 694934"/>
                <a:gd name="connsiteY8" fmla="*/ 1080454 h 1080453"/>
                <a:gd name="connsiteX9" fmla="*/ 0 w 694934"/>
                <a:gd name="connsiteY9" fmla="*/ 1042412 h 1080453"/>
                <a:gd name="connsiteX10" fmla="*/ 0 w 694934"/>
                <a:gd name="connsiteY10" fmla="*/ 38043 h 1080453"/>
                <a:gd name="connsiteX11" fmla="*/ 39139 w 694934"/>
                <a:gd name="connsiteY11" fmla="*/ 0 h 1080453"/>
                <a:gd name="connsiteX12" fmla="*/ 161792 w 694934"/>
                <a:gd name="connsiteY12" fmla="*/ 0 h 1080453"/>
                <a:gd name="connsiteX13" fmla="*/ 195999 w 694934"/>
                <a:gd name="connsiteY13" fmla="*/ 20669 h 1080453"/>
                <a:gd name="connsiteX14" fmla="*/ 462571 w 694934"/>
                <a:gd name="connsiteY14" fmla="*/ 552958 h 1080453"/>
                <a:gd name="connsiteX15" fmla="*/ 506640 w 694934"/>
                <a:gd name="connsiteY15" fmla="*/ 661093 h 1080453"/>
                <a:gd name="connsiteX16" fmla="*/ 506640 w 694934"/>
                <a:gd name="connsiteY16" fmla="*/ 38043 h 1080453"/>
                <a:gd name="connsiteX17" fmla="*/ 544239 w 694934"/>
                <a:gd name="connsiteY17" fmla="*/ 0 h 1080453"/>
                <a:gd name="connsiteX18" fmla="*/ 658570 w 694934"/>
                <a:gd name="connsiteY18" fmla="*/ 0 h 1080453"/>
                <a:gd name="connsiteX19" fmla="*/ 694628 w 694934"/>
                <a:gd name="connsiteY19" fmla="*/ 38043 h 1080453"/>
                <a:gd name="connsiteX20" fmla="*/ 694628 w 694934"/>
                <a:gd name="connsiteY20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3">
                  <a:moveTo>
                    <a:pt x="694935" y="1042412"/>
                  </a:moveTo>
                  <a:cubicBezTo>
                    <a:pt x="694935" y="1069371"/>
                    <a:pt x="686615" y="1080454"/>
                    <a:pt x="658879" y="1080454"/>
                  </a:cubicBezTo>
                  <a:lnTo>
                    <a:pt x="537766" y="1080454"/>
                  </a:lnTo>
                  <a:cubicBezTo>
                    <a:pt x="516502" y="1080454"/>
                    <a:pt x="508489" y="1074163"/>
                    <a:pt x="500170" y="1058288"/>
                  </a:cubicBezTo>
                  <a:lnTo>
                    <a:pt x="241919" y="537082"/>
                  </a:lnTo>
                  <a:cubicBezTo>
                    <a:pt x="222195" y="499040"/>
                    <a:pt x="202780" y="455905"/>
                    <a:pt x="189529" y="416366"/>
                  </a:cubicBezTo>
                  <a:lnTo>
                    <a:pt x="189529" y="1042412"/>
                  </a:lnTo>
                  <a:cubicBezTo>
                    <a:pt x="189529" y="1069371"/>
                    <a:pt x="179667" y="1080454"/>
                    <a:pt x="153473" y="1080454"/>
                  </a:cubicBezTo>
                  <a:lnTo>
                    <a:pt x="39139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9" y="0"/>
                  </a:cubicBezTo>
                  <a:lnTo>
                    <a:pt x="161792" y="0"/>
                  </a:lnTo>
                  <a:cubicBezTo>
                    <a:pt x="179667" y="0"/>
                    <a:pt x="187988" y="6291"/>
                    <a:pt x="195999" y="20669"/>
                  </a:cubicBezTo>
                  <a:lnTo>
                    <a:pt x="462571" y="552958"/>
                  </a:lnTo>
                  <a:cubicBezTo>
                    <a:pt x="478906" y="584709"/>
                    <a:pt x="495238" y="627544"/>
                    <a:pt x="506640" y="661093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9" y="0"/>
                  </a:cubicBezTo>
                  <a:lnTo>
                    <a:pt x="658570" y="0"/>
                  </a:lnTo>
                  <a:cubicBezTo>
                    <a:pt x="686307" y="0"/>
                    <a:pt x="694628" y="11084"/>
                    <a:pt x="694628" y="38043"/>
                  </a:cubicBezTo>
                  <a:lnTo>
                    <a:pt x="694628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4" name="手繪多邊形: 圖案 583">
              <a:extLst>
                <a:ext uri="{FF2B5EF4-FFF2-40B4-BE49-F238E27FC236}">
                  <a16:creationId xmlns:a16="http://schemas.microsoft.com/office/drawing/2014/main" id="{2597DBA0-EC8C-A4AD-0779-FCE31D0AE289}"/>
                </a:ext>
              </a:extLst>
            </p:cNvPr>
            <p:cNvSpPr/>
            <p:nvPr/>
          </p:nvSpPr>
          <p:spPr>
            <a:xfrm>
              <a:off x="-20522692" y="26312755"/>
              <a:ext cx="670587" cy="1105913"/>
            </a:xfrm>
            <a:custGeom>
              <a:avLst/>
              <a:gdLst>
                <a:gd name="connsiteX0" fmla="*/ 631451 w 670587"/>
                <a:gd name="connsiteY0" fmla="*/ 532288 h 1105913"/>
                <a:gd name="connsiteX1" fmla="*/ 670588 w 670587"/>
                <a:gd name="connsiteY1" fmla="*/ 568833 h 1105913"/>
                <a:gd name="connsiteX2" fmla="*/ 670588 w 670587"/>
                <a:gd name="connsiteY2" fmla="*/ 861188 h 1105913"/>
                <a:gd name="connsiteX3" fmla="*/ 335293 w 670587"/>
                <a:gd name="connsiteY3" fmla="*/ 1105914 h 1105913"/>
                <a:gd name="connsiteX4" fmla="*/ 0 w 670587"/>
                <a:gd name="connsiteY4" fmla="*/ 861188 h 1105913"/>
                <a:gd name="connsiteX5" fmla="*/ 0 w 670587"/>
                <a:gd name="connsiteY5" fmla="*/ 244727 h 1105913"/>
                <a:gd name="connsiteX6" fmla="*/ 335293 w 670587"/>
                <a:gd name="connsiteY6" fmla="*/ 0 h 1105913"/>
                <a:gd name="connsiteX7" fmla="*/ 670588 w 670587"/>
                <a:gd name="connsiteY7" fmla="*/ 244727 h 1105913"/>
                <a:gd name="connsiteX8" fmla="*/ 670588 w 670587"/>
                <a:gd name="connsiteY8" fmla="*/ 319313 h 1105913"/>
                <a:gd name="connsiteX9" fmla="*/ 634532 w 670587"/>
                <a:gd name="connsiteY9" fmla="*/ 357355 h 1105913"/>
                <a:gd name="connsiteX10" fmla="*/ 508796 w 670587"/>
                <a:gd name="connsiteY10" fmla="*/ 357355 h 1105913"/>
                <a:gd name="connsiteX11" fmla="*/ 471199 w 670587"/>
                <a:gd name="connsiteY11" fmla="*/ 319313 h 1105913"/>
                <a:gd name="connsiteX12" fmla="*/ 471199 w 670587"/>
                <a:gd name="connsiteY12" fmla="*/ 265395 h 1105913"/>
                <a:gd name="connsiteX13" fmla="*/ 337144 w 670587"/>
                <a:gd name="connsiteY13" fmla="*/ 166846 h 1105913"/>
                <a:gd name="connsiteX14" fmla="*/ 204627 w 670587"/>
                <a:gd name="connsiteY14" fmla="*/ 265395 h 1105913"/>
                <a:gd name="connsiteX15" fmla="*/ 204627 w 670587"/>
                <a:gd name="connsiteY15" fmla="*/ 840519 h 1105913"/>
                <a:gd name="connsiteX16" fmla="*/ 337144 w 670587"/>
                <a:gd name="connsiteY16" fmla="*/ 939069 h 1105913"/>
                <a:gd name="connsiteX17" fmla="*/ 471199 w 670587"/>
                <a:gd name="connsiteY17" fmla="*/ 842016 h 1105913"/>
                <a:gd name="connsiteX18" fmla="*/ 471199 w 670587"/>
                <a:gd name="connsiteY18" fmla="*/ 699134 h 1105913"/>
                <a:gd name="connsiteX19" fmla="*/ 350087 w 670587"/>
                <a:gd name="connsiteY19" fmla="*/ 699134 h 1105913"/>
                <a:gd name="connsiteX20" fmla="*/ 312488 w 670587"/>
                <a:gd name="connsiteY20" fmla="*/ 662590 h 1105913"/>
                <a:gd name="connsiteX21" fmla="*/ 312488 w 670587"/>
                <a:gd name="connsiteY21" fmla="*/ 568833 h 1105913"/>
                <a:gd name="connsiteX22" fmla="*/ 350087 w 670587"/>
                <a:gd name="connsiteY22" fmla="*/ 532288 h 1105913"/>
                <a:gd name="connsiteX23" fmla="*/ 631142 w 670587"/>
                <a:gd name="connsiteY23" fmla="*/ 532288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0587" h="1105913">
                  <a:moveTo>
                    <a:pt x="631451" y="532288"/>
                  </a:moveTo>
                  <a:cubicBezTo>
                    <a:pt x="657645" y="532288"/>
                    <a:pt x="670588" y="543371"/>
                    <a:pt x="670588" y="568833"/>
                  </a:cubicBezTo>
                  <a:lnTo>
                    <a:pt x="670588" y="861188"/>
                  </a:lnTo>
                  <a:cubicBezTo>
                    <a:pt x="670588" y="988194"/>
                    <a:pt x="593853" y="1105914"/>
                    <a:pt x="335293" y="1105914"/>
                  </a:cubicBezTo>
                  <a:cubicBezTo>
                    <a:pt x="76735" y="1105914"/>
                    <a:pt x="0" y="988194"/>
                    <a:pt x="0" y="861188"/>
                  </a:cubicBezTo>
                  <a:lnTo>
                    <a:pt x="0" y="244727"/>
                  </a:lnTo>
                  <a:cubicBezTo>
                    <a:pt x="0" y="117720"/>
                    <a:pt x="75195" y="0"/>
                    <a:pt x="335293" y="0"/>
                  </a:cubicBezTo>
                  <a:cubicBezTo>
                    <a:pt x="595393" y="0"/>
                    <a:pt x="670588" y="117720"/>
                    <a:pt x="670588" y="244727"/>
                  </a:cubicBezTo>
                  <a:lnTo>
                    <a:pt x="670588" y="319313"/>
                  </a:lnTo>
                  <a:cubicBezTo>
                    <a:pt x="670588" y="346272"/>
                    <a:pt x="662268" y="357355"/>
                    <a:pt x="634532" y="357355"/>
                  </a:cubicBezTo>
                  <a:lnTo>
                    <a:pt x="508796" y="357355"/>
                  </a:lnTo>
                  <a:cubicBezTo>
                    <a:pt x="481061" y="357355"/>
                    <a:pt x="471199" y="346272"/>
                    <a:pt x="471199" y="319313"/>
                  </a:cubicBezTo>
                  <a:lnTo>
                    <a:pt x="471199" y="265395"/>
                  </a:lnTo>
                  <a:cubicBezTo>
                    <a:pt x="471199" y="200095"/>
                    <a:pt x="427131" y="166846"/>
                    <a:pt x="337144" y="166846"/>
                  </a:cubicBezTo>
                  <a:cubicBezTo>
                    <a:pt x="247155" y="166846"/>
                    <a:pt x="204627" y="200095"/>
                    <a:pt x="204627" y="265395"/>
                  </a:cubicBezTo>
                  <a:lnTo>
                    <a:pt x="204627" y="840519"/>
                  </a:lnTo>
                  <a:cubicBezTo>
                    <a:pt x="204627" y="905819"/>
                    <a:pt x="248696" y="939069"/>
                    <a:pt x="337144" y="939069"/>
                  </a:cubicBezTo>
                  <a:cubicBezTo>
                    <a:pt x="425590" y="939069"/>
                    <a:pt x="471199" y="905819"/>
                    <a:pt x="471199" y="842016"/>
                  </a:cubicBezTo>
                  <a:lnTo>
                    <a:pt x="471199" y="699134"/>
                  </a:lnTo>
                  <a:lnTo>
                    <a:pt x="350087" y="699134"/>
                  </a:lnTo>
                  <a:cubicBezTo>
                    <a:pt x="323891" y="699134"/>
                    <a:pt x="312488" y="688051"/>
                    <a:pt x="312488" y="662590"/>
                  </a:cubicBezTo>
                  <a:lnTo>
                    <a:pt x="312488" y="568833"/>
                  </a:lnTo>
                  <a:cubicBezTo>
                    <a:pt x="312488" y="543371"/>
                    <a:pt x="323891" y="532288"/>
                    <a:pt x="350087" y="532288"/>
                  </a:cubicBezTo>
                  <a:lnTo>
                    <a:pt x="631142" y="53228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5" name="手繪多邊形: 圖案 584">
              <a:extLst>
                <a:ext uri="{FF2B5EF4-FFF2-40B4-BE49-F238E27FC236}">
                  <a16:creationId xmlns:a16="http://schemas.microsoft.com/office/drawing/2014/main" id="{46C410B2-6A96-C324-FC7A-21E14F3A10D1}"/>
                </a:ext>
              </a:extLst>
            </p:cNvPr>
            <p:cNvSpPr/>
            <p:nvPr/>
          </p:nvSpPr>
          <p:spPr>
            <a:xfrm>
              <a:off x="-18322013" y="26325335"/>
              <a:ext cx="682292" cy="1080753"/>
            </a:xfrm>
            <a:custGeom>
              <a:avLst/>
              <a:gdLst>
                <a:gd name="connsiteX0" fmla="*/ 37596 w 682292"/>
                <a:gd name="connsiteY0" fmla="*/ 1080454 h 1080753"/>
                <a:gd name="connsiteX1" fmla="*/ 0 w 682292"/>
                <a:gd name="connsiteY1" fmla="*/ 1042412 h 1080753"/>
                <a:gd name="connsiteX2" fmla="*/ 0 w 682292"/>
                <a:gd name="connsiteY2" fmla="*/ 38043 h 1080753"/>
                <a:gd name="connsiteX3" fmla="*/ 37596 w 682292"/>
                <a:gd name="connsiteY3" fmla="*/ 0 h 1080753"/>
                <a:gd name="connsiteX4" fmla="*/ 335295 w 682292"/>
                <a:gd name="connsiteY4" fmla="*/ 0 h 1080753"/>
                <a:gd name="connsiteX5" fmla="*/ 680143 w 682292"/>
                <a:gd name="connsiteY5" fmla="*/ 244727 h 1080753"/>
                <a:gd name="connsiteX6" fmla="*/ 680143 w 682292"/>
                <a:gd name="connsiteY6" fmla="*/ 421159 h 1080753"/>
                <a:gd name="connsiteX7" fmla="*/ 529753 w 682292"/>
                <a:gd name="connsiteY7" fmla="*/ 632637 h 1080753"/>
                <a:gd name="connsiteX8" fmla="*/ 680143 w 682292"/>
                <a:gd name="connsiteY8" fmla="*/ 1042712 h 1080753"/>
                <a:gd name="connsiteX9" fmla="*/ 644087 w 682292"/>
                <a:gd name="connsiteY9" fmla="*/ 1080753 h 1080753"/>
                <a:gd name="connsiteX10" fmla="*/ 503559 w 682292"/>
                <a:gd name="connsiteY10" fmla="*/ 1080753 h 1080753"/>
                <a:gd name="connsiteX11" fmla="*/ 461031 w 682292"/>
                <a:gd name="connsiteY11" fmla="*/ 1042712 h 1080753"/>
                <a:gd name="connsiteX12" fmla="*/ 328514 w 682292"/>
                <a:gd name="connsiteY12" fmla="*/ 664388 h 1080753"/>
                <a:gd name="connsiteX13" fmla="*/ 204320 w 682292"/>
                <a:gd name="connsiteY13" fmla="*/ 664388 h 1080753"/>
                <a:gd name="connsiteX14" fmla="*/ 204320 w 682292"/>
                <a:gd name="connsiteY14" fmla="*/ 1042712 h 1080753"/>
                <a:gd name="connsiteX15" fmla="*/ 168264 w 682292"/>
                <a:gd name="connsiteY15" fmla="*/ 1080753 h 1080753"/>
                <a:gd name="connsiteX16" fmla="*/ 37596 w 682292"/>
                <a:gd name="connsiteY16" fmla="*/ 1080753 h 1080753"/>
                <a:gd name="connsiteX17" fmla="*/ 204629 w 682292"/>
                <a:gd name="connsiteY17" fmla="*/ 166846 h 1080753"/>
                <a:gd name="connsiteX18" fmla="*/ 204629 w 682292"/>
                <a:gd name="connsiteY18" fmla="*/ 499040 h 1080753"/>
                <a:gd name="connsiteX19" fmla="*/ 335295 w 682292"/>
                <a:gd name="connsiteY19" fmla="*/ 499040 h 1080753"/>
                <a:gd name="connsiteX20" fmla="*/ 477672 w 682292"/>
                <a:gd name="connsiteY20" fmla="*/ 398992 h 1080753"/>
                <a:gd name="connsiteX21" fmla="*/ 477672 w 682292"/>
                <a:gd name="connsiteY21" fmla="*/ 267193 h 1080753"/>
                <a:gd name="connsiteX22" fmla="*/ 335295 w 682292"/>
                <a:gd name="connsiteY22" fmla="*/ 167146 h 1080753"/>
                <a:gd name="connsiteX23" fmla="*/ 204629 w 682292"/>
                <a:gd name="connsiteY23" fmla="*/ 167146 h 1080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2292" h="1080753">
                  <a:moveTo>
                    <a:pt x="37596" y="1080454"/>
                  </a:move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335295" y="0"/>
                  </a:lnTo>
                  <a:cubicBezTo>
                    <a:pt x="593546" y="0"/>
                    <a:pt x="680143" y="117721"/>
                    <a:pt x="680143" y="244727"/>
                  </a:cubicBezTo>
                  <a:lnTo>
                    <a:pt x="680143" y="421159"/>
                  </a:lnTo>
                  <a:cubicBezTo>
                    <a:pt x="680143" y="506828"/>
                    <a:pt x="639155" y="589502"/>
                    <a:pt x="529753" y="632637"/>
                  </a:cubicBezTo>
                  <a:lnTo>
                    <a:pt x="680143" y="1042712"/>
                  </a:lnTo>
                  <a:cubicBezTo>
                    <a:pt x="688464" y="1066675"/>
                    <a:pt x="671822" y="1080753"/>
                    <a:pt x="644087" y="1080753"/>
                  </a:cubicBezTo>
                  <a:lnTo>
                    <a:pt x="503559" y="1080753"/>
                  </a:lnTo>
                  <a:cubicBezTo>
                    <a:pt x="477363" y="1080753"/>
                    <a:pt x="469350" y="1066375"/>
                    <a:pt x="461031" y="1042712"/>
                  </a:cubicBezTo>
                  <a:lnTo>
                    <a:pt x="328514" y="664388"/>
                  </a:lnTo>
                  <a:lnTo>
                    <a:pt x="204320" y="664388"/>
                  </a:lnTo>
                  <a:lnTo>
                    <a:pt x="204320" y="1042712"/>
                  </a:lnTo>
                  <a:cubicBezTo>
                    <a:pt x="204320" y="1069670"/>
                    <a:pt x="195999" y="1080753"/>
                    <a:pt x="168264" y="1080753"/>
                  </a:cubicBezTo>
                  <a:lnTo>
                    <a:pt x="37596" y="1080753"/>
                  </a:lnTo>
                  <a:close/>
                  <a:moveTo>
                    <a:pt x="204629" y="166846"/>
                  </a:moveTo>
                  <a:lnTo>
                    <a:pt x="204629" y="499040"/>
                  </a:lnTo>
                  <a:lnTo>
                    <a:pt x="335295" y="499040"/>
                  </a:lnTo>
                  <a:cubicBezTo>
                    <a:pt x="425282" y="499040"/>
                    <a:pt x="477672" y="463993"/>
                    <a:pt x="477672" y="398992"/>
                  </a:cubicBezTo>
                  <a:lnTo>
                    <a:pt x="477672" y="267193"/>
                  </a:lnTo>
                  <a:cubicBezTo>
                    <a:pt x="477672" y="200395"/>
                    <a:pt x="425282" y="167146"/>
                    <a:pt x="335295" y="167146"/>
                  </a:cubicBezTo>
                  <a:lnTo>
                    <a:pt x="204629" y="16714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6" name="手繪多邊形: 圖案 585">
              <a:extLst>
                <a:ext uri="{FF2B5EF4-FFF2-40B4-BE49-F238E27FC236}">
                  <a16:creationId xmlns:a16="http://schemas.microsoft.com/office/drawing/2014/main" id="{0D9AC0C7-D728-38A3-2C2C-0380AFEB2951}"/>
                </a:ext>
              </a:extLst>
            </p:cNvPr>
            <p:cNvSpPr/>
            <p:nvPr/>
          </p:nvSpPr>
          <p:spPr>
            <a:xfrm>
              <a:off x="-16933992" y="26325335"/>
              <a:ext cx="568583" cy="1080453"/>
            </a:xfrm>
            <a:custGeom>
              <a:avLst/>
              <a:gdLst>
                <a:gd name="connsiteX0" fmla="*/ 37598 w 568583"/>
                <a:gd name="connsiteY0" fmla="*/ 1080454 h 1080453"/>
                <a:gd name="connsiteX1" fmla="*/ 0 w 568583"/>
                <a:gd name="connsiteY1" fmla="*/ 1042412 h 1080453"/>
                <a:gd name="connsiteX2" fmla="*/ 0 w 568583"/>
                <a:gd name="connsiteY2" fmla="*/ 38043 h 1080453"/>
                <a:gd name="connsiteX3" fmla="*/ 37598 w 568583"/>
                <a:gd name="connsiteY3" fmla="*/ 0 h 1080453"/>
                <a:gd name="connsiteX4" fmla="*/ 516502 w 568583"/>
                <a:gd name="connsiteY4" fmla="*/ 0 h 1080453"/>
                <a:gd name="connsiteX5" fmla="*/ 554100 w 568583"/>
                <a:gd name="connsiteY5" fmla="*/ 35047 h 1080453"/>
                <a:gd name="connsiteX6" fmla="*/ 554100 w 568583"/>
                <a:gd name="connsiteY6" fmla="*/ 130302 h 1080453"/>
                <a:gd name="connsiteX7" fmla="*/ 516502 w 568583"/>
                <a:gd name="connsiteY7" fmla="*/ 166846 h 1080453"/>
                <a:gd name="connsiteX8" fmla="*/ 205861 w 568583"/>
                <a:gd name="connsiteY8" fmla="*/ 166846 h 1080453"/>
                <a:gd name="connsiteX9" fmla="*/ 205861 w 568583"/>
                <a:gd name="connsiteY9" fmla="*/ 440029 h 1080453"/>
                <a:gd name="connsiteX10" fmla="*/ 491848 w 568583"/>
                <a:gd name="connsiteY10" fmla="*/ 440029 h 1080453"/>
                <a:gd name="connsiteX11" fmla="*/ 530987 w 568583"/>
                <a:gd name="connsiteY11" fmla="*/ 475076 h 1080453"/>
                <a:gd name="connsiteX12" fmla="*/ 530987 w 568583"/>
                <a:gd name="connsiteY12" fmla="*/ 564041 h 1080453"/>
                <a:gd name="connsiteX13" fmla="*/ 491848 w 568583"/>
                <a:gd name="connsiteY13" fmla="*/ 600585 h 1080453"/>
                <a:gd name="connsiteX14" fmla="*/ 205861 w 568583"/>
                <a:gd name="connsiteY14" fmla="*/ 600585 h 1080453"/>
                <a:gd name="connsiteX15" fmla="*/ 205861 w 568583"/>
                <a:gd name="connsiteY15" fmla="*/ 913608 h 1080453"/>
                <a:gd name="connsiteX16" fmla="*/ 529445 w 568583"/>
                <a:gd name="connsiteY16" fmla="*/ 913608 h 1080453"/>
                <a:gd name="connsiteX17" fmla="*/ 568584 w 568583"/>
                <a:gd name="connsiteY17" fmla="*/ 948655 h 1080453"/>
                <a:gd name="connsiteX18" fmla="*/ 568584 w 568583"/>
                <a:gd name="connsiteY18" fmla="*/ 1043909 h 1080453"/>
                <a:gd name="connsiteX19" fmla="*/ 529445 w 568583"/>
                <a:gd name="connsiteY19" fmla="*/ 1080454 h 1080453"/>
                <a:gd name="connsiteX20" fmla="*/ 37290 w 568583"/>
                <a:gd name="connsiteY20" fmla="*/ 1080454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83" h="1080453">
                  <a:moveTo>
                    <a:pt x="37598" y="1080454"/>
                  </a:move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8" y="0"/>
                  </a:cubicBezTo>
                  <a:lnTo>
                    <a:pt x="516502" y="0"/>
                  </a:lnTo>
                  <a:cubicBezTo>
                    <a:pt x="542698" y="0"/>
                    <a:pt x="554100" y="9586"/>
                    <a:pt x="554100" y="35047"/>
                  </a:cubicBezTo>
                  <a:lnTo>
                    <a:pt x="554100" y="130302"/>
                  </a:lnTo>
                  <a:cubicBezTo>
                    <a:pt x="554100" y="155763"/>
                    <a:pt x="542698" y="166846"/>
                    <a:pt x="516502" y="166846"/>
                  </a:cubicBezTo>
                  <a:lnTo>
                    <a:pt x="205861" y="166846"/>
                  </a:lnTo>
                  <a:lnTo>
                    <a:pt x="205861" y="440029"/>
                  </a:lnTo>
                  <a:lnTo>
                    <a:pt x="491848" y="440029"/>
                  </a:lnTo>
                  <a:cubicBezTo>
                    <a:pt x="519585" y="440029"/>
                    <a:pt x="530987" y="449615"/>
                    <a:pt x="530987" y="475076"/>
                  </a:cubicBezTo>
                  <a:lnTo>
                    <a:pt x="530987" y="564041"/>
                  </a:lnTo>
                  <a:cubicBezTo>
                    <a:pt x="530987" y="589502"/>
                    <a:pt x="519585" y="600585"/>
                    <a:pt x="491848" y="600585"/>
                  </a:cubicBezTo>
                  <a:lnTo>
                    <a:pt x="205861" y="600585"/>
                  </a:lnTo>
                  <a:lnTo>
                    <a:pt x="205861" y="913608"/>
                  </a:lnTo>
                  <a:lnTo>
                    <a:pt x="529445" y="913608"/>
                  </a:lnTo>
                  <a:cubicBezTo>
                    <a:pt x="557181" y="913608"/>
                    <a:pt x="568584" y="923193"/>
                    <a:pt x="568584" y="948655"/>
                  </a:cubicBezTo>
                  <a:lnTo>
                    <a:pt x="568584" y="1043909"/>
                  </a:lnTo>
                  <a:cubicBezTo>
                    <a:pt x="568584" y="1070868"/>
                    <a:pt x="557181" y="1080454"/>
                    <a:pt x="529445" y="1080454"/>
                  </a:cubicBezTo>
                  <a:lnTo>
                    <a:pt x="37290" y="1080454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7" name="手繪多邊形: 圖案 586">
              <a:extLst>
                <a:ext uri="{FF2B5EF4-FFF2-40B4-BE49-F238E27FC236}">
                  <a16:creationId xmlns:a16="http://schemas.microsoft.com/office/drawing/2014/main" id="{1EF7D0C4-27F2-BDD2-82E2-082503E4F558}"/>
                </a:ext>
              </a:extLst>
            </p:cNvPr>
            <p:cNvSpPr/>
            <p:nvPr/>
          </p:nvSpPr>
          <p:spPr>
            <a:xfrm>
              <a:off x="-15672014" y="26325335"/>
              <a:ext cx="694934" cy="1080453"/>
            </a:xfrm>
            <a:custGeom>
              <a:avLst/>
              <a:gdLst>
                <a:gd name="connsiteX0" fmla="*/ 694935 w 694934"/>
                <a:gd name="connsiteY0" fmla="*/ 1042412 h 1080453"/>
                <a:gd name="connsiteX1" fmla="*/ 658879 w 694934"/>
                <a:gd name="connsiteY1" fmla="*/ 1080454 h 1080453"/>
                <a:gd name="connsiteX2" fmla="*/ 537766 w 694934"/>
                <a:gd name="connsiteY2" fmla="*/ 1080454 h 1080453"/>
                <a:gd name="connsiteX3" fmla="*/ 500168 w 694934"/>
                <a:gd name="connsiteY3" fmla="*/ 1058288 h 1080453"/>
                <a:gd name="connsiteX4" fmla="*/ 241919 w 694934"/>
                <a:gd name="connsiteY4" fmla="*/ 537082 h 1080453"/>
                <a:gd name="connsiteX5" fmla="*/ 189529 w 694934"/>
                <a:gd name="connsiteY5" fmla="*/ 416366 h 1080453"/>
                <a:gd name="connsiteX6" fmla="*/ 189529 w 694934"/>
                <a:gd name="connsiteY6" fmla="*/ 1042412 h 1080453"/>
                <a:gd name="connsiteX7" fmla="*/ 153471 w 694934"/>
                <a:gd name="connsiteY7" fmla="*/ 1080454 h 1080453"/>
                <a:gd name="connsiteX8" fmla="*/ 39139 w 694934"/>
                <a:gd name="connsiteY8" fmla="*/ 1080454 h 1080453"/>
                <a:gd name="connsiteX9" fmla="*/ 0 w 694934"/>
                <a:gd name="connsiteY9" fmla="*/ 1042412 h 1080453"/>
                <a:gd name="connsiteX10" fmla="*/ 0 w 694934"/>
                <a:gd name="connsiteY10" fmla="*/ 38043 h 1080453"/>
                <a:gd name="connsiteX11" fmla="*/ 39139 w 694934"/>
                <a:gd name="connsiteY11" fmla="*/ 0 h 1080453"/>
                <a:gd name="connsiteX12" fmla="*/ 161792 w 694934"/>
                <a:gd name="connsiteY12" fmla="*/ 0 h 1080453"/>
                <a:gd name="connsiteX13" fmla="*/ 195999 w 694934"/>
                <a:gd name="connsiteY13" fmla="*/ 20669 h 1080453"/>
                <a:gd name="connsiteX14" fmla="*/ 462571 w 694934"/>
                <a:gd name="connsiteY14" fmla="*/ 552958 h 1080453"/>
                <a:gd name="connsiteX15" fmla="*/ 506640 w 694934"/>
                <a:gd name="connsiteY15" fmla="*/ 661093 h 1080453"/>
                <a:gd name="connsiteX16" fmla="*/ 506640 w 694934"/>
                <a:gd name="connsiteY16" fmla="*/ 38043 h 1080453"/>
                <a:gd name="connsiteX17" fmla="*/ 544239 w 694934"/>
                <a:gd name="connsiteY17" fmla="*/ 0 h 1080453"/>
                <a:gd name="connsiteX18" fmla="*/ 658570 w 694934"/>
                <a:gd name="connsiteY18" fmla="*/ 0 h 1080453"/>
                <a:gd name="connsiteX19" fmla="*/ 694628 w 694934"/>
                <a:gd name="connsiteY19" fmla="*/ 38043 h 1080453"/>
                <a:gd name="connsiteX20" fmla="*/ 694628 w 694934"/>
                <a:gd name="connsiteY20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3">
                  <a:moveTo>
                    <a:pt x="694935" y="1042412"/>
                  </a:moveTo>
                  <a:cubicBezTo>
                    <a:pt x="694935" y="1069371"/>
                    <a:pt x="686615" y="1080454"/>
                    <a:pt x="658879" y="1080454"/>
                  </a:cubicBezTo>
                  <a:lnTo>
                    <a:pt x="537766" y="1080454"/>
                  </a:lnTo>
                  <a:cubicBezTo>
                    <a:pt x="516502" y="1080454"/>
                    <a:pt x="508489" y="1074163"/>
                    <a:pt x="500168" y="1058288"/>
                  </a:cubicBezTo>
                  <a:lnTo>
                    <a:pt x="241919" y="537082"/>
                  </a:lnTo>
                  <a:cubicBezTo>
                    <a:pt x="222195" y="499040"/>
                    <a:pt x="202780" y="455905"/>
                    <a:pt x="189529" y="416366"/>
                  </a:cubicBezTo>
                  <a:lnTo>
                    <a:pt x="189529" y="1042412"/>
                  </a:lnTo>
                  <a:cubicBezTo>
                    <a:pt x="189529" y="1069371"/>
                    <a:pt x="179667" y="1080454"/>
                    <a:pt x="153471" y="1080454"/>
                  </a:cubicBezTo>
                  <a:lnTo>
                    <a:pt x="39139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9" y="0"/>
                  </a:cubicBezTo>
                  <a:lnTo>
                    <a:pt x="161792" y="0"/>
                  </a:lnTo>
                  <a:cubicBezTo>
                    <a:pt x="179667" y="0"/>
                    <a:pt x="187988" y="6291"/>
                    <a:pt x="195999" y="20669"/>
                  </a:cubicBezTo>
                  <a:lnTo>
                    <a:pt x="462571" y="552958"/>
                  </a:lnTo>
                  <a:cubicBezTo>
                    <a:pt x="478906" y="584709"/>
                    <a:pt x="495238" y="627544"/>
                    <a:pt x="506640" y="661093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9" y="0"/>
                  </a:cubicBezTo>
                  <a:lnTo>
                    <a:pt x="658570" y="0"/>
                  </a:lnTo>
                  <a:cubicBezTo>
                    <a:pt x="686307" y="0"/>
                    <a:pt x="694628" y="11084"/>
                    <a:pt x="694628" y="38043"/>
                  </a:cubicBezTo>
                  <a:lnTo>
                    <a:pt x="694628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8" name="手繪多邊形: 圖案 587">
              <a:extLst>
                <a:ext uri="{FF2B5EF4-FFF2-40B4-BE49-F238E27FC236}">
                  <a16:creationId xmlns:a16="http://schemas.microsoft.com/office/drawing/2014/main" id="{EE1AED78-8736-7163-8F94-435D16FEB275}"/>
                </a:ext>
              </a:extLst>
            </p:cNvPr>
            <p:cNvSpPr/>
            <p:nvPr/>
          </p:nvSpPr>
          <p:spPr>
            <a:xfrm>
              <a:off x="-13423875" y="26325335"/>
              <a:ext cx="693394" cy="1080453"/>
            </a:xfrm>
            <a:custGeom>
              <a:avLst/>
              <a:gdLst>
                <a:gd name="connsiteX0" fmla="*/ 32667 w 693394"/>
                <a:gd name="connsiteY0" fmla="*/ 1080454 h 1080453"/>
                <a:gd name="connsiteX1" fmla="*/ 0 w 693394"/>
                <a:gd name="connsiteY1" fmla="*/ 1042412 h 1080453"/>
                <a:gd name="connsiteX2" fmla="*/ 0 w 693394"/>
                <a:gd name="connsiteY2" fmla="*/ 38043 h 1080453"/>
                <a:gd name="connsiteX3" fmla="*/ 37596 w 693394"/>
                <a:gd name="connsiteY3" fmla="*/ 0 h 1080453"/>
                <a:gd name="connsiteX4" fmla="*/ 346697 w 693394"/>
                <a:gd name="connsiteY4" fmla="*/ 0 h 1080453"/>
                <a:gd name="connsiteX5" fmla="*/ 693394 w 693394"/>
                <a:gd name="connsiteY5" fmla="*/ 244727 h 1080453"/>
                <a:gd name="connsiteX6" fmla="*/ 693394 w 693394"/>
                <a:gd name="connsiteY6" fmla="*/ 835727 h 1080453"/>
                <a:gd name="connsiteX7" fmla="*/ 346697 w 693394"/>
                <a:gd name="connsiteY7" fmla="*/ 1080454 h 1080453"/>
                <a:gd name="connsiteX8" fmla="*/ 32667 w 693394"/>
                <a:gd name="connsiteY8" fmla="*/ 1080454 h 1080453"/>
                <a:gd name="connsiteX9" fmla="*/ 206169 w 693394"/>
                <a:gd name="connsiteY9" fmla="*/ 166846 h 1080453"/>
                <a:gd name="connsiteX10" fmla="*/ 206169 w 693394"/>
                <a:gd name="connsiteY10" fmla="*/ 913608 h 1080453"/>
                <a:gd name="connsiteX11" fmla="*/ 345157 w 693394"/>
                <a:gd name="connsiteY11" fmla="*/ 913608 h 1080453"/>
                <a:gd name="connsiteX12" fmla="*/ 489074 w 693394"/>
                <a:gd name="connsiteY12" fmla="*/ 811763 h 1080453"/>
                <a:gd name="connsiteX13" fmla="*/ 489074 w 693394"/>
                <a:gd name="connsiteY13" fmla="*/ 268392 h 1080453"/>
                <a:gd name="connsiteX14" fmla="*/ 345157 w 693394"/>
                <a:gd name="connsiteY14" fmla="*/ 166547 h 1080453"/>
                <a:gd name="connsiteX15" fmla="*/ 206169 w 693394"/>
                <a:gd name="connsiteY15" fmla="*/ 166547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394" h="1080453">
                  <a:moveTo>
                    <a:pt x="32667" y="1080454"/>
                  </a:moveTo>
                  <a:cubicBezTo>
                    <a:pt x="9862" y="1080454"/>
                    <a:pt x="0" y="1067873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346697" y="0"/>
                  </a:lnTo>
                  <a:cubicBezTo>
                    <a:pt x="604948" y="0"/>
                    <a:pt x="693394" y="117721"/>
                    <a:pt x="693394" y="244727"/>
                  </a:cubicBezTo>
                  <a:lnTo>
                    <a:pt x="693394" y="835727"/>
                  </a:lnTo>
                  <a:cubicBezTo>
                    <a:pt x="693394" y="962733"/>
                    <a:pt x="605257" y="1080454"/>
                    <a:pt x="346697" y="1080454"/>
                  </a:cubicBezTo>
                  <a:lnTo>
                    <a:pt x="32667" y="1080454"/>
                  </a:lnTo>
                  <a:close/>
                  <a:moveTo>
                    <a:pt x="206169" y="166846"/>
                  </a:moveTo>
                  <a:lnTo>
                    <a:pt x="206169" y="913608"/>
                  </a:lnTo>
                  <a:lnTo>
                    <a:pt x="345157" y="913608"/>
                  </a:lnTo>
                  <a:cubicBezTo>
                    <a:pt x="436684" y="913608"/>
                    <a:pt x="489074" y="878562"/>
                    <a:pt x="489074" y="811763"/>
                  </a:cubicBezTo>
                  <a:lnTo>
                    <a:pt x="489074" y="268392"/>
                  </a:lnTo>
                  <a:cubicBezTo>
                    <a:pt x="489074" y="201593"/>
                    <a:pt x="436684" y="166547"/>
                    <a:pt x="345157" y="166547"/>
                  </a:cubicBezTo>
                  <a:lnTo>
                    <a:pt x="206169" y="16654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89" name="手繪多邊形: 圖案 588">
              <a:extLst>
                <a:ext uri="{FF2B5EF4-FFF2-40B4-BE49-F238E27FC236}">
                  <a16:creationId xmlns:a16="http://schemas.microsoft.com/office/drawing/2014/main" id="{C65D681B-5346-5173-6F5F-52FC6E7FA7B7}"/>
                </a:ext>
              </a:extLst>
            </p:cNvPr>
            <p:cNvSpPr/>
            <p:nvPr/>
          </p:nvSpPr>
          <p:spPr>
            <a:xfrm>
              <a:off x="-12009658" y="26325335"/>
              <a:ext cx="568583" cy="1080453"/>
            </a:xfrm>
            <a:custGeom>
              <a:avLst/>
              <a:gdLst>
                <a:gd name="connsiteX0" fmla="*/ 37596 w 568583"/>
                <a:gd name="connsiteY0" fmla="*/ 1080454 h 1080453"/>
                <a:gd name="connsiteX1" fmla="*/ 0 w 568583"/>
                <a:gd name="connsiteY1" fmla="*/ 1042412 h 1080453"/>
                <a:gd name="connsiteX2" fmla="*/ 0 w 568583"/>
                <a:gd name="connsiteY2" fmla="*/ 38043 h 1080453"/>
                <a:gd name="connsiteX3" fmla="*/ 37596 w 568583"/>
                <a:gd name="connsiteY3" fmla="*/ 0 h 1080453"/>
                <a:gd name="connsiteX4" fmla="*/ 516502 w 568583"/>
                <a:gd name="connsiteY4" fmla="*/ 0 h 1080453"/>
                <a:gd name="connsiteX5" fmla="*/ 554099 w 568583"/>
                <a:gd name="connsiteY5" fmla="*/ 35047 h 1080453"/>
                <a:gd name="connsiteX6" fmla="*/ 554099 w 568583"/>
                <a:gd name="connsiteY6" fmla="*/ 130302 h 1080453"/>
                <a:gd name="connsiteX7" fmla="*/ 516502 w 568583"/>
                <a:gd name="connsiteY7" fmla="*/ 166846 h 1080453"/>
                <a:gd name="connsiteX8" fmla="*/ 205861 w 568583"/>
                <a:gd name="connsiteY8" fmla="*/ 166846 h 1080453"/>
                <a:gd name="connsiteX9" fmla="*/ 205861 w 568583"/>
                <a:gd name="connsiteY9" fmla="*/ 440029 h 1080453"/>
                <a:gd name="connsiteX10" fmla="*/ 491847 w 568583"/>
                <a:gd name="connsiteY10" fmla="*/ 440029 h 1080453"/>
                <a:gd name="connsiteX11" fmla="*/ 530985 w 568583"/>
                <a:gd name="connsiteY11" fmla="*/ 475076 h 1080453"/>
                <a:gd name="connsiteX12" fmla="*/ 530985 w 568583"/>
                <a:gd name="connsiteY12" fmla="*/ 564041 h 1080453"/>
                <a:gd name="connsiteX13" fmla="*/ 491847 w 568583"/>
                <a:gd name="connsiteY13" fmla="*/ 600585 h 1080453"/>
                <a:gd name="connsiteX14" fmla="*/ 205861 w 568583"/>
                <a:gd name="connsiteY14" fmla="*/ 600585 h 1080453"/>
                <a:gd name="connsiteX15" fmla="*/ 205861 w 568583"/>
                <a:gd name="connsiteY15" fmla="*/ 913608 h 1080453"/>
                <a:gd name="connsiteX16" fmla="*/ 529445 w 568583"/>
                <a:gd name="connsiteY16" fmla="*/ 913608 h 1080453"/>
                <a:gd name="connsiteX17" fmla="*/ 568584 w 568583"/>
                <a:gd name="connsiteY17" fmla="*/ 948655 h 1080453"/>
                <a:gd name="connsiteX18" fmla="*/ 568584 w 568583"/>
                <a:gd name="connsiteY18" fmla="*/ 1043909 h 1080453"/>
                <a:gd name="connsiteX19" fmla="*/ 529445 w 568583"/>
                <a:gd name="connsiteY19" fmla="*/ 1080454 h 1080453"/>
                <a:gd name="connsiteX20" fmla="*/ 37288 w 568583"/>
                <a:gd name="connsiteY20" fmla="*/ 1080454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83" h="1080453">
                  <a:moveTo>
                    <a:pt x="37596" y="1080454"/>
                  </a:move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516502" y="0"/>
                  </a:lnTo>
                  <a:cubicBezTo>
                    <a:pt x="542696" y="0"/>
                    <a:pt x="554099" y="9586"/>
                    <a:pt x="554099" y="35047"/>
                  </a:cubicBezTo>
                  <a:lnTo>
                    <a:pt x="554099" y="130302"/>
                  </a:lnTo>
                  <a:cubicBezTo>
                    <a:pt x="554099" y="155763"/>
                    <a:pt x="542696" y="166846"/>
                    <a:pt x="516502" y="166846"/>
                  </a:cubicBezTo>
                  <a:lnTo>
                    <a:pt x="205861" y="166846"/>
                  </a:lnTo>
                  <a:lnTo>
                    <a:pt x="205861" y="440029"/>
                  </a:lnTo>
                  <a:lnTo>
                    <a:pt x="491847" y="440029"/>
                  </a:lnTo>
                  <a:cubicBezTo>
                    <a:pt x="519583" y="440029"/>
                    <a:pt x="530985" y="449615"/>
                    <a:pt x="530985" y="475076"/>
                  </a:cubicBezTo>
                  <a:lnTo>
                    <a:pt x="530985" y="564041"/>
                  </a:lnTo>
                  <a:cubicBezTo>
                    <a:pt x="530985" y="589502"/>
                    <a:pt x="519583" y="600585"/>
                    <a:pt x="491847" y="600585"/>
                  </a:cubicBezTo>
                  <a:lnTo>
                    <a:pt x="205861" y="600585"/>
                  </a:lnTo>
                  <a:lnTo>
                    <a:pt x="205861" y="913608"/>
                  </a:lnTo>
                  <a:lnTo>
                    <a:pt x="529445" y="913608"/>
                  </a:lnTo>
                  <a:cubicBezTo>
                    <a:pt x="557180" y="913608"/>
                    <a:pt x="568584" y="923193"/>
                    <a:pt x="568584" y="948655"/>
                  </a:cubicBezTo>
                  <a:lnTo>
                    <a:pt x="568584" y="1043909"/>
                  </a:lnTo>
                  <a:cubicBezTo>
                    <a:pt x="568584" y="1070868"/>
                    <a:pt x="557180" y="1080454"/>
                    <a:pt x="529445" y="1080454"/>
                  </a:cubicBezTo>
                  <a:lnTo>
                    <a:pt x="37288" y="1080454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0" name="手繪多邊形: 圖案 589">
              <a:extLst>
                <a:ext uri="{FF2B5EF4-FFF2-40B4-BE49-F238E27FC236}">
                  <a16:creationId xmlns:a16="http://schemas.microsoft.com/office/drawing/2014/main" id="{EE0DD7D1-B718-AF1F-6CCF-209967D91273}"/>
                </a:ext>
              </a:extLst>
            </p:cNvPr>
            <p:cNvSpPr/>
            <p:nvPr/>
          </p:nvSpPr>
          <p:spPr>
            <a:xfrm>
              <a:off x="-10747680" y="26325335"/>
              <a:ext cx="694934" cy="1080453"/>
            </a:xfrm>
            <a:custGeom>
              <a:avLst/>
              <a:gdLst>
                <a:gd name="connsiteX0" fmla="*/ 694935 w 694934"/>
                <a:gd name="connsiteY0" fmla="*/ 1042412 h 1080453"/>
                <a:gd name="connsiteX1" fmla="*/ 658877 w 694934"/>
                <a:gd name="connsiteY1" fmla="*/ 1080454 h 1080453"/>
                <a:gd name="connsiteX2" fmla="*/ 537764 w 694934"/>
                <a:gd name="connsiteY2" fmla="*/ 1080454 h 1080453"/>
                <a:gd name="connsiteX3" fmla="*/ 500168 w 694934"/>
                <a:gd name="connsiteY3" fmla="*/ 1058288 h 1080453"/>
                <a:gd name="connsiteX4" fmla="*/ 241917 w 694934"/>
                <a:gd name="connsiteY4" fmla="*/ 537082 h 1080453"/>
                <a:gd name="connsiteX5" fmla="*/ 189527 w 694934"/>
                <a:gd name="connsiteY5" fmla="*/ 416366 h 1080453"/>
                <a:gd name="connsiteX6" fmla="*/ 189527 w 694934"/>
                <a:gd name="connsiteY6" fmla="*/ 1042412 h 1080453"/>
                <a:gd name="connsiteX7" fmla="*/ 153471 w 694934"/>
                <a:gd name="connsiteY7" fmla="*/ 1080454 h 1080453"/>
                <a:gd name="connsiteX8" fmla="*/ 39137 w 694934"/>
                <a:gd name="connsiteY8" fmla="*/ 1080454 h 1080453"/>
                <a:gd name="connsiteX9" fmla="*/ 0 w 694934"/>
                <a:gd name="connsiteY9" fmla="*/ 1042412 h 1080453"/>
                <a:gd name="connsiteX10" fmla="*/ 0 w 694934"/>
                <a:gd name="connsiteY10" fmla="*/ 38043 h 1080453"/>
                <a:gd name="connsiteX11" fmla="*/ 39137 w 694934"/>
                <a:gd name="connsiteY11" fmla="*/ 0 h 1080453"/>
                <a:gd name="connsiteX12" fmla="*/ 161792 w 694934"/>
                <a:gd name="connsiteY12" fmla="*/ 0 h 1080453"/>
                <a:gd name="connsiteX13" fmla="*/ 195999 w 694934"/>
                <a:gd name="connsiteY13" fmla="*/ 20669 h 1080453"/>
                <a:gd name="connsiteX14" fmla="*/ 462570 w 694934"/>
                <a:gd name="connsiteY14" fmla="*/ 552958 h 1080453"/>
                <a:gd name="connsiteX15" fmla="*/ 506638 w 694934"/>
                <a:gd name="connsiteY15" fmla="*/ 661093 h 1080453"/>
                <a:gd name="connsiteX16" fmla="*/ 506638 w 694934"/>
                <a:gd name="connsiteY16" fmla="*/ 38043 h 1080453"/>
                <a:gd name="connsiteX17" fmla="*/ 544237 w 694934"/>
                <a:gd name="connsiteY17" fmla="*/ 0 h 1080453"/>
                <a:gd name="connsiteX18" fmla="*/ 658570 w 694934"/>
                <a:gd name="connsiteY18" fmla="*/ 0 h 1080453"/>
                <a:gd name="connsiteX19" fmla="*/ 694626 w 694934"/>
                <a:gd name="connsiteY19" fmla="*/ 38043 h 1080453"/>
                <a:gd name="connsiteX20" fmla="*/ 694626 w 694934"/>
                <a:gd name="connsiteY20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3">
                  <a:moveTo>
                    <a:pt x="694935" y="1042412"/>
                  </a:moveTo>
                  <a:cubicBezTo>
                    <a:pt x="694935" y="1069371"/>
                    <a:pt x="686614" y="1080454"/>
                    <a:pt x="658877" y="1080454"/>
                  </a:cubicBezTo>
                  <a:lnTo>
                    <a:pt x="537764" y="1080454"/>
                  </a:lnTo>
                  <a:cubicBezTo>
                    <a:pt x="516500" y="1080454"/>
                    <a:pt x="508489" y="1074163"/>
                    <a:pt x="500168" y="1058288"/>
                  </a:cubicBezTo>
                  <a:lnTo>
                    <a:pt x="241917" y="537082"/>
                  </a:lnTo>
                  <a:cubicBezTo>
                    <a:pt x="222193" y="499040"/>
                    <a:pt x="202778" y="455905"/>
                    <a:pt x="189527" y="416366"/>
                  </a:cubicBezTo>
                  <a:lnTo>
                    <a:pt x="189527" y="1042412"/>
                  </a:lnTo>
                  <a:cubicBezTo>
                    <a:pt x="189527" y="1069371"/>
                    <a:pt x="179665" y="1080454"/>
                    <a:pt x="153471" y="1080454"/>
                  </a:cubicBezTo>
                  <a:lnTo>
                    <a:pt x="39137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7" y="0"/>
                  </a:cubicBezTo>
                  <a:lnTo>
                    <a:pt x="161792" y="0"/>
                  </a:lnTo>
                  <a:cubicBezTo>
                    <a:pt x="179665" y="0"/>
                    <a:pt x="187986" y="6291"/>
                    <a:pt x="195999" y="20669"/>
                  </a:cubicBezTo>
                  <a:lnTo>
                    <a:pt x="462570" y="552958"/>
                  </a:lnTo>
                  <a:cubicBezTo>
                    <a:pt x="478904" y="584709"/>
                    <a:pt x="495236" y="627544"/>
                    <a:pt x="506638" y="661093"/>
                  </a:cubicBezTo>
                  <a:lnTo>
                    <a:pt x="506638" y="38043"/>
                  </a:lnTo>
                  <a:cubicBezTo>
                    <a:pt x="506638" y="11084"/>
                    <a:pt x="518043" y="0"/>
                    <a:pt x="544237" y="0"/>
                  </a:cubicBezTo>
                  <a:lnTo>
                    <a:pt x="658570" y="0"/>
                  </a:lnTo>
                  <a:cubicBezTo>
                    <a:pt x="686305" y="0"/>
                    <a:pt x="694626" y="11084"/>
                    <a:pt x="694626" y="38043"/>
                  </a:cubicBezTo>
                  <a:lnTo>
                    <a:pt x="694626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1" name="手繪多邊形: 圖案 590">
              <a:extLst>
                <a:ext uri="{FF2B5EF4-FFF2-40B4-BE49-F238E27FC236}">
                  <a16:creationId xmlns:a16="http://schemas.microsoft.com/office/drawing/2014/main" id="{25F58EF1-F9C2-A2FF-1884-44FFB3FE6497}"/>
                </a:ext>
              </a:extLst>
            </p:cNvPr>
            <p:cNvSpPr/>
            <p:nvPr/>
          </p:nvSpPr>
          <p:spPr>
            <a:xfrm>
              <a:off x="-9395408" y="26325335"/>
              <a:ext cx="663810" cy="1080453"/>
            </a:xfrm>
            <a:custGeom>
              <a:avLst/>
              <a:gdLst>
                <a:gd name="connsiteX0" fmla="*/ 626212 w 663810"/>
                <a:gd name="connsiteY0" fmla="*/ 0 h 1080453"/>
                <a:gd name="connsiteX1" fmla="*/ 663811 w 663810"/>
                <a:gd name="connsiteY1" fmla="*/ 35047 h 1080453"/>
                <a:gd name="connsiteX2" fmla="*/ 663811 w 663810"/>
                <a:gd name="connsiteY2" fmla="*/ 130302 h 1080453"/>
                <a:gd name="connsiteX3" fmla="*/ 626212 w 663810"/>
                <a:gd name="connsiteY3" fmla="*/ 166846 h 1080453"/>
                <a:gd name="connsiteX4" fmla="*/ 434837 w 663810"/>
                <a:gd name="connsiteY4" fmla="*/ 166846 h 1080453"/>
                <a:gd name="connsiteX5" fmla="*/ 434837 w 663810"/>
                <a:gd name="connsiteY5" fmla="*/ 1042412 h 1080453"/>
                <a:gd name="connsiteX6" fmla="*/ 398779 w 663810"/>
                <a:gd name="connsiteY6" fmla="*/ 1080454 h 1080453"/>
                <a:gd name="connsiteX7" fmla="*/ 268113 w 663810"/>
                <a:gd name="connsiteY7" fmla="*/ 1080454 h 1080453"/>
                <a:gd name="connsiteX8" fmla="*/ 230516 w 663810"/>
                <a:gd name="connsiteY8" fmla="*/ 1042412 h 1080453"/>
                <a:gd name="connsiteX9" fmla="*/ 230516 w 663810"/>
                <a:gd name="connsiteY9" fmla="*/ 166846 h 1080453"/>
                <a:gd name="connsiteX10" fmla="*/ 39139 w 663810"/>
                <a:gd name="connsiteY10" fmla="*/ 166846 h 1080453"/>
                <a:gd name="connsiteX11" fmla="*/ 0 w 663810"/>
                <a:gd name="connsiteY11" fmla="*/ 130302 h 1080453"/>
                <a:gd name="connsiteX12" fmla="*/ 0 w 663810"/>
                <a:gd name="connsiteY12" fmla="*/ 35047 h 1080453"/>
                <a:gd name="connsiteX13" fmla="*/ 39139 w 663810"/>
                <a:gd name="connsiteY13" fmla="*/ 0 h 1080453"/>
                <a:gd name="connsiteX14" fmla="*/ 626212 w 663810"/>
                <a:gd name="connsiteY14" fmla="*/ 0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3810" h="1080453">
                  <a:moveTo>
                    <a:pt x="626212" y="0"/>
                  </a:moveTo>
                  <a:cubicBezTo>
                    <a:pt x="652408" y="0"/>
                    <a:pt x="663811" y="9586"/>
                    <a:pt x="663811" y="35047"/>
                  </a:cubicBezTo>
                  <a:lnTo>
                    <a:pt x="663811" y="130302"/>
                  </a:lnTo>
                  <a:cubicBezTo>
                    <a:pt x="663811" y="155763"/>
                    <a:pt x="652408" y="166846"/>
                    <a:pt x="626212" y="166846"/>
                  </a:cubicBezTo>
                  <a:lnTo>
                    <a:pt x="434837" y="166846"/>
                  </a:lnTo>
                  <a:lnTo>
                    <a:pt x="434837" y="1042412"/>
                  </a:lnTo>
                  <a:cubicBezTo>
                    <a:pt x="434837" y="1069371"/>
                    <a:pt x="424975" y="1080454"/>
                    <a:pt x="398779" y="1080454"/>
                  </a:cubicBezTo>
                  <a:lnTo>
                    <a:pt x="268113" y="1080454"/>
                  </a:lnTo>
                  <a:cubicBezTo>
                    <a:pt x="240378" y="1080454"/>
                    <a:pt x="230516" y="1069371"/>
                    <a:pt x="230516" y="1042412"/>
                  </a:cubicBezTo>
                  <a:lnTo>
                    <a:pt x="230516" y="166846"/>
                  </a:lnTo>
                  <a:lnTo>
                    <a:pt x="39139" y="166846"/>
                  </a:lnTo>
                  <a:cubicBezTo>
                    <a:pt x="11404" y="166846"/>
                    <a:pt x="0" y="155763"/>
                    <a:pt x="0" y="130302"/>
                  </a:cubicBezTo>
                  <a:lnTo>
                    <a:pt x="0" y="35047"/>
                  </a:lnTo>
                  <a:cubicBezTo>
                    <a:pt x="0" y="9586"/>
                    <a:pt x="11404" y="0"/>
                    <a:pt x="39139" y="0"/>
                  </a:cubicBezTo>
                  <a:lnTo>
                    <a:pt x="626212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2" name="手繪多邊形: 圖案 591">
              <a:extLst>
                <a:ext uri="{FF2B5EF4-FFF2-40B4-BE49-F238E27FC236}">
                  <a16:creationId xmlns:a16="http://schemas.microsoft.com/office/drawing/2014/main" id="{DA2BAA1C-571F-6B71-B9D3-6B20D9FB5DFB}"/>
                </a:ext>
              </a:extLst>
            </p:cNvPr>
            <p:cNvSpPr/>
            <p:nvPr/>
          </p:nvSpPr>
          <p:spPr>
            <a:xfrm>
              <a:off x="-8223496" y="26325335"/>
              <a:ext cx="759395" cy="1080453"/>
            </a:xfrm>
            <a:custGeom>
              <a:avLst/>
              <a:gdLst>
                <a:gd name="connsiteX0" fmla="*/ 448167 w 759395"/>
                <a:gd name="connsiteY0" fmla="*/ 0 h 1080453"/>
                <a:gd name="connsiteX1" fmla="*/ 495625 w 759395"/>
                <a:gd name="connsiteY1" fmla="*/ 38043 h 1080453"/>
                <a:gd name="connsiteX2" fmla="*/ 757266 w 759395"/>
                <a:gd name="connsiteY2" fmla="*/ 1042412 h 1080453"/>
                <a:gd name="connsiteX3" fmla="*/ 729530 w 759395"/>
                <a:gd name="connsiteY3" fmla="*/ 1080454 h 1080453"/>
                <a:gd name="connsiteX4" fmla="*/ 597015 w 759395"/>
                <a:gd name="connsiteY4" fmla="*/ 1080454 h 1080453"/>
                <a:gd name="connsiteX5" fmla="*/ 551097 w 759395"/>
                <a:gd name="connsiteY5" fmla="*/ 1042412 h 1080453"/>
                <a:gd name="connsiteX6" fmla="*/ 500556 w 759395"/>
                <a:gd name="connsiteY6" fmla="*/ 835727 h 1080453"/>
                <a:gd name="connsiteX7" fmla="*/ 248777 w 759395"/>
                <a:gd name="connsiteY7" fmla="*/ 835727 h 1080453"/>
                <a:gd name="connsiteX8" fmla="*/ 198236 w 759395"/>
                <a:gd name="connsiteY8" fmla="*/ 1042412 h 1080453"/>
                <a:gd name="connsiteX9" fmla="*/ 154167 w 759395"/>
                <a:gd name="connsiteY9" fmla="*/ 1080454 h 1080453"/>
                <a:gd name="connsiteX10" fmla="*/ 31513 w 759395"/>
                <a:gd name="connsiteY10" fmla="*/ 1080454 h 1080453"/>
                <a:gd name="connsiteX11" fmla="*/ 2237 w 759395"/>
                <a:gd name="connsiteY11" fmla="*/ 1042412 h 1080453"/>
                <a:gd name="connsiteX12" fmla="*/ 265418 w 759395"/>
                <a:gd name="connsiteY12" fmla="*/ 38043 h 1080453"/>
                <a:gd name="connsiteX13" fmla="*/ 312877 w 759395"/>
                <a:gd name="connsiteY13" fmla="*/ 0 h 1080453"/>
                <a:gd name="connsiteX14" fmla="*/ 448474 w 759395"/>
                <a:gd name="connsiteY14" fmla="*/ 0 h 1080453"/>
                <a:gd name="connsiteX15" fmla="*/ 415500 w 759395"/>
                <a:gd name="connsiteY15" fmla="*/ 484662 h 1080453"/>
                <a:gd name="connsiteX16" fmla="*/ 376361 w 759395"/>
                <a:gd name="connsiteY16" fmla="*/ 233644 h 1080453"/>
                <a:gd name="connsiteX17" fmla="*/ 335374 w 759395"/>
                <a:gd name="connsiteY17" fmla="*/ 484662 h 1080453"/>
                <a:gd name="connsiteX18" fmla="*/ 286375 w 759395"/>
                <a:gd name="connsiteY18" fmla="*/ 676968 h 1080453"/>
                <a:gd name="connsiteX19" fmla="*/ 462958 w 759395"/>
                <a:gd name="connsiteY19" fmla="*/ 676968 h 1080453"/>
                <a:gd name="connsiteX20" fmla="*/ 415500 w 759395"/>
                <a:gd name="connsiteY20" fmla="*/ 48466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95" h="1080453">
                  <a:moveTo>
                    <a:pt x="448167" y="0"/>
                  </a:moveTo>
                  <a:cubicBezTo>
                    <a:pt x="474361" y="0"/>
                    <a:pt x="489153" y="12581"/>
                    <a:pt x="495625" y="38043"/>
                  </a:cubicBezTo>
                  <a:lnTo>
                    <a:pt x="757266" y="1042412"/>
                  </a:lnTo>
                  <a:cubicBezTo>
                    <a:pt x="763738" y="1067873"/>
                    <a:pt x="755725" y="1080454"/>
                    <a:pt x="729530" y="1080454"/>
                  </a:cubicBezTo>
                  <a:lnTo>
                    <a:pt x="597015" y="1080454"/>
                  </a:lnTo>
                  <a:cubicBezTo>
                    <a:pt x="569279" y="1080454"/>
                    <a:pt x="557877" y="1066076"/>
                    <a:pt x="551097" y="1042412"/>
                  </a:cubicBezTo>
                  <a:lnTo>
                    <a:pt x="500556" y="835727"/>
                  </a:lnTo>
                  <a:lnTo>
                    <a:pt x="248777" y="835727"/>
                  </a:lnTo>
                  <a:lnTo>
                    <a:pt x="198236" y="1042412"/>
                  </a:lnTo>
                  <a:cubicBezTo>
                    <a:pt x="191764" y="1066375"/>
                    <a:pt x="180362" y="1080454"/>
                    <a:pt x="154167" y="1080454"/>
                  </a:cubicBezTo>
                  <a:lnTo>
                    <a:pt x="31513" y="1080454"/>
                  </a:lnTo>
                  <a:cubicBezTo>
                    <a:pt x="3777" y="1080454"/>
                    <a:pt x="-4544" y="1067873"/>
                    <a:pt x="2237" y="1042412"/>
                  </a:cubicBezTo>
                  <a:lnTo>
                    <a:pt x="265418" y="38043"/>
                  </a:lnTo>
                  <a:cubicBezTo>
                    <a:pt x="271890" y="12581"/>
                    <a:pt x="286682" y="0"/>
                    <a:pt x="312877" y="0"/>
                  </a:cubicBezTo>
                  <a:lnTo>
                    <a:pt x="448474" y="0"/>
                  </a:lnTo>
                  <a:close/>
                  <a:moveTo>
                    <a:pt x="415500" y="484662"/>
                  </a:moveTo>
                  <a:cubicBezTo>
                    <a:pt x="399167" y="421159"/>
                    <a:pt x="379443" y="265396"/>
                    <a:pt x="376361" y="233644"/>
                  </a:cubicBezTo>
                  <a:cubicBezTo>
                    <a:pt x="371430" y="271686"/>
                    <a:pt x="351708" y="422656"/>
                    <a:pt x="335374" y="484662"/>
                  </a:cubicBezTo>
                  <a:lnTo>
                    <a:pt x="286375" y="676968"/>
                  </a:lnTo>
                  <a:lnTo>
                    <a:pt x="462958" y="676968"/>
                  </a:lnTo>
                  <a:lnTo>
                    <a:pt x="415500" y="4846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3" name="手繪多邊形: 圖案 592">
              <a:extLst>
                <a:ext uri="{FF2B5EF4-FFF2-40B4-BE49-F238E27FC236}">
                  <a16:creationId xmlns:a16="http://schemas.microsoft.com/office/drawing/2014/main" id="{36B69689-899A-4D59-07E6-72F4A7155DE0}"/>
                </a:ext>
              </a:extLst>
            </p:cNvPr>
            <p:cNvSpPr/>
            <p:nvPr/>
          </p:nvSpPr>
          <p:spPr>
            <a:xfrm>
              <a:off x="-6805810" y="26325335"/>
              <a:ext cx="542696" cy="1080453"/>
            </a:xfrm>
            <a:custGeom>
              <a:avLst/>
              <a:gdLst>
                <a:gd name="connsiteX0" fmla="*/ 205861 w 542696"/>
                <a:gd name="connsiteY0" fmla="*/ 913608 h 1080453"/>
                <a:gd name="connsiteX1" fmla="*/ 503558 w 542696"/>
                <a:gd name="connsiteY1" fmla="*/ 913608 h 1080453"/>
                <a:gd name="connsiteX2" fmla="*/ 542696 w 542696"/>
                <a:gd name="connsiteY2" fmla="*/ 948655 h 1080453"/>
                <a:gd name="connsiteX3" fmla="*/ 542696 w 542696"/>
                <a:gd name="connsiteY3" fmla="*/ 1043909 h 1080453"/>
                <a:gd name="connsiteX4" fmla="*/ 503558 w 542696"/>
                <a:gd name="connsiteY4" fmla="*/ 1080454 h 1080453"/>
                <a:gd name="connsiteX5" fmla="*/ 32667 w 542696"/>
                <a:gd name="connsiteY5" fmla="*/ 1080454 h 1080453"/>
                <a:gd name="connsiteX6" fmla="*/ 0 w 542696"/>
                <a:gd name="connsiteY6" fmla="*/ 1042412 h 1080453"/>
                <a:gd name="connsiteX7" fmla="*/ 0 w 542696"/>
                <a:gd name="connsiteY7" fmla="*/ 38043 h 1080453"/>
                <a:gd name="connsiteX8" fmla="*/ 37597 w 542696"/>
                <a:gd name="connsiteY8" fmla="*/ 0 h 1080453"/>
                <a:gd name="connsiteX9" fmla="*/ 170112 w 542696"/>
                <a:gd name="connsiteY9" fmla="*/ 0 h 1080453"/>
                <a:gd name="connsiteX10" fmla="*/ 206169 w 542696"/>
                <a:gd name="connsiteY10" fmla="*/ 38043 h 1080453"/>
                <a:gd name="connsiteX11" fmla="*/ 206169 w 542696"/>
                <a:gd name="connsiteY11" fmla="*/ 913608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96" h="1080453">
                  <a:moveTo>
                    <a:pt x="205861" y="913608"/>
                  </a:moveTo>
                  <a:lnTo>
                    <a:pt x="503558" y="913608"/>
                  </a:lnTo>
                  <a:cubicBezTo>
                    <a:pt x="529753" y="913608"/>
                    <a:pt x="542696" y="923193"/>
                    <a:pt x="542696" y="948655"/>
                  </a:cubicBezTo>
                  <a:lnTo>
                    <a:pt x="542696" y="1043909"/>
                  </a:lnTo>
                  <a:cubicBezTo>
                    <a:pt x="542696" y="1070868"/>
                    <a:pt x="529753" y="1080454"/>
                    <a:pt x="503558" y="1080454"/>
                  </a:cubicBezTo>
                  <a:lnTo>
                    <a:pt x="32667" y="1080454"/>
                  </a:lnTo>
                  <a:cubicBezTo>
                    <a:pt x="11402" y="1080454"/>
                    <a:pt x="0" y="1067873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91360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4" name="手繪多邊形: 圖案 593">
              <a:extLst>
                <a:ext uri="{FF2B5EF4-FFF2-40B4-BE49-F238E27FC236}">
                  <a16:creationId xmlns:a16="http://schemas.microsoft.com/office/drawing/2014/main" id="{40FE8942-3552-0FAD-620C-B2FF2A18BF70}"/>
                </a:ext>
              </a:extLst>
            </p:cNvPr>
            <p:cNvSpPr/>
            <p:nvPr/>
          </p:nvSpPr>
          <p:spPr>
            <a:xfrm>
              <a:off x="-4827633" y="26312755"/>
              <a:ext cx="668739" cy="1105913"/>
            </a:xfrm>
            <a:custGeom>
              <a:avLst/>
              <a:gdLst>
                <a:gd name="connsiteX0" fmla="*/ 668740 w 668739"/>
                <a:gd name="connsiteY0" fmla="*/ 861188 h 1105913"/>
                <a:gd name="connsiteX1" fmla="*/ 333446 w 668739"/>
                <a:gd name="connsiteY1" fmla="*/ 1105914 h 1105913"/>
                <a:gd name="connsiteX2" fmla="*/ 0 w 668739"/>
                <a:gd name="connsiteY2" fmla="*/ 861188 h 1105913"/>
                <a:gd name="connsiteX3" fmla="*/ 0 w 668739"/>
                <a:gd name="connsiteY3" fmla="*/ 244727 h 1105913"/>
                <a:gd name="connsiteX4" fmla="*/ 333446 w 668739"/>
                <a:gd name="connsiteY4" fmla="*/ 0 h 1105913"/>
                <a:gd name="connsiteX5" fmla="*/ 668740 w 668739"/>
                <a:gd name="connsiteY5" fmla="*/ 244727 h 1105913"/>
                <a:gd name="connsiteX6" fmla="*/ 668740 w 668739"/>
                <a:gd name="connsiteY6" fmla="*/ 332194 h 1105913"/>
                <a:gd name="connsiteX7" fmla="*/ 632684 w 668739"/>
                <a:gd name="connsiteY7" fmla="*/ 370235 h 1105913"/>
                <a:gd name="connsiteX8" fmla="*/ 506948 w 668739"/>
                <a:gd name="connsiteY8" fmla="*/ 370235 h 1105913"/>
                <a:gd name="connsiteX9" fmla="*/ 469350 w 668739"/>
                <a:gd name="connsiteY9" fmla="*/ 332194 h 1105913"/>
                <a:gd name="connsiteX10" fmla="*/ 469350 w 668739"/>
                <a:gd name="connsiteY10" fmla="*/ 265395 h 1105913"/>
                <a:gd name="connsiteX11" fmla="*/ 336835 w 668739"/>
                <a:gd name="connsiteY11" fmla="*/ 166846 h 1105913"/>
                <a:gd name="connsiteX12" fmla="*/ 204320 w 668739"/>
                <a:gd name="connsiteY12" fmla="*/ 265395 h 1105913"/>
                <a:gd name="connsiteX13" fmla="*/ 204320 w 668739"/>
                <a:gd name="connsiteY13" fmla="*/ 840519 h 1105913"/>
                <a:gd name="connsiteX14" fmla="*/ 336835 w 668739"/>
                <a:gd name="connsiteY14" fmla="*/ 939069 h 1105913"/>
                <a:gd name="connsiteX15" fmla="*/ 469350 w 668739"/>
                <a:gd name="connsiteY15" fmla="*/ 840519 h 1105913"/>
                <a:gd name="connsiteX16" fmla="*/ 469350 w 668739"/>
                <a:gd name="connsiteY16" fmla="*/ 751554 h 1105913"/>
                <a:gd name="connsiteX17" fmla="*/ 506948 w 668739"/>
                <a:gd name="connsiteY17" fmla="*/ 715010 h 1105913"/>
                <a:gd name="connsiteX18" fmla="*/ 632684 w 668739"/>
                <a:gd name="connsiteY18" fmla="*/ 715010 h 1105913"/>
                <a:gd name="connsiteX19" fmla="*/ 668740 w 668739"/>
                <a:gd name="connsiteY19" fmla="*/ 751554 h 1105913"/>
                <a:gd name="connsiteX20" fmla="*/ 668740 w 668739"/>
                <a:gd name="connsiteY20" fmla="*/ 861188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39" h="1105913">
                  <a:moveTo>
                    <a:pt x="668740" y="861188"/>
                  </a:moveTo>
                  <a:cubicBezTo>
                    <a:pt x="668740" y="988194"/>
                    <a:pt x="593546" y="1105914"/>
                    <a:pt x="333446" y="1105914"/>
                  </a:cubicBezTo>
                  <a:cubicBezTo>
                    <a:pt x="73346" y="1105914"/>
                    <a:pt x="0" y="988194"/>
                    <a:pt x="0" y="861188"/>
                  </a:cubicBezTo>
                  <a:lnTo>
                    <a:pt x="0" y="244727"/>
                  </a:lnTo>
                  <a:cubicBezTo>
                    <a:pt x="0" y="117720"/>
                    <a:pt x="76735" y="0"/>
                    <a:pt x="333446" y="0"/>
                  </a:cubicBezTo>
                  <a:cubicBezTo>
                    <a:pt x="590156" y="0"/>
                    <a:pt x="668740" y="117720"/>
                    <a:pt x="668740" y="244727"/>
                  </a:cubicBezTo>
                  <a:lnTo>
                    <a:pt x="668740" y="332194"/>
                  </a:lnTo>
                  <a:cubicBezTo>
                    <a:pt x="668740" y="359152"/>
                    <a:pt x="658879" y="370235"/>
                    <a:pt x="632684" y="370235"/>
                  </a:cubicBezTo>
                  <a:lnTo>
                    <a:pt x="506948" y="370235"/>
                  </a:lnTo>
                  <a:cubicBezTo>
                    <a:pt x="479212" y="370235"/>
                    <a:pt x="469350" y="359152"/>
                    <a:pt x="469350" y="332194"/>
                  </a:cubicBezTo>
                  <a:lnTo>
                    <a:pt x="469350" y="265395"/>
                  </a:lnTo>
                  <a:cubicBezTo>
                    <a:pt x="469350" y="200095"/>
                    <a:pt x="425282" y="166846"/>
                    <a:pt x="336835" y="166846"/>
                  </a:cubicBezTo>
                  <a:cubicBezTo>
                    <a:pt x="248389" y="166846"/>
                    <a:pt x="204320" y="200095"/>
                    <a:pt x="204320" y="265395"/>
                  </a:cubicBezTo>
                  <a:lnTo>
                    <a:pt x="204320" y="840519"/>
                  </a:lnTo>
                  <a:cubicBezTo>
                    <a:pt x="204320" y="905819"/>
                    <a:pt x="246849" y="939069"/>
                    <a:pt x="336835" y="939069"/>
                  </a:cubicBezTo>
                  <a:cubicBezTo>
                    <a:pt x="426823" y="939069"/>
                    <a:pt x="469350" y="905819"/>
                    <a:pt x="469350" y="840519"/>
                  </a:cubicBezTo>
                  <a:lnTo>
                    <a:pt x="469350" y="751554"/>
                  </a:lnTo>
                  <a:cubicBezTo>
                    <a:pt x="469350" y="724596"/>
                    <a:pt x="479212" y="715010"/>
                    <a:pt x="506948" y="715010"/>
                  </a:cubicBezTo>
                  <a:lnTo>
                    <a:pt x="632684" y="715010"/>
                  </a:lnTo>
                  <a:cubicBezTo>
                    <a:pt x="658879" y="715010"/>
                    <a:pt x="668740" y="724596"/>
                    <a:pt x="668740" y="751554"/>
                  </a:cubicBezTo>
                  <a:lnTo>
                    <a:pt x="668740" y="86118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5" name="手繪多邊形: 圖案 594">
              <a:extLst>
                <a:ext uri="{FF2B5EF4-FFF2-40B4-BE49-F238E27FC236}">
                  <a16:creationId xmlns:a16="http://schemas.microsoft.com/office/drawing/2014/main" id="{5EC63D04-8D4C-4309-EF42-4F5C715DC967}"/>
                </a:ext>
              </a:extLst>
            </p:cNvPr>
            <p:cNvSpPr/>
            <p:nvPr/>
          </p:nvSpPr>
          <p:spPr>
            <a:xfrm>
              <a:off x="-3463957" y="26325335"/>
              <a:ext cx="542696" cy="1080453"/>
            </a:xfrm>
            <a:custGeom>
              <a:avLst/>
              <a:gdLst>
                <a:gd name="connsiteX0" fmla="*/ 205861 w 542696"/>
                <a:gd name="connsiteY0" fmla="*/ 913608 h 1080453"/>
                <a:gd name="connsiteX1" fmla="*/ 503558 w 542696"/>
                <a:gd name="connsiteY1" fmla="*/ 913608 h 1080453"/>
                <a:gd name="connsiteX2" fmla="*/ 542696 w 542696"/>
                <a:gd name="connsiteY2" fmla="*/ 948655 h 1080453"/>
                <a:gd name="connsiteX3" fmla="*/ 542696 w 542696"/>
                <a:gd name="connsiteY3" fmla="*/ 1043909 h 1080453"/>
                <a:gd name="connsiteX4" fmla="*/ 503558 w 542696"/>
                <a:gd name="connsiteY4" fmla="*/ 1080454 h 1080453"/>
                <a:gd name="connsiteX5" fmla="*/ 32667 w 542696"/>
                <a:gd name="connsiteY5" fmla="*/ 1080454 h 1080453"/>
                <a:gd name="connsiteX6" fmla="*/ 0 w 542696"/>
                <a:gd name="connsiteY6" fmla="*/ 1042412 h 1080453"/>
                <a:gd name="connsiteX7" fmla="*/ 0 w 542696"/>
                <a:gd name="connsiteY7" fmla="*/ 38043 h 1080453"/>
                <a:gd name="connsiteX8" fmla="*/ 37597 w 542696"/>
                <a:gd name="connsiteY8" fmla="*/ 0 h 1080453"/>
                <a:gd name="connsiteX9" fmla="*/ 170112 w 542696"/>
                <a:gd name="connsiteY9" fmla="*/ 0 h 1080453"/>
                <a:gd name="connsiteX10" fmla="*/ 206169 w 542696"/>
                <a:gd name="connsiteY10" fmla="*/ 38043 h 1080453"/>
                <a:gd name="connsiteX11" fmla="*/ 206169 w 542696"/>
                <a:gd name="connsiteY11" fmla="*/ 913608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96" h="1080453">
                  <a:moveTo>
                    <a:pt x="205861" y="913608"/>
                  </a:moveTo>
                  <a:lnTo>
                    <a:pt x="503558" y="913608"/>
                  </a:lnTo>
                  <a:cubicBezTo>
                    <a:pt x="529753" y="913608"/>
                    <a:pt x="542696" y="923193"/>
                    <a:pt x="542696" y="948655"/>
                  </a:cubicBezTo>
                  <a:lnTo>
                    <a:pt x="542696" y="1043909"/>
                  </a:lnTo>
                  <a:cubicBezTo>
                    <a:pt x="542696" y="1070868"/>
                    <a:pt x="529753" y="1080454"/>
                    <a:pt x="503558" y="1080454"/>
                  </a:cubicBezTo>
                  <a:lnTo>
                    <a:pt x="32667" y="1080454"/>
                  </a:lnTo>
                  <a:cubicBezTo>
                    <a:pt x="11402" y="1080454"/>
                    <a:pt x="0" y="1067873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91360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6" name="手繪多邊形: 圖案 595">
              <a:extLst>
                <a:ext uri="{FF2B5EF4-FFF2-40B4-BE49-F238E27FC236}">
                  <a16:creationId xmlns:a16="http://schemas.microsoft.com/office/drawing/2014/main" id="{E12241C8-8B3E-1B81-3F7E-797A5B9557D3}"/>
                </a:ext>
              </a:extLst>
            </p:cNvPr>
            <p:cNvSpPr/>
            <p:nvPr/>
          </p:nvSpPr>
          <p:spPr>
            <a:xfrm>
              <a:off x="-2267621" y="26325335"/>
              <a:ext cx="206169" cy="1080453"/>
            </a:xfrm>
            <a:custGeom>
              <a:avLst/>
              <a:gdLst>
                <a:gd name="connsiteX0" fmla="*/ 206169 w 206169"/>
                <a:gd name="connsiteY0" fmla="*/ 1042412 h 1080453"/>
                <a:gd name="connsiteX1" fmla="*/ 170112 w 206169"/>
                <a:gd name="connsiteY1" fmla="*/ 1080454 h 1080453"/>
                <a:gd name="connsiteX2" fmla="*/ 37597 w 206169"/>
                <a:gd name="connsiteY2" fmla="*/ 1080454 h 1080453"/>
                <a:gd name="connsiteX3" fmla="*/ 0 w 206169"/>
                <a:gd name="connsiteY3" fmla="*/ 1042412 h 1080453"/>
                <a:gd name="connsiteX4" fmla="*/ 0 w 206169"/>
                <a:gd name="connsiteY4" fmla="*/ 38043 h 1080453"/>
                <a:gd name="connsiteX5" fmla="*/ 37597 w 206169"/>
                <a:gd name="connsiteY5" fmla="*/ 0 h 1080453"/>
                <a:gd name="connsiteX6" fmla="*/ 170112 w 206169"/>
                <a:gd name="connsiteY6" fmla="*/ 0 h 1080453"/>
                <a:gd name="connsiteX7" fmla="*/ 206169 w 206169"/>
                <a:gd name="connsiteY7" fmla="*/ 38043 h 1080453"/>
                <a:gd name="connsiteX8" fmla="*/ 206169 w 206169"/>
                <a:gd name="connsiteY8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69" h="1080453">
                  <a:moveTo>
                    <a:pt x="206169" y="1042412"/>
                  </a:moveTo>
                  <a:cubicBezTo>
                    <a:pt x="206169" y="1069371"/>
                    <a:pt x="197848" y="1080454"/>
                    <a:pt x="170112" y="1080454"/>
                  </a:cubicBezTo>
                  <a:lnTo>
                    <a:pt x="37597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7" name="手繪多邊形: 圖案 596">
              <a:extLst>
                <a:ext uri="{FF2B5EF4-FFF2-40B4-BE49-F238E27FC236}">
                  <a16:creationId xmlns:a16="http://schemas.microsoft.com/office/drawing/2014/main" id="{A4DBAA04-6687-A63B-5E2E-D60E76094C31}"/>
                </a:ext>
              </a:extLst>
            </p:cNvPr>
            <p:cNvSpPr/>
            <p:nvPr/>
          </p:nvSpPr>
          <p:spPr>
            <a:xfrm>
              <a:off x="-1324297" y="26325335"/>
              <a:ext cx="694934" cy="1080453"/>
            </a:xfrm>
            <a:custGeom>
              <a:avLst/>
              <a:gdLst>
                <a:gd name="connsiteX0" fmla="*/ 694935 w 694934"/>
                <a:gd name="connsiteY0" fmla="*/ 1042412 h 1080453"/>
                <a:gd name="connsiteX1" fmla="*/ 658879 w 694934"/>
                <a:gd name="connsiteY1" fmla="*/ 1080454 h 1080453"/>
                <a:gd name="connsiteX2" fmla="*/ 537766 w 694934"/>
                <a:gd name="connsiteY2" fmla="*/ 1080454 h 1080453"/>
                <a:gd name="connsiteX3" fmla="*/ 500169 w 694934"/>
                <a:gd name="connsiteY3" fmla="*/ 1058288 h 1080453"/>
                <a:gd name="connsiteX4" fmla="*/ 241918 w 694934"/>
                <a:gd name="connsiteY4" fmla="*/ 537082 h 1080453"/>
                <a:gd name="connsiteX5" fmla="*/ 189528 w 694934"/>
                <a:gd name="connsiteY5" fmla="*/ 416366 h 1080453"/>
                <a:gd name="connsiteX6" fmla="*/ 189528 w 694934"/>
                <a:gd name="connsiteY6" fmla="*/ 1042412 h 1080453"/>
                <a:gd name="connsiteX7" fmla="*/ 153472 w 694934"/>
                <a:gd name="connsiteY7" fmla="*/ 1080454 h 1080453"/>
                <a:gd name="connsiteX8" fmla="*/ 39138 w 694934"/>
                <a:gd name="connsiteY8" fmla="*/ 1080454 h 1080453"/>
                <a:gd name="connsiteX9" fmla="*/ 0 w 694934"/>
                <a:gd name="connsiteY9" fmla="*/ 1042412 h 1080453"/>
                <a:gd name="connsiteX10" fmla="*/ 0 w 694934"/>
                <a:gd name="connsiteY10" fmla="*/ 38043 h 1080453"/>
                <a:gd name="connsiteX11" fmla="*/ 39138 w 694934"/>
                <a:gd name="connsiteY11" fmla="*/ 0 h 1080453"/>
                <a:gd name="connsiteX12" fmla="*/ 161792 w 694934"/>
                <a:gd name="connsiteY12" fmla="*/ 0 h 1080453"/>
                <a:gd name="connsiteX13" fmla="*/ 196000 w 694934"/>
                <a:gd name="connsiteY13" fmla="*/ 20669 h 1080453"/>
                <a:gd name="connsiteX14" fmla="*/ 462571 w 694934"/>
                <a:gd name="connsiteY14" fmla="*/ 552958 h 1080453"/>
                <a:gd name="connsiteX15" fmla="*/ 506640 w 694934"/>
                <a:gd name="connsiteY15" fmla="*/ 661093 h 1080453"/>
                <a:gd name="connsiteX16" fmla="*/ 506640 w 694934"/>
                <a:gd name="connsiteY16" fmla="*/ 38043 h 1080453"/>
                <a:gd name="connsiteX17" fmla="*/ 544238 w 694934"/>
                <a:gd name="connsiteY17" fmla="*/ 0 h 1080453"/>
                <a:gd name="connsiteX18" fmla="*/ 658570 w 694934"/>
                <a:gd name="connsiteY18" fmla="*/ 0 h 1080453"/>
                <a:gd name="connsiteX19" fmla="*/ 694627 w 694934"/>
                <a:gd name="connsiteY19" fmla="*/ 38043 h 1080453"/>
                <a:gd name="connsiteX20" fmla="*/ 694627 w 694934"/>
                <a:gd name="connsiteY20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3">
                  <a:moveTo>
                    <a:pt x="694935" y="1042412"/>
                  </a:moveTo>
                  <a:cubicBezTo>
                    <a:pt x="694935" y="1069371"/>
                    <a:pt x="686615" y="1080454"/>
                    <a:pt x="658879" y="1080454"/>
                  </a:cubicBezTo>
                  <a:lnTo>
                    <a:pt x="537766" y="1080454"/>
                  </a:lnTo>
                  <a:cubicBezTo>
                    <a:pt x="516502" y="1080454"/>
                    <a:pt x="508489" y="1074163"/>
                    <a:pt x="500169" y="1058288"/>
                  </a:cubicBezTo>
                  <a:lnTo>
                    <a:pt x="241918" y="537082"/>
                  </a:lnTo>
                  <a:cubicBezTo>
                    <a:pt x="222194" y="499040"/>
                    <a:pt x="202780" y="455905"/>
                    <a:pt x="189528" y="416366"/>
                  </a:cubicBezTo>
                  <a:lnTo>
                    <a:pt x="189528" y="1042412"/>
                  </a:lnTo>
                  <a:cubicBezTo>
                    <a:pt x="189528" y="1069371"/>
                    <a:pt x="179667" y="1080454"/>
                    <a:pt x="153472" y="1080454"/>
                  </a:cubicBezTo>
                  <a:lnTo>
                    <a:pt x="39138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8" y="0"/>
                  </a:cubicBezTo>
                  <a:lnTo>
                    <a:pt x="161792" y="0"/>
                  </a:lnTo>
                  <a:cubicBezTo>
                    <a:pt x="179667" y="0"/>
                    <a:pt x="187987" y="6291"/>
                    <a:pt x="196000" y="20669"/>
                  </a:cubicBezTo>
                  <a:lnTo>
                    <a:pt x="462571" y="552958"/>
                  </a:lnTo>
                  <a:cubicBezTo>
                    <a:pt x="478905" y="584709"/>
                    <a:pt x="495238" y="627544"/>
                    <a:pt x="506640" y="661093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8" y="0"/>
                  </a:cubicBezTo>
                  <a:lnTo>
                    <a:pt x="658570" y="0"/>
                  </a:lnTo>
                  <a:cubicBezTo>
                    <a:pt x="686306" y="0"/>
                    <a:pt x="694627" y="11084"/>
                    <a:pt x="694627" y="38043"/>
                  </a:cubicBezTo>
                  <a:lnTo>
                    <a:pt x="694627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8" name="手繪多邊形: 圖案 597">
              <a:extLst>
                <a:ext uri="{FF2B5EF4-FFF2-40B4-BE49-F238E27FC236}">
                  <a16:creationId xmlns:a16="http://schemas.microsoft.com/office/drawing/2014/main" id="{85F3BC93-AF76-E98B-5D39-6AFB3ECF4017}"/>
                </a:ext>
              </a:extLst>
            </p:cNvPr>
            <p:cNvSpPr/>
            <p:nvPr/>
          </p:nvSpPr>
          <p:spPr>
            <a:xfrm>
              <a:off x="107793" y="26325335"/>
              <a:ext cx="206169" cy="1080453"/>
            </a:xfrm>
            <a:custGeom>
              <a:avLst/>
              <a:gdLst>
                <a:gd name="connsiteX0" fmla="*/ 206169 w 206169"/>
                <a:gd name="connsiteY0" fmla="*/ 1042412 h 1080453"/>
                <a:gd name="connsiteX1" fmla="*/ 170113 w 206169"/>
                <a:gd name="connsiteY1" fmla="*/ 1080454 h 1080453"/>
                <a:gd name="connsiteX2" fmla="*/ 37597 w 206169"/>
                <a:gd name="connsiteY2" fmla="*/ 1080454 h 1080453"/>
                <a:gd name="connsiteX3" fmla="*/ 0 w 206169"/>
                <a:gd name="connsiteY3" fmla="*/ 1042412 h 1080453"/>
                <a:gd name="connsiteX4" fmla="*/ 0 w 206169"/>
                <a:gd name="connsiteY4" fmla="*/ 38043 h 1080453"/>
                <a:gd name="connsiteX5" fmla="*/ 37597 w 206169"/>
                <a:gd name="connsiteY5" fmla="*/ 0 h 1080453"/>
                <a:gd name="connsiteX6" fmla="*/ 170113 w 206169"/>
                <a:gd name="connsiteY6" fmla="*/ 0 h 1080453"/>
                <a:gd name="connsiteX7" fmla="*/ 206169 w 206169"/>
                <a:gd name="connsiteY7" fmla="*/ 38043 h 1080453"/>
                <a:gd name="connsiteX8" fmla="*/ 206169 w 206169"/>
                <a:gd name="connsiteY8" fmla="*/ 1042412 h 1080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69" h="1080453">
                  <a:moveTo>
                    <a:pt x="206169" y="1042412"/>
                  </a:moveTo>
                  <a:cubicBezTo>
                    <a:pt x="206169" y="1069371"/>
                    <a:pt x="197848" y="1080454"/>
                    <a:pt x="170113" y="1080454"/>
                  </a:cubicBezTo>
                  <a:lnTo>
                    <a:pt x="37597" y="1080454"/>
                  </a:lnTo>
                  <a:cubicBezTo>
                    <a:pt x="11402" y="1080454"/>
                    <a:pt x="0" y="1069371"/>
                    <a:pt x="0" y="1042412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3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10424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99" name="手繪多邊形: 圖案 598">
              <a:extLst>
                <a:ext uri="{FF2B5EF4-FFF2-40B4-BE49-F238E27FC236}">
                  <a16:creationId xmlns:a16="http://schemas.microsoft.com/office/drawing/2014/main" id="{A1850FB4-E920-0A48-4161-5109258FCDA4}"/>
                </a:ext>
              </a:extLst>
            </p:cNvPr>
            <p:cNvSpPr/>
            <p:nvPr/>
          </p:nvSpPr>
          <p:spPr>
            <a:xfrm>
              <a:off x="1038174" y="26312755"/>
              <a:ext cx="668740" cy="1105913"/>
            </a:xfrm>
            <a:custGeom>
              <a:avLst/>
              <a:gdLst>
                <a:gd name="connsiteX0" fmla="*/ 668740 w 668740"/>
                <a:gd name="connsiteY0" fmla="*/ 861188 h 1105913"/>
                <a:gd name="connsiteX1" fmla="*/ 333445 w 668740"/>
                <a:gd name="connsiteY1" fmla="*/ 1105914 h 1105913"/>
                <a:gd name="connsiteX2" fmla="*/ 0 w 668740"/>
                <a:gd name="connsiteY2" fmla="*/ 861188 h 1105913"/>
                <a:gd name="connsiteX3" fmla="*/ 0 w 668740"/>
                <a:gd name="connsiteY3" fmla="*/ 244727 h 1105913"/>
                <a:gd name="connsiteX4" fmla="*/ 333445 w 668740"/>
                <a:gd name="connsiteY4" fmla="*/ 0 h 1105913"/>
                <a:gd name="connsiteX5" fmla="*/ 668740 w 668740"/>
                <a:gd name="connsiteY5" fmla="*/ 244727 h 1105913"/>
                <a:gd name="connsiteX6" fmla="*/ 668740 w 668740"/>
                <a:gd name="connsiteY6" fmla="*/ 332194 h 1105913"/>
                <a:gd name="connsiteX7" fmla="*/ 632684 w 668740"/>
                <a:gd name="connsiteY7" fmla="*/ 370235 h 1105913"/>
                <a:gd name="connsiteX8" fmla="*/ 506948 w 668740"/>
                <a:gd name="connsiteY8" fmla="*/ 370235 h 1105913"/>
                <a:gd name="connsiteX9" fmla="*/ 469351 w 668740"/>
                <a:gd name="connsiteY9" fmla="*/ 332194 h 1105913"/>
                <a:gd name="connsiteX10" fmla="*/ 469351 w 668740"/>
                <a:gd name="connsiteY10" fmla="*/ 265395 h 1105913"/>
                <a:gd name="connsiteX11" fmla="*/ 336835 w 668740"/>
                <a:gd name="connsiteY11" fmla="*/ 166846 h 1105913"/>
                <a:gd name="connsiteX12" fmla="*/ 204320 w 668740"/>
                <a:gd name="connsiteY12" fmla="*/ 265395 h 1105913"/>
                <a:gd name="connsiteX13" fmla="*/ 204320 w 668740"/>
                <a:gd name="connsiteY13" fmla="*/ 840519 h 1105913"/>
                <a:gd name="connsiteX14" fmla="*/ 336835 w 668740"/>
                <a:gd name="connsiteY14" fmla="*/ 939069 h 1105913"/>
                <a:gd name="connsiteX15" fmla="*/ 469351 w 668740"/>
                <a:gd name="connsiteY15" fmla="*/ 840519 h 1105913"/>
                <a:gd name="connsiteX16" fmla="*/ 469351 w 668740"/>
                <a:gd name="connsiteY16" fmla="*/ 751554 h 1105913"/>
                <a:gd name="connsiteX17" fmla="*/ 506948 w 668740"/>
                <a:gd name="connsiteY17" fmla="*/ 715010 h 1105913"/>
                <a:gd name="connsiteX18" fmla="*/ 632684 w 668740"/>
                <a:gd name="connsiteY18" fmla="*/ 715010 h 1105913"/>
                <a:gd name="connsiteX19" fmla="*/ 668740 w 668740"/>
                <a:gd name="connsiteY19" fmla="*/ 751554 h 1105913"/>
                <a:gd name="connsiteX20" fmla="*/ 668740 w 668740"/>
                <a:gd name="connsiteY20" fmla="*/ 861188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40" h="1105913">
                  <a:moveTo>
                    <a:pt x="668740" y="861188"/>
                  </a:moveTo>
                  <a:cubicBezTo>
                    <a:pt x="668740" y="988194"/>
                    <a:pt x="593545" y="1105914"/>
                    <a:pt x="333445" y="1105914"/>
                  </a:cubicBezTo>
                  <a:cubicBezTo>
                    <a:pt x="73346" y="1105914"/>
                    <a:pt x="0" y="988194"/>
                    <a:pt x="0" y="861188"/>
                  </a:cubicBezTo>
                  <a:lnTo>
                    <a:pt x="0" y="244727"/>
                  </a:lnTo>
                  <a:cubicBezTo>
                    <a:pt x="0" y="117720"/>
                    <a:pt x="76736" y="0"/>
                    <a:pt x="333445" y="0"/>
                  </a:cubicBezTo>
                  <a:cubicBezTo>
                    <a:pt x="590156" y="0"/>
                    <a:pt x="668740" y="117720"/>
                    <a:pt x="668740" y="244727"/>
                  </a:cubicBezTo>
                  <a:lnTo>
                    <a:pt x="668740" y="332194"/>
                  </a:lnTo>
                  <a:cubicBezTo>
                    <a:pt x="668740" y="359152"/>
                    <a:pt x="658879" y="370235"/>
                    <a:pt x="632684" y="370235"/>
                  </a:cubicBezTo>
                  <a:lnTo>
                    <a:pt x="506948" y="370235"/>
                  </a:lnTo>
                  <a:cubicBezTo>
                    <a:pt x="479213" y="370235"/>
                    <a:pt x="469351" y="359152"/>
                    <a:pt x="469351" y="332194"/>
                  </a:cubicBezTo>
                  <a:lnTo>
                    <a:pt x="469351" y="265395"/>
                  </a:lnTo>
                  <a:cubicBezTo>
                    <a:pt x="469351" y="200095"/>
                    <a:pt x="425282" y="166846"/>
                    <a:pt x="336835" y="166846"/>
                  </a:cubicBezTo>
                  <a:cubicBezTo>
                    <a:pt x="248389" y="166846"/>
                    <a:pt x="204320" y="200095"/>
                    <a:pt x="204320" y="265395"/>
                  </a:cubicBezTo>
                  <a:lnTo>
                    <a:pt x="204320" y="840519"/>
                  </a:lnTo>
                  <a:cubicBezTo>
                    <a:pt x="204320" y="905819"/>
                    <a:pt x="246848" y="939069"/>
                    <a:pt x="336835" y="939069"/>
                  </a:cubicBezTo>
                  <a:cubicBezTo>
                    <a:pt x="426823" y="939069"/>
                    <a:pt x="469351" y="905819"/>
                    <a:pt x="469351" y="840519"/>
                  </a:cubicBezTo>
                  <a:lnTo>
                    <a:pt x="469351" y="751554"/>
                  </a:lnTo>
                  <a:cubicBezTo>
                    <a:pt x="469351" y="724596"/>
                    <a:pt x="479213" y="715010"/>
                    <a:pt x="506948" y="715010"/>
                  </a:cubicBezTo>
                  <a:lnTo>
                    <a:pt x="632684" y="715010"/>
                  </a:lnTo>
                  <a:cubicBezTo>
                    <a:pt x="658879" y="715010"/>
                    <a:pt x="668740" y="724596"/>
                    <a:pt x="668740" y="751554"/>
                  </a:cubicBezTo>
                  <a:lnTo>
                    <a:pt x="668740" y="86118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600" name="圖形 18">
            <a:extLst>
              <a:ext uri="{FF2B5EF4-FFF2-40B4-BE49-F238E27FC236}">
                <a16:creationId xmlns:a16="http://schemas.microsoft.com/office/drawing/2014/main" id="{0D5A0AEB-4027-00C2-8C01-23F443CF0938}"/>
              </a:ext>
            </a:extLst>
          </p:cNvPr>
          <p:cNvGrpSpPr/>
          <p:nvPr/>
        </p:nvGrpSpPr>
        <p:grpSpPr>
          <a:xfrm>
            <a:off x="-62206791" y="31664099"/>
            <a:ext cx="146694182" cy="66494397"/>
            <a:chOff x="-62206791" y="31664099"/>
            <a:chExt cx="146694182" cy="66494397"/>
          </a:xfrm>
          <a:noFill/>
        </p:grpSpPr>
        <p:grpSp>
          <p:nvGrpSpPr>
            <p:cNvPr id="601" name="圖形 18">
              <a:extLst>
                <a:ext uri="{FF2B5EF4-FFF2-40B4-BE49-F238E27FC236}">
                  <a16:creationId xmlns:a16="http://schemas.microsoft.com/office/drawing/2014/main" id="{55BF301A-5E35-AF7C-2B2A-3CB51C8AFEBC}"/>
                </a:ext>
              </a:extLst>
            </p:cNvPr>
            <p:cNvGrpSpPr/>
            <p:nvPr/>
          </p:nvGrpSpPr>
          <p:grpSpPr>
            <a:xfrm>
              <a:off x="-47754910" y="31664099"/>
              <a:ext cx="16400532" cy="66494397"/>
              <a:chOff x="-47754910" y="31664099"/>
              <a:chExt cx="16400532" cy="66494397"/>
            </a:xfrm>
            <a:noFill/>
          </p:grpSpPr>
          <p:grpSp>
            <p:nvGrpSpPr>
              <p:cNvPr id="602" name="圖形 18">
                <a:extLst>
                  <a:ext uri="{FF2B5EF4-FFF2-40B4-BE49-F238E27FC236}">
                    <a16:creationId xmlns:a16="http://schemas.microsoft.com/office/drawing/2014/main" id="{6AEF419A-A3EC-74EA-73AC-4BDCDF1CA460}"/>
                  </a:ext>
                </a:extLst>
              </p:cNvPr>
              <p:cNvGrpSpPr/>
              <p:nvPr/>
            </p:nvGrpSpPr>
            <p:grpSpPr>
              <a:xfrm>
                <a:off x="-47754910" y="31664099"/>
                <a:ext cx="16400532" cy="30161453"/>
                <a:chOff x="-47754910" y="31664099"/>
                <a:chExt cx="16400532" cy="30161453"/>
              </a:xfrm>
              <a:noFill/>
            </p:grpSpPr>
            <p:sp>
              <p:nvSpPr>
                <p:cNvPr id="603" name="手繪多邊形: 圖案 602">
                  <a:extLst>
                    <a:ext uri="{FF2B5EF4-FFF2-40B4-BE49-F238E27FC236}">
                      <a16:creationId xmlns:a16="http://schemas.microsoft.com/office/drawing/2014/main" id="{2EAA94BA-4373-85C6-C531-E00879F3809A}"/>
                    </a:ext>
                  </a:extLst>
                </p:cNvPr>
                <p:cNvSpPr/>
                <p:nvPr/>
              </p:nvSpPr>
              <p:spPr>
                <a:xfrm>
                  <a:off x="-47754910" y="31664099"/>
                  <a:ext cx="1476159" cy="29954"/>
                </a:xfrm>
                <a:custGeom>
                  <a:avLst/>
                  <a:gdLst>
                    <a:gd name="connsiteX0" fmla="*/ 2 w 1476159"/>
                    <a:gd name="connsiteY0" fmla="*/ 0 h 29954"/>
                    <a:gd name="connsiteX1" fmla="*/ 1476158 w 147615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159" h="29954">
                      <a:moveTo>
                        <a:pt x="2" y="0"/>
                      </a:moveTo>
                      <a:lnTo>
                        <a:pt x="1476158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4" name="手繪多邊形: 圖案 603">
                  <a:extLst>
                    <a:ext uri="{FF2B5EF4-FFF2-40B4-BE49-F238E27FC236}">
                      <a16:creationId xmlns:a16="http://schemas.microsoft.com/office/drawing/2014/main" id="{45015336-0AE6-1509-F099-484E6C641DC5}"/>
                    </a:ext>
                  </a:extLst>
                </p:cNvPr>
                <p:cNvSpPr/>
                <p:nvPr/>
              </p:nvSpPr>
              <p:spPr>
                <a:xfrm>
                  <a:off x="-47572780" y="31664099"/>
                  <a:ext cx="1294027" cy="1701106"/>
                </a:xfrm>
                <a:custGeom>
                  <a:avLst/>
                  <a:gdLst>
                    <a:gd name="connsiteX0" fmla="*/ 1294028 w 1294027"/>
                    <a:gd name="connsiteY0" fmla="*/ 1701107 h 1701106"/>
                    <a:gd name="connsiteX1" fmla="*/ 385836 w 1294027"/>
                    <a:gd name="connsiteY1" fmla="*/ 1701107 h 1701106"/>
                    <a:gd name="connsiteX2" fmla="*/ 0 w 1294027"/>
                    <a:gd name="connsiteY2" fmla="*/ 1326080 h 1701106"/>
                    <a:gd name="connsiteX3" fmla="*/ 0 w 1294027"/>
                    <a:gd name="connsiteY3" fmla="*/ 0 h 1701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4027" h="1701106">
                      <a:moveTo>
                        <a:pt x="1294028" y="1701107"/>
                      </a:moveTo>
                      <a:lnTo>
                        <a:pt x="385836" y="1701107"/>
                      </a:lnTo>
                      <a:cubicBezTo>
                        <a:pt x="172886" y="1701107"/>
                        <a:pt x="0" y="1533063"/>
                        <a:pt x="0" y="132608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5" name="手繪多邊形: 圖案 604">
                  <a:extLst>
                    <a:ext uri="{FF2B5EF4-FFF2-40B4-BE49-F238E27FC236}">
                      <a16:creationId xmlns:a16="http://schemas.microsoft.com/office/drawing/2014/main" id="{638336A2-DEC1-2968-EBCF-F9EA0EC96616}"/>
                    </a:ext>
                  </a:extLst>
                </p:cNvPr>
                <p:cNvSpPr/>
                <p:nvPr/>
              </p:nvSpPr>
              <p:spPr>
                <a:xfrm>
                  <a:off x="-47222692" y="32056800"/>
                  <a:ext cx="821287" cy="29954"/>
                </a:xfrm>
                <a:custGeom>
                  <a:avLst/>
                  <a:gdLst>
                    <a:gd name="connsiteX0" fmla="*/ -2 w 821287"/>
                    <a:gd name="connsiteY0" fmla="*/ 0 h 29954"/>
                    <a:gd name="connsiteX1" fmla="*/ 821286 w 821287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87" h="29954">
                      <a:moveTo>
                        <a:pt x="-2" y="0"/>
                      </a:moveTo>
                      <a:lnTo>
                        <a:pt x="821286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6" name="手繪多邊形: 圖案 605">
                  <a:extLst>
                    <a:ext uri="{FF2B5EF4-FFF2-40B4-BE49-F238E27FC236}">
                      <a16:creationId xmlns:a16="http://schemas.microsoft.com/office/drawing/2014/main" id="{D30E3BC6-A186-3213-3B4C-C43A33A9FAB0}"/>
                    </a:ext>
                  </a:extLst>
                </p:cNvPr>
                <p:cNvSpPr/>
                <p:nvPr/>
              </p:nvSpPr>
              <p:spPr>
                <a:xfrm>
                  <a:off x="-47284327" y="32506415"/>
                  <a:ext cx="882922" cy="29954"/>
                </a:xfrm>
                <a:custGeom>
                  <a:avLst/>
                  <a:gdLst>
                    <a:gd name="connsiteX0" fmla="*/ -2 w 882922"/>
                    <a:gd name="connsiteY0" fmla="*/ 0 h 29954"/>
                    <a:gd name="connsiteX1" fmla="*/ 882921 w 88292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922" h="29954">
                      <a:moveTo>
                        <a:pt x="-2" y="0"/>
                      </a:moveTo>
                      <a:lnTo>
                        <a:pt x="882921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7" name="手繪多邊形: 圖案 606">
                  <a:extLst>
                    <a:ext uri="{FF2B5EF4-FFF2-40B4-BE49-F238E27FC236}">
                      <a16:creationId xmlns:a16="http://schemas.microsoft.com/office/drawing/2014/main" id="{D3F9A78C-7B84-449A-AD5A-36F0AC67FAD5}"/>
                    </a:ext>
                  </a:extLst>
                </p:cNvPr>
                <p:cNvSpPr/>
                <p:nvPr/>
              </p:nvSpPr>
              <p:spPr>
                <a:xfrm>
                  <a:off x="-45891991" y="31664099"/>
                  <a:ext cx="1156582" cy="495145"/>
                </a:xfrm>
                <a:custGeom>
                  <a:avLst/>
                  <a:gdLst>
                    <a:gd name="connsiteX0" fmla="*/ 1156583 w 1156582"/>
                    <a:gd name="connsiteY0" fmla="*/ 495145 h 495145"/>
                    <a:gd name="connsiteX1" fmla="*/ 1136242 w 1156582"/>
                    <a:gd name="connsiteY1" fmla="*/ 495145 h 495145"/>
                    <a:gd name="connsiteX2" fmla="*/ 943324 w 1156582"/>
                    <a:gd name="connsiteY2" fmla="*/ 307631 h 495145"/>
                    <a:gd name="connsiteX3" fmla="*/ 943324 w 1156582"/>
                    <a:gd name="connsiteY3" fmla="*/ 0 h 495145"/>
                    <a:gd name="connsiteX4" fmla="*/ 0 w 1156582"/>
                    <a:gd name="connsiteY4" fmla="*/ 0 h 495145"/>
                    <a:gd name="connsiteX5" fmla="*/ 0 w 1156582"/>
                    <a:gd name="connsiteY5" fmla="*/ 206386 h 4951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82" h="495145">
                      <a:moveTo>
                        <a:pt x="1156583" y="495145"/>
                      </a:moveTo>
                      <a:lnTo>
                        <a:pt x="1136242" y="495145"/>
                      </a:lnTo>
                      <a:cubicBezTo>
                        <a:pt x="1029615" y="495145"/>
                        <a:pt x="943324" y="411274"/>
                        <a:pt x="943324" y="307631"/>
                      </a:cubicBezTo>
                      <a:lnTo>
                        <a:pt x="943324" y="0"/>
                      </a:lnTo>
                      <a:lnTo>
                        <a:pt x="0" y="0"/>
                      </a:lnTo>
                      <a:lnTo>
                        <a:pt x="0" y="206386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8" name="手繪多邊形: 圖案 607">
                  <a:extLst>
                    <a:ext uri="{FF2B5EF4-FFF2-40B4-BE49-F238E27FC236}">
                      <a16:creationId xmlns:a16="http://schemas.microsoft.com/office/drawing/2014/main" id="{D41619F1-74A3-1EEC-BDC5-1B964A3AD5D7}"/>
                    </a:ext>
                  </a:extLst>
                </p:cNvPr>
                <p:cNvSpPr/>
                <p:nvPr/>
              </p:nvSpPr>
              <p:spPr>
                <a:xfrm>
                  <a:off x="-46711119" y="32787387"/>
                  <a:ext cx="283828" cy="281271"/>
                </a:xfrm>
                <a:custGeom>
                  <a:avLst/>
                  <a:gdLst>
                    <a:gd name="connsiteX0" fmla="*/ 0 w 283828"/>
                    <a:gd name="connsiteY0" fmla="*/ 0 h 281271"/>
                    <a:gd name="connsiteX1" fmla="*/ 0 w 283828"/>
                    <a:gd name="connsiteY1" fmla="*/ 93757 h 281271"/>
                    <a:gd name="connsiteX2" fmla="*/ 192918 w 283828"/>
                    <a:gd name="connsiteY2" fmla="*/ 281272 h 281271"/>
                    <a:gd name="connsiteX3" fmla="*/ 283828 w 283828"/>
                    <a:gd name="connsiteY3" fmla="*/ 281272 h 281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28" h="281271">
                      <a:moveTo>
                        <a:pt x="0" y="0"/>
                      </a:moveTo>
                      <a:lnTo>
                        <a:pt x="0" y="93757"/>
                      </a:lnTo>
                      <a:cubicBezTo>
                        <a:pt x="0" y="197400"/>
                        <a:pt x="86287" y="281272"/>
                        <a:pt x="192918" y="281272"/>
                      </a:cubicBezTo>
                      <a:lnTo>
                        <a:pt x="283828" y="281272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9" name="手繪多邊形: 圖案 608">
                  <a:extLst>
                    <a:ext uri="{FF2B5EF4-FFF2-40B4-BE49-F238E27FC236}">
                      <a16:creationId xmlns:a16="http://schemas.microsoft.com/office/drawing/2014/main" id="{A3E567F6-0FE7-7A35-AEC1-659F5B9C417A}"/>
                    </a:ext>
                  </a:extLst>
                </p:cNvPr>
                <p:cNvSpPr/>
                <p:nvPr/>
              </p:nvSpPr>
              <p:spPr>
                <a:xfrm>
                  <a:off x="-45960405" y="32506415"/>
                  <a:ext cx="1133465" cy="858790"/>
                </a:xfrm>
                <a:custGeom>
                  <a:avLst/>
                  <a:gdLst>
                    <a:gd name="connsiteX0" fmla="*/ 1133466 w 1133465"/>
                    <a:gd name="connsiteY0" fmla="*/ 858791 h 858790"/>
                    <a:gd name="connsiteX1" fmla="*/ 68414 w 1133465"/>
                    <a:gd name="connsiteY1" fmla="*/ 0 h 858790"/>
                    <a:gd name="connsiteX2" fmla="*/ 1068441 w 1133465"/>
                    <a:gd name="connsiteY2" fmla="*/ 0 h 858790"/>
                    <a:gd name="connsiteX3" fmla="*/ 0 w 1133465"/>
                    <a:gd name="connsiteY3" fmla="*/ 858791 h 858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65" h="858790">
                      <a:moveTo>
                        <a:pt x="1133466" y="858791"/>
                      </a:moveTo>
                      <a:cubicBezTo>
                        <a:pt x="646860" y="858791"/>
                        <a:pt x="82897" y="515515"/>
                        <a:pt x="68414" y="0"/>
                      </a:cubicBezTo>
                      <a:lnTo>
                        <a:pt x="1068441" y="0"/>
                      </a:lnTo>
                      <a:cubicBezTo>
                        <a:pt x="1056422" y="512818"/>
                        <a:pt x="467191" y="858791"/>
                        <a:pt x="0" y="858791"/>
                      </a:cubicBez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10" name="手繪多邊形: 圖案 609">
                  <a:extLst>
                    <a:ext uri="{FF2B5EF4-FFF2-40B4-BE49-F238E27FC236}">
                      <a16:creationId xmlns:a16="http://schemas.microsoft.com/office/drawing/2014/main" id="{92CC45BC-F972-DFDD-8854-2B894DF32841}"/>
                    </a:ext>
                  </a:extLst>
                </p:cNvPr>
                <p:cNvSpPr/>
                <p:nvPr/>
              </p:nvSpPr>
              <p:spPr>
                <a:xfrm>
                  <a:off x="-47189409" y="32056800"/>
                  <a:ext cx="416652" cy="1012157"/>
                </a:xfrm>
                <a:custGeom>
                  <a:avLst/>
                  <a:gdLst>
                    <a:gd name="connsiteX0" fmla="*/ 416655 w 416652"/>
                    <a:gd name="connsiteY0" fmla="*/ 0 h 1012157"/>
                    <a:gd name="connsiteX1" fmla="*/ 1 w 416652"/>
                    <a:gd name="connsiteY1" fmla="*/ 1012158 h 10121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52" h="1012157">
                      <a:moveTo>
                        <a:pt x="416655" y="0"/>
                      </a:moveTo>
                      <a:lnTo>
                        <a:pt x="1" y="1012158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11" name="手繪多邊形: 圖案 610">
                  <a:extLst>
                    <a:ext uri="{FF2B5EF4-FFF2-40B4-BE49-F238E27FC236}">
                      <a16:creationId xmlns:a16="http://schemas.microsoft.com/office/drawing/2014/main" id="{6D7F7AAD-EE43-4DD2-11E4-FCF1A57B0822}"/>
                    </a:ext>
                  </a:extLst>
                </p:cNvPr>
                <p:cNvSpPr/>
                <p:nvPr/>
              </p:nvSpPr>
              <p:spPr>
                <a:xfrm>
                  <a:off x="-46010638" y="31870784"/>
                  <a:ext cx="118647" cy="288460"/>
                </a:xfrm>
                <a:custGeom>
                  <a:avLst/>
                  <a:gdLst>
                    <a:gd name="connsiteX0" fmla="*/ 118648 w 118647"/>
                    <a:gd name="connsiteY0" fmla="*/ 0 h 288460"/>
                    <a:gd name="connsiteX1" fmla="*/ 1 w 118647"/>
                    <a:gd name="connsiteY1" fmla="*/ 288460 h 288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7" h="288460">
                      <a:moveTo>
                        <a:pt x="118648" y="0"/>
                      </a:moveTo>
                      <a:lnTo>
                        <a:pt x="1" y="28846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12" name="手繪多邊形: 圖案 611">
                  <a:extLst>
                    <a:ext uri="{FF2B5EF4-FFF2-40B4-BE49-F238E27FC236}">
                      <a16:creationId xmlns:a16="http://schemas.microsoft.com/office/drawing/2014/main" id="{842D98BE-7D76-343E-810B-9A9ED7B9B6CF}"/>
                    </a:ext>
                  </a:extLst>
                </p:cNvPr>
                <p:cNvSpPr/>
                <p:nvPr/>
              </p:nvSpPr>
              <p:spPr>
                <a:xfrm>
                  <a:off x="-47284327" y="31664099"/>
                  <a:ext cx="223427" cy="542473"/>
                </a:xfrm>
                <a:custGeom>
                  <a:avLst/>
                  <a:gdLst>
                    <a:gd name="connsiteX0" fmla="*/ 223426 w 223427"/>
                    <a:gd name="connsiteY0" fmla="*/ 0 h 542473"/>
                    <a:gd name="connsiteX1" fmla="*/ -2 w 223427"/>
                    <a:gd name="connsiteY1" fmla="*/ 542474 h 542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27" h="542473">
                      <a:moveTo>
                        <a:pt x="223426" y="0"/>
                      </a:moveTo>
                      <a:lnTo>
                        <a:pt x="-2" y="542474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613" name="手繪多邊形: 圖案 612">
                <a:extLst>
                  <a:ext uri="{FF2B5EF4-FFF2-40B4-BE49-F238E27FC236}">
                    <a16:creationId xmlns:a16="http://schemas.microsoft.com/office/drawing/2014/main" id="{FF27139C-57E6-2DB2-CA1C-C3C712406A21}"/>
                  </a:ext>
                </a:extLst>
              </p:cNvPr>
              <p:cNvSpPr/>
              <p:nvPr/>
            </p:nvSpPr>
            <p:spPr>
              <a:xfrm>
                <a:off x="-47652904" y="33721064"/>
                <a:ext cx="2893457" cy="29954"/>
              </a:xfrm>
              <a:custGeom>
                <a:avLst/>
                <a:gdLst>
                  <a:gd name="connsiteX0" fmla="*/ 0 w 2893457"/>
                  <a:gd name="connsiteY0" fmla="*/ -1 h 29954"/>
                  <a:gd name="connsiteX1" fmla="*/ 2893458 w 2893457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457" h="29954">
                    <a:moveTo>
                      <a:pt x="0" y="-1"/>
                    </a:moveTo>
                    <a:lnTo>
                      <a:pt x="2893458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14" name="手繪多邊形: 圖案 613">
                <a:extLst>
                  <a:ext uri="{FF2B5EF4-FFF2-40B4-BE49-F238E27FC236}">
                    <a16:creationId xmlns:a16="http://schemas.microsoft.com/office/drawing/2014/main" id="{353AE5AC-A0FD-58E2-747B-9CAE7EEA585A}"/>
                  </a:ext>
                </a:extLst>
              </p:cNvPr>
              <p:cNvSpPr/>
              <p:nvPr/>
            </p:nvSpPr>
            <p:spPr>
              <a:xfrm>
                <a:off x="-47553160" y="34114964"/>
                <a:ext cx="2694271" cy="1299419"/>
              </a:xfrm>
              <a:custGeom>
                <a:avLst/>
                <a:gdLst>
                  <a:gd name="connsiteX0" fmla="*/ 2692014 w 2694271"/>
                  <a:gd name="connsiteY0" fmla="*/ 215672 h 1299419"/>
                  <a:gd name="connsiteX1" fmla="*/ 2571829 w 2694271"/>
                  <a:gd name="connsiteY1" fmla="*/ 981005 h 1299419"/>
                  <a:gd name="connsiteX2" fmla="*/ 2190308 w 2694271"/>
                  <a:gd name="connsiteY2" fmla="*/ 1299420 h 1299419"/>
                  <a:gd name="connsiteX3" fmla="*/ 503970 w 2694271"/>
                  <a:gd name="connsiteY3" fmla="*/ 1299420 h 1299419"/>
                  <a:gd name="connsiteX4" fmla="*/ 122448 w 2694271"/>
                  <a:gd name="connsiteY4" fmla="*/ 981005 h 1299419"/>
                  <a:gd name="connsiteX5" fmla="*/ 2263 w 2694271"/>
                  <a:gd name="connsiteY5" fmla="*/ 215672 h 1299419"/>
                  <a:gd name="connsiteX6" fmla="*/ 193022 w 2694271"/>
                  <a:gd name="connsiteY6" fmla="*/ 0 h 1299419"/>
                  <a:gd name="connsiteX7" fmla="*/ 2501256 w 2694271"/>
                  <a:gd name="connsiteY7" fmla="*/ 0 h 1299419"/>
                  <a:gd name="connsiteX8" fmla="*/ 2692014 w 2694271"/>
                  <a:gd name="connsiteY8" fmla="*/ 215672 h 129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271" h="1299419">
                    <a:moveTo>
                      <a:pt x="2692014" y="215672"/>
                    </a:moveTo>
                    <a:lnTo>
                      <a:pt x="2571829" y="981005"/>
                    </a:lnTo>
                    <a:cubicBezTo>
                      <a:pt x="2543167" y="1164026"/>
                      <a:pt x="2381066" y="1299420"/>
                      <a:pt x="2190308" y="1299420"/>
                    </a:cubicBezTo>
                    <a:lnTo>
                      <a:pt x="503970" y="1299420"/>
                    </a:lnTo>
                    <a:cubicBezTo>
                      <a:pt x="313519" y="1299420"/>
                      <a:pt x="151419" y="1164026"/>
                      <a:pt x="122448" y="981005"/>
                    </a:cubicBezTo>
                    <a:lnTo>
                      <a:pt x="2263" y="215672"/>
                    </a:lnTo>
                    <a:cubicBezTo>
                      <a:pt x="-15613" y="102144"/>
                      <a:pt x="74684" y="0"/>
                      <a:pt x="193022" y="0"/>
                    </a:cubicBezTo>
                    <a:lnTo>
                      <a:pt x="2501256" y="0"/>
                    </a:lnTo>
                    <a:cubicBezTo>
                      <a:pt x="2619285" y="0"/>
                      <a:pt x="2709891" y="102144"/>
                      <a:pt x="2692014" y="215672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15" name="手繪多邊形: 圖案 614">
                <a:extLst>
                  <a:ext uri="{FF2B5EF4-FFF2-40B4-BE49-F238E27FC236}">
                    <a16:creationId xmlns:a16="http://schemas.microsoft.com/office/drawing/2014/main" id="{45B2578E-14B2-7A48-5A21-1AB8243098F5}"/>
                  </a:ext>
                </a:extLst>
              </p:cNvPr>
              <p:cNvSpPr/>
              <p:nvPr/>
            </p:nvSpPr>
            <p:spPr>
              <a:xfrm>
                <a:off x="-47140409" y="33721063"/>
                <a:ext cx="587997" cy="964230"/>
              </a:xfrm>
              <a:custGeom>
                <a:avLst/>
                <a:gdLst>
                  <a:gd name="connsiteX0" fmla="*/ 587997 w 587997"/>
                  <a:gd name="connsiteY0" fmla="*/ 0 h 964230"/>
                  <a:gd name="connsiteX1" fmla="*/ 587997 w 587997"/>
                  <a:gd name="connsiteY1" fmla="*/ 589203 h 964230"/>
                  <a:gd name="connsiteX2" fmla="*/ 202165 w 587997"/>
                  <a:gd name="connsiteY2" fmla="*/ 964231 h 964230"/>
                  <a:gd name="connsiteX3" fmla="*/ 0 w 587997"/>
                  <a:gd name="connsiteY3" fmla="*/ 964231 h 96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97" h="964230">
                    <a:moveTo>
                      <a:pt x="587997" y="0"/>
                    </a:moveTo>
                    <a:lnTo>
                      <a:pt x="587997" y="589203"/>
                    </a:lnTo>
                    <a:cubicBezTo>
                      <a:pt x="587997" y="796187"/>
                      <a:pt x="415111" y="964231"/>
                      <a:pt x="202165" y="964231"/>
                    </a:cubicBezTo>
                    <a:lnTo>
                      <a:pt x="0" y="9642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16" name="手繪多邊形: 圖案 615">
                <a:extLst>
                  <a:ext uri="{FF2B5EF4-FFF2-40B4-BE49-F238E27FC236}">
                    <a16:creationId xmlns:a16="http://schemas.microsoft.com/office/drawing/2014/main" id="{B2BC0459-8EFB-97B8-78E0-D6B80AFDD4EF}"/>
                  </a:ext>
                </a:extLst>
              </p:cNvPr>
              <p:cNvSpPr/>
              <p:nvPr/>
            </p:nvSpPr>
            <p:spPr>
              <a:xfrm>
                <a:off x="-45858401" y="33721063"/>
                <a:ext cx="559030" cy="964230"/>
              </a:xfrm>
              <a:custGeom>
                <a:avLst/>
                <a:gdLst>
                  <a:gd name="connsiteX0" fmla="*/ 0 w 559030"/>
                  <a:gd name="connsiteY0" fmla="*/ 0 h 964230"/>
                  <a:gd name="connsiteX1" fmla="*/ 0 w 559030"/>
                  <a:gd name="connsiteY1" fmla="*/ 589203 h 964230"/>
                  <a:gd name="connsiteX2" fmla="*/ 385836 w 559030"/>
                  <a:gd name="connsiteY2" fmla="*/ 964231 h 964230"/>
                  <a:gd name="connsiteX3" fmla="*/ 559030 w 559030"/>
                  <a:gd name="connsiteY3" fmla="*/ 964231 h 96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30" h="964230">
                    <a:moveTo>
                      <a:pt x="0" y="0"/>
                    </a:moveTo>
                    <a:lnTo>
                      <a:pt x="0" y="589203"/>
                    </a:lnTo>
                    <a:cubicBezTo>
                      <a:pt x="0" y="796187"/>
                      <a:pt x="172886" y="964231"/>
                      <a:pt x="385836" y="964231"/>
                    </a:cubicBezTo>
                    <a:lnTo>
                      <a:pt x="559030" y="9642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17" name="手繪多邊形: 圖案 616">
                <a:extLst>
                  <a:ext uri="{FF2B5EF4-FFF2-40B4-BE49-F238E27FC236}">
                    <a16:creationId xmlns:a16="http://schemas.microsoft.com/office/drawing/2014/main" id="{985599DA-C40E-DD29-AAA0-5939B0AE7987}"/>
                  </a:ext>
                </a:extLst>
              </p:cNvPr>
              <p:cNvSpPr/>
              <p:nvPr/>
            </p:nvSpPr>
            <p:spPr>
              <a:xfrm>
                <a:off x="-46754882" y="35052834"/>
                <a:ext cx="1097720" cy="29954"/>
              </a:xfrm>
              <a:custGeom>
                <a:avLst/>
                <a:gdLst>
                  <a:gd name="connsiteX0" fmla="*/ 0 w 1097720"/>
                  <a:gd name="connsiteY0" fmla="*/ 0 h 29954"/>
                  <a:gd name="connsiteX1" fmla="*/ 1097720 w 1097720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720" h="29954">
                    <a:moveTo>
                      <a:pt x="0" y="0"/>
                    </a:moveTo>
                    <a:lnTo>
                      <a:pt x="1097720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618" name="圖形 18">
              <a:extLst>
                <a:ext uri="{FF2B5EF4-FFF2-40B4-BE49-F238E27FC236}">
                  <a16:creationId xmlns:a16="http://schemas.microsoft.com/office/drawing/2014/main" id="{113DD41B-A2BC-5190-0954-C2CE23583EB5}"/>
                </a:ext>
              </a:extLst>
            </p:cNvPr>
            <p:cNvGrpSpPr/>
            <p:nvPr/>
          </p:nvGrpSpPr>
          <p:grpSpPr>
            <a:xfrm>
              <a:off x="-57519751" y="31664099"/>
              <a:ext cx="16455754" cy="66494397"/>
              <a:chOff x="-57519751" y="31664099"/>
              <a:chExt cx="16455754" cy="66494397"/>
            </a:xfrm>
            <a:noFill/>
          </p:grpSpPr>
          <p:sp>
            <p:nvSpPr>
              <p:cNvPr id="619" name="手繪多邊形: 圖案 618">
                <a:extLst>
                  <a:ext uri="{FF2B5EF4-FFF2-40B4-BE49-F238E27FC236}">
                    <a16:creationId xmlns:a16="http://schemas.microsoft.com/office/drawing/2014/main" id="{36A8FBEA-F5D7-34F7-9278-9FBAC4821E67}"/>
                  </a:ext>
                </a:extLst>
              </p:cNvPr>
              <p:cNvSpPr/>
              <p:nvPr/>
            </p:nvSpPr>
            <p:spPr>
              <a:xfrm>
                <a:off x="-56141285" y="32385999"/>
                <a:ext cx="1651203" cy="29954"/>
              </a:xfrm>
              <a:custGeom>
                <a:avLst/>
                <a:gdLst>
                  <a:gd name="connsiteX0" fmla="*/ 2 w 1651203"/>
                  <a:gd name="connsiteY0" fmla="*/ -1 h 29954"/>
                  <a:gd name="connsiteX1" fmla="*/ 1651203 w 1651203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-1"/>
                    </a:moveTo>
                    <a:lnTo>
                      <a:pt x="1651203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0" name="手繪多邊形: 圖案 619">
                <a:extLst>
                  <a:ext uri="{FF2B5EF4-FFF2-40B4-BE49-F238E27FC236}">
                    <a16:creationId xmlns:a16="http://schemas.microsoft.com/office/drawing/2014/main" id="{47493C22-1F8E-4332-24FA-F9C01BD3842B}"/>
                  </a:ext>
                </a:extLst>
              </p:cNvPr>
              <p:cNvSpPr/>
              <p:nvPr/>
            </p:nvSpPr>
            <p:spPr>
              <a:xfrm>
                <a:off x="-56141285" y="35052834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1" name="手繪多邊形: 圖案 620">
                <a:extLst>
                  <a:ext uri="{FF2B5EF4-FFF2-40B4-BE49-F238E27FC236}">
                    <a16:creationId xmlns:a16="http://schemas.microsoft.com/office/drawing/2014/main" id="{D7FA1805-AE6B-993A-32C4-1962BE780B32}"/>
                  </a:ext>
                </a:extLst>
              </p:cNvPr>
              <p:cNvSpPr/>
              <p:nvPr/>
            </p:nvSpPr>
            <p:spPr>
              <a:xfrm>
                <a:off x="-56812182" y="33348731"/>
                <a:ext cx="30817" cy="2065651"/>
              </a:xfrm>
              <a:custGeom>
                <a:avLst/>
                <a:gdLst>
                  <a:gd name="connsiteX0" fmla="*/ 1 w 30817"/>
                  <a:gd name="connsiteY0" fmla="*/ 2065652 h 2065651"/>
                  <a:gd name="connsiteX1" fmla="*/ 1 w 30817"/>
                  <a:gd name="connsiteY1" fmla="*/ 0 h 2065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065651">
                    <a:moveTo>
                      <a:pt x="1" y="2065652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2" name="手繪多邊形: 圖案 621">
                <a:extLst>
                  <a:ext uri="{FF2B5EF4-FFF2-40B4-BE49-F238E27FC236}">
                    <a16:creationId xmlns:a16="http://schemas.microsoft.com/office/drawing/2014/main" id="{5ABD5C14-4F30-D455-A286-BFFE19266F08}"/>
                  </a:ext>
                </a:extLst>
              </p:cNvPr>
              <p:cNvSpPr/>
              <p:nvPr/>
            </p:nvSpPr>
            <p:spPr>
              <a:xfrm>
                <a:off x="-57519751" y="31664099"/>
                <a:ext cx="1081382" cy="1635806"/>
              </a:xfrm>
              <a:custGeom>
                <a:avLst/>
                <a:gdLst>
                  <a:gd name="connsiteX0" fmla="*/ 1081382 w 1081382"/>
                  <a:gd name="connsiteY0" fmla="*/ 0 h 1635806"/>
                  <a:gd name="connsiteX1" fmla="*/ 0 w 1081382"/>
                  <a:gd name="connsiteY1" fmla="*/ 1635807 h 1635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82" h="1635806">
                    <a:moveTo>
                      <a:pt x="1081382" y="0"/>
                    </a:moveTo>
                    <a:cubicBezTo>
                      <a:pt x="1081382" y="0"/>
                      <a:pt x="977531" y="1125385"/>
                      <a:pt x="0" y="1635807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623" name="圖形 18">
              <a:extLst>
                <a:ext uri="{FF2B5EF4-FFF2-40B4-BE49-F238E27FC236}">
                  <a16:creationId xmlns:a16="http://schemas.microsoft.com/office/drawing/2014/main" id="{E6FB388E-6BA2-C3CC-CBA5-DFC6FE335069}"/>
                </a:ext>
              </a:extLst>
            </p:cNvPr>
            <p:cNvGrpSpPr/>
            <p:nvPr/>
          </p:nvGrpSpPr>
          <p:grpSpPr>
            <a:xfrm>
              <a:off x="-62206791" y="31692256"/>
              <a:ext cx="15717592" cy="65995159"/>
              <a:chOff x="-62206791" y="31692256"/>
              <a:chExt cx="15717592" cy="65995159"/>
            </a:xfrm>
            <a:noFill/>
          </p:grpSpPr>
          <p:sp>
            <p:nvSpPr>
              <p:cNvPr id="624" name="手繪多邊形: 圖案 623">
                <a:extLst>
                  <a:ext uri="{FF2B5EF4-FFF2-40B4-BE49-F238E27FC236}">
                    <a16:creationId xmlns:a16="http://schemas.microsoft.com/office/drawing/2014/main" id="{6B8A721D-F092-B114-86C0-7122D677F135}"/>
                  </a:ext>
                </a:extLst>
              </p:cNvPr>
              <p:cNvSpPr/>
              <p:nvPr/>
            </p:nvSpPr>
            <p:spPr>
              <a:xfrm>
                <a:off x="-62206791" y="32039127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5" name="手繪多邊形: 圖案 624">
                <a:extLst>
                  <a:ext uri="{FF2B5EF4-FFF2-40B4-BE49-F238E27FC236}">
                    <a16:creationId xmlns:a16="http://schemas.microsoft.com/office/drawing/2014/main" id="{F73A0EE2-4CF7-6137-55EC-67E8C4ECF57F}"/>
                  </a:ext>
                </a:extLst>
              </p:cNvPr>
              <p:cNvSpPr/>
              <p:nvPr/>
            </p:nvSpPr>
            <p:spPr>
              <a:xfrm>
                <a:off x="-62206791" y="33107299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6" name="手繪多邊形: 圖案 625">
                <a:extLst>
                  <a:ext uri="{FF2B5EF4-FFF2-40B4-BE49-F238E27FC236}">
                    <a16:creationId xmlns:a16="http://schemas.microsoft.com/office/drawing/2014/main" id="{8A549778-1C29-9268-46FC-9D92B47130A2}"/>
                  </a:ext>
                </a:extLst>
              </p:cNvPr>
              <p:cNvSpPr/>
              <p:nvPr/>
            </p:nvSpPr>
            <p:spPr>
              <a:xfrm>
                <a:off x="-61454843" y="31692256"/>
                <a:ext cx="30817" cy="693742"/>
              </a:xfrm>
              <a:custGeom>
                <a:avLst/>
                <a:gdLst>
                  <a:gd name="connsiteX0" fmla="*/ -4 w 30817"/>
                  <a:gd name="connsiteY0" fmla="*/ 0 h 693742"/>
                  <a:gd name="connsiteX1" fmla="*/ -4 w 30817"/>
                  <a:gd name="connsiteY1" fmla="*/ 693742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4" y="0"/>
                    </a:moveTo>
                    <a:lnTo>
                      <a:pt x="-4" y="693742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7" name="手繪多邊形: 圖案 626">
                <a:extLst>
                  <a:ext uri="{FF2B5EF4-FFF2-40B4-BE49-F238E27FC236}">
                    <a16:creationId xmlns:a16="http://schemas.microsoft.com/office/drawing/2014/main" id="{BA2B4FD6-DAAC-E67A-A482-7D11084F7FA0}"/>
                  </a:ext>
                </a:extLst>
              </p:cNvPr>
              <p:cNvSpPr/>
              <p:nvPr/>
            </p:nvSpPr>
            <p:spPr>
              <a:xfrm>
                <a:off x="-60013507" y="31692256"/>
                <a:ext cx="30817" cy="693742"/>
              </a:xfrm>
              <a:custGeom>
                <a:avLst/>
                <a:gdLst>
                  <a:gd name="connsiteX0" fmla="*/ -3 w 30817"/>
                  <a:gd name="connsiteY0" fmla="*/ 0 h 693742"/>
                  <a:gd name="connsiteX1" fmla="*/ -3 w 30817"/>
                  <a:gd name="connsiteY1" fmla="*/ 693742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3" y="0"/>
                    </a:moveTo>
                    <a:lnTo>
                      <a:pt x="-3" y="693742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8" name="手繪多邊形: 圖案 627">
                <a:extLst>
                  <a:ext uri="{FF2B5EF4-FFF2-40B4-BE49-F238E27FC236}">
                    <a16:creationId xmlns:a16="http://schemas.microsoft.com/office/drawing/2014/main" id="{56AEE311-CDCF-378D-9D1F-FC334B8E342F}"/>
                  </a:ext>
                </a:extLst>
              </p:cNvPr>
              <p:cNvSpPr/>
              <p:nvPr/>
            </p:nvSpPr>
            <p:spPr>
              <a:xfrm>
                <a:off x="-60466218" y="33698298"/>
                <a:ext cx="894942" cy="1716085"/>
              </a:xfrm>
              <a:custGeom>
                <a:avLst/>
                <a:gdLst>
                  <a:gd name="connsiteX0" fmla="*/ 0 w 894942"/>
                  <a:gd name="connsiteY0" fmla="*/ 0 h 1716085"/>
                  <a:gd name="connsiteX1" fmla="*/ 316188 w 894942"/>
                  <a:gd name="connsiteY1" fmla="*/ 0 h 1716085"/>
                  <a:gd name="connsiteX2" fmla="*/ 894942 w 894942"/>
                  <a:gd name="connsiteY2" fmla="*/ 562544 h 1716085"/>
                  <a:gd name="connsiteX3" fmla="*/ 894942 w 894942"/>
                  <a:gd name="connsiteY3" fmla="*/ 1341057 h 1716085"/>
                  <a:gd name="connsiteX4" fmla="*/ 509106 w 894942"/>
                  <a:gd name="connsiteY4" fmla="*/ 1716086 h 1716085"/>
                  <a:gd name="connsiteX5" fmla="*/ 260407 w 894942"/>
                  <a:gd name="connsiteY5" fmla="*/ 1716086 h 17160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942" h="1716085">
                    <a:moveTo>
                      <a:pt x="0" y="0"/>
                    </a:moveTo>
                    <a:lnTo>
                      <a:pt x="316188" y="0"/>
                    </a:lnTo>
                    <a:cubicBezTo>
                      <a:pt x="635770" y="0"/>
                      <a:pt x="894942" y="251917"/>
                      <a:pt x="894942" y="562544"/>
                    </a:cubicBezTo>
                    <a:lnTo>
                      <a:pt x="894942" y="1341057"/>
                    </a:lnTo>
                    <a:cubicBezTo>
                      <a:pt x="894942" y="1548042"/>
                      <a:pt x="722053" y="1716086"/>
                      <a:pt x="509106" y="1716086"/>
                    </a:cubicBezTo>
                    <a:lnTo>
                      <a:pt x="260407" y="1716086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29" name="手繪多邊形: 圖案 628">
                <a:extLst>
                  <a:ext uri="{FF2B5EF4-FFF2-40B4-BE49-F238E27FC236}">
                    <a16:creationId xmlns:a16="http://schemas.microsoft.com/office/drawing/2014/main" id="{B416ED33-0627-042B-504C-36842841AE8E}"/>
                  </a:ext>
                </a:extLst>
              </p:cNvPr>
              <p:cNvSpPr/>
              <p:nvPr/>
            </p:nvSpPr>
            <p:spPr>
              <a:xfrm>
                <a:off x="-62206791" y="32710404"/>
                <a:ext cx="1446935" cy="2703679"/>
              </a:xfrm>
              <a:custGeom>
                <a:avLst/>
                <a:gdLst>
                  <a:gd name="connsiteX0" fmla="*/ 1446882 w 1446935"/>
                  <a:gd name="connsiteY0" fmla="*/ 0 h 2703679"/>
                  <a:gd name="connsiteX1" fmla="*/ 0 w 1446935"/>
                  <a:gd name="connsiteY1" fmla="*/ 2703680 h 27036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935" h="2703679">
                    <a:moveTo>
                      <a:pt x="1446882" y="0"/>
                    </a:moveTo>
                    <a:cubicBezTo>
                      <a:pt x="1446882" y="0"/>
                      <a:pt x="1478625" y="1622926"/>
                      <a:pt x="0" y="2703680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630" name="圖形 18">
              <a:extLst>
                <a:ext uri="{FF2B5EF4-FFF2-40B4-BE49-F238E27FC236}">
                  <a16:creationId xmlns:a16="http://schemas.microsoft.com/office/drawing/2014/main" id="{D39E36AA-3936-F42C-8FFE-D22D2E7630D7}"/>
                </a:ext>
              </a:extLst>
            </p:cNvPr>
            <p:cNvGrpSpPr/>
            <p:nvPr/>
          </p:nvGrpSpPr>
          <p:grpSpPr>
            <a:xfrm>
              <a:off x="-52560905" y="31664099"/>
              <a:ext cx="15719271" cy="66494397"/>
              <a:chOff x="-52560905" y="31664099"/>
              <a:chExt cx="15719271" cy="66494397"/>
            </a:xfrm>
            <a:noFill/>
          </p:grpSpPr>
          <p:sp>
            <p:nvSpPr>
              <p:cNvPr id="631" name="手繪多邊形: 圖案 630">
                <a:extLst>
                  <a:ext uri="{FF2B5EF4-FFF2-40B4-BE49-F238E27FC236}">
                    <a16:creationId xmlns:a16="http://schemas.microsoft.com/office/drawing/2014/main" id="{2C276EDE-6792-449D-96A7-F0E89F7C3B12}"/>
                  </a:ext>
                </a:extLst>
              </p:cNvPr>
              <p:cNvSpPr/>
              <p:nvPr/>
            </p:nvSpPr>
            <p:spPr>
              <a:xfrm>
                <a:off x="-52560904" y="33348731"/>
                <a:ext cx="2894074" cy="29954"/>
              </a:xfrm>
              <a:custGeom>
                <a:avLst/>
                <a:gdLst>
                  <a:gd name="connsiteX0" fmla="*/ -1 w 2894074"/>
                  <a:gd name="connsiteY0" fmla="*/ 0 h 29954"/>
                  <a:gd name="connsiteX1" fmla="*/ 2894075 w 289407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4074" h="29954">
                    <a:moveTo>
                      <a:pt x="-1" y="0"/>
                    </a:moveTo>
                    <a:lnTo>
                      <a:pt x="289407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2" name="手繪多邊形: 圖案 631">
                <a:extLst>
                  <a:ext uri="{FF2B5EF4-FFF2-40B4-BE49-F238E27FC236}">
                    <a16:creationId xmlns:a16="http://schemas.microsoft.com/office/drawing/2014/main" id="{694E6AA5-73A1-A77E-EE8A-05C46CB46FBD}"/>
                  </a:ext>
                </a:extLst>
              </p:cNvPr>
              <p:cNvSpPr/>
              <p:nvPr/>
            </p:nvSpPr>
            <p:spPr>
              <a:xfrm>
                <a:off x="-52289400" y="31664099"/>
                <a:ext cx="2622570" cy="1684632"/>
              </a:xfrm>
              <a:custGeom>
                <a:avLst/>
                <a:gdLst>
                  <a:gd name="connsiteX0" fmla="*/ 2622571 w 2622570"/>
                  <a:gd name="connsiteY0" fmla="*/ 0 h 1684632"/>
                  <a:gd name="connsiteX1" fmla="*/ 771668 w 2622570"/>
                  <a:gd name="connsiteY1" fmla="*/ 0 h 1684632"/>
                  <a:gd name="connsiteX2" fmla="*/ 0 w 2622570"/>
                  <a:gd name="connsiteY2" fmla="*/ 750056 h 1684632"/>
                  <a:gd name="connsiteX3" fmla="*/ 0 w 2622570"/>
                  <a:gd name="connsiteY3" fmla="*/ 1684632 h 1684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570" h="1684632">
                    <a:moveTo>
                      <a:pt x="2622571" y="0"/>
                    </a:moveTo>
                    <a:lnTo>
                      <a:pt x="771668" y="0"/>
                    </a:lnTo>
                    <a:cubicBezTo>
                      <a:pt x="345463" y="0"/>
                      <a:pt x="0" y="335788"/>
                      <a:pt x="0" y="750056"/>
                    </a:cubicBezTo>
                    <a:lnTo>
                      <a:pt x="0" y="1684632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3" name="手繪多邊形: 圖案 632">
                <a:extLst>
                  <a:ext uri="{FF2B5EF4-FFF2-40B4-BE49-F238E27FC236}">
                    <a16:creationId xmlns:a16="http://schemas.microsoft.com/office/drawing/2014/main" id="{E3B55E07-0B4C-92F8-5F07-A13306C4A47F}"/>
                  </a:ext>
                </a:extLst>
              </p:cNvPr>
              <p:cNvSpPr/>
              <p:nvPr/>
            </p:nvSpPr>
            <p:spPr>
              <a:xfrm>
                <a:off x="-50637582" y="32056801"/>
                <a:ext cx="650557" cy="3357582"/>
              </a:xfrm>
              <a:custGeom>
                <a:avLst/>
                <a:gdLst>
                  <a:gd name="connsiteX0" fmla="*/ 650558 w 650557"/>
                  <a:gd name="connsiteY0" fmla="*/ 0 h 3357582"/>
                  <a:gd name="connsiteX1" fmla="*/ 650558 w 650557"/>
                  <a:gd name="connsiteY1" fmla="*/ 2982554 h 3357582"/>
                  <a:gd name="connsiteX2" fmla="*/ 264722 w 650557"/>
                  <a:gd name="connsiteY2" fmla="*/ 3357583 h 3357582"/>
                  <a:gd name="connsiteX3" fmla="*/ 0 w 650557"/>
                  <a:gd name="connsiteY3" fmla="*/ 3357583 h 3357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57" h="3357582">
                    <a:moveTo>
                      <a:pt x="650558" y="0"/>
                    </a:moveTo>
                    <a:lnTo>
                      <a:pt x="650558" y="2982554"/>
                    </a:lnTo>
                    <a:cubicBezTo>
                      <a:pt x="650558" y="3189539"/>
                      <a:pt x="477672" y="3357583"/>
                      <a:pt x="264722" y="3357583"/>
                    </a:cubicBezTo>
                    <a:lnTo>
                      <a:pt x="0" y="3357583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4" name="手繪多邊形: 圖案 633">
                <a:extLst>
                  <a:ext uri="{FF2B5EF4-FFF2-40B4-BE49-F238E27FC236}">
                    <a16:creationId xmlns:a16="http://schemas.microsoft.com/office/drawing/2014/main" id="{56CA3582-E9CE-1AFC-E90E-5DCFEE42E61A}"/>
                  </a:ext>
                </a:extLst>
              </p:cNvPr>
              <p:cNvSpPr/>
              <p:nvPr/>
            </p:nvSpPr>
            <p:spPr>
              <a:xfrm>
                <a:off x="-52560905" y="33348731"/>
                <a:ext cx="1923323" cy="2065652"/>
              </a:xfrm>
              <a:custGeom>
                <a:avLst/>
                <a:gdLst>
                  <a:gd name="connsiteX0" fmla="*/ 1923323 w 1923323"/>
                  <a:gd name="connsiteY0" fmla="*/ 0 h 2065652"/>
                  <a:gd name="connsiteX1" fmla="*/ 0 w 1923323"/>
                  <a:gd name="connsiteY1" fmla="*/ 2065652 h 2065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323" h="2065652">
                    <a:moveTo>
                      <a:pt x="1923323" y="0"/>
                    </a:moveTo>
                    <a:cubicBezTo>
                      <a:pt x="1923323" y="0"/>
                      <a:pt x="1653361" y="1704103"/>
                      <a:pt x="0" y="2065652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635" name="圖形 18">
              <a:extLst>
                <a:ext uri="{FF2B5EF4-FFF2-40B4-BE49-F238E27FC236}">
                  <a16:creationId xmlns:a16="http://schemas.microsoft.com/office/drawing/2014/main" id="{308A675F-DEF3-5F63-B536-874D07107011}"/>
                </a:ext>
              </a:extLst>
            </p:cNvPr>
            <p:cNvGrpSpPr/>
            <p:nvPr/>
          </p:nvGrpSpPr>
          <p:grpSpPr>
            <a:xfrm>
              <a:off x="-38160489" y="31664099"/>
              <a:ext cx="16085839" cy="66494397"/>
              <a:chOff x="-38160489" y="31664099"/>
              <a:chExt cx="16085839" cy="66494397"/>
            </a:xfrm>
            <a:noFill/>
          </p:grpSpPr>
          <p:sp>
            <p:nvSpPr>
              <p:cNvPr id="636" name="手繪多邊形: 圖案 635">
                <a:extLst>
                  <a:ext uri="{FF2B5EF4-FFF2-40B4-BE49-F238E27FC236}">
                    <a16:creationId xmlns:a16="http://schemas.microsoft.com/office/drawing/2014/main" id="{AADD32A5-5553-E017-86D5-29AD2415797F}"/>
                  </a:ext>
                </a:extLst>
              </p:cNvPr>
              <p:cNvSpPr/>
              <p:nvPr/>
            </p:nvSpPr>
            <p:spPr>
              <a:xfrm>
                <a:off x="-38160489" y="31664099"/>
                <a:ext cx="1123605" cy="3750284"/>
              </a:xfrm>
              <a:custGeom>
                <a:avLst/>
                <a:gdLst>
                  <a:gd name="connsiteX0" fmla="*/ 0 w 1123605"/>
                  <a:gd name="connsiteY0" fmla="*/ 3750285 h 3750284"/>
                  <a:gd name="connsiteX1" fmla="*/ 0 w 1123605"/>
                  <a:gd name="connsiteY1" fmla="*/ 562543 h 3750284"/>
                  <a:gd name="connsiteX2" fmla="*/ 578754 w 1123605"/>
                  <a:gd name="connsiteY2" fmla="*/ 0 h 3750284"/>
                  <a:gd name="connsiteX3" fmla="*/ 1123606 w 1123605"/>
                  <a:gd name="connsiteY3" fmla="*/ 0 h 3750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3605" h="3750284">
                    <a:moveTo>
                      <a:pt x="0" y="3750285"/>
                    </a:moveTo>
                    <a:lnTo>
                      <a:pt x="0" y="562543"/>
                    </a:lnTo>
                    <a:cubicBezTo>
                      <a:pt x="0" y="251916"/>
                      <a:pt x="259176" y="0"/>
                      <a:pt x="578754" y="0"/>
                    </a:cubicBezTo>
                    <a:lnTo>
                      <a:pt x="1123606" y="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7" name="手繪多邊形: 圖案 636">
                <a:extLst>
                  <a:ext uri="{FF2B5EF4-FFF2-40B4-BE49-F238E27FC236}">
                    <a16:creationId xmlns:a16="http://schemas.microsoft.com/office/drawing/2014/main" id="{781EAE16-3CF1-A7C2-73B6-43BAACEFC46D}"/>
                  </a:ext>
                </a:extLst>
              </p:cNvPr>
              <p:cNvSpPr/>
              <p:nvPr/>
            </p:nvSpPr>
            <p:spPr>
              <a:xfrm>
                <a:off x="-36512059" y="32878748"/>
                <a:ext cx="1313134" cy="29954"/>
              </a:xfrm>
              <a:custGeom>
                <a:avLst/>
                <a:gdLst>
                  <a:gd name="connsiteX0" fmla="*/ 0 w 1313134"/>
                  <a:gd name="connsiteY0" fmla="*/ 0 h 29954"/>
                  <a:gd name="connsiteX1" fmla="*/ 1313135 w 131313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3134" h="29954">
                    <a:moveTo>
                      <a:pt x="0" y="0"/>
                    </a:moveTo>
                    <a:lnTo>
                      <a:pt x="131313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8" name="手繪多邊形: 圖案 637">
                <a:extLst>
                  <a:ext uri="{FF2B5EF4-FFF2-40B4-BE49-F238E27FC236}">
                    <a16:creationId xmlns:a16="http://schemas.microsoft.com/office/drawing/2014/main" id="{E856306B-FC04-F451-9BD2-482A0A96653B}"/>
                  </a:ext>
                </a:extLst>
              </p:cNvPr>
              <p:cNvSpPr/>
              <p:nvPr/>
            </p:nvSpPr>
            <p:spPr>
              <a:xfrm>
                <a:off x="-36512059" y="31664099"/>
                <a:ext cx="1148878" cy="3750284"/>
              </a:xfrm>
              <a:custGeom>
                <a:avLst/>
                <a:gdLst>
                  <a:gd name="connsiteX0" fmla="*/ 0 w 1148878"/>
                  <a:gd name="connsiteY0" fmla="*/ 3750285 h 3750284"/>
                  <a:gd name="connsiteX1" fmla="*/ 0 w 1148878"/>
                  <a:gd name="connsiteY1" fmla="*/ 562543 h 3750284"/>
                  <a:gd name="connsiteX2" fmla="*/ 578754 w 1148878"/>
                  <a:gd name="connsiteY2" fmla="*/ 0 h 3750284"/>
                  <a:gd name="connsiteX3" fmla="*/ 1148878 w 1148878"/>
                  <a:gd name="connsiteY3" fmla="*/ 0 h 3750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8878" h="3750284">
                    <a:moveTo>
                      <a:pt x="0" y="3750285"/>
                    </a:moveTo>
                    <a:lnTo>
                      <a:pt x="0" y="562543"/>
                    </a:lnTo>
                    <a:cubicBezTo>
                      <a:pt x="0" y="251916"/>
                      <a:pt x="259176" y="0"/>
                      <a:pt x="578754" y="0"/>
                    </a:cubicBezTo>
                    <a:lnTo>
                      <a:pt x="1148878" y="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39" name="手繪多邊形: 圖案 638">
                <a:extLst>
                  <a:ext uri="{FF2B5EF4-FFF2-40B4-BE49-F238E27FC236}">
                    <a16:creationId xmlns:a16="http://schemas.microsoft.com/office/drawing/2014/main" id="{EC410E65-660D-1A67-7C73-EB0015EA8C2D}"/>
                  </a:ext>
                </a:extLst>
              </p:cNvPr>
              <p:cNvSpPr/>
              <p:nvPr/>
            </p:nvSpPr>
            <p:spPr>
              <a:xfrm>
                <a:off x="-35626056" y="32878748"/>
                <a:ext cx="30817" cy="2535635"/>
              </a:xfrm>
              <a:custGeom>
                <a:avLst/>
                <a:gdLst>
                  <a:gd name="connsiteX0" fmla="*/ 0 w 30817"/>
                  <a:gd name="connsiteY0" fmla="*/ 0 h 2535635"/>
                  <a:gd name="connsiteX1" fmla="*/ 0 w 30817"/>
                  <a:gd name="connsiteY1" fmla="*/ 2535636 h 2535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535635">
                    <a:moveTo>
                      <a:pt x="0" y="0"/>
                    </a:moveTo>
                    <a:lnTo>
                      <a:pt x="0" y="2535636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0" name="手繪多邊形: 圖案 639">
                <a:extLst>
                  <a:ext uri="{FF2B5EF4-FFF2-40B4-BE49-F238E27FC236}">
                    <a16:creationId xmlns:a16="http://schemas.microsoft.com/office/drawing/2014/main" id="{6C87B7A2-E1E2-347B-4135-C36C09636545}"/>
                  </a:ext>
                </a:extLst>
              </p:cNvPr>
              <p:cNvSpPr/>
              <p:nvPr/>
            </p:nvSpPr>
            <p:spPr>
              <a:xfrm>
                <a:off x="-38160489" y="32529480"/>
                <a:ext cx="1092272" cy="1465665"/>
              </a:xfrm>
              <a:custGeom>
                <a:avLst/>
                <a:gdLst>
                  <a:gd name="connsiteX0" fmla="*/ 0 w 1092272"/>
                  <a:gd name="connsiteY0" fmla="*/ 0 h 1465665"/>
                  <a:gd name="connsiteX1" fmla="*/ 899253 w 1092272"/>
                  <a:gd name="connsiteY1" fmla="*/ 0 h 1465665"/>
                  <a:gd name="connsiteX2" fmla="*/ 1090016 w 1092272"/>
                  <a:gd name="connsiteY2" fmla="*/ 215672 h 1465665"/>
                  <a:gd name="connsiteX3" fmla="*/ 918669 w 1092272"/>
                  <a:gd name="connsiteY3" fmla="*/ 1306609 h 1465665"/>
                  <a:gd name="connsiteX4" fmla="*/ 727910 w 1092272"/>
                  <a:gd name="connsiteY4" fmla="*/ 1465666 h 1465665"/>
                  <a:gd name="connsiteX5" fmla="*/ 0 w 1092272"/>
                  <a:gd name="connsiteY5" fmla="*/ 1465666 h 1465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2272" h="1465665">
                    <a:moveTo>
                      <a:pt x="0" y="0"/>
                    </a:moveTo>
                    <a:lnTo>
                      <a:pt x="899253" y="0"/>
                    </a:lnTo>
                    <a:cubicBezTo>
                      <a:pt x="1017287" y="0"/>
                      <a:pt x="1107889" y="102144"/>
                      <a:pt x="1090016" y="215672"/>
                    </a:cubicBezTo>
                    <a:lnTo>
                      <a:pt x="918669" y="1306609"/>
                    </a:lnTo>
                    <a:cubicBezTo>
                      <a:pt x="904185" y="1398269"/>
                      <a:pt x="823135" y="1465666"/>
                      <a:pt x="727910" y="1465666"/>
                    </a:cubicBezTo>
                    <a:lnTo>
                      <a:pt x="0" y="1465666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641" name="圖形 18">
              <a:extLst>
                <a:ext uri="{FF2B5EF4-FFF2-40B4-BE49-F238E27FC236}">
                  <a16:creationId xmlns:a16="http://schemas.microsoft.com/office/drawing/2014/main" id="{8D762114-BC14-9D1F-DB73-98DC37C8F7BB}"/>
                </a:ext>
              </a:extLst>
            </p:cNvPr>
            <p:cNvGrpSpPr/>
            <p:nvPr/>
          </p:nvGrpSpPr>
          <p:grpSpPr>
            <a:xfrm>
              <a:off x="-42983432" y="31664099"/>
              <a:ext cx="17331204" cy="66494397"/>
              <a:chOff x="-42983432" y="31664099"/>
              <a:chExt cx="17331204" cy="66494397"/>
            </a:xfrm>
            <a:noFill/>
          </p:grpSpPr>
          <p:sp>
            <p:nvSpPr>
              <p:cNvPr id="642" name="手繪多邊形: 圖案 641">
                <a:extLst>
                  <a:ext uri="{FF2B5EF4-FFF2-40B4-BE49-F238E27FC236}">
                    <a16:creationId xmlns:a16="http://schemas.microsoft.com/office/drawing/2014/main" id="{9F91E22C-47BB-66A8-8223-3B8CBA10E145}"/>
                  </a:ext>
                </a:extLst>
              </p:cNvPr>
              <p:cNvSpPr/>
              <p:nvPr/>
            </p:nvSpPr>
            <p:spPr>
              <a:xfrm>
                <a:off x="-42983432" y="32007975"/>
                <a:ext cx="949488" cy="29954"/>
              </a:xfrm>
              <a:custGeom>
                <a:avLst/>
                <a:gdLst>
                  <a:gd name="connsiteX0" fmla="*/ 0 w 949488"/>
                  <a:gd name="connsiteY0" fmla="*/ 0 h 29954"/>
                  <a:gd name="connsiteX1" fmla="*/ 949486 w 949488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0"/>
                    </a:moveTo>
                    <a:lnTo>
                      <a:pt x="949486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3" name="手繪多邊形: 圖案 642">
                <a:extLst>
                  <a:ext uri="{FF2B5EF4-FFF2-40B4-BE49-F238E27FC236}">
                    <a16:creationId xmlns:a16="http://schemas.microsoft.com/office/drawing/2014/main" id="{849B3499-48A1-C1C6-3D04-B654C44D2461}"/>
                  </a:ext>
                </a:extLst>
              </p:cNvPr>
              <p:cNvSpPr/>
              <p:nvPr/>
            </p:nvSpPr>
            <p:spPr>
              <a:xfrm>
                <a:off x="-42983432" y="32710105"/>
                <a:ext cx="949488" cy="29954"/>
              </a:xfrm>
              <a:custGeom>
                <a:avLst/>
                <a:gdLst>
                  <a:gd name="connsiteX0" fmla="*/ 0 w 949488"/>
                  <a:gd name="connsiteY0" fmla="*/ -1 h 29954"/>
                  <a:gd name="connsiteX1" fmla="*/ 949486 w 949488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-1"/>
                    </a:moveTo>
                    <a:lnTo>
                      <a:pt x="949486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4" name="手繪多邊形: 圖案 643">
                <a:extLst>
                  <a:ext uri="{FF2B5EF4-FFF2-40B4-BE49-F238E27FC236}">
                    <a16:creationId xmlns:a16="http://schemas.microsoft.com/office/drawing/2014/main" id="{54108BF5-D645-1643-9C64-F328265B79A7}"/>
                  </a:ext>
                </a:extLst>
              </p:cNvPr>
              <p:cNvSpPr/>
              <p:nvPr/>
            </p:nvSpPr>
            <p:spPr>
              <a:xfrm>
                <a:off x="-42983432" y="33412534"/>
                <a:ext cx="949488" cy="29954"/>
              </a:xfrm>
              <a:custGeom>
                <a:avLst/>
                <a:gdLst>
                  <a:gd name="connsiteX0" fmla="*/ 0 w 949488"/>
                  <a:gd name="connsiteY0" fmla="*/ 0 h 29954"/>
                  <a:gd name="connsiteX1" fmla="*/ 949486 w 949488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0"/>
                    </a:moveTo>
                    <a:lnTo>
                      <a:pt x="949486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5" name="手繪多邊形: 圖案 644">
                <a:extLst>
                  <a:ext uri="{FF2B5EF4-FFF2-40B4-BE49-F238E27FC236}">
                    <a16:creationId xmlns:a16="http://schemas.microsoft.com/office/drawing/2014/main" id="{BF9B7304-24B4-09F0-C729-64B7DC9EBF1D}"/>
                  </a:ext>
                </a:extLst>
              </p:cNvPr>
              <p:cNvSpPr/>
              <p:nvPr/>
            </p:nvSpPr>
            <p:spPr>
              <a:xfrm>
                <a:off x="-42983432" y="34114664"/>
                <a:ext cx="949488" cy="1299719"/>
              </a:xfrm>
              <a:custGeom>
                <a:avLst/>
                <a:gdLst>
                  <a:gd name="connsiteX0" fmla="*/ 25274072 w 949488"/>
                  <a:gd name="connsiteY0" fmla="*/ 0 h 1299719"/>
                  <a:gd name="connsiteX1" fmla="*/ 49598656 w 949488"/>
                  <a:gd name="connsiteY1" fmla="*/ 23643268 h 1299719"/>
                  <a:gd name="connsiteX2" fmla="*/ 49598656 w 949488"/>
                  <a:gd name="connsiteY2" fmla="*/ 72229512 h 1299719"/>
                  <a:gd name="connsiteX3" fmla="*/ 25274072 w 949488"/>
                  <a:gd name="connsiteY3" fmla="*/ 95872784 h 1299719"/>
                  <a:gd name="connsiteX4" fmla="*/ -24324586 w 949488"/>
                  <a:gd name="connsiteY4" fmla="*/ 95872784 h 1299719"/>
                  <a:gd name="connsiteX5" fmla="*/ -48649172 w 949488"/>
                  <a:gd name="connsiteY5" fmla="*/ 72229512 h 1299719"/>
                  <a:gd name="connsiteX6" fmla="*/ -48649172 w 949488"/>
                  <a:gd name="connsiteY6" fmla="*/ 23643264 h 1299719"/>
                  <a:gd name="connsiteX7" fmla="*/ -24324586 w 949488"/>
                  <a:gd name="connsiteY7" fmla="*/ -2 h 12997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9488" h="1299719">
                    <a:moveTo>
                      <a:pt x="25274072" y="0"/>
                    </a:moveTo>
                    <a:cubicBezTo>
                      <a:pt x="38708168" y="0"/>
                      <a:pt x="49598656" y="10585450"/>
                      <a:pt x="49598656" y="23643268"/>
                    </a:cubicBezTo>
                    <a:lnTo>
                      <a:pt x="49598656" y="72229512"/>
                    </a:lnTo>
                    <a:cubicBezTo>
                      <a:pt x="49598656" y="85287328"/>
                      <a:pt x="38708168" y="95872784"/>
                      <a:pt x="25274072" y="95872784"/>
                    </a:cubicBezTo>
                    <a:lnTo>
                      <a:pt x="-24324586" y="95872784"/>
                    </a:lnTo>
                    <a:cubicBezTo>
                      <a:pt x="-37758680" y="95872784"/>
                      <a:pt x="-48649172" y="85287328"/>
                      <a:pt x="-48649172" y="72229512"/>
                    </a:cubicBezTo>
                    <a:lnTo>
                      <a:pt x="-48649172" y="23643264"/>
                    </a:lnTo>
                    <a:cubicBezTo>
                      <a:pt x="-48649172" y="10585448"/>
                      <a:pt x="-37758680" y="-2"/>
                      <a:pt x="-24324586" y="-2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6" name="手繪多邊形: 圖案 645">
                <a:extLst>
                  <a:ext uri="{FF2B5EF4-FFF2-40B4-BE49-F238E27FC236}">
                    <a16:creationId xmlns:a16="http://schemas.microsoft.com/office/drawing/2014/main" id="{EF991B77-9434-6CFD-CC20-4F22701D132A}"/>
                  </a:ext>
                </a:extLst>
              </p:cNvPr>
              <p:cNvSpPr/>
              <p:nvPr/>
            </p:nvSpPr>
            <p:spPr>
              <a:xfrm>
                <a:off x="-41526995" y="32787387"/>
                <a:ext cx="912506" cy="624847"/>
              </a:xfrm>
              <a:custGeom>
                <a:avLst/>
                <a:gdLst>
                  <a:gd name="connsiteX0" fmla="*/ 912507 w 912506"/>
                  <a:gd name="connsiteY0" fmla="*/ 0 h 624847"/>
                  <a:gd name="connsiteX1" fmla="*/ 0 w 912506"/>
                  <a:gd name="connsiteY1" fmla="*/ 624847 h 624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2506" h="624847">
                    <a:moveTo>
                      <a:pt x="912507" y="0"/>
                    </a:moveTo>
                    <a:cubicBezTo>
                      <a:pt x="912507" y="0"/>
                      <a:pt x="617889" y="561044"/>
                      <a:pt x="0" y="624847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7" name="手繪多邊形: 圖案 646">
                <a:extLst>
                  <a:ext uri="{FF2B5EF4-FFF2-40B4-BE49-F238E27FC236}">
                    <a16:creationId xmlns:a16="http://schemas.microsoft.com/office/drawing/2014/main" id="{B1474A40-014A-70D5-9DD4-13F340EF3DB1}"/>
                  </a:ext>
                </a:extLst>
              </p:cNvPr>
              <p:cNvSpPr/>
              <p:nvPr/>
            </p:nvSpPr>
            <p:spPr>
              <a:xfrm>
                <a:off x="-41526995" y="33476937"/>
                <a:ext cx="1236090" cy="856693"/>
              </a:xfrm>
              <a:custGeom>
                <a:avLst/>
                <a:gdLst>
                  <a:gd name="connsiteX0" fmla="*/ 1236091 w 1236090"/>
                  <a:gd name="connsiteY0" fmla="*/ 0 h 856693"/>
                  <a:gd name="connsiteX1" fmla="*/ 0 w 1236090"/>
                  <a:gd name="connsiteY1" fmla="*/ 856694 h 856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6090" h="856693">
                    <a:moveTo>
                      <a:pt x="1236091" y="0"/>
                    </a:moveTo>
                    <a:cubicBezTo>
                      <a:pt x="1236091" y="0"/>
                      <a:pt x="883231" y="726393"/>
                      <a:pt x="0" y="856694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8" name="手繪多邊形: 圖案 647">
                <a:extLst>
                  <a:ext uri="{FF2B5EF4-FFF2-40B4-BE49-F238E27FC236}">
                    <a16:creationId xmlns:a16="http://schemas.microsoft.com/office/drawing/2014/main" id="{419B6310-A88F-51EA-A160-027D1F5622AC}"/>
                  </a:ext>
                </a:extLst>
              </p:cNvPr>
              <p:cNvSpPr/>
              <p:nvPr/>
            </p:nvSpPr>
            <p:spPr>
              <a:xfrm>
                <a:off x="-41526995" y="34262639"/>
                <a:ext cx="1606517" cy="1151745"/>
              </a:xfrm>
              <a:custGeom>
                <a:avLst/>
                <a:gdLst>
                  <a:gd name="connsiteX0" fmla="*/ 1606518 w 1606517"/>
                  <a:gd name="connsiteY0" fmla="*/ 0 h 1151745"/>
                  <a:gd name="connsiteX1" fmla="*/ 0 w 1606517"/>
                  <a:gd name="connsiteY1" fmla="*/ 1151745 h 1151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06517" h="1151745">
                    <a:moveTo>
                      <a:pt x="1606518" y="0"/>
                    </a:moveTo>
                    <a:cubicBezTo>
                      <a:pt x="1606518" y="0"/>
                      <a:pt x="1090941" y="881256"/>
                      <a:pt x="0" y="1151745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49" name="手繪多邊形: 圖案 648">
                <a:extLst>
                  <a:ext uri="{FF2B5EF4-FFF2-40B4-BE49-F238E27FC236}">
                    <a16:creationId xmlns:a16="http://schemas.microsoft.com/office/drawing/2014/main" id="{7AA3C1E8-3AB3-7B7B-3535-329F1868D5D9}"/>
                  </a:ext>
                </a:extLst>
              </p:cNvPr>
              <p:cNvSpPr/>
              <p:nvPr/>
            </p:nvSpPr>
            <p:spPr>
              <a:xfrm>
                <a:off x="-41690638" y="31664099"/>
                <a:ext cx="1898054" cy="1046005"/>
              </a:xfrm>
              <a:custGeom>
                <a:avLst/>
                <a:gdLst>
                  <a:gd name="connsiteX0" fmla="*/ 0 w 1898054"/>
                  <a:gd name="connsiteY0" fmla="*/ 1046005 h 1046005"/>
                  <a:gd name="connsiteX1" fmla="*/ 945483 w 1898054"/>
                  <a:gd name="connsiteY1" fmla="*/ 0 h 1046005"/>
                  <a:gd name="connsiteX2" fmla="*/ 1898054 w 1898054"/>
                  <a:gd name="connsiteY2" fmla="*/ 1046005 h 104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8054" h="1046005">
                    <a:moveTo>
                      <a:pt x="0" y="1046005"/>
                    </a:moveTo>
                    <a:cubicBezTo>
                      <a:pt x="763042" y="876465"/>
                      <a:pt x="945483" y="0"/>
                      <a:pt x="945483" y="0"/>
                    </a:cubicBezTo>
                    <a:cubicBezTo>
                      <a:pt x="945483" y="0"/>
                      <a:pt x="1128229" y="808767"/>
                      <a:pt x="1898054" y="1046005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50" name="手繪多邊形: 圖案 649">
                <a:extLst>
                  <a:ext uri="{FF2B5EF4-FFF2-40B4-BE49-F238E27FC236}">
                    <a16:creationId xmlns:a16="http://schemas.microsoft.com/office/drawing/2014/main" id="{ACE8F9BB-47CF-4484-6D74-FDF8A3DEE465}"/>
                  </a:ext>
                </a:extLst>
              </p:cNvPr>
              <p:cNvSpPr/>
              <p:nvPr/>
            </p:nvSpPr>
            <p:spPr>
              <a:xfrm>
                <a:off x="-42508534" y="31664099"/>
                <a:ext cx="30817" cy="343875"/>
              </a:xfrm>
              <a:custGeom>
                <a:avLst/>
                <a:gdLst>
                  <a:gd name="connsiteX0" fmla="*/ 1 w 30817"/>
                  <a:gd name="connsiteY0" fmla="*/ 343876 h 343875"/>
                  <a:gd name="connsiteX1" fmla="*/ 1 w 30817"/>
                  <a:gd name="connsiteY1" fmla="*/ 0 h 34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343875">
                    <a:moveTo>
                      <a:pt x="1" y="343876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652" name="圖形 19">
            <a:extLst>
              <a:ext uri="{FF2B5EF4-FFF2-40B4-BE49-F238E27FC236}">
                <a16:creationId xmlns:a16="http://schemas.microsoft.com/office/drawing/2014/main" id="{8D6FFDB9-6602-FE84-889C-5ABC33F1BB39}"/>
              </a:ext>
            </a:extLst>
          </p:cNvPr>
          <p:cNvGrpSpPr/>
          <p:nvPr/>
        </p:nvGrpSpPr>
        <p:grpSpPr>
          <a:xfrm>
            <a:off x="28584989" y="25400651"/>
            <a:ext cx="50478860" cy="136228069"/>
            <a:chOff x="28584989" y="25400651"/>
            <a:chExt cx="50478860" cy="136228069"/>
          </a:xfrm>
        </p:grpSpPr>
        <p:sp>
          <p:nvSpPr>
            <p:cNvPr id="653" name="手繪多邊形: 圖案 652">
              <a:extLst>
                <a:ext uri="{FF2B5EF4-FFF2-40B4-BE49-F238E27FC236}">
                  <a16:creationId xmlns:a16="http://schemas.microsoft.com/office/drawing/2014/main" id="{64E900D8-BBA7-998C-75B3-F1C841418F6B}"/>
                </a:ext>
              </a:extLst>
            </p:cNvPr>
            <p:cNvSpPr/>
            <p:nvPr/>
          </p:nvSpPr>
          <p:spPr>
            <a:xfrm>
              <a:off x="28584989" y="25400651"/>
              <a:ext cx="8734862" cy="8488371"/>
            </a:xfrm>
            <a:custGeom>
              <a:avLst/>
              <a:gdLst>
                <a:gd name="connsiteX0" fmla="*/ 8734863 w 8734862"/>
                <a:gd name="connsiteY0" fmla="*/ 4244186 h 8488371"/>
                <a:gd name="connsiteX1" fmla="*/ 4367432 w 8734862"/>
                <a:gd name="connsiteY1" fmla="*/ 8488371 h 8488371"/>
                <a:gd name="connsiteX2" fmla="*/ 1 w 8734862"/>
                <a:gd name="connsiteY2" fmla="*/ 4244185 h 8488371"/>
                <a:gd name="connsiteX3" fmla="*/ 4367432 w 8734862"/>
                <a:gd name="connsiteY3" fmla="*/ -1 h 8488371"/>
                <a:gd name="connsiteX4" fmla="*/ 8734863 w 8734862"/>
                <a:gd name="connsiteY4" fmla="*/ 4244186 h 8488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4862" h="8488371">
                  <a:moveTo>
                    <a:pt x="8734863" y="4244186"/>
                  </a:moveTo>
                  <a:cubicBezTo>
                    <a:pt x="8734863" y="6588186"/>
                    <a:pt x="6779497" y="8488371"/>
                    <a:pt x="4367432" y="8488371"/>
                  </a:cubicBezTo>
                  <a:cubicBezTo>
                    <a:pt x="1955366" y="8488371"/>
                    <a:pt x="1" y="6588185"/>
                    <a:pt x="1" y="4244185"/>
                  </a:cubicBezTo>
                  <a:cubicBezTo>
                    <a:pt x="1" y="1900186"/>
                    <a:pt x="1955366" y="-1"/>
                    <a:pt x="4367432" y="-1"/>
                  </a:cubicBezTo>
                  <a:cubicBezTo>
                    <a:pt x="6779498" y="-1"/>
                    <a:pt x="8734863" y="1900186"/>
                    <a:pt x="8734863" y="4244186"/>
                  </a:cubicBezTo>
                  <a:close/>
                </a:path>
              </a:pathLst>
            </a:custGeom>
            <a:noFill/>
            <a:ln w="1332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654" name="圖形 19">
              <a:extLst>
                <a:ext uri="{FF2B5EF4-FFF2-40B4-BE49-F238E27FC236}">
                  <a16:creationId xmlns:a16="http://schemas.microsoft.com/office/drawing/2014/main" id="{DF7AE7F1-941A-1747-68BA-D090C693B623}"/>
                </a:ext>
              </a:extLst>
            </p:cNvPr>
            <p:cNvGrpSpPr/>
            <p:nvPr/>
          </p:nvGrpSpPr>
          <p:grpSpPr>
            <a:xfrm>
              <a:off x="29894632" y="27628374"/>
              <a:ext cx="35338407" cy="64729529"/>
              <a:chOff x="29894632" y="27628374"/>
              <a:chExt cx="35338407" cy="64729529"/>
            </a:xfrm>
          </p:grpSpPr>
          <p:sp>
            <p:nvSpPr>
              <p:cNvPr id="655" name="手繪多邊形: 圖案 654">
                <a:extLst>
                  <a:ext uri="{FF2B5EF4-FFF2-40B4-BE49-F238E27FC236}">
                    <a16:creationId xmlns:a16="http://schemas.microsoft.com/office/drawing/2014/main" id="{DA42B590-4AE7-B0BB-1473-26EC8BF688FE}"/>
                  </a:ext>
                </a:extLst>
              </p:cNvPr>
              <p:cNvSpPr/>
              <p:nvPr/>
            </p:nvSpPr>
            <p:spPr>
              <a:xfrm>
                <a:off x="32015948" y="27916079"/>
                <a:ext cx="571312" cy="29945"/>
              </a:xfrm>
              <a:custGeom>
                <a:avLst/>
                <a:gdLst>
                  <a:gd name="connsiteX0" fmla="*/ 0 w 571312"/>
                  <a:gd name="connsiteY0" fmla="*/ 0 h 29945"/>
                  <a:gd name="connsiteX1" fmla="*/ 571313 w 57131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12" h="29945">
                    <a:moveTo>
                      <a:pt x="0" y="0"/>
                    </a:moveTo>
                    <a:lnTo>
                      <a:pt x="571313" y="0"/>
                    </a:lnTo>
                  </a:path>
                </a:pathLst>
              </a:custGeom>
              <a:ln w="1832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56" name="手繪多邊形: 圖案 655">
                <a:extLst>
                  <a:ext uri="{FF2B5EF4-FFF2-40B4-BE49-F238E27FC236}">
                    <a16:creationId xmlns:a16="http://schemas.microsoft.com/office/drawing/2014/main" id="{4772C1D3-1580-FA10-9AFF-3427A07CCA48}"/>
                  </a:ext>
                </a:extLst>
              </p:cNvPr>
              <p:cNvSpPr/>
              <p:nvPr/>
            </p:nvSpPr>
            <p:spPr>
              <a:xfrm>
                <a:off x="32015948" y="28839002"/>
                <a:ext cx="571312" cy="29945"/>
              </a:xfrm>
              <a:custGeom>
                <a:avLst/>
                <a:gdLst>
                  <a:gd name="connsiteX0" fmla="*/ 0 w 571312"/>
                  <a:gd name="connsiteY0" fmla="*/ 0 h 29945"/>
                  <a:gd name="connsiteX1" fmla="*/ 571313 w 57131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12" h="29945">
                    <a:moveTo>
                      <a:pt x="0" y="0"/>
                    </a:moveTo>
                    <a:lnTo>
                      <a:pt x="571313" y="0"/>
                    </a:lnTo>
                  </a:path>
                </a:pathLst>
              </a:custGeom>
              <a:ln w="1832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57" name="手繪多邊形: 圖案 656">
                <a:extLst>
                  <a:ext uri="{FF2B5EF4-FFF2-40B4-BE49-F238E27FC236}">
                    <a16:creationId xmlns:a16="http://schemas.microsoft.com/office/drawing/2014/main" id="{3797BC75-A354-23BA-A5C2-DC133FD35512}"/>
                  </a:ext>
                </a:extLst>
              </p:cNvPr>
              <p:cNvSpPr/>
              <p:nvPr/>
            </p:nvSpPr>
            <p:spPr>
              <a:xfrm>
                <a:off x="31760182" y="28317949"/>
                <a:ext cx="30815" cy="646225"/>
              </a:xfrm>
              <a:custGeom>
                <a:avLst/>
                <a:gdLst>
                  <a:gd name="connsiteX0" fmla="*/ 1 w 30815"/>
                  <a:gd name="connsiteY0" fmla="*/ 646225 h 646225"/>
                  <a:gd name="connsiteX1" fmla="*/ 1 w 30815"/>
                  <a:gd name="connsiteY1" fmla="*/ 0 h 64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46225">
                    <a:moveTo>
                      <a:pt x="1" y="646225"/>
                    </a:moveTo>
                    <a:lnTo>
                      <a:pt x="1" y="0"/>
                    </a:lnTo>
                  </a:path>
                </a:pathLst>
              </a:custGeom>
              <a:ln w="1832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658" name="手繪多邊形: 圖案 657">
                <a:extLst>
                  <a:ext uri="{FF2B5EF4-FFF2-40B4-BE49-F238E27FC236}">
                    <a16:creationId xmlns:a16="http://schemas.microsoft.com/office/drawing/2014/main" id="{8C5F060D-E236-65DF-2F5B-FD863FEB8AFB}"/>
                  </a:ext>
                </a:extLst>
              </p:cNvPr>
              <p:cNvSpPr/>
              <p:nvPr/>
            </p:nvSpPr>
            <p:spPr>
              <a:xfrm>
                <a:off x="31514893" y="27666333"/>
                <a:ext cx="374404" cy="565971"/>
              </a:xfrm>
              <a:custGeom>
                <a:avLst/>
                <a:gdLst>
                  <a:gd name="connsiteX0" fmla="*/ 374405 w 374404"/>
                  <a:gd name="connsiteY0" fmla="*/ 0 h 565971"/>
                  <a:gd name="connsiteX1" fmla="*/ 0 w 374404"/>
                  <a:gd name="connsiteY1" fmla="*/ 565971 h 565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4404" h="565971">
                    <a:moveTo>
                      <a:pt x="374405" y="0"/>
                    </a:moveTo>
                    <a:cubicBezTo>
                      <a:pt x="374405" y="0"/>
                      <a:pt x="338350" y="389292"/>
                      <a:pt x="0" y="565971"/>
                    </a:cubicBezTo>
                  </a:path>
                </a:pathLst>
              </a:custGeom>
              <a:noFill/>
              <a:ln w="18323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659" name="圖形 19">
                <a:extLst>
                  <a:ext uri="{FF2B5EF4-FFF2-40B4-BE49-F238E27FC236}">
                    <a16:creationId xmlns:a16="http://schemas.microsoft.com/office/drawing/2014/main" id="{C3F17942-A472-7D61-E090-A9694F63AF3D}"/>
                  </a:ext>
                </a:extLst>
              </p:cNvPr>
              <p:cNvGrpSpPr/>
              <p:nvPr/>
            </p:nvGrpSpPr>
            <p:grpSpPr>
              <a:xfrm>
                <a:off x="29947634" y="27676215"/>
                <a:ext cx="5787632" cy="20670165"/>
                <a:chOff x="29947634" y="27676215"/>
                <a:chExt cx="5787632" cy="20670165"/>
              </a:xfrm>
              <a:noFill/>
            </p:grpSpPr>
            <p:sp>
              <p:nvSpPr>
                <p:cNvPr id="660" name="手繪多邊形: 圖案 659">
                  <a:extLst>
                    <a:ext uri="{FF2B5EF4-FFF2-40B4-BE49-F238E27FC236}">
                      <a16:creationId xmlns:a16="http://schemas.microsoft.com/office/drawing/2014/main" id="{7D27FF8F-C452-F94D-A56A-232D61820538}"/>
                    </a:ext>
                  </a:extLst>
                </p:cNvPr>
                <p:cNvSpPr/>
                <p:nvPr/>
              </p:nvSpPr>
              <p:spPr>
                <a:xfrm>
                  <a:off x="29947635" y="27796297"/>
                  <a:ext cx="1001492" cy="29945"/>
                </a:xfrm>
                <a:custGeom>
                  <a:avLst/>
                  <a:gdLst>
                    <a:gd name="connsiteX0" fmla="*/ 0 w 1001492"/>
                    <a:gd name="connsiteY0" fmla="*/ 0 h 29945"/>
                    <a:gd name="connsiteX1" fmla="*/ 1001493 w 1001492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492" h="29945">
                      <a:moveTo>
                        <a:pt x="0" y="0"/>
                      </a:moveTo>
                      <a:lnTo>
                        <a:pt x="1001493" y="0"/>
                      </a:lnTo>
                    </a:path>
                  </a:pathLst>
                </a:custGeom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1" name="手繪多邊形: 圖案 660">
                  <a:extLst>
                    <a:ext uri="{FF2B5EF4-FFF2-40B4-BE49-F238E27FC236}">
                      <a16:creationId xmlns:a16="http://schemas.microsoft.com/office/drawing/2014/main" id="{29DB1B31-B62C-283E-402B-AA1E13FEE010}"/>
                    </a:ext>
                  </a:extLst>
                </p:cNvPr>
                <p:cNvSpPr/>
                <p:nvPr/>
              </p:nvSpPr>
              <p:spPr>
                <a:xfrm>
                  <a:off x="29947635" y="28165826"/>
                  <a:ext cx="1001492" cy="29945"/>
                </a:xfrm>
                <a:custGeom>
                  <a:avLst/>
                  <a:gdLst>
                    <a:gd name="connsiteX0" fmla="*/ 0 w 1001492"/>
                    <a:gd name="connsiteY0" fmla="*/ 0 h 29945"/>
                    <a:gd name="connsiteX1" fmla="*/ 1001493 w 1001492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492" h="29945">
                      <a:moveTo>
                        <a:pt x="0" y="0"/>
                      </a:moveTo>
                      <a:lnTo>
                        <a:pt x="1001493" y="0"/>
                      </a:lnTo>
                    </a:path>
                  </a:pathLst>
                </a:custGeom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2" name="手繪多邊形: 圖案 661">
                  <a:extLst>
                    <a:ext uri="{FF2B5EF4-FFF2-40B4-BE49-F238E27FC236}">
                      <a16:creationId xmlns:a16="http://schemas.microsoft.com/office/drawing/2014/main" id="{E713E311-E209-81FB-79BF-318843EACD8D}"/>
                    </a:ext>
                  </a:extLst>
                </p:cNvPr>
                <p:cNvSpPr/>
                <p:nvPr/>
              </p:nvSpPr>
              <p:spPr>
                <a:xfrm>
                  <a:off x="30207715" y="27676215"/>
                  <a:ext cx="30815" cy="239864"/>
                </a:xfrm>
                <a:custGeom>
                  <a:avLst/>
                  <a:gdLst>
                    <a:gd name="connsiteX0" fmla="*/ 0 w 30815"/>
                    <a:gd name="connsiteY0" fmla="*/ 0 h 239864"/>
                    <a:gd name="connsiteX1" fmla="*/ 0 w 30815"/>
                    <a:gd name="connsiteY1" fmla="*/ 239864 h 23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39864">
                      <a:moveTo>
                        <a:pt x="0" y="0"/>
                      </a:moveTo>
                      <a:lnTo>
                        <a:pt x="0" y="239864"/>
                      </a:lnTo>
                    </a:path>
                  </a:pathLst>
                </a:custGeom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3" name="手繪多邊形: 圖案 662">
                  <a:extLst>
                    <a:ext uri="{FF2B5EF4-FFF2-40B4-BE49-F238E27FC236}">
                      <a16:creationId xmlns:a16="http://schemas.microsoft.com/office/drawing/2014/main" id="{8114744A-2A09-1124-8294-3D48516565C1}"/>
                    </a:ext>
                  </a:extLst>
                </p:cNvPr>
                <p:cNvSpPr/>
                <p:nvPr/>
              </p:nvSpPr>
              <p:spPr>
                <a:xfrm>
                  <a:off x="30706612" y="27676215"/>
                  <a:ext cx="30815" cy="239864"/>
                </a:xfrm>
                <a:custGeom>
                  <a:avLst/>
                  <a:gdLst>
                    <a:gd name="connsiteX0" fmla="*/ 1 w 30815"/>
                    <a:gd name="connsiteY0" fmla="*/ 0 h 239864"/>
                    <a:gd name="connsiteX1" fmla="*/ 1 w 30815"/>
                    <a:gd name="connsiteY1" fmla="*/ 239864 h 2398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39864">
                      <a:moveTo>
                        <a:pt x="1" y="0"/>
                      </a:moveTo>
                      <a:lnTo>
                        <a:pt x="1" y="239864"/>
                      </a:lnTo>
                    </a:path>
                  </a:pathLst>
                </a:custGeom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4" name="手繪多邊形: 圖案 663">
                  <a:extLst>
                    <a:ext uri="{FF2B5EF4-FFF2-40B4-BE49-F238E27FC236}">
                      <a16:creationId xmlns:a16="http://schemas.microsoft.com/office/drawing/2014/main" id="{F56C286E-B66B-EA2E-B2B2-142CC3CE3172}"/>
                    </a:ext>
                  </a:extLst>
                </p:cNvPr>
                <p:cNvSpPr/>
                <p:nvPr/>
              </p:nvSpPr>
              <p:spPr>
                <a:xfrm>
                  <a:off x="30597217" y="28370354"/>
                  <a:ext cx="262545" cy="593820"/>
                </a:xfrm>
                <a:custGeom>
                  <a:avLst/>
                  <a:gdLst>
                    <a:gd name="connsiteX0" fmla="*/ 0 w 262545"/>
                    <a:gd name="connsiteY0" fmla="*/ 0 h 593820"/>
                    <a:gd name="connsiteX1" fmla="*/ 62247 w 262545"/>
                    <a:gd name="connsiteY1" fmla="*/ 0 h 593820"/>
                    <a:gd name="connsiteX2" fmla="*/ 262546 w 262545"/>
                    <a:gd name="connsiteY2" fmla="*/ 194646 h 593820"/>
                    <a:gd name="connsiteX3" fmla="*/ 262546 w 262545"/>
                    <a:gd name="connsiteY3" fmla="*/ 464156 h 593820"/>
                    <a:gd name="connsiteX4" fmla="*/ 129116 w 262545"/>
                    <a:gd name="connsiteY4" fmla="*/ 593820 h 593820"/>
                    <a:gd name="connsiteX5" fmla="*/ 43142 w 262545"/>
                    <a:gd name="connsiteY5" fmla="*/ 593820 h 5938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2545" h="593820">
                      <a:moveTo>
                        <a:pt x="0" y="0"/>
                      </a:moveTo>
                      <a:lnTo>
                        <a:pt x="62247" y="0"/>
                      </a:lnTo>
                      <a:cubicBezTo>
                        <a:pt x="172874" y="0"/>
                        <a:pt x="262546" y="87142"/>
                        <a:pt x="262546" y="194646"/>
                      </a:cubicBezTo>
                      <a:lnTo>
                        <a:pt x="262546" y="464156"/>
                      </a:lnTo>
                      <a:cubicBezTo>
                        <a:pt x="262546" y="535726"/>
                        <a:pt x="202764" y="593820"/>
                        <a:pt x="129116" y="593820"/>
                      </a:cubicBezTo>
                      <a:lnTo>
                        <a:pt x="43142" y="593820"/>
                      </a:lnTo>
                    </a:path>
                  </a:pathLst>
                </a:custGeom>
                <a:noFill/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5" name="手繪多邊形: 圖案 664">
                  <a:extLst>
                    <a:ext uri="{FF2B5EF4-FFF2-40B4-BE49-F238E27FC236}">
                      <a16:creationId xmlns:a16="http://schemas.microsoft.com/office/drawing/2014/main" id="{39F83C0B-0E72-DA35-9049-941F9E75D946}"/>
                    </a:ext>
                  </a:extLst>
                </p:cNvPr>
                <p:cNvSpPr/>
                <p:nvPr/>
              </p:nvSpPr>
              <p:spPr>
                <a:xfrm>
                  <a:off x="29947634" y="28028675"/>
                  <a:ext cx="500766" cy="935499"/>
                </a:xfrm>
                <a:custGeom>
                  <a:avLst/>
                  <a:gdLst>
                    <a:gd name="connsiteX0" fmla="*/ 500747 w 500766"/>
                    <a:gd name="connsiteY0" fmla="*/ 0 h 935499"/>
                    <a:gd name="connsiteX1" fmla="*/ 0 w 500766"/>
                    <a:gd name="connsiteY1" fmla="*/ 935499 h 9354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0766" h="935499">
                      <a:moveTo>
                        <a:pt x="500747" y="0"/>
                      </a:moveTo>
                      <a:cubicBezTo>
                        <a:pt x="500747" y="0"/>
                        <a:pt x="511840" y="561779"/>
                        <a:pt x="0" y="935499"/>
                      </a:cubicBezTo>
                    </a:path>
                  </a:pathLst>
                </a:custGeom>
                <a:noFill/>
                <a:ln w="18323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66" name="圖形 19">
                <a:extLst>
                  <a:ext uri="{FF2B5EF4-FFF2-40B4-BE49-F238E27FC236}">
                    <a16:creationId xmlns:a16="http://schemas.microsoft.com/office/drawing/2014/main" id="{3AE8F7BD-0986-1FBF-2F09-6DF57314876F}"/>
                  </a:ext>
                </a:extLst>
              </p:cNvPr>
              <p:cNvGrpSpPr/>
              <p:nvPr/>
            </p:nvGrpSpPr>
            <p:grpSpPr>
              <a:xfrm>
                <a:off x="29947634" y="29574165"/>
                <a:ext cx="34727588" cy="20833574"/>
                <a:chOff x="29947634" y="29574165"/>
                <a:chExt cx="34727588" cy="20833574"/>
              </a:xfrm>
              <a:noFill/>
            </p:grpSpPr>
            <p:grpSp>
              <p:nvGrpSpPr>
                <p:cNvPr id="667" name="圖形 19">
                  <a:extLst>
                    <a:ext uri="{FF2B5EF4-FFF2-40B4-BE49-F238E27FC236}">
                      <a16:creationId xmlns:a16="http://schemas.microsoft.com/office/drawing/2014/main" id="{83F7D417-D511-18F9-AF94-B6FCF0040E9A}"/>
                    </a:ext>
                  </a:extLst>
                </p:cNvPr>
                <p:cNvGrpSpPr/>
                <p:nvPr/>
              </p:nvGrpSpPr>
              <p:grpSpPr>
                <a:xfrm>
                  <a:off x="31611037" y="29574465"/>
                  <a:ext cx="6040505" cy="20828759"/>
                  <a:chOff x="31611037" y="29574465"/>
                  <a:chExt cx="6040505" cy="20828759"/>
                </a:xfrm>
                <a:noFill/>
              </p:grpSpPr>
              <p:grpSp>
                <p:nvGrpSpPr>
                  <p:cNvPr id="668" name="圖形 19">
                    <a:extLst>
                      <a:ext uri="{FF2B5EF4-FFF2-40B4-BE49-F238E27FC236}">
                        <a16:creationId xmlns:a16="http://schemas.microsoft.com/office/drawing/2014/main" id="{36BA654A-7754-A505-08D5-B05D146A15B5}"/>
                      </a:ext>
                    </a:extLst>
                  </p:cNvPr>
                  <p:cNvGrpSpPr/>
                  <p:nvPr/>
                </p:nvGrpSpPr>
                <p:grpSpPr>
                  <a:xfrm>
                    <a:off x="31611037" y="29574465"/>
                    <a:ext cx="6040505" cy="9448403"/>
                    <a:chOff x="31611037" y="29574465"/>
                    <a:chExt cx="6040505" cy="9448403"/>
                  </a:xfrm>
                  <a:noFill/>
                </p:grpSpPr>
                <p:sp>
                  <p:nvSpPr>
                    <p:cNvPr id="669" name="手繪多邊形: 圖案 668">
                      <a:extLst>
                        <a:ext uri="{FF2B5EF4-FFF2-40B4-BE49-F238E27FC236}">
                          <a16:creationId xmlns:a16="http://schemas.microsoft.com/office/drawing/2014/main" id="{45AC84AD-0E78-D61F-0D81-552CE7EC1B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11037" y="29574465"/>
                      <a:ext cx="510915" cy="29945"/>
                    </a:xfrm>
                    <a:custGeom>
                      <a:avLst/>
                      <a:gdLst>
                        <a:gd name="connsiteX0" fmla="*/ 0 w 510915"/>
                        <a:gd name="connsiteY0" fmla="*/ 0 h 29945"/>
                        <a:gd name="connsiteX1" fmla="*/ 510916 w 510915"/>
                        <a:gd name="connsiteY1" fmla="*/ 0 h 2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0915" h="29945">
                          <a:moveTo>
                            <a:pt x="0" y="0"/>
                          </a:moveTo>
                          <a:lnTo>
                            <a:pt x="510916" y="0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0" name="手繪多邊形: 圖案 669">
                      <a:extLst>
                        <a:ext uri="{FF2B5EF4-FFF2-40B4-BE49-F238E27FC236}">
                          <a16:creationId xmlns:a16="http://schemas.microsoft.com/office/drawing/2014/main" id="{5532BEA8-4D4B-E0F2-E37D-BA4B3E421E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674207" y="29574465"/>
                      <a:ext cx="447745" cy="588730"/>
                    </a:xfrm>
                    <a:custGeom>
                      <a:avLst/>
                      <a:gdLst>
                        <a:gd name="connsiteX0" fmla="*/ 447745 w 447745"/>
                        <a:gd name="connsiteY0" fmla="*/ 588730 h 588730"/>
                        <a:gd name="connsiteX1" fmla="*/ 133430 w 447745"/>
                        <a:gd name="connsiteY1" fmla="*/ 588730 h 588730"/>
                        <a:gd name="connsiteX2" fmla="*/ 0 w 447745"/>
                        <a:gd name="connsiteY2" fmla="*/ 459066 h 588730"/>
                        <a:gd name="connsiteX3" fmla="*/ 0 w 447745"/>
                        <a:gd name="connsiteY3" fmla="*/ 0 h 58873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7745" h="588730">
                          <a:moveTo>
                            <a:pt x="447745" y="588730"/>
                          </a:moveTo>
                          <a:lnTo>
                            <a:pt x="133430" y="588730"/>
                          </a:lnTo>
                          <a:cubicBezTo>
                            <a:pt x="59781" y="588730"/>
                            <a:pt x="0" y="530636"/>
                            <a:pt x="0" y="459066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1" name="手繪多邊形: 圖案 670">
                      <a:extLst>
                        <a:ext uri="{FF2B5EF4-FFF2-40B4-BE49-F238E27FC236}">
                          <a16:creationId xmlns:a16="http://schemas.microsoft.com/office/drawing/2014/main" id="{3409C58F-4EBC-6A15-293D-6488814D9F0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95311" y="29710119"/>
                      <a:ext cx="284115" cy="29945"/>
                    </a:xfrm>
                    <a:custGeom>
                      <a:avLst/>
                      <a:gdLst>
                        <a:gd name="connsiteX0" fmla="*/ -1 w 284115"/>
                        <a:gd name="connsiteY0" fmla="*/ 0 h 29945"/>
                        <a:gd name="connsiteX1" fmla="*/ 284116 w 284115"/>
                        <a:gd name="connsiteY1" fmla="*/ 0 h 2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4115" h="29945">
                          <a:moveTo>
                            <a:pt x="-1" y="0"/>
                          </a:moveTo>
                          <a:lnTo>
                            <a:pt x="284116" y="0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2" name="手繪多邊形: 圖案 671">
                      <a:extLst>
                        <a:ext uri="{FF2B5EF4-FFF2-40B4-BE49-F238E27FC236}">
                          <a16:creationId xmlns:a16="http://schemas.microsoft.com/office/drawing/2014/main" id="{AC9464EB-6A73-4E33-05EE-356577404A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74049" y="29865836"/>
                      <a:ext cx="305378" cy="29945"/>
                    </a:xfrm>
                    <a:custGeom>
                      <a:avLst/>
                      <a:gdLst>
                        <a:gd name="connsiteX0" fmla="*/ -1 w 305378"/>
                        <a:gd name="connsiteY0" fmla="*/ 0 h 29945"/>
                        <a:gd name="connsiteX1" fmla="*/ 305379 w 305378"/>
                        <a:gd name="connsiteY1" fmla="*/ 0 h 299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5378" h="29945">
                          <a:moveTo>
                            <a:pt x="-1" y="0"/>
                          </a:moveTo>
                          <a:lnTo>
                            <a:pt x="305379" y="0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3" name="手繪多邊形: 圖案 672">
                      <a:extLst>
                        <a:ext uri="{FF2B5EF4-FFF2-40B4-BE49-F238E27FC236}">
                          <a16:creationId xmlns:a16="http://schemas.microsoft.com/office/drawing/2014/main" id="{3F647008-336E-0239-D06C-2B4663977A8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55689" y="29574465"/>
                      <a:ext cx="400596" cy="171288"/>
                    </a:xfrm>
                    <a:custGeom>
                      <a:avLst/>
                      <a:gdLst>
                        <a:gd name="connsiteX0" fmla="*/ 400597 w 400596"/>
                        <a:gd name="connsiteY0" fmla="*/ 171289 h 171288"/>
                        <a:gd name="connsiteX1" fmla="*/ 393510 w 400596"/>
                        <a:gd name="connsiteY1" fmla="*/ 171289 h 171288"/>
                        <a:gd name="connsiteX2" fmla="*/ 326642 w 400596"/>
                        <a:gd name="connsiteY2" fmla="*/ 106307 h 171288"/>
                        <a:gd name="connsiteX3" fmla="*/ 326642 w 400596"/>
                        <a:gd name="connsiteY3" fmla="*/ 0 h 171288"/>
                        <a:gd name="connsiteX4" fmla="*/ 0 w 400596"/>
                        <a:gd name="connsiteY4" fmla="*/ 0 h 171288"/>
                        <a:gd name="connsiteX5" fmla="*/ 0 w 400596"/>
                        <a:gd name="connsiteY5" fmla="*/ 71570 h 17128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0596" h="171288">
                          <a:moveTo>
                            <a:pt x="400597" y="171289"/>
                          </a:moveTo>
                          <a:lnTo>
                            <a:pt x="393510" y="171289"/>
                          </a:lnTo>
                          <a:cubicBezTo>
                            <a:pt x="356532" y="171289"/>
                            <a:pt x="326642" y="142241"/>
                            <a:pt x="326642" y="106307"/>
                          </a:cubicBezTo>
                          <a:lnTo>
                            <a:pt x="326642" y="0"/>
                          </a:lnTo>
                          <a:lnTo>
                            <a:pt x="0" y="0"/>
                          </a:lnTo>
                          <a:lnTo>
                            <a:pt x="0" y="71570"/>
                          </a:lnTo>
                        </a:path>
                      </a:pathLst>
                    </a:custGeom>
                    <a:noFill/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4" name="手繪多邊形: 圖案 673">
                      <a:extLst>
                        <a:ext uri="{FF2B5EF4-FFF2-40B4-BE49-F238E27FC236}">
                          <a16:creationId xmlns:a16="http://schemas.microsoft.com/office/drawing/2014/main" id="{1E17AF8E-F136-0030-173F-6B3C7FA57BB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972189" y="29963159"/>
                      <a:ext cx="98300" cy="97621"/>
                    </a:xfrm>
                    <a:custGeom>
                      <a:avLst/>
                      <a:gdLst>
                        <a:gd name="connsiteX0" fmla="*/ 0 w 98300"/>
                        <a:gd name="connsiteY0" fmla="*/ 0 h 97621"/>
                        <a:gd name="connsiteX1" fmla="*/ 0 w 98300"/>
                        <a:gd name="connsiteY1" fmla="*/ 32641 h 97621"/>
                        <a:gd name="connsiteX2" fmla="*/ 66870 w 98300"/>
                        <a:gd name="connsiteY2" fmla="*/ 97622 h 97621"/>
                        <a:gd name="connsiteX3" fmla="*/ 98300 w 98300"/>
                        <a:gd name="connsiteY3" fmla="*/ 97622 h 976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300" h="97621">
                          <a:moveTo>
                            <a:pt x="0" y="0"/>
                          </a:moveTo>
                          <a:lnTo>
                            <a:pt x="0" y="32641"/>
                          </a:lnTo>
                          <a:cubicBezTo>
                            <a:pt x="0" y="68575"/>
                            <a:pt x="29892" y="97622"/>
                            <a:pt x="66870" y="97622"/>
                          </a:cubicBezTo>
                          <a:lnTo>
                            <a:pt x="98300" y="97622"/>
                          </a:lnTo>
                        </a:path>
                      </a:pathLst>
                    </a:custGeom>
                    <a:noFill/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5" name="手繪多邊形: 圖案 674">
                      <a:extLst>
                        <a:ext uri="{FF2B5EF4-FFF2-40B4-BE49-F238E27FC236}">
                          <a16:creationId xmlns:a16="http://schemas.microsoft.com/office/drawing/2014/main" id="{7E59DCE9-925A-9647-3CFF-D79DF2FBBC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32269" y="29865836"/>
                      <a:ext cx="392278" cy="297359"/>
                    </a:xfrm>
                    <a:custGeom>
                      <a:avLst/>
                      <a:gdLst>
                        <a:gd name="connsiteX0" fmla="*/ 392278 w 392278"/>
                        <a:gd name="connsiteY0" fmla="*/ 297359 h 297359"/>
                        <a:gd name="connsiteX1" fmla="*/ 23728 w 392278"/>
                        <a:gd name="connsiteY1" fmla="*/ 0 h 297359"/>
                        <a:gd name="connsiteX2" fmla="*/ 369782 w 392278"/>
                        <a:gd name="connsiteY2" fmla="*/ 0 h 297359"/>
                        <a:gd name="connsiteX3" fmla="*/ 0 w 392278"/>
                        <a:gd name="connsiteY3" fmla="*/ 297359 h 29735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2278" h="297359">
                          <a:moveTo>
                            <a:pt x="392278" y="297359"/>
                          </a:moveTo>
                          <a:cubicBezTo>
                            <a:pt x="223718" y="297359"/>
                            <a:pt x="28660" y="178475"/>
                            <a:pt x="23728" y="0"/>
                          </a:cubicBezTo>
                          <a:lnTo>
                            <a:pt x="369782" y="0"/>
                          </a:lnTo>
                          <a:cubicBezTo>
                            <a:pt x="365778" y="177577"/>
                            <a:pt x="161780" y="297359"/>
                            <a:pt x="0" y="297359"/>
                          </a:cubicBezTo>
                        </a:path>
                      </a:pathLst>
                    </a:custGeom>
                    <a:noFill/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6" name="手繪多邊形: 圖案 675">
                      <a:extLst>
                        <a:ext uri="{FF2B5EF4-FFF2-40B4-BE49-F238E27FC236}">
                          <a16:creationId xmlns:a16="http://schemas.microsoft.com/office/drawing/2014/main" id="{4BB31D96-C531-A283-60AB-3D4357A5FA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806713" y="29710119"/>
                      <a:ext cx="144214" cy="350363"/>
                    </a:xfrm>
                    <a:custGeom>
                      <a:avLst/>
                      <a:gdLst>
                        <a:gd name="connsiteX0" fmla="*/ 144216 w 144214"/>
                        <a:gd name="connsiteY0" fmla="*/ 0 h 350363"/>
                        <a:gd name="connsiteX1" fmla="*/ -1 w 144214"/>
                        <a:gd name="connsiteY1" fmla="*/ 350363 h 35036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4214" h="350363">
                          <a:moveTo>
                            <a:pt x="144216" y="0"/>
                          </a:moveTo>
                          <a:lnTo>
                            <a:pt x="-1" y="350363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7" name="手繪多邊形: 圖案 676">
                      <a:extLst>
                        <a:ext uri="{FF2B5EF4-FFF2-40B4-BE49-F238E27FC236}">
                          <a16:creationId xmlns:a16="http://schemas.microsoft.com/office/drawing/2014/main" id="{E0159E7F-215D-5A93-4615-F1C15B1ED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214705" y="29645736"/>
                      <a:ext cx="41292" cy="100018"/>
                    </a:xfrm>
                    <a:custGeom>
                      <a:avLst/>
                      <a:gdLst>
                        <a:gd name="connsiteX0" fmla="*/ 41292 w 41292"/>
                        <a:gd name="connsiteY0" fmla="*/ 0 h 100018"/>
                        <a:gd name="connsiteX1" fmla="*/ 1 w 41292"/>
                        <a:gd name="connsiteY1" fmla="*/ 100018 h 10001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292" h="100018">
                          <a:moveTo>
                            <a:pt x="41292" y="0"/>
                          </a:moveTo>
                          <a:lnTo>
                            <a:pt x="1" y="100018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78" name="手繪多邊形: 圖案 677">
                      <a:extLst>
                        <a:ext uri="{FF2B5EF4-FFF2-40B4-BE49-F238E27FC236}">
                          <a16:creationId xmlns:a16="http://schemas.microsoft.com/office/drawing/2014/main" id="{3F7B0884-6852-4ABA-DF22-ADBB89805EF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74049" y="29574465"/>
                      <a:ext cx="77037" cy="187758"/>
                    </a:xfrm>
                    <a:custGeom>
                      <a:avLst/>
                      <a:gdLst>
                        <a:gd name="connsiteX0" fmla="*/ 77037 w 77037"/>
                        <a:gd name="connsiteY0" fmla="*/ 0 h 187758"/>
                        <a:gd name="connsiteX1" fmla="*/ -1 w 77037"/>
                        <a:gd name="connsiteY1" fmla="*/ 187758 h 18775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037" h="187758">
                          <a:moveTo>
                            <a:pt x="77037" y="0"/>
                          </a:moveTo>
                          <a:lnTo>
                            <a:pt x="-1" y="187758"/>
                          </a:lnTo>
                        </a:path>
                      </a:pathLst>
                    </a:custGeom>
                    <a:ln w="814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679" name="手繪多邊形: 圖案 678">
                    <a:extLst>
                      <a:ext uri="{FF2B5EF4-FFF2-40B4-BE49-F238E27FC236}">
                        <a16:creationId xmlns:a16="http://schemas.microsoft.com/office/drawing/2014/main" id="{36AC0D2C-1891-BA21-ADE3-65F42FCCB496}"/>
                      </a:ext>
                    </a:extLst>
                  </p:cNvPr>
                  <p:cNvSpPr/>
                  <p:nvPr/>
                </p:nvSpPr>
                <p:spPr>
                  <a:xfrm>
                    <a:off x="31646474" y="30286271"/>
                    <a:ext cx="1001492" cy="29945"/>
                  </a:xfrm>
                  <a:custGeom>
                    <a:avLst/>
                    <a:gdLst>
                      <a:gd name="connsiteX0" fmla="*/ 1 w 1001492"/>
                      <a:gd name="connsiteY0" fmla="*/ 0 h 29945"/>
                      <a:gd name="connsiteX1" fmla="*/ 1001493 w 1001492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492" h="29945">
                        <a:moveTo>
                          <a:pt x="1" y="0"/>
                        </a:moveTo>
                        <a:lnTo>
                          <a:pt x="1001493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0" name="手繪多邊形: 圖案 679">
                    <a:extLst>
                      <a:ext uri="{FF2B5EF4-FFF2-40B4-BE49-F238E27FC236}">
                        <a16:creationId xmlns:a16="http://schemas.microsoft.com/office/drawing/2014/main" id="{19C9AA73-F6D3-3D3B-65BD-1629AC75A91E}"/>
                      </a:ext>
                    </a:extLst>
                  </p:cNvPr>
                  <p:cNvSpPr/>
                  <p:nvPr/>
                </p:nvSpPr>
                <p:spPr>
                  <a:xfrm>
                    <a:off x="31681131" y="30422524"/>
                    <a:ext cx="932487" cy="449782"/>
                  </a:xfrm>
                  <a:custGeom>
                    <a:avLst/>
                    <a:gdLst>
                      <a:gd name="connsiteX0" fmla="*/ 931398 w 932487"/>
                      <a:gd name="connsiteY0" fmla="*/ 74564 h 449782"/>
                      <a:gd name="connsiteX1" fmla="*/ 889799 w 932487"/>
                      <a:gd name="connsiteY1" fmla="*/ 339583 h 449782"/>
                      <a:gd name="connsiteX2" fmla="*/ 757909 w 932487"/>
                      <a:gd name="connsiteY2" fmla="*/ 449782 h 449782"/>
                      <a:gd name="connsiteX3" fmla="*/ 174270 w 932487"/>
                      <a:gd name="connsiteY3" fmla="*/ 449782 h 449782"/>
                      <a:gd name="connsiteX4" fmla="*/ 42382 w 932487"/>
                      <a:gd name="connsiteY4" fmla="*/ 339583 h 449782"/>
                      <a:gd name="connsiteX5" fmla="*/ 780 w 932487"/>
                      <a:gd name="connsiteY5" fmla="*/ 74564 h 449782"/>
                      <a:gd name="connsiteX6" fmla="*/ 66725 w 932487"/>
                      <a:gd name="connsiteY6" fmla="*/ 0 h 449782"/>
                      <a:gd name="connsiteX7" fmla="*/ 865762 w 932487"/>
                      <a:gd name="connsiteY7" fmla="*/ 0 h 449782"/>
                      <a:gd name="connsiteX8" fmla="*/ 931707 w 932487"/>
                      <a:gd name="connsiteY8" fmla="*/ 74564 h 449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2487" h="449782">
                        <a:moveTo>
                          <a:pt x="931398" y="74564"/>
                        </a:moveTo>
                        <a:lnTo>
                          <a:pt x="889799" y="339583"/>
                        </a:lnTo>
                        <a:cubicBezTo>
                          <a:pt x="879937" y="403067"/>
                          <a:pt x="823854" y="449782"/>
                          <a:pt x="757909" y="449782"/>
                        </a:cubicBezTo>
                        <a:lnTo>
                          <a:pt x="174270" y="449782"/>
                        </a:lnTo>
                        <a:cubicBezTo>
                          <a:pt x="108325" y="449782"/>
                          <a:pt x="52241" y="403067"/>
                          <a:pt x="42382" y="339583"/>
                        </a:cubicBezTo>
                        <a:lnTo>
                          <a:pt x="780" y="74564"/>
                        </a:lnTo>
                        <a:cubicBezTo>
                          <a:pt x="-5383" y="35336"/>
                          <a:pt x="25741" y="0"/>
                          <a:pt x="66725" y="0"/>
                        </a:cubicBezTo>
                        <a:lnTo>
                          <a:pt x="865762" y="0"/>
                        </a:lnTo>
                        <a:cubicBezTo>
                          <a:pt x="906747" y="0"/>
                          <a:pt x="937870" y="35336"/>
                          <a:pt x="931707" y="74564"/>
                        </a:cubicBezTo>
                        <a:close/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1" name="手繪多邊形: 圖案 680">
                    <a:extLst>
                      <a:ext uri="{FF2B5EF4-FFF2-40B4-BE49-F238E27FC236}">
                        <a16:creationId xmlns:a16="http://schemas.microsoft.com/office/drawing/2014/main" id="{E573125A-28CE-A4B5-0C84-ED2A1A584A22}"/>
                      </a:ext>
                    </a:extLst>
                  </p:cNvPr>
                  <p:cNvSpPr/>
                  <p:nvPr/>
                </p:nvSpPr>
                <p:spPr>
                  <a:xfrm>
                    <a:off x="31823968" y="30286271"/>
                    <a:ext cx="203381" cy="333594"/>
                  </a:xfrm>
                  <a:custGeom>
                    <a:avLst/>
                    <a:gdLst>
                      <a:gd name="connsiteX0" fmla="*/ 203381 w 203381"/>
                      <a:gd name="connsiteY0" fmla="*/ 0 h 333594"/>
                      <a:gd name="connsiteX1" fmla="*/ 203381 w 203381"/>
                      <a:gd name="connsiteY1" fmla="*/ 203930 h 333594"/>
                      <a:gd name="connsiteX2" fmla="*/ 69951 w 203381"/>
                      <a:gd name="connsiteY2" fmla="*/ 333594 h 333594"/>
                      <a:gd name="connsiteX3" fmla="*/ 0 w 203381"/>
                      <a:gd name="connsiteY3" fmla="*/ 333594 h 333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381" h="333594">
                        <a:moveTo>
                          <a:pt x="203381" y="0"/>
                        </a:moveTo>
                        <a:lnTo>
                          <a:pt x="203381" y="203930"/>
                        </a:lnTo>
                        <a:cubicBezTo>
                          <a:pt x="203381" y="275500"/>
                          <a:pt x="143600" y="333594"/>
                          <a:pt x="69951" y="333594"/>
                        </a:cubicBezTo>
                        <a:lnTo>
                          <a:pt x="0" y="333594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2" name="手繪多邊形: 圖案 681">
                    <a:extLst>
                      <a:ext uri="{FF2B5EF4-FFF2-40B4-BE49-F238E27FC236}">
                        <a16:creationId xmlns:a16="http://schemas.microsoft.com/office/drawing/2014/main" id="{C61A0B37-BC2A-34FD-6DD8-945437E01E42}"/>
                      </a:ext>
                    </a:extLst>
                  </p:cNvPr>
                  <p:cNvSpPr/>
                  <p:nvPr/>
                </p:nvSpPr>
                <p:spPr>
                  <a:xfrm>
                    <a:off x="32267399" y="30286271"/>
                    <a:ext cx="193520" cy="333594"/>
                  </a:xfrm>
                  <a:custGeom>
                    <a:avLst/>
                    <a:gdLst>
                      <a:gd name="connsiteX0" fmla="*/ 0 w 193520"/>
                      <a:gd name="connsiteY0" fmla="*/ 0 h 333594"/>
                      <a:gd name="connsiteX1" fmla="*/ 0 w 193520"/>
                      <a:gd name="connsiteY1" fmla="*/ 203930 h 333594"/>
                      <a:gd name="connsiteX2" fmla="*/ 133430 w 193520"/>
                      <a:gd name="connsiteY2" fmla="*/ 333594 h 333594"/>
                      <a:gd name="connsiteX3" fmla="*/ 193520 w 193520"/>
                      <a:gd name="connsiteY3" fmla="*/ 333594 h 3335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3520" h="333594">
                        <a:moveTo>
                          <a:pt x="0" y="0"/>
                        </a:moveTo>
                        <a:lnTo>
                          <a:pt x="0" y="203930"/>
                        </a:lnTo>
                        <a:cubicBezTo>
                          <a:pt x="0" y="275500"/>
                          <a:pt x="59781" y="333594"/>
                          <a:pt x="133430" y="333594"/>
                        </a:cubicBezTo>
                        <a:lnTo>
                          <a:pt x="193520" y="333594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3" name="手繪多邊形: 圖案 682">
                    <a:extLst>
                      <a:ext uri="{FF2B5EF4-FFF2-40B4-BE49-F238E27FC236}">
                        <a16:creationId xmlns:a16="http://schemas.microsoft.com/office/drawing/2014/main" id="{97D05392-F6DB-92A5-6263-184AA69A0EA3}"/>
                      </a:ext>
                    </a:extLst>
                  </p:cNvPr>
                  <p:cNvSpPr/>
                  <p:nvPr/>
                </p:nvSpPr>
                <p:spPr>
                  <a:xfrm>
                    <a:off x="31957091" y="30747134"/>
                    <a:ext cx="379950" cy="29945"/>
                  </a:xfrm>
                  <a:custGeom>
                    <a:avLst/>
                    <a:gdLst>
                      <a:gd name="connsiteX0" fmla="*/ -1 w 379950"/>
                      <a:gd name="connsiteY0" fmla="*/ 0 h 29945"/>
                      <a:gd name="connsiteX1" fmla="*/ 379951 w 379950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9950" h="29945">
                        <a:moveTo>
                          <a:pt x="-1" y="0"/>
                        </a:moveTo>
                        <a:lnTo>
                          <a:pt x="379951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84" name="圖形 19">
                  <a:extLst>
                    <a:ext uri="{FF2B5EF4-FFF2-40B4-BE49-F238E27FC236}">
                      <a16:creationId xmlns:a16="http://schemas.microsoft.com/office/drawing/2014/main" id="{759E4970-F601-D04C-AEA6-A7664AA439B6}"/>
                    </a:ext>
                  </a:extLst>
                </p:cNvPr>
                <p:cNvGrpSpPr/>
                <p:nvPr/>
              </p:nvGrpSpPr>
              <p:grpSpPr>
                <a:xfrm>
                  <a:off x="29947634" y="29574465"/>
                  <a:ext cx="5789418" cy="20823976"/>
                  <a:chOff x="29947634" y="29574465"/>
                  <a:chExt cx="5789418" cy="20823976"/>
                </a:xfrm>
                <a:noFill/>
              </p:grpSpPr>
              <p:sp>
                <p:nvSpPr>
                  <p:cNvPr id="685" name="手繪多邊形: 圖案 684">
                    <a:extLst>
                      <a:ext uri="{FF2B5EF4-FFF2-40B4-BE49-F238E27FC236}">
                        <a16:creationId xmlns:a16="http://schemas.microsoft.com/office/drawing/2014/main" id="{8D99672E-74A7-54A8-BB42-5080124B6AFA}"/>
                      </a:ext>
                    </a:extLst>
                  </p:cNvPr>
                  <p:cNvSpPr/>
                  <p:nvPr/>
                </p:nvSpPr>
                <p:spPr>
                  <a:xfrm>
                    <a:off x="29947635" y="30157206"/>
                    <a:ext cx="1001800" cy="29945"/>
                  </a:xfrm>
                  <a:custGeom>
                    <a:avLst/>
                    <a:gdLst>
                      <a:gd name="connsiteX0" fmla="*/ 0 w 1001800"/>
                      <a:gd name="connsiteY0" fmla="*/ 0 h 29945"/>
                      <a:gd name="connsiteX1" fmla="*/ 1001801 w 1001800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800" h="29945">
                        <a:moveTo>
                          <a:pt x="0" y="0"/>
                        </a:moveTo>
                        <a:lnTo>
                          <a:pt x="1001801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6" name="手繪多邊形: 圖案 685">
                    <a:extLst>
                      <a:ext uri="{FF2B5EF4-FFF2-40B4-BE49-F238E27FC236}">
                        <a16:creationId xmlns:a16="http://schemas.microsoft.com/office/drawing/2014/main" id="{0F9DD6DD-BF91-E24A-55A5-02C771389F8E}"/>
                      </a:ext>
                    </a:extLst>
                  </p:cNvPr>
                  <p:cNvSpPr/>
                  <p:nvPr/>
                </p:nvSpPr>
                <p:spPr>
                  <a:xfrm>
                    <a:off x="30041621" y="29574465"/>
                    <a:ext cx="907814" cy="583040"/>
                  </a:xfrm>
                  <a:custGeom>
                    <a:avLst/>
                    <a:gdLst>
                      <a:gd name="connsiteX0" fmla="*/ 907815 w 907814"/>
                      <a:gd name="connsiteY0" fmla="*/ 0 h 583040"/>
                      <a:gd name="connsiteX1" fmla="*/ 267167 w 907814"/>
                      <a:gd name="connsiteY1" fmla="*/ 0 h 583040"/>
                      <a:gd name="connsiteX2" fmla="*/ 0 w 907814"/>
                      <a:gd name="connsiteY2" fmla="*/ 259629 h 583040"/>
                      <a:gd name="connsiteX3" fmla="*/ 0 w 907814"/>
                      <a:gd name="connsiteY3" fmla="*/ 583040 h 5830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07814" h="583040">
                        <a:moveTo>
                          <a:pt x="907815" y="0"/>
                        </a:moveTo>
                        <a:lnTo>
                          <a:pt x="267167" y="0"/>
                        </a:lnTo>
                        <a:cubicBezTo>
                          <a:pt x="119563" y="0"/>
                          <a:pt x="0" y="116189"/>
                          <a:pt x="0" y="259629"/>
                        </a:cubicBezTo>
                        <a:lnTo>
                          <a:pt x="0" y="583040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7" name="手繪多邊形: 圖案 686">
                    <a:extLst>
                      <a:ext uri="{FF2B5EF4-FFF2-40B4-BE49-F238E27FC236}">
                        <a16:creationId xmlns:a16="http://schemas.microsoft.com/office/drawing/2014/main" id="{DE8AE745-D8BC-F939-243D-7BA274C86706}"/>
                      </a:ext>
                    </a:extLst>
                  </p:cNvPr>
                  <p:cNvSpPr/>
                  <p:nvPr/>
                </p:nvSpPr>
                <p:spPr>
                  <a:xfrm>
                    <a:off x="30613550" y="29710119"/>
                    <a:ext cx="224950" cy="1161888"/>
                  </a:xfrm>
                  <a:custGeom>
                    <a:avLst/>
                    <a:gdLst>
                      <a:gd name="connsiteX0" fmla="*/ 224950 w 224950"/>
                      <a:gd name="connsiteY0" fmla="*/ 0 h 1161888"/>
                      <a:gd name="connsiteX1" fmla="*/ 224950 w 224950"/>
                      <a:gd name="connsiteY1" fmla="*/ 1032224 h 1161888"/>
                      <a:gd name="connsiteX2" fmla="*/ 91520 w 224950"/>
                      <a:gd name="connsiteY2" fmla="*/ 1161889 h 1161888"/>
                      <a:gd name="connsiteX3" fmla="*/ 0 w 224950"/>
                      <a:gd name="connsiteY3" fmla="*/ 1161889 h 11618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4950" h="1161888">
                        <a:moveTo>
                          <a:pt x="224950" y="0"/>
                        </a:moveTo>
                        <a:lnTo>
                          <a:pt x="224950" y="1032224"/>
                        </a:lnTo>
                        <a:cubicBezTo>
                          <a:pt x="224950" y="1103794"/>
                          <a:pt x="165169" y="1161889"/>
                          <a:pt x="91520" y="1161889"/>
                        </a:cubicBezTo>
                        <a:lnTo>
                          <a:pt x="0" y="1161889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8" name="手繪多邊形: 圖案 687">
                    <a:extLst>
                      <a:ext uri="{FF2B5EF4-FFF2-40B4-BE49-F238E27FC236}">
                        <a16:creationId xmlns:a16="http://schemas.microsoft.com/office/drawing/2014/main" id="{12D0319C-DC67-4C04-E1F9-3E474E552FB2}"/>
                      </a:ext>
                    </a:extLst>
                  </p:cNvPr>
                  <p:cNvSpPr/>
                  <p:nvPr/>
                </p:nvSpPr>
                <p:spPr>
                  <a:xfrm>
                    <a:off x="29947634" y="30157206"/>
                    <a:ext cx="665607" cy="714801"/>
                  </a:xfrm>
                  <a:custGeom>
                    <a:avLst/>
                    <a:gdLst>
                      <a:gd name="connsiteX0" fmla="*/ 665607 w 665607"/>
                      <a:gd name="connsiteY0" fmla="*/ 0 h 714801"/>
                      <a:gd name="connsiteX1" fmla="*/ 0 w 665607"/>
                      <a:gd name="connsiteY1" fmla="*/ 714802 h 7148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5607" h="714801">
                        <a:moveTo>
                          <a:pt x="665607" y="0"/>
                        </a:moveTo>
                        <a:cubicBezTo>
                          <a:pt x="665607" y="0"/>
                          <a:pt x="572239" y="589628"/>
                          <a:pt x="0" y="714802"/>
                        </a:cubicBez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89" name="圖形 19">
                  <a:extLst>
                    <a:ext uri="{FF2B5EF4-FFF2-40B4-BE49-F238E27FC236}">
                      <a16:creationId xmlns:a16="http://schemas.microsoft.com/office/drawing/2014/main" id="{56C299EE-49A2-2206-69C7-44052CD4828C}"/>
                    </a:ext>
                  </a:extLst>
                </p:cNvPr>
                <p:cNvGrpSpPr/>
                <p:nvPr/>
              </p:nvGrpSpPr>
              <p:grpSpPr>
                <a:xfrm>
                  <a:off x="34931986" y="29574165"/>
                  <a:ext cx="5922971" cy="20828775"/>
                  <a:chOff x="34931986" y="29574165"/>
                  <a:chExt cx="5922971" cy="20828775"/>
                </a:xfrm>
                <a:noFill/>
              </p:grpSpPr>
              <p:sp>
                <p:nvSpPr>
                  <p:cNvPr id="690" name="手繪多邊形: 圖案 689">
                    <a:extLst>
                      <a:ext uri="{FF2B5EF4-FFF2-40B4-BE49-F238E27FC236}">
                        <a16:creationId xmlns:a16="http://schemas.microsoft.com/office/drawing/2014/main" id="{545A2E6D-351E-87B8-A910-CA3F6D2C475A}"/>
                      </a:ext>
                    </a:extLst>
                  </p:cNvPr>
                  <p:cNvSpPr/>
                  <p:nvPr/>
                </p:nvSpPr>
                <p:spPr>
                  <a:xfrm>
                    <a:off x="34931986" y="29574165"/>
                    <a:ext cx="388887" cy="1297841"/>
                  </a:xfrm>
                  <a:custGeom>
                    <a:avLst/>
                    <a:gdLst>
                      <a:gd name="connsiteX0" fmla="*/ 0 w 388887"/>
                      <a:gd name="connsiteY0" fmla="*/ 1297842 h 1297841"/>
                      <a:gd name="connsiteX1" fmla="*/ 0 w 388887"/>
                      <a:gd name="connsiteY1" fmla="*/ 194646 h 1297841"/>
                      <a:gd name="connsiteX2" fmla="*/ 200298 w 388887"/>
                      <a:gd name="connsiteY2" fmla="*/ 0 h 1297841"/>
                      <a:gd name="connsiteX3" fmla="*/ 388887 w 388887"/>
                      <a:gd name="connsiteY3" fmla="*/ 0 h 12978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8887" h="1297841">
                        <a:moveTo>
                          <a:pt x="0" y="1297842"/>
                        </a:moveTo>
                        <a:lnTo>
                          <a:pt x="0" y="194646"/>
                        </a:lnTo>
                        <a:cubicBezTo>
                          <a:pt x="0" y="87142"/>
                          <a:pt x="89671" y="0"/>
                          <a:pt x="200298" y="0"/>
                        </a:cubicBezTo>
                        <a:lnTo>
                          <a:pt x="388887" y="0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1" name="手繪多邊形: 圖案 690">
                    <a:extLst>
                      <a:ext uri="{FF2B5EF4-FFF2-40B4-BE49-F238E27FC236}">
                        <a16:creationId xmlns:a16="http://schemas.microsoft.com/office/drawing/2014/main" id="{5EDF88AA-CD2D-9C6B-2B9F-BF5A7DADB4BC}"/>
                      </a:ext>
                    </a:extLst>
                  </p:cNvPr>
                  <p:cNvSpPr/>
                  <p:nvPr/>
                </p:nvSpPr>
                <p:spPr>
                  <a:xfrm>
                    <a:off x="35502374" y="29994602"/>
                    <a:ext cx="454523" cy="29945"/>
                  </a:xfrm>
                  <a:custGeom>
                    <a:avLst/>
                    <a:gdLst>
                      <a:gd name="connsiteX0" fmla="*/ 1 w 454523"/>
                      <a:gd name="connsiteY0" fmla="*/ 0 h 29945"/>
                      <a:gd name="connsiteX1" fmla="*/ 454524 w 454523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4523" h="29945">
                        <a:moveTo>
                          <a:pt x="1" y="0"/>
                        </a:moveTo>
                        <a:lnTo>
                          <a:pt x="454524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2" name="手繪多邊形: 圖案 691">
                    <a:extLst>
                      <a:ext uri="{FF2B5EF4-FFF2-40B4-BE49-F238E27FC236}">
                        <a16:creationId xmlns:a16="http://schemas.microsoft.com/office/drawing/2014/main" id="{A5E9978C-6650-9DCE-F599-DEC74C28F7C5}"/>
                      </a:ext>
                    </a:extLst>
                  </p:cNvPr>
                  <p:cNvSpPr/>
                  <p:nvPr/>
                </p:nvSpPr>
                <p:spPr>
                  <a:xfrm>
                    <a:off x="35502375" y="29574165"/>
                    <a:ext cx="397514" cy="1297841"/>
                  </a:xfrm>
                  <a:custGeom>
                    <a:avLst/>
                    <a:gdLst>
                      <a:gd name="connsiteX0" fmla="*/ 0 w 397514"/>
                      <a:gd name="connsiteY0" fmla="*/ 1297842 h 1297841"/>
                      <a:gd name="connsiteX1" fmla="*/ 0 w 397514"/>
                      <a:gd name="connsiteY1" fmla="*/ 194646 h 1297841"/>
                      <a:gd name="connsiteX2" fmla="*/ 200298 w 397514"/>
                      <a:gd name="connsiteY2" fmla="*/ 0 h 1297841"/>
                      <a:gd name="connsiteX3" fmla="*/ 397514 w 397514"/>
                      <a:gd name="connsiteY3" fmla="*/ 0 h 12978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7514" h="1297841">
                        <a:moveTo>
                          <a:pt x="0" y="1297842"/>
                        </a:moveTo>
                        <a:lnTo>
                          <a:pt x="0" y="194646"/>
                        </a:lnTo>
                        <a:cubicBezTo>
                          <a:pt x="0" y="87142"/>
                          <a:pt x="89671" y="0"/>
                          <a:pt x="200298" y="0"/>
                        </a:cubicBezTo>
                        <a:lnTo>
                          <a:pt x="397514" y="0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3" name="手繪多邊形: 圖案 692">
                    <a:extLst>
                      <a:ext uri="{FF2B5EF4-FFF2-40B4-BE49-F238E27FC236}">
                        <a16:creationId xmlns:a16="http://schemas.microsoft.com/office/drawing/2014/main" id="{59B5188F-B7DB-99EA-4C2E-5827F8FFE17A}"/>
                      </a:ext>
                    </a:extLst>
                  </p:cNvPr>
                  <p:cNvSpPr/>
                  <p:nvPr/>
                </p:nvSpPr>
                <p:spPr>
                  <a:xfrm>
                    <a:off x="35808984" y="29994602"/>
                    <a:ext cx="30815" cy="877405"/>
                  </a:xfrm>
                  <a:custGeom>
                    <a:avLst/>
                    <a:gdLst>
                      <a:gd name="connsiteX0" fmla="*/ -1 w 30815"/>
                      <a:gd name="connsiteY0" fmla="*/ 0 h 877405"/>
                      <a:gd name="connsiteX1" fmla="*/ -1 w 30815"/>
                      <a:gd name="connsiteY1" fmla="*/ 877406 h 8774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5" h="877405">
                        <a:moveTo>
                          <a:pt x="-1" y="0"/>
                        </a:moveTo>
                        <a:lnTo>
                          <a:pt x="-1" y="877406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4" name="手繪多邊形: 圖案 693">
                    <a:extLst>
                      <a:ext uri="{FF2B5EF4-FFF2-40B4-BE49-F238E27FC236}">
                        <a16:creationId xmlns:a16="http://schemas.microsoft.com/office/drawing/2014/main" id="{BD0DD268-CF34-10D8-EFD5-5BAEADA813DF}"/>
                      </a:ext>
                    </a:extLst>
                  </p:cNvPr>
                  <p:cNvSpPr/>
                  <p:nvPr/>
                </p:nvSpPr>
                <p:spPr>
                  <a:xfrm>
                    <a:off x="34931986" y="29873921"/>
                    <a:ext cx="377957" cy="507278"/>
                  </a:xfrm>
                  <a:custGeom>
                    <a:avLst/>
                    <a:gdLst>
                      <a:gd name="connsiteX0" fmla="*/ 0 w 377957"/>
                      <a:gd name="connsiteY0" fmla="*/ 0 h 507278"/>
                      <a:gd name="connsiteX1" fmla="*/ 311232 w 377957"/>
                      <a:gd name="connsiteY1" fmla="*/ 0 h 507278"/>
                      <a:gd name="connsiteX2" fmla="*/ 377177 w 377957"/>
                      <a:gd name="connsiteY2" fmla="*/ 74564 h 507278"/>
                      <a:gd name="connsiteX3" fmla="*/ 318013 w 377957"/>
                      <a:gd name="connsiteY3" fmla="*/ 452178 h 507278"/>
                      <a:gd name="connsiteX4" fmla="*/ 252068 w 377957"/>
                      <a:gd name="connsiteY4" fmla="*/ 507278 h 507278"/>
                      <a:gd name="connsiteX5" fmla="*/ 308 w 377957"/>
                      <a:gd name="connsiteY5" fmla="*/ 507278 h 5072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7957" h="507278">
                        <a:moveTo>
                          <a:pt x="0" y="0"/>
                        </a:moveTo>
                        <a:lnTo>
                          <a:pt x="311232" y="0"/>
                        </a:lnTo>
                        <a:cubicBezTo>
                          <a:pt x="352217" y="0"/>
                          <a:pt x="383341" y="35336"/>
                          <a:pt x="377177" y="74564"/>
                        </a:cubicBezTo>
                        <a:lnTo>
                          <a:pt x="318013" y="452178"/>
                        </a:lnTo>
                        <a:cubicBezTo>
                          <a:pt x="313081" y="483921"/>
                          <a:pt x="285040" y="507278"/>
                          <a:pt x="252068" y="507278"/>
                        </a:cubicBezTo>
                        <a:lnTo>
                          <a:pt x="308" y="507278"/>
                        </a:ln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95" name="圖形 19">
                  <a:extLst>
                    <a:ext uri="{FF2B5EF4-FFF2-40B4-BE49-F238E27FC236}">
                      <a16:creationId xmlns:a16="http://schemas.microsoft.com/office/drawing/2014/main" id="{EEB07B6B-0B52-6E3E-D008-CAD560BAEF25}"/>
                    </a:ext>
                  </a:extLst>
                </p:cNvPr>
                <p:cNvGrpSpPr/>
                <p:nvPr/>
              </p:nvGrpSpPr>
              <p:grpSpPr>
                <a:xfrm>
                  <a:off x="33262729" y="29574465"/>
                  <a:ext cx="6382426" cy="20828775"/>
                  <a:chOff x="33262729" y="29574465"/>
                  <a:chExt cx="6382426" cy="20828775"/>
                </a:xfrm>
                <a:noFill/>
              </p:grpSpPr>
              <p:sp>
                <p:nvSpPr>
                  <p:cNvPr id="696" name="手繪多邊形: 圖案 695">
                    <a:extLst>
                      <a:ext uri="{FF2B5EF4-FFF2-40B4-BE49-F238E27FC236}">
                        <a16:creationId xmlns:a16="http://schemas.microsoft.com/office/drawing/2014/main" id="{227962DB-7379-0820-F288-F21FD57F0B2A}"/>
                      </a:ext>
                    </a:extLst>
                  </p:cNvPr>
                  <p:cNvSpPr/>
                  <p:nvPr/>
                </p:nvSpPr>
                <p:spPr>
                  <a:xfrm>
                    <a:off x="33262729" y="29693349"/>
                    <a:ext cx="328489" cy="29945"/>
                  </a:xfrm>
                  <a:custGeom>
                    <a:avLst/>
                    <a:gdLst>
                      <a:gd name="connsiteX0" fmla="*/ -1 w 328489"/>
                      <a:gd name="connsiteY0" fmla="*/ 0 h 29945"/>
                      <a:gd name="connsiteX1" fmla="*/ 328490 w 328489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89" h="29945">
                        <a:moveTo>
                          <a:pt x="-1" y="0"/>
                        </a:moveTo>
                        <a:lnTo>
                          <a:pt x="328490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7" name="手繪多邊形: 圖案 696">
                    <a:extLst>
                      <a:ext uri="{FF2B5EF4-FFF2-40B4-BE49-F238E27FC236}">
                        <a16:creationId xmlns:a16="http://schemas.microsoft.com/office/drawing/2014/main" id="{A631495F-F2E7-37D4-2FAC-A601A26236F4}"/>
                      </a:ext>
                    </a:extLst>
                  </p:cNvPr>
                  <p:cNvSpPr/>
                  <p:nvPr/>
                </p:nvSpPr>
                <p:spPr>
                  <a:xfrm>
                    <a:off x="33262729" y="29936507"/>
                    <a:ext cx="328489" cy="29945"/>
                  </a:xfrm>
                  <a:custGeom>
                    <a:avLst/>
                    <a:gdLst>
                      <a:gd name="connsiteX0" fmla="*/ -1 w 328489"/>
                      <a:gd name="connsiteY0" fmla="*/ 0 h 29945"/>
                      <a:gd name="connsiteX1" fmla="*/ 328490 w 328489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89" h="29945">
                        <a:moveTo>
                          <a:pt x="-1" y="0"/>
                        </a:moveTo>
                        <a:lnTo>
                          <a:pt x="328490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8" name="手繪多邊形: 圖案 697">
                    <a:extLst>
                      <a:ext uri="{FF2B5EF4-FFF2-40B4-BE49-F238E27FC236}">
                        <a16:creationId xmlns:a16="http://schemas.microsoft.com/office/drawing/2014/main" id="{D6FA7D9A-0911-4205-90D5-825CA95EE9AE}"/>
                      </a:ext>
                    </a:extLst>
                  </p:cNvPr>
                  <p:cNvSpPr/>
                  <p:nvPr/>
                </p:nvSpPr>
                <p:spPr>
                  <a:xfrm>
                    <a:off x="33262729" y="30179366"/>
                    <a:ext cx="328489" cy="29945"/>
                  </a:xfrm>
                  <a:custGeom>
                    <a:avLst/>
                    <a:gdLst>
                      <a:gd name="connsiteX0" fmla="*/ -1 w 328489"/>
                      <a:gd name="connsiteY0" fmla="*/ 0 h 29945"/>
                      <a:gd name="connsiteX1" fmla="*/ 328490 w 328489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489" h="29945">
                        <a:moveTo>
                          <a:pt x="-1" y="0"/>
                        </a:moveTo>
                        <a:lnTo>
                          <a:pt x="328490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99" name="手繪多邊形: 圖案 698">
                    <a:extLst>
                      <a:ext uri="{FF2B5EF4-FFF2-40B4-BE49-F238E27FC236}">
                        <a16:creationId xmlns:a16="http://schemas.microsoft.com/office/drawing/2014/main" id="{BEE59B42-3E85-5654-D5E3-6A04CA18A967}"/>
                      </a:ext>
                    </a:extLst>
                  </p:cNvPr>
                  <p:cNvSpPr/>
                  <p:nvPr/>
                </p:nvSpPr>
                <p:spPr>
                  <a:xfrm>
                    <a:off x="33262729" y="30422524"/>
                    <a:ext cx="328797" cy="449782"/>
                  </a:xfrm>
                  <a:custGeom>
                    <a:avLst/>
                    <a:gdLst>
                      <a:gd name="connsiteX0" fmla="*/ 195368 w 328797"/>
                      <a:gd name="connsiteY0" fmla="*/ 0 h 449782"/>
                      <a:gd name="connsiteX1" fmla="*/ 328798 w 328797"/>
                      <a:gd name="connsiteY1" fmla="*/ 129664 h 449782"/>
                      <a:gd name="connsiteX2" fmla="*/ 328798 w 328797"/>
                      <a:gd name="connsiteY2" fmla="*/ 320117 h 449782"/>
                      <a:gd name="connsiteX3" fmla="*/ 195368 w 328797"/>
                      <a:gd name="connsiteY3" fmla="*/ 449781 h 449782"/>
                      <a:gd name="connsiteX4" fmla="*/ 133429 w 328797"/>
                      <a:gd name="connsiteY4" fmla="*/ 449781 h 449782"/>
                      <a:gd name="connsiteX5" fmla="*/ -1 w 328797"/>
                      <a:gd name="connsiteY5" fmla="*/ 320117 h 449782"/>
                      <a:gd name="connsiteX6" fmla="*/ -1 w 328797"/>
                      <a:gd name="connsiteY6" fmla="*/ 129664 h 449782"/>
                      <a:gd name="connsiteX7" fmla="*/ 133429 w 328797"/>
                      <a:gd name="connsiteY7" fmla="*/ 0 h 4497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28797" h="449782">
                        <a:moveTo>
                          <a:pt x="195368" y="0"/>
                        </a:moveTo>
                        <a:cubicBezTo>
                          <a:pt x="269060" y="0"/>
                          <a:pt x="328798" y="58053"/>
                          <a:pt x="328798" y="129664"/>
                        </a:cubicBezTo>
                        <a:lnTo>
                          <a:pt x="328798" y="320117"/>
                        </a:lnTo>
                        <a:cubicBezTo>
                          <a:pt x="328798" y="391729"/>
                          <a:pt x="269060" y="449781"/>
                          <a:pt x="195368" y="449781"/>
                        </a:cubicBezTo>
                        <a:lnTo>
                          <a:pt x="133429" y="449781"/>
                        </a:lnTo>
                        <a:cubicBezTo>
                          <a:pt x="59737" y="449781"/>
                          <a:pt x="-1" y="391729"/>
                          <a:pt x="-1" y="320117"/>
                        </a:cubicBezTo>
                        <a:lnTo>
                          <a:pt x="-1" y="129664"/>
                        </a:lnTo>
                        <a:cubicBezTo>
                          <a:pt x="-1" y="58053"/>
                          <a:pt x="59737" y="0"/>
                          <a:pt x="133429" y="0"/>
                        </a:cubicBezTo>
                        <a:close/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00" name="手繪多邊形: 圖案 699">
                    <a:extLst>
                      <a:ext uri="{FF2B5EF4-FFF2-40B4-BE49-F238E27FC236}">
                        <a16:creationId xmlns:a16="http://schemas.microsoft.com/office/drawing/2014/main" id="{B98A7A79-B37B-F683-DEAC-2A1DB0992AE6}"/>
                      </a:ext>
                    </a:extLst>
                  </p:cNvPr>
                  <p:cNvSpPr/>
                  <p:nvPr/>
                </p:nvSpPr>
                <p:spPr>
                  <a:xfrm>
                    <a:off x="33766557" y="29963159"/>
                    <a:ext cx="315855" cy="216207"/>
                  </a:xfrm>
                  <a:custGeom>
                    <a:avLst/>
                    <a:gdLst>
                      <a:gd name="connsiteX0" fmla="*/ 315855 w 315855"/>
                      <a:gd name="connsiteY0" fmla="*/ 0 h 216207"/>
                      <a:gd name="connsiteX1" fmla="*/ 0 w 315855"/>
                      <a:gd name="connsiteY1" fmla="*/ 216207 h 21620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5855" h="216207">
                        <a:moveTo>
                          <a:pt x="315855" y="0"/>
                        </a:moveTo>
                        <a:cubicBezTo>
                          <a:pt x="315855" y="0"/>
                          <a:pt x="213857" y="194047"/>
                          <a:pt x="0" y="216207"/>
                        </a:cubicBez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01" name="手繪多邊形: 圖案 700">
                    <a:extLst>
                      <a:ext uri="{FF2B5EF4-FFF2-40B4-BE49-F238E27FC236}">
                        <a16:creationId xmlns:a16="http://schemas.microsoft.com/office/drawing/2014/main" id="{8AADFE09-5145-035E-BD7A-9D20D6C0E5C7}"/>
                      </a:ext>
                    </a:extLst>
                  </p:cNvPr>
                  <p:cNvSpPr/>
                  <p:nvPr/>
                </p:nvSpPr>
                <p:spPr>
                  <a:xfrm>
                    <a:off x="33766865" y="30201825"/>
                    <a:ext cx="427714" cy="296460"/>
                  </a:xfrm>
                  <a:custGeom>
                    <a:avLst/>
                    <a:gdLst>
                      <a:gd name="connsiteX0" fmla="*/ 427714 w 427714"/>
                      <a:gd name="connsiteY0" fmla="*/ 0 h 296460"/>
                      <a:gd name="connsiteX1" fmla="*/ 0 w 427714"/>
                      <a:gd name="connsiteY1" fmla="*/ 296461 h 2964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27714" h="296460">
                        <a:moveTo>
                          <a:pt x="427714" y="0"/>
                        </a:moveTo>
                        <a:cubicBezTo>
                          <a:pt x="427714" y="0"/>
                          <a:pt x="305686" y="251243"/>
                          <a:pt x="0" y="296461"/>
                        </a:cubicBez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02" name="手繪多邊形: 圖案 701">
                    <a:extLst>
                      <a:ext uri="{FF2B5EF4-FFF2-40B4-BE49-F238E27FC236}">
                        <a16:creationId xmlns:a16="http://schemas.microsoft.com/office/drawing/2014/main" id="{C092182F-97A9-4CA7-04C2-63C466EAFE2F}"/>
                      </a:ext>
                    </a:extLst>
                  </p:cNvPr>
                  <p:cNvSpPr/>
                  <p:nvPr/>
                </p:nvSpPr>
                <p:spPr>
                  <a:xfrm>
                    <a:off x="33766865" y="30473731"/>
                    <a:ext cx="555904" cy="398575"/>
                  </a:xfrm>
                  <a:custGeom>
                    <a:avLst/>
                    <a:gdLst>
                      <a:gd name="connsiteX0" fmla="*/ 555905 w 555904"/>
                      <a:gd name="connsiteY0" fmla="*/ 0 h 398575"/>
                      <a:gd name="connsiteX1" fmla="*/ 0 w 555904"/>
                      <a:gd name="connsiteY1" fmla="*/ 398575 h 3985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5904" h="398575">
                        <a:moveTo>
                          <a:pt x="555905" y="0"/>
                        </a:moveTo>
                        <a:cubicBezTo>
                          <a:pt x="555905" y="0"/>
                          <a:pt x="377486" y="304846"/>
                          <a:pt x="0" y="398575"/>
                        </a:cubicBez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03" name="手繪多邊形: 圖案 702">
                    <a:extLst>
                      <a:ext uri="{FF2B5EF4-FFF2-40B4-BE49-F238E27FC236}">
                        <a16:creationId xmlns:a16="http://schemas.microsoft.com/office/drawing/2014/main" id="{29EE1DE2-81DD-3EAD-C68D-9FD5BC125BA5}"/>
                      </a:ext>
                    </a:extLst>
                  </p:cNvPr>
                  <p:cNvSpPr/>
                  <p:nvPr/>
                </p:nvSpPr>
                <p:spPr>
                  <a:xfrm>
                    <a:off x="33710164" y="29574465"/>
                    <a:ext cx="656979" cy="362041"/>
                  </a:xfrm>
                  <a:custGeom>
                    <a:avLst/>
                    <a:gdLst>
                      <a:gd name="connsiteX0" fmla="*/ 0 w 656979"/>
                      <a:gd name="connsiteY0" fmla="*/ 362042 h 362041"/>
                      <a:gd name="connsiteX1" fmla="*/ 327257 w 656979"/>
                      <a:gd name="connsiteY1" fmla="*/ 0 h 362041"/>
                      <a:gd name="connsiteX2" fmla="*/ 656979 w 656979"/>
                      <a:gd name="connsiteY2" fmla="*/ 362042 h 3620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56979" h="362041">
                        <a:moveTo>
                          <a:pt x="0" y="362042"/>
                        </a:moveTo>
                        <a:cubicBezTo>
                          <a:pt x="264086" y="303349"/>
                          <a:pt x="327257" y="0"/>
                          <a:pt x="327257" y="0"/>
                        </a:cubicBezTo>
                        <a:cubicBezTo>
                          <a:pt x="327257" y="0"/>
                          <a:pt x="390427" y="279991"/>
                          <a:pt x="656979" y="362042"/>
                        </a:cubicBezTo>
                      </a:path>
                    </a:pathLst>
                  </a:custGeom>
                  <a:noFill/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04" name="手繪多邊形: 圖案 703">
                    <a:extLst>
                      <a:ext uri="{FF2B5EF4-FFF2-40B4-BE49-F238E27FC236}">
                        <a16:creationId xmlns:a16="http://schemas.microsoft.com/office/drawing/2014/main" id="{1D834428-7A12-2C03-6974-E002F65EC59F}"/>
                      </a:ext>
                    </a:extLst>
                  </p:cNvPr>
                  <p:cNvSpPr/>
                  <p:nvPr/>
                </p:nvSpPr>
                <p:spPr>
                  <a:xfrm>
                    <a:off x="33426973" y="29574465"/>
                    <a:ext cx="30815" cy="118883"/>
                  </a:xfrm>
                  <a:custGeom>
                    <a:avLst/>
                    <a:gdLst>
                      <a:gd name="connsiteX0" fmla="*/ 0 w 30815"/>
                      <a:gd name="connsiteY0" fmla="*/ 118884 h 118883"/>
                      <a:gd name="connsiteX1" fmla="*/ 0 w 30815"/>
                      <a:gd name="connsiteY1" fmla="*/ 0 h 1188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5" h="118883">
                        <a:moveTo>
                          <a:pt x="0" y="118884"/>
                        </a:moveTo>
                        <a:lnTo>
                          <a:pt x="0" y="0"/>
                        </a:lnTo>
                      </a:path>
                    </a:pathLst>
                  </a:custGeom>
                  <a:ln w="814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705" name="圖形 19">
                <a:extLst>
                  <a:ext uri="{FF2B5EF4-FFF2-40B4-BE49-F238E27FC236}">
                    <a16:creationId xmlns:a16="http://schemas.microsoft.com/office/drawing/2014/main" id="{8340FA85-9021-0695-578D-6A449546E1FE}"/>
                  </a:ext>
                </a:extLst>
              </p:cNvPr>
              <p:cNvGrpSpPr/>
              <p:nvPr/>
            </p:nvGrpSpPr>
            <p:grpSpPr>
              <a:xfrm>
                <a:off x="33886205" y="27628374"/>
                <a:ext cx="12217666" cy="16252254"/>
                <a:chOff x="33886205" y="27628374"/>
                <a:chExt cx="12217666" cy="16252254"/>
              </a:xfrm>
            </p:grpSpPr>
            <p:sp>
              <p:nvSpPr>
                <p:cNvPr id="706" name="手繪多邊形: 圖案 705">
                  <a:extLst>
                    <a:ext uri="{FF2B5EF4-FFF2-40B4-BE49-F238E27FC236}">
                      <a16:creationId xmlns:a16="http://schemas.microsoft.com/office/drawing/2014/main" id="{2DBBACAC-BB24-EB62-1347-0503153D0338}"/>
                    </a:ext>
                  </a:extLst>
                </p:cNvPr>
                <p:cNvSpPr/>
                <p:nvPr/>
              </p:nvSpPr>
              <p:spPr>
                <a:xfrm>
                  <a:off x="33886205" y="27628374"/>
                  <a:ext cx="2114145" cy="1012678"/>
                </a:xfrm>
                <a:custGeom>
                  <a:avLst/>
                  <a:gdLst>
                    <a:gd name="connsiteX0" fmla="*/ 345660 w 2114145"/>
                    <a:gd name="connsiteY0" fmla="*/ 955192 h 1012678"/>
                    <a:gd name="connsiteX1" fmla="*/ 766596 w 2114145"/>
                    <a:gd name="connsiteY1" fmla="*/ 965972 h 1012678"/>
                    <a:gd name="connsiteX2" fmla="*/ 1386905 w 2114145"/>
                    <a:gd name="connsiteY2" fmla="*/ 978250 h 1012678"/>
                    <a:gd name="connsiteX3" fmla="*/ 1773018 w 2114145"/>
                    <a:gd name="connsiteY3" fmla="*/ 968668 h 1012678"/>
                    <a:gd name="connsiteX4" fmla="*/ 2045424 w 2114145"/>
                    <a:gd name="connsiteY4" fmla="*/ 148159 h 1012678"/>
                    <a:gd name="connsiteX5" fmla="*/ 1534200 w 2114145"/>
                    <a:gd name="connsiteY5" fmla="*/ 40954 h 1012678"/>
                    <a:gd name="connsiteX6" fmla="*/ 493265 w 2114145"/>
                    <a:gd name="connsiteY6" fmla="*/ 31072 h 1012678"/>
                    <a:gd name="connsiteX7" fmla="*/ 35351 w 2114145"/>
                    <a:gd name="connsiteY7" fmla="*/ 147860 h 1012678"/>
                    <a:gd name="connsiteX8" fmla="*/ 345968 w 2114145"/>
                    <a:gd name="connsiteY8" fmla="*/ 954594 h 10126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4145" h="1012678">
                      <a:moveTo>
                        <a:pt x="345660" y="955192"/>
                      </a:moveTo>
                      <a:cubicBezTo>
                        <a:pt x="427935" y="1018976"/>
                        <a:pt x="596187" y="1036944"/>
                        <a:pt x="766596" y="965972"/>
                      </a:cubicBezTo>
                      <a:cubicBezTo>
                        <a:pt x="998016" y="869548"/>
                        <a:pt x="1190919" y="911172"/>
                        <a:pt x="1386905" y="978250"/>
                      </a:cubicBezTo>
                      <a:cubicBezTo>
                        <a:pt x="1444220" y="998014"/>
                        <a:pt x="1646985" y="1049521"/>
                        <a:pt x="1773018" y="968668"/>
                      </a:cubicBezTo>
                      <a:cubicBezTo>
                        <a:pt x="1923087" y="872542"/>
                        <a:pt x="2258048" y="426653"/>
                        <a:pt x="2045424" y="148159"/>
                      </a:cubicBezTo>
                      <a:cubicBezTo>
                        <a:pt x="1868544" y="-83620"/>
                        <a:pt x="1593058" y="20591"/>
                        <a:pt x="1534200" y="40954"/>
                      </a:cubicBezTo>
                      <a:cubicBezTo>
                        <a:pt x="1323426" y="114321"/>
                        <a:pt x="959190" y="197570"/>
                        <a:pt x="493265" y="31072"/>
                      </a:cubicBezTo>
                      <a:cubicBezTo>
                        <a:pt x="411604" y="1725"/>
                        <a:pt x="149059" y="-56968"/>
                        <a:pt x="35351" y="147860"/>
                      </a:cubicBezTo>
                      <a:cubicBezTo>
                        <a:pt x="-86985" y="368559"/>
                        <a:pt x="130570" y="787797"/>
                        <a:pt x="345968" y="954594"/>
                      </a:cubicBezTo>
                      <a:close/>
                    </a:path>
                  </a:pathLst>
                </a:custGeom>
                <a:noFill/>
                <a:ln w="1219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07" name="手繪多邊形: 圖案 706">
                  <a:extLst>
                    <a:ext uri="{FF2B5EF4-FFF2-40B4-BE49-F238E27FC236}">
                      <a16:creationId xmlns:a16="http://schemas.microsoft.com/office/drawing/2014/main" id="{E1CF8079-AB9C-28EE-16B7-E98C786B36DA}"/>
                    </a:ext>
                  </a:extLst>
                </p:cNvPr>
                <p:cNvSpPr/>
                <p:nvPr/>
              </p:nvSpPr>
              <p:spPr>
                <a:xfrm>
                  <a:off x="35312552" y="28318640"/>
                  <a:ext cx="166650" cy="161428"/>
                </a:xfrm>
                <a:custGeom>
                  <a:avLst/>
                  <a:gdLst>
                    <a:gd name="connsiteX0" fmla="*/ 66869 w 166650"/>
                    <a:gd name="connsiteY0" fmla="*/ 159518 h 161428"/>
                    <a:gd name="connsiteX1" fmla="*/ 94912 w 166650"/>
                    <a:gd name="connsiteY1" fmla="*/ 159518 h 161428"/>
                    <a:gd name="connsiteX2" fmla="*/ 120795 w 166650"/>
                    <a:gd name="connsiteY2" fmla="*/ 159518 h 161428"/>
                    <a:gd name="connsiteX3" fmla="*/ 166095 w 166650"/>
                    <a:gd name="connsiteY3" fmla="*/ 42730 h 161428"/>
                    <a:gd name="connsiteX4" fmla="*/ 0 w 166650"/>
                    <a:gd name="connsiteY4" fmla="*/ 42730 h 161428"/>
                    <a:gd name="connsiteX5" fmla="*/ 36979 w 166650"/>
                    <a:gd name="connsiteY5" fmla="*/ 153229 h 161428"/>
                    <a:gd name="connsiteX6" fmla="*/ 67177 w 166650"/>
                    <a:gd name="connsiteY6" fmla="*/ 159518 h 1614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6650" h="161428">
                      <a:moveTo>
                        <a:pt x="66869" y="159518"/>
                      </a:moveTo>
                      <a:cubicBezTo>
                        <a:pt x="78579" y="156224"/>
                        <a:pt x="83202" y="155325"/>
                        <a:pt x="94912" y="159518"/>
                      </a:cubicBezTo>
                      <a:cubicBezTo>
                        <a:pt x="102615" y="162213"/>
                        <a:pt x="113400" y="161913"/>
                        <a:pt x="120795" y="159518"/>
                      </a:cubicBezTo>
                      <a:cubicBezTo>
                        <a:pt x="145756" y="152032"/>
                        <a:pt x="170716" y="103819"/>
                        <a:pt x="166095" y="42730"/>
                      </a:cubicBezTo>
                      <a:cubicBezTo>
                        <a:pt x="161472" y="-18359"/>
                        <a:pt x="-308" y="-9974"/>
                        <a:pt x="0" y="42730"/>
                      </a:cubicBezTo>
                      <a:cubicBezTo>
                        <a:pt x="0" y="84654"/>
                        <a:pt x="15716" y="138556"/>
                        <a:pt x="36979" y="153229"/>
                      </a:cubicBezTo>
                      <a:cubicBezTo>
                        <a:pt x="46223" y="159518"/>
                        <a:pt x="53003" y="163410"/>
                        <a:pt x="67177" y="159518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08" name="圖形 19">
                <a:extLst>
                  <a:ext uri="{FF2B5EF4-FFF2-40B4-BE49-F238E27FC236}">
                    <a16:creationId xmlns:a16="http://schemas.microsoft.com/office/drawing/2014/main" id="{74C5FFEC-955F-BA49-3604-166DB1E87016}"/>
                  </a:ext>
                </a:extLst>
              </p:cNvPr>
              <p:cNvGrpSpPr/>
              <p:nvPr/>
            </p:nvGrpSpPr>
            <p:grpSpPr>
              <a:xfrm>
                <a:off x="29894632" y="31394857"/>
                <a:ext cx="35338407" cy="4282057"/>
                <a:chOff x="29894632" y="31394857"/>
                <a:chExt cx="35338407" cy="4282057"/>
              </a:xfrm>
              <a:solidFill>
                <a:srgbClr val="231815"/>
              </a:solidFill>
            </p:grpSpPr>
            <p:sp>
              <p:nvSpPr>
                <p:cNvPr id="709" name="手繪多邊形: 圖案 708">
                  <a:extLst>
                    <a:ext uri="{FF2B5EF4-FFF2-40B4-BE49-F238E27FC236}">
                      <a16:creationId xmlns:a16="http://schemas.microsoft.com/office/drawing/2014/main" id="{080DD77A-CE70-D382-08ED-C562689C7168}"/>
                    </a:ext>
                  </a:extLst>
                </p:cNvPr>
                <p:cNvSpPr/>
                <p:nvPr/>
              </p:nvSpPr>
              <p:spPr>
                <a:xfrm>
                  <a:off x="29894632" y="31398150"/>
                  <a:ext cx="137743" cy="260227"/>
                </a:xfrm>
                <a:custGeom>
                  <a:avLst/>
                  <a:gdLst>
                    <a:gd name="connsiteX0" fmla="*/ 130657 w 137743"/>
                    <a:gd name="connsiteY0" fmla="*/ 0 h 260227"/>
                    <a:gd name="connsiteX1" fmla="*/ 137744 w 137743"/>
                    <a:gd name="connsiteY1" fmla="*/ 6888 h 260227"/>
                    <a:gd name="connsiteX2" fmla="*/ 137744 w 137743"/>
                    <a:gd name="connsiteY2" fmla="*/ 23059 h 260227"/>
                    <a:gd name="connsiteX3" fmla="*/ 130657 w 137743"/>
                    <a:gd name="connsiteY3" fmla="*/ 29946 h 260227"/>
                    <a:gd name="connsiteX4" fmla="*/ 59474 w 137743"/>
                    <a:gd name="connsiteY4" fmla="*/ 29946 h 260227"/>
                    <a:gd name="connsiteX5" fmla="*/ 36054 w 137743"/>
                    <a:gd name="connsiteY5" fmla="*/ 52704 h 260227"/>
                    <a:gd name="connsiteX6" fmla="*/ 36054 w 137743"/>
                    <a:gd name="connsiteY6" fmla="*/ 110200 h 260227"/>
                    <a:gd name="connsiteX7" fmla="*/ 124185 w 137743"/>
                    <a:gd name="connsiteY7" fmla="*/ 110200 h 260227"/>
                    <a:gd name="connsiteX8" fmla="*/ 131273 w 137743"/>
                    <a:gd name="connsiteY8" fmla="*/ 117087 h 260227"/>
                    <a:gd name="connsiteX9" fmla="*/ 131273 w 137743"/>
                    <a:gd name="connsiteY9" fmla="*/ 133558 h 260227"/>
                    <a:gd name="connsiteX10" fmla="*/ 124185 w 137743"/>
                    <a:gd name="connsiteY10" fmla="*/ 140445 h 260227"/>
                    <a:gd name="connsiteX11" fmla="*/ 36054 w 137743"/>
                    <a:gd name="connsiteY11" fmla="*/ 140445 h 260227"/>
                    <a:gd name="connsiteX12" fmla="*/ 36054 w 137743"/>
                    <a:gd name="connsiteY12" fmla="*/ 253040 h 260227"/>
                    <a:gd name="connsiteX13" fmla="*/ 29275 w 137743"/>
                    <a:gd name="connsiteY13" fmla="*/ 260227 h 260227"/>
                    <a:gd name="connsiteX14" fmla="*/ 6779 w 137743"/>
                    <a:gd name="connsiteY14" fmla="*/ 260227 h 260227"/>
                    <a:gd name="connsiteX15" fmla="*/ 0 w 137743"/>
                    <a:gd name="connsiteY15" fmla="*/ 253040 h 260227"/>
                    <a:gd name="connsiteX16" fmla="*/ 0 w 137743"/>
                    <a:gd name="connsiteY16" fmla="*/ 52106 h 260227"/>
                    <a:gd name="connsiteX17" fmla="*/ 53619 w 137743"/>
                    <a:gd name="connsiteY17" fmla="*/ 0 h 260227"/>
                    <a:gd name="connsiteX18" fmla="*/ 130348 w 137743"/>
                    <a:gd name="connsiteY18" fmla="*/ 0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7743" h="260227">
                      <a:moveTo>
                        <a:pt x="130657" y="0"/>
                      </a:moveTo>
                      <a:cubicBezTo>
                        <a:pt x="135279" y="0"/>
                        <a:pt x="137744" y="1797"/>
                        <a:pt x="137744" y="6888"/>
                      </a:cubicBezTo>
                      <a:lnTo>
                        <a:pt x="137744" y="23059"/>
                      </a:lnTo>
                      <a:cubicBezTo>
                        <a:pt x="137744" y="28149"/>
                        <a:pt x="135279" y="29946"/>
                        <a:pt x="130657" y="29946"/>
                      </a:cubicBezTo>
                      <a:lnTo>
                        <a:pt x="59474" y="29946"/>
                      </a:lnTo>
                      <a:cubicBezTo>
                        <a:pt x="46531" y="29946"/>
                        <a:pt x="36054" y="40127"/>
                        <a:pt x="36054" y="52704"/>
                      </a:cubicBezTo>
                      <a:lnTo>
                        <a:pt x="36054" y="110200"/>
                      </a:lnTo>
                      <a:lnTo>
                        <a:pt x="124185" y="110200"/>
                      </a:lnTo>
                      <a:cubicBezTo>
                        <a:pt x="129424" y="110200"/>
                        <a:pt x="131273" y="111997"/>
                        <a:pt x="131273" y="117087"/>
                      </a:cubicBezTo>
                      <a:lnTo>
                        <a:pt x="131273" y="133558"/>
                      </a:lnTo>
                      <a:cubicBezTo>
                        <a:pt x="131273" y="138050"/>
                        <a:pt x="129424" y="140445"/>
                        <a:pt x="124185" y="140445"/>
                      </a:cubicBezTo>
                      <a:lnTo>
                        <a:pt x="36054" y="140445"/>
                      </a:lnTo>
                      <a:lnTo>
                        <a:pt x="36054" y="253040"/>
                      </a:lnTo>
                      <a:cubicBezTo>
                        <a:pt x="36054" y="258131"/>
                        <a:pt x="34514" y="260227"/>
                        <a:pt x="29275" y="260227"/>
                      </a:cubicBezTo>
                      <a:lnTo>
                        <a:pt x="6779" y="260227"/>
                      </a:lnTo>
                      <a:cubicBezTo>
                        <a:pt x="2157" y="260227"/>
                        <a:pt x="0" y="257832"/>
                        <a:pt x="0" y="253040"/>
                      </a:cubicBezTo>
                      <a:lnTo>
                        <a:pt x="0" y="52106"/>
                      </a:lnTo>
                      <a:cubicBezTo>
                        <a:pt x="0" y="23358"/>
                        <a:pt x="24036" y="0"/>
                        <a:pt x="53619" y="0"/>
                      </a:cubicBezTo>
                      <a:lnTo>
                        <a:pt x="13034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0" name="手繪多邊形: 圖案 709">
                  <a:extLst>
                    <a:ext uri="{FF2B5EF4-FFF2-40B4-BE49-F238E27FC236}">
                      <a16:creationId xmlns:a16="http://schemas.microsoft.com/office/drawing/2014/main" id="{C93FF876-16F6-A23F-6B92-07988C8FF467}"/>
                    </a:ext>
                  </a:extLst>
                </p:cNvPr>
                <p:cNvSpPr/>
                <p:nvPr/>
              </p:nvSpPr>
              <p:spPr>
                <a:xfrm>
                  <a:off x="30160474" y="31398150"/>
                  <a:ext cx="173983" cy="260227"/>
                </a:xfrm>
                <a:custGeom>
                  <a:avLst/>
                  <a:gdLst>
                    <a:gd name="connsiteX0" fmla="*/ 99010 w 173983"/>
                    <a:gd name="connsiteY0" fmla="*/ 0 h 260227"/>
                    <a:gd name="connsiteX1" fmla="*/ 107946 w 173983"/>
                    <a:gd name="connsiteY1" fmla="*/ 6888 h 260227"/>
                    <a:gd name="connsiteX2" fmla="*/ 173582 w 173983"/>
                    <a:gd name="connsiteY2" fmla="*/ 253340 h 260227"/>
                    <a:gd name="connsiteX3" fmla="*/ 168036 w 173983"/>
                    <a:gd name="connsiteY3" fmla="*/ 260227 h 260227"/>
                    <a:gd name="connsiteX4" fmla="*/ 145540 w 173983"/>
                    <a:gd name="connsiteY4" fmla="*/ 260227 h 260227"/>
                    <a:gd name="connsiteX5" fmla="*/ 137221 w 173983"/>
                    <a:gd name="connsiteY5" fmla="*/ 253340 h 260227"/>
                    <a:gd name="connsiteX6" fmla="*/ 121196 w 173983"/>
                    <a:gd name="connsiteY6" fmla="*/ 191951 h 260227"/>
                    <a:gd name="connsiteX7" fmla="*/ 50938 w 173983"/>
                    <a:gd name="connsiteY7" fmla="*/ 191951 h 260227"/>
                    <a:gd name="connsiteX8" fmla="*/ 35223 w 173983"/>
                    <a:gd name="connsiteY8" fmla="*/ 253340 h 260227"/>
                    <a:gd name="connsiteX9" fmla="*/ 26902 w 173983"/>
                    <a:gd name="connsiteY9" fmla="*/ 260227 h 260227"/>
                    <a:gd name="connsiteX10" fmla="*/ 5948 w 173983"/>
                    <a:gd name="connsiteY10" fmla="*/ 260227 h 260227"/>
                    <a:gd name="connsiteX11" fmla="*/ 401 w 173983"/>
                    <a:gd name="connsiteY11" fmla="*/ 253340 h 260227"/>
                    <a:gd name="connsiteX12" fmla="*/ 66654 w 173983"/>
                    <a:gd name="connsiteY12" fmla="*/ 6888 h 260227"/>
                    <a:gd name="connsiteX13" fmla="*/ 75590 w 173983"/>
                    <a:gd name="connsiteY13" fmla="*/ 0 h 260227"/>
                    <a:gd name="connsiteX14" fmla="*/ 98393 w 173983"/>
                    <a:gd name="connsiteY14" fmla="*/ 0 h 260227"/>
                    <a:gd name="connsiteX15" fmla="*/ 95312 w 173983"/>
                    <a:gd name="connsiteY15" fmla="*/ 91633 h 260227"/>
                    <a:gd name="connsiteX16" fmla="*/ 86683 w 173983"/>
                    <a:gd name="connsiteY16" fmla="*/ 41625 h 260227"/>
                    <a:gd name="connsiteX17" fmla="*/ 77748 w 173983"/>
                    <a:gd name="connsiteY17" fmla="*/ 91335 h 260227"/>
                    <a:gd name="connsiteX18" fmla="*/ 58026 w 173983"/>
                    <a:gd name="connsiteY18" fmla="*/ 163802 h 260227"/>
                    <a:gd name="connsiteX19" fmla="*/ 114725 w 173983"/>
                    <a:gd name="connsiteY19" fmla="*/ 163802 h 260227"/>
                    <a:gd name="connsiteX20" fmla="*/ 95312 w 173983"/>
                    <a:gd name="connsiteY20" fmla="*/ 91933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83" h="260227">
                      <a:moveTo>
                        <a:pt x="99010" y="0"/>
                      </a:moveTo>
                      <a:cubicBezTo>
                        <a:pt x="103632" y="0"/>
                        <a:pt x="107021" y="2396"/>
                        <a:pt x="107946" y="6888"/>
                      </a:cubicBezTo>
                      <a:lnTo>
                        <a:pt x="173582" y="253340"/>
                      </a:lnTo>
                      <a:cubicBezTo>
                        <a:pt x="174815" y="257832"/>
                        <a:pt x="173274" y="260227"/>
                        <a:pt x="168036" y="260227"/>
                      </a:cubicBezTo>
                      <a:lnTo>
                        <a:pt x="145540" y="260227"/>
                      </a:lnTo>
                      <a:cubicBezTo>
                        <a:pt x="140302" y="260227"/>
                        <a:pt x="138454" y="257532"/>
                        <a:pt x="137221" y="253340"/>
                      </a:cubicBezTo>
                      <a:lnTo>
                        <a:pt x="121196" y="191951"/>
                      </a:lnTo>
                      <a:lnTo>
                        <a:pt x="50938" y="191951"/>
                      </a:lnTo>
                      <a:lnTo>
                        <a:pt x="35223" y="253340"/>
                      </a:lnTo>
                      <a:cubicBezTo>
                        <a:pt x="33990" y="257532"/>
                        <a:pt x="31832" y="260227"/>
                        <a:pt x="26902" y="260227"/>
                      </a:cubicBezTo>
                      <a:lnTo>
                        <a:pt x="5948" y="260227"/>
                      </a:lnTo>
                      <a:cubicBezTo>
                        <a:pt x="710" y="260227"/>
                        <a:pt x="-832" y="257832"/>
                        <a:pt x="401" y="253340"/>
                      </a:cubicBezTo>
                      <a:lnTo>
                        <a:pt x="66654" y="6888"/>
                      </a:lnTo>
                      <a:cubicBezTo>
                        <a:pt x="67887" y="2396"/>
                        <a:pt x="70660" y="0"/>
                        <a:pt x="75590" y="0"/>
                      </a:cubicBezTo>
                      <a:lnTo>
                        <a:pt x="98393" y="0"/>
                      </a:lnTo>
                      <a:close/>
                      <a:moveTo>
                        <a:pt x="95312" y="91633"/>
                      </a:moveTo>
                      <a:cubicBezTo>
                        <a:pt x="92538" y="82051"/>
                        <a:pt x="87916" y="53603"/>
                        <a:pt x="86683" y="41625"/>
                      </a:cubicBezTo>
                      <a:cubicBezTo>
                        <a:pt x="84835" y="55699"/>
                        <a:pt x="80521" y="80554"/>
                        <a:pt x="77748" y="91335"/>
                      </a:cubicBezTo>
                      <a:lnTo>
                        <a:pt x="58026" y="163802"/>
                      </a:lnTo>
                      <a:lnTo>
                        <a:pt x="114725" y="163802"/>
                      </a:lnTo>
                      <a:lnTo>
                        <a:pt x="95312" y="9193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1" name="手繪多邊形: 圖案 710">
                  <a:extLst>
                    <a:ext uri="{FF2B5EF4-FFF2-40B4-BE49-F238E27FC236}">
                      <a16:creationId xmlns:a16="http://schemas.microsoft.com/office/drawing/2014/main" id="{4280409D-63D2-AFEB-CA48-27D8719963D1}"/>
                    </a:ext>
                  </a:extLst>
                </p:cNvPr>
                <p:cNvSpPr/>
                <p:nvPr/>
              </p:nvSpPr>
              <p:spPr>
                <a:xfrm>
                  <a:off x="30492139" y="31397851"/>
                  <a:ext cx="156233" cy="260525"/>
                </a:xfrm>
                <a:custGeom>
                  <a:avLst/>
                  <a:gdLst>
                    <a:gd name="connsiteX0" fmla="*/ 155925 w 156233"/>
                    <a:gd name="connsiteY0" fmla="*/ 253639 h 260525"/>
                    <a:gd name="connsiteX1" fmla="*/ 149146 w 156233"/>
                    <a:gd name="connsiteY1" fmla="*/ 260526 h 260525"/>
                    <a:gd name="connsiteX2" fmla="*/ 128807 w 156233"/>
                    <a:gd name="connsiteY2" fmla="*/ 260526 h 260525"/>
                    <a:gd name="connsiteX3" fmla="*/ 121720 w 156233"/>
                    <a:gd name="connsiteY3" fmla="*/ 256334 h 260525"/>
                    <a:gd name="connsiteX4" fmla="*/ 44991 w 156233"/>
                    <a:gd name="connsiteY4" fmla="*/ 101215 h 260525"/>
                    <a:gd name="connsiteX5" fmla="*/ 33281 w 156233"/>
                    <a:gd name="connsiteY5" fmla="*/ 73966 h 260525"/>
                    <a:gd name="connsiteX6" fmla="*/ 33281 w 156233"/>
                    <a:gd name="connsiteY6" fmla="*/ 253339 h 260525"/>
                    <a:gd name="connsiteX7" fmla="*/ 26501 w 156233"/>
                    <a:gd name="connsiteY7" fmla="*/ 260227 h 260525"/>
                    <a:gd name="connsiteX8" fmla="*/ 6778 w 156233"/>
                    <a:gd name="connsiteY8" fmla="*/ 260227 h 260525"/>
                    <a:gd name="connsiteX9" fmla="*/ 0 w 156233"/>
                    <a:gd name="connsiteY9" fmla="*/ 253339 h 260525"/>
                    <a:gd name="connsiteX10" fmla="*/ 0 w 156233"/>
                    <a:gd name="connsiteY10" fmla="*/ 6887 h 260525"/>
                    <a:gd name="connsiteX11" fmla="*/ 6778 w 156233"/>
                    <a:gd name="connsiteY11" fmla="*/ 0 h 260525"/>
                    <a:gd name="connsiteX12" fmla="*/ 27734 w 156233"/>
                    <a:gd name="connsiteY12" fmla="*/ 0 h 260525"/>
                    <a:gd name="connsiteX13" fmla="*/ 33896 w 156233"/>
                    <a:gd name="connsiteY13" fmla="*/ 3892 h 260525"/>
                    <a:gd name="connsiteX14" fmla="*/ 112783 w 156233"/>
                    <a:gd name="connsiteY14" fmla="*/ 161106 h 260525"/>
                    <a:gd name="connsiteX15" fmla="*/ 122952 w 156233"/>
                    <a:gd name="connsiteY15" fmla="*/ 185662 h 260525"/>
                    <a:gd name="connsiteX16" fmla="*/ 122952 w 156233"/>
                    <a:gd name="connsiteY16" fmla="*/ 6887 h 260525"/>
                    <a:gd name="connsiteX17" fmla="*/ 130039 w 156233"/>
                    <a:gd name="connsiteY17" fmla="*/ 0 h 260525"/>
                    <a:gd name="connsiteX18" fmla="*/ 149453 w 156233"/>
                    <a:gd name="connsiteY18" fmla="*/ 0 h 260525"/>
                    <a:gd name="connsiteX19" fmla="*/ 156233 w 156233"/>
                    <a:gd name="connsiteY19" fmla="*/ 6887 h 260525"/>
                    <a:gd name="connsiteX20" fmla="*/ 156233 w 156233"/>
                    <a:gd name="connsiteY20" fmla="*/ 253339 h 260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3" h="260525">
                      <a:moveTo>
                        <a:pt x="155925" y="253639"/>
                      </a:moveTo>
                      <a:cubicBezTo>
                        <a:pt x="155925" y="258131"/>
                        <a:pt x="154384" y="260526"/>
                        <a:pt x="149146" y="260526"/>
                      </a:cubicBezTo>
                      <a:lnTo>
                        <a:pt x="128807" y="260526"/>
                      </a:lnTo>
                      <a:cubicBezTo>
                        <a:pt x="124801" y="260526"/>
                        <a:pt x="123261" y="259329"/>
                        <a:pt x="121720" y="256334"/>
                      </a:cubicBezTo>
                      <a:lnTo>
                        <a:pt x="44991" y="101215"/>
                      </a:lnTo>
                      <a:cubicBezTo>
                        <a:pt x="40676" y="92831"/>
                        <a:pt x="36053" y="82350"/>
                        <a:pt x="33281" y="73966"/>
                      </a:cubicBezTo>
                      <a:lnTo>
                        <a:pt x="33281" y="253339"/>
                      </a:lnTo>
                      <a:cubicBezTo>
                        <a:pt x="33281" y="257831"/>
                        <a:pt x="31432" y="260227"/>
                        <a:pt x="26501" y="260227"/>
                      </a:cubicBezTo>
                      <a:lnTo>
                        <a:pt x="6778" y="260227"/>
                      </a:lnTo>
                      <a:cubicBezTo>
                        <a:pt x="2157" y="260227"/>
                        <a:pt x="0" y="257831"/>
                        <a:pt x="0" y="253339"/>
                      </a:cubicBezTo>
                      <a:lnTo>
                        <a:pt x="0" y="6887"/>
                      </a:lnTo>
                      <a:cubicBezTo>
                        <a:pt x="0" y="2395"/>
                        <a:pt x="1849" y="0"/>
                        <a:pt x="6778" y="0"/>
                      </a:cubicBezTo>
                      <a:lnTo>
                        <a:pt x="27734" y="0"/>
                      </a:lnTo>
                      <a:cubicBezTo>
                        <a:pt x="31432" y="0"/>
                        <a:pt x="32972" y="1197"/>
                        <a:pt x="33896" y="3892"/>
                      </a:cubicBezTo>
                      <a:lnTo>
                        <a:pt x="112783" y="161106"/>
                      </a:lnTo>
                      <a:cubicBezTo>
                        <a:pt x="115865" y="167694"/>
                        <a:pt x="121103" y="179972"/>
                        <a:pt x="122952" y="185662"/>
                      </a:cubicBezTo>
                      <a:lnTo>
                        <a:pt x="122952" y="6887"/>
                      </a:lnTo>
                      <a:cubicBezTo>
                        <a:pt x="122952" y="2395"/>
                        <a:pt x="125418" y="0"/>
                        <a:pt x="130039" y="0"/>
                      </a:cubicBezTo>
                      <a:lnTo>
                        <a:pt x="149453" y="0"/>
                      </a:lnTo>
                      <a:cubicBezTo>
                        <a:pt x="154693" y="0"/>
                        <a:pt x="156233" y="2395"/>
                        <a:pt x="156233" y="6887"/>
                      </a:cubicBezTo>
                      <a:lnTo>
                        <a:pt x="156233" y="25333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2" name="手繪多邊形: 圖案 711">
                  <a:extLst>
                    <a:ext uri="{FF2B5EF4-FFF2-40B4-BE49-F238E27FC236}">
                      <a16:creationId xmlns:a16="http://schemas.microsoft.com/office/drawing/2014/main" id="{D1678A1D-6841-2A6A-1CF1-81D3E68AFA61}"/>
                    </a:ext>
                  </a:extLst>
                </p:cNvPr>
                <p:cNvSpPr/>
                <p:nvPr/>
              </p:nvSpPr>
              <p:spPr>
                <a:xfrm>
                  <a:off x="30822169" y="31395156"/>
                  <a:ext cx="151610" cy="266515"/>
                </a:xfrm>
                <a:custGeom>
                  <a:avLst/>
                  <a:gdLst>
                    <a:gd name="connsiteX0" fmla="*/ 144215 w 151610"/>
                    <a:gd name="connsiteY0" fmla="*/ 134156 h 266515"/>
                    <a:gd name="connsiteX1" fmla="*/ 151610 w 151610"/>
                    <a:gd name="connsiteY1" fmla="*/ 140744 h 266515"/>
                    <a:gd name="connsiteX2" fmla="*/ 151610 w 151610"/>
                    <a:gd name="connsiteY2" fmla="*/ 210517 h 266515"/>
                    <a:gd name="connsiteX3" fmla="*/ 76113 w 151610"/>
                    <a:gd name="connsiteY3" fmla="*/ 266515 h 266515"/>
                    <a:gd name="connsiteX4" fmla="*/ 0 w 151610"/>
                    <a:gd name="connsiteY4" fmla="*/ 210517 h 266515"/>
                    <a:gd name="connsiteX5" fmla="*/ 0 w 151610"/>
                    <a:gd name="connsiteY5" fmla="*/ 55998 h 266515"/>
                    <a:gd name="connsiteX6" fmla="*/ 76113 w 151610"/>
                    <a:gd name="connsiteY6" fmla="*/ 0 h 266515"/>
                    <a:gd name="connsiteX7" fmla="*/ 151610 w 151610"/>
                    <a:gd name="connsiteY7" fmla="*/ 55998 h 266515"/>
                    <a:gd name="connsiteX8" fmla="*/ 151610 w 151610"/>
                    <a:gd name="connsiteY8" fmla="*/ 75463 h 266515"/>
                    <a:gd name="connsiteX9" fmla="*/ 144830 w 151610"/>
                    <a:gd name="connsiteY9" fmla="*/ 82350 h 266515"/>
                    <a:gd name="connsiteX10" fmla="*/ 123567 w 151610"/>
                    <a:gd name="connsiteY10" fmla="*/ 82350 h 266515"/>
                    <a:gd name="connsiteX11" fmla="*/ 116480 w 151610"/>
                    <a:gd name="connsiteY11" fmla="*/ 75463 h 266515"/>
                    <a:gd name="connsiteX12" fmla="*/ 116480 w 151610"/>
                    <a:gd name="connsiteY12" fmla="*/ 58992 h 266515"/>
                    <a:gd name="connsiteX13" fmla="*/ 75804 w 151610"/>
                    <a:gd name="connsiteY13" fmla="*/ 29946 h 266515"/>
                    <a:gd name="connsiteX14" fmla="*/ 36053 w 151610"/>
                    <a:gd name="connsiteY14" fmla="*/ 58992 h 266515"/>
                    <a:gd name="connsiteX15" fmla="*/ 36053 w 151610"/>
                    <a:gd name="connsiteY15" fmla="*/ 207523 h 266515"/>
                    <a:gd name="connsiteX16" fmla="*/ 75804 w 151610"/>
                    <a:gd name="connsiteY16" fmla="*/ 236570 h 266515"/>
                    <a:gd name="connsiteX17" fmla="*/ 116480 w 151610"/>
                    <a:gd name="connsiteY17" fmla="*/ 207821 h 266515"/>
                    <a:gd name="connsiteX18" fmla="*/ 116480 w 151610"/>
                    <a:gd name="connsiteY18" fmla="*/ 164101 h 266515"/>
                    <a:gd name="connsiteX19" fmla="*/ 79502 w 151610"/>
                    <a:gd name="connsiteY19" fmla="*/ 164101 h 266515"/>
                    <a:gd name="connsiteX20" fmla="*/ 72415 w 151610"/>
                    <a:gd name="connsiteY20" fmla="*/ 157214 h 266515"/>
                    <a:gd name="connsiteX21" fmla="*/ 72415 w 151610"/>
                    <a:gd name="connsiteY21" fmla="*/ 140744 h 266515"/>
                    <a:gd name="connsiteX22" fmla="*/ 79502 w 151610"/>
                    <a:gd name="connsiteY22" fmla="*/ 134156 h 266515"/>
                    <a:gd name="connsiteX23" fmla="*/ 144215 w 151610"/>
                    <a:gd name="connsiteY23" fmla="*/ 134156 h 266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1610" h="266515">
                      <a:moveTo>
                        <a:pt x="144215" y="134156"/>
                      </a:moveTo>
                      <a:cubicBezTo>
                        <a:pt x="149453" y="134156"/>
                        <a:pt x="151610" y="135952"/>
                        <a:pt x="151610" y="140744"/>
                      </a:cubicBezTo>
                      <a:lnTo>
                        <a:pt x="151610" y="210517"/>
                      </a:lnTo>
                      <a:cubicBezTo>
                        <a:pt x="151610" y="240463"/>
                        <a:pt x="134662" y="266515"/>
                        <a:pt x="76113" y="266515"/>
                      </a:cubicBezTo>
                      <a:cubicBezTo>
                        <a:pt x="17563" y="266515"/>
                        <a:pt x="0" y="240463"/>
                        <a:pt x="0" y="210517"/>
                      </a:cubicBezTo>
                      <a:lnTo>
                        <a:pt x="0" y="55998"/>
                      </a:lnTo>
                      <a:cubicBezTo>
                        <a:pt x="0" y="26053"/>
                        <a:pt x="16948" y="0"/>
                        <a:pt x="76113" y="0"/>
                      </a:cubicBezTo>
                      <a:cubicBezTo>
                        <a:pt x="135277" y="0"/>
                        <a:pt x="151610" y="26053"/>
                        <a:pt x="151610" y="55998"/>
                      </a:cubicBezTo>
                      <a:lnTo>
                        <a:pt x="151610" y="75463"/>
                      </a:lnTo>
                      <a:cubicBezTo>
                        <a:pt x="151610" y="79954"/>
                        <a:pt x="149761" y="82350"/>
                        <a:pt x="144830" y="82350"/>
                      </a:cubicBezTo>
                      <a:lnTo>
                        <a:pt x="123567" y="82350"/>
                      </a:lnTo>
                      <a:cubicBezTo>
                        <a:pt x="118329" y="82350"/>
                        <a:pt x="116480" y="79954"/>
                        <a:pt x="116480" y="75463"/>
                      </a:cubicBezTo>
                      <a:lnTo>
                        <a:pt x="116480" y="58992"/>
                      </a:lnTo>
                      <a:cubicBezTo>
                        <a:pt x="116480" y="41025"/>
                        <a:pt x="105387" y="29946"/>
                        <a:pt x="75804" y="29946"/>
                      </a:cubicBezTo>
                      <a:cubicBezTo>
                        <a:pt x="46223" y="29946"/>
                        <a:pt x="36053" y="41025"/>
                        <a:pt x="36053" y="58992"/>
                      </a:cubicBezTo>
                      <a:lnTo>
                        <a:pt x="36053" y="207523"/>
                      </a:lnTo>
                      <a:cubicBezTo>
                        <a:pt x="36053" y="225190"/>
                        <a:pt x="46838" y="236570"/>
                        <a:pt x="75804" y="236570"/>
                      </a:cubicBezTo>
                      <a:cubicBezTo>
                        <a:pt x="104770" y="236570"/>
                        <a:pt x="116480" y="225490"/>
                        <a:pt x="116480" y="207821"/>
                      </a:cubicBezTo>
                      <a:lnTo>
                        <a:pt x="116480" y="164101"/>
                      </a:lnTo>
                      <a:lnTo>
                        <a:pt x="79502" y="164101"/>
                      </a:lnTo>
                      <a:cubicBezTo>
                        <a:pt x="74881" y="164101"/>
                        <a:pt x="72415" y="162304"/>
                        <a:pt x="72415" y="157214"/>
                      </a:cubicBezTo>
                      <a:lnTo>
                        <a:pt x="72415" y="140744"/>
                      </a:lnTo>
                      <a:cubicBezTo>
                        <a:pt x="72415" y="136252"/>
                        <a:pt x="74881" y="134156"/>
                        <a:pt x="79502" y="134156"/>
                      </a:cubicBezTo>
                      <a:lnTo>
                        <a:pt x="144215" y="13415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3" name="手繪多邊形: 圖案 712">
                  <a:extLst>
                    <a:ext uri="{FF2B5EF4-FFF2-40B4-BE49-F238E27FC236}">
                      <a16:creationId xmlns:a16="http://schemas.microsoft.com/office/drawing/2014/main" id="{0BEE3A48-812E-ED30-5965-C63D5CEC0779}"/>
                    </a:ext>
                  </a:extLst>
                </p:cNvPr>
                <p:cNvSpPr/>
                <p:nvPr/>
              </p:nvSpPr>
              <p:spPr>
                <a:xfrm>
                  <a:off x="31339555" y="31398150"/>
                  <a:ext cx="155509" cy="260227"/>
                </a:xfrm>
                <a:custGeom>
                  <a:avLst/>
                  <a:gdLst>
                    <a:gd name="connsiteX0" fmla="*/ 75806 w 155509"/>
                    <a:gd name="connsiteY0" fmla="*/ 0 h 260227"/>
                    <a:gd name="connsiteX1" fmla="*/ 153459 w 155509"/>
                    <a:gd name="connsiteY1" fmla="*/ 55998 h 260227"/>
                    <a:gd name="connsiteX2" fmla="*/ 153459 w 155509"/>
                    <a:gd name="connsiteY2" fmla="*/ 101516 h 260227"/>
                    <a:gd name="connsiteX3" fmla="*/ 114940 w 155509"/>
                    <a:gd name="connsiteY3" fmla="*/ 151525 h 260227"/>
                    <a:gd name="connsiteX4" fmla="*/ 154999 w 155509"/>
                    <a:gd name="connsiteY4" fmla="*/ 253040 h 260227"/>
                    <a:gd name="connsiteX5" fmla="*/ 148221 w 155509"/>
                    <a:gd name="connsiteY5" fmla="*/ 260227 h 260227"/>
                    <a:gd name="connsiteX6" fmla="*/ 123878 w 155509"/>
                    <a:gd name="connsiteY6" fmla="*/ 260227 h 260227"/>
                    <a:gd name="connsiteX7" fmla="*/ 115865 w 155509"/>
                    <a:gd name="connsiteY7" fmla="*/ 253040 h 260227"/>
                    <a:gd name="connsiteX8" fmla="*/ 78578 w 155509"/>
                    <a:gd name="connsiteY8" fmla="*/ 156616 h 260227"/>
                    <a:gd name="connsiteX9" fmla="*/ 35745 w 155509"/>
                    <a:gd name="connsiteY9" fmla="*/ 156616 h 260227"/>
                    <a:gd name="connsiteX10" fmla="*/ 35745 w 155509"/>
                    <a:gd name="connsiteY10" fmla="*/ 253040 h 260227"/>
                    <a:gd name="connsiteX11" fmla="*/ 28966 w 155509"/>
                    <a:gd name="connsiteY11" fmla="*/ 260227 h 260227"/>
                    <a:gd name="connsiteX12" fmla="*/ 6778 w 155509"/>
                    <a:gd name="connsiteY12" fmla="*/ 260227 h 260227"/>
                    <a:gd name="connsiteX13" fmla="*/ 0 w 155509"/>
                    <a:gd name="connsiteY13" fmla="*/ 253040 h 260227"/>
                    <a:gd name="connsiteX14" fmla="*/ 0 w 155509"/>
                    <a:gd name="connsiteY14" fmla="*/ 52106 h 260227"/>
                    <a:gd name="connsiteX15" fmla="*/ 53618 w 155509"/>
                    <a:gd name="connsiteY15" fmla="*/ 0 h 260227"/>
                    <a:gd name="connsiteX16" fmla="*/ 75497 w 155509"/>
                    <a:gd name="connsiteY16" fmla="*/ 0 h 260227"/>
                    <a:gd name="connsiteX17" fmla="*/ 35745 w 155509"/>
                    <a:gd name="connsiteY17" fmla="*/ 52405 h 260227"/>
                    <a:gd name="connsiteX18" fmla="*/ 35745 w 155509"/>
                    <a:gd name="connsiteY18" fmla="*/ 126370 h 260227"/>
                    <a:gd name="connsiteX19" fmla="*/ 75806 w 155509"/>
                    <a:gd name="connsiteY19" fmla="*/ 126370 h 260227"/>
                    <a:gd name="connsiteX20" fmla="*/ 118023 w 155509"/>
                    <a:gd name="connsiteY20" fmla="*/ 97323 h 260227"/>
                    <a:gd name="connsiteX21" fmla="*/ 118023 w 155509"/>
                    <a:gd name="connsiteY21" fmla="*/ 58993 h 260227"/>
                    <a:gd name="connsiteX22" fmla="*/ 75806 w 155509"/>
                    <a:gd name="connsiteY22" fmla="*/ 29647 h 260227"/>
                    <a:gd name="connsiteX23" fmla="*/ 59165 w 155509"/>
                    <a:gd name="connsiteY23" fmla="*/ 29647 h 260227"/>
                    <a:gd name="connsiteX24" fmla="*/ 35745 w 155509"/>
                    <a:gd name="connsiteY24" fmla="*/ 52405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5509" h="260227">
                      <a:moveTo>
                        <a:pt x="75806" y="0"/>
                      </a:moveTo>
                      <a:cubicBezTo>
                        <a:pt x="134354" y="0"/>
                        <a:pt x="153459" y="26053"/>
                        <a:pt x="153459" y="55998"/>
                      </a:cubicBezTo>
                      <a:lnTo>
                        <a:pt x="153459" y="101516"/>
                      </a:lnTo>
                      <a:cubicBezTo>
                        <a:pt x="153459" y="123376"/>
                        <a:pt x="143291" y="142841"/>
                        <a:pt x="114940" y="151525"/>
                      </a:cubicBezTo>
                      <a:lnTo>
                        <a:pt x="154999" y="253040"/>
                      </a:lnTo>
                      <a:cubicBezTo>
                        <a:pt x="156850" y="257532"/>
                        <a:pt x="153459" y="260227"/>
                        <a:pt x="148221" y="260227"/>
                      </a:cubicBezTo>
                      <a:lnTo>
                        <a:pt x="123878" y="260227"/>
                      </a:lnTo>
                      <a:cubicBezTo>
                        <a:pt x="119254" y="260227"/>
                        <a:pt x="118023" y="257532"/>
                        <a:pt x="115865" y="253040"/>
                      </a:cubicBezTo>
                      <a:lnTo>
                        <a:pt x="78578" y="156616"/>
                      </a:lnTo>
                      <a:lnTo>
                        <a:pt x="35745" y="156616"/>
                      </a:lnTo>
                      <a:lnTo>
                        <a:pt x="35745" y="253040"/>
                      </a:lnTo>
                      <a:cubicBezTo>
                        <a:pt x="35745" y="258131"/>
                        <a:pt x="34204" y="260227"/>
                        <a:pt x="28966" y="260227"/>
                      </a:cubicBezTo>
                      <a:lnTo>
                        <a:pt x="6778" y="260227"/>
                      </a:lnTo>
                      <a:cubicBezTo>
                        <a:pt x="2157" y="260227"/>
                        <a:pt x="0" y="257832"/>
                        <a:pt x="0" y="253040"/>
                      </a:cubicBezTo>
                      <a:lnTo>
                        <a:pt x="0" y="52106"/>
                      </a:lnTo>
                      <a:cubicBezTo>
                        <a:pt x="0" y="23358"/>
                        <a:pt x="24035" y="0"/>
                        <a:pt x="53618" y="0"/>
                      </a:cubicBezTo>
                      <a:lnTo>
                        <a:pt x="75497" y="0"/>
                      </a:lnTo>
                      <a:close/>
                      <a:moveTo>
                        <a:pt x="35745" y="52405"/>
                      </a:moveTo>
                      <a:lnTo>
                        <a:pt x="35745" y="126370"/>
                      </a:lnTo>
                      <a:lnTo>
                        <a:pt x="75806" y="126370"/>
                      </a:lnTo>
                      <a:cubicBezTo>
                        <a:pt x="105387" y="126370"/>
                        <a:pt x="118023" y="115291"/>
                        <a:pt x="118023" y="97323"/>
                      </a:cubicBezTo>
                      <a:lnTo>
                        <a:pt x="118023" y="58993"/>
                      </a:lnTo>
                      <a:cubicBezTo>
                        <a:pt x="118023" y="41025"/>
                        <a:pt x="105387" y="29647"/>
                        <a:pt x="75806" y="29647"/>
                      </a:cubicBezTo>
                      <a:lnTo>
                        <a:pt x="59165" y="29647"/>
                      </a:lnTo>
                      <a:cubicBezTo>
                        <a:pt x="46223" y="29647"/>
                        <a:pt x="35745" y="39828"/>
                        <a:pt x="35745" y="52405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4" name="手繪多邊形: 圖案 713">
                  <a:extLst>
                    <a:ext uri="{FF2B5EF4-FFF2-40B4-BE49-F238E27FC236}">
                      <a16:creationId xmlns:a16="http://schemas.microsoft.com/office/drawing/2014/main" id="{3B0EB64B-B4C8-7932-1341-0FA05E42774C}"/>
                    </a:ext>
                  </a:extLst>
                </p:cNvPr>
                <p:cNvSpPr/>
                <p:nvPr/>
              </p:nvSpPr>
              <p:spPr>
                <a:xfrm>
                  <a:off x="31663731" y="31398150"/>
                  <a:ext cx="132813" cy="260227"/>
                </a:xfrm>
                <a:custGeom>
                  <a:avLst/>
                  <a:gdLst>
                    <a:gd name="connsiteX0" fmla="*/ 307 w 132813"/>
                    <a:gd name="connsiteY0" fmla="*/ 208122 h 260227"/>
                    <a:gd name="connsiteX1" fmla="*/ 307 w 132813"/>
                    <a:gd name="connsiteY1" fmla="*/ 52106 h 260227"/>
                    <a:gd name="connsiteX2" fmla="*/ 53927 w 132813"/>
                    <a:gd name="connsiteY2" fmla="*/ 0 h 260227"/>
                    <a:gd name="connsiteX3" fmla="*/ 122027 w 132813"/>
                    <a:gd name="connsiteY3" fmla="*/ 0 h 260227"/>
                    <a:gd name="connsiteX4" fmla="*/ 129116 w 132813"/>
                    <a:gd name="connsiteY4" fmla="*/ 6888 h 260227"/>
                    <a:gd name="connsiteX5" fmla="*/ 129116 w 132813"/>
                    <a:gd name="connsiteY5" fmla="*/ 23059 h 260227"/>
                    <a:gd name="connsiteX6" fmla="*/ 122027 w 132813"/>
                    <a:gd name="connsiteY6" fmla="*/ 29946 h 260227"/>
                    <a:gd name="connsiteX7" fmla="*/ 59473 w 132813"/>
                    <a:gd name="connsiteY7" fmla="*/ 29946 h 260227"/>
                    <a:gd name="connsiteX8" fmla="*/ 36053 w 132813"/>
                    <a:gd name="connsiteY8" fmla="*/ 52704 h 260227"/>
                    <a:gd name="connsiteX9" fmla="*/ 36053 w 132813"/>
                    <a:gd name="connsiteY9" fmla="*/ 109901 h 260227"/>
                    <a:gd name="connsiteX10" fmla="*/ 115863 w 132813"/>
                    <a:gd name="connsiteY10" fmla="*/ 109901 h 260227"/>
                    <a:gd name="connsiteX11" fmla="*/ 123261 w 132813"/>
                    <a:gd name="connsiteY11" fmla="*/ 116788 h 260227"/>
                    <a:gd name="connsiteX12" fmla="*/ 123261 w 132813"/>
                    <a:gd name="connsiteY12" fmla="*/ 132060 h 260227"/>
                    <a:gd name="connsiteX13" fmla="*/ 115863 w 132813"/>
                    <a:gd name="connsiteY13" fmla="*/ 138948 h 260227"/>
                    <a:gd name="connsiteX14" fmla="*/ 36053 w 132813"/>
                    <a:gd name="connsiteY14" fmla="*/ 138948 h 260227"/>
                    <a:gd name="connsiteX15" fmla="*/ 36053 w 132813"/>
                    <a:gd name="connsiteY15" fmla="*/ 207524 h 260227"/>
                    <a:gd name="connsiteX16" fmla="*/ 59473 w 132813"/>
                    <a:gd name="connsiteY16" fmla="*/ 230282 h 260227"/>
                    <a:gd name="connsiteX17" fmla="*/ 125724 w 132813"/>
                    <a:gd name="connsiteY17" fmla="*/ 230282 h 260227"/>
                    <a:gd name="connsiteX18" fmla="*/ 132813 w 132813"/>
                    <a:gd name="connsiteY18" fmla="*/ 236870 h 260227"/>
                    <a:gd name="connsiteX19" fmla="*/ 132813 w 132813"/>
                    <a:gd name="connsiteY19" fmla="*/ 253340 h 260227"/>
                    <a:gd name="connsiteX20" fmla="*/ 125724 w 132813"/>
                    <a:gd name="connsiteY20" fmla="*/ 260227 h 260227"/>
                    <a:gd name="connsiteX21" fmla="*/ 53618 w 132813"/>
                    <a:gd name="connsiteY21" fmla="*/ 260227 h 260227"/>
                    <a:gd name="connsiteX22" fmla="*/ 0 w 132813"/>
                    <a:gd name="connsiteY22" fmla="*/ 208122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13" h="260227">
                      <a:moveTo>
                        <a:pt x="307" y="208122"/>
                      </a:moveTo>
                      <a:lnTo>
                        <a:pt x="307" y="52106"/>
                      </a:lnTo>
                      <a:cubicBezTo>
                        <a:pt x="307" y="23358"/>
                        <a:pt x="24343" y="0"/>
                        <a:pt x="53927" y="0"/>
                      </a:cubicBezTo>
                      <a:lnTo>
                        <a:pt x="122027" y="0"/>
                      </a:lnTo>
                      <a:cubicBezTo>
                        <a:pt x="127267" y="0"/>
                        <a:pt x="129116" y="1797"/>
                        <a:pt x="129116" y="6888"/>
                      </a:cubicBezTo>
                      <a:lnTo>
                        <a:pt x="129116" y="23059"/>
                      </a:lnTo>
                      <a:cubicBezTo>
                        <a:pt x="129116" y="28149"/>
                        <a:pt x="127267" y="29946"/>
                        <a:pt x="122027" y="29946"/>
                      </a:cubicBezTo>
                      <a:lnTo>
                        <a:pt x="59473" y="29946"/>
                      </a:lnTo>
                      <a:cubicBezTo>
                        <a:pt x="46529" y="29946"/>
                        <a:pt x="36053" y="40127"/>
                        <a:pt x="36053" y="52704"/>
                      </a:cubicBezTo>
                      <a:lnTo>
                        <a:pt x="36053" y="109901"/>
                      </a:lnTo>
                      <a:lnTo>
                        <a:pt x="115863" y="109901"/>
                      </a:lnTo>
                      <a:cubicBezTo>
                        <a:pt x="121103" y="109901"/>
                        <a:pt x="123261" y="111697"/>
                        <a:pt x="123261" y="116788"/>
                      </a:cubicBezTo>
                      <a:lnTo>
                        <a:pt x="123261" y="132060"/>
                      </a:lnTo>
                      <a:cubicBezTo>
                        <a:pt x="123261" y="136552"/>
                        <a:pt x="120795" y="138948"/>
                        <a:pt x="115863" y="138948"/>
                      </a:cubicBezTo>
                      <a:lnTo>
                        <a:pt x="36053" y="138948"/>
                      </a:lnTo>
                      <a:lnTo>
                        <a:pt x="36053" y="207524"/>
                      </a:lnTo>
                      <a:cubicBezTo>
                        <a:pt x="36053" y="220100"/>
                        <a:pt x="46529" y="230282"/>
                        <a:pt x="59473" y="230282"/>
                      </a:cubicBezTo>
                      <a:lnTo>
                        <a:pt x="125724" y="230282"/>
                      </a:lnTo>
                      <a:cubicBezTo>
                        <a:pt x="130347" y="230282"/>
                        <a:pt x="132813" y="231779"/>
                        <a:pt x="132813" y="236870"/>
                      </a:cubicBezTo>
                      <a:lnTo>
                        <a:pt x="132813" y="253340"/>
                      </a:lnTo>
                      <a:cubicBezTo>
                        <a:pt x="132813" y="258430"/>
                        <a:pt x="130347" y="260227"/>
                        <a:pt x="125724" y="260227"/>
                      </a:cubicBezTo>
                      <a:lnTo>
                        <a:pt x="53618" y="260227"/>
                      </a:lnTo>
                      <a:cubicBezTo>
                        <a:pt x="24035" y="260227"/>
                        <a:pt x="0" y="236870"/>
                        <a:pt x="0" y="20812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5" name="手繪多邊形: 圖案 714">
                  <a:extLst>
                    <a:ext uri="{FF2B5EF4-FFF2-40B4-BE49-F238E27FC236}">
                      <a16:creationId xmlns:a16="http://schemas.microsoft.com/office/drawing/2014/main" id="{538C9A0A-13B8-E4F5-E57F-835928056D6A}"/>
                    </a:ext>
                  </a:extLst>
                </p:cNvPr>
                <p:cNvSpPr/>
                <p:nvPr/>
              </p:nvSpPr>
              <p:spPr>
                <a:xfrm>
                  <a:off x="32819914" y="31398150"/>
                  <a:ext cx="132813" cy="260227"/>
                </a:xfrm>
                <a:custGeom>
                  <a:avLst/>
                  <a:gdLst>
                    <a:gd name="connsiteX0" fmla="*/ 308 w 132813"/>
                    <a:gd name="connsiteY0" fmla="*/ 208122 h 260227"/>
                    <a:gd name="connsiteX1" fmla="*/ 308 w 132813"/>
                    <a:gd name="connsiteY1" fmla="*/ 52106 h 260227"/>
                    <a:gd name="connsiteX2" fmla="*/ 53927 w 132813"/>
                    <a:gd name="connsiteY2" fmla="*/ 0 h 260227"/>
                    <a:gd name="connsiteX3" fmla="*/ 122029 w 132813"/>
                    <a:gd name="connsiteY3" fmla="*/ 0 h 260227"/>
                    <a:gd name="connsiteX4" fmla="*/ 129116 w 132813"/>
                    <a:gd name="connsiteY4" fmla="*/ 6888 h 260227"/>
                    <a:gd name="connsiteX5" fmla="*/ 129116 w 132813"/>
                    <a:gd name="connsiteY5" fmla="*/ 23059 h 260227"/>
                    <a:gd name="connsiteX6" fmla="*/ 122029 w 132813"/>
                    <a:gd name="connsiteY6" fmla="*/ 29946 h 260227"/>
                    <a:gd name="connsiteX7" fmla="*/ 59473 w 132813"/>
                    <a:gd name="connsiteY7" fmla="*/ 29946 h 260227"/>
                    <a:gd name="connsiteX8" fmla="*/ 36055 w 132813"/>
                    <a:gd name="connsiteY8" fmla="*/ 52704 h 260227"/>
                    <a:gd name="connsiteX9" fmla="*/ 36055 w 132813"/>
                    <a:gd name="connsiteY9" fmla="*/ 109901 h 260227"/>
                    <a:gd name="connsiteX10" fmla="*/ 115865 w 132813"/>
                    <a:gd name="connsiteY10" fmla="*/ 109901 h 260227"/>
                    <a:gd name="connsiteX11" fmla="*/ 123261 w 132813"/>
                    <a:gd name="connsiteY11" fmla="*/ 116788 h 260227"/>
                    <a:gd name="connsiteX12" fmla="*/ 123261 w 132813"/>
                    <a:gd name="connsiteY12" fmla="*/ 132060 h 260227"/>
                    <a:gd name="connsiteX13" fmla="*/ 115865 w 132813"/>
                    <a:gd name="connsiteY13" fmla="*/ 138948 h 260227"/>
                    <a:gd name="connsiteX14" fmla="*/ 36055 w 132813"/>
                    <a:gd name="connsiteY14" fmla="*/ 138948 h 260227"/>
                    <a:gd name="connsiteX15" fmla="*/ 36055 w 132813"/>
                    <a:gd name="connsiteY15" fmla="*/ 207524 h 260227"/>
                    <a:gd name="connsiteX16" fmla="*/ 59473 w 132813"/>
                    <a:gd name="connsiteY16" fmla="*/ 230282 h 260227"/>
                    <a:gd name="connsiteX17" fmla="*/ 125726 w 132813"/>
                    <a:gd name="connsiteY17" fmla="*/ 230282 h 260227"/>
                    <a:gd name="connsiteX18" fmla="*/ 132813 w 132813"/>
                    <a:gd name="connsiteY18" fmla="*/ 236870 h 260227"/>
                    <a:gd name="connsiteX19" fmla="*/ 132813 w 132813"/>
                    <a:gd name="connsiteY19" fmla="*/ 253340 h 260227"/>
                    <a:gd name="connsiteX20" fmla="*/ 125726 w 132813"/>
                    <a:gd name="connsiteY20" fmla="*/ 260227 h 260227"/>
                    <a:gd name="connsiteX21" fmla="*/ 53618 w 132813"/>
                    <a:gd name="connsiteY21" fmla="*/ 260227 h 260227"/>
                    <a:gd name="connsiteX22" fmla="*/ 0 w 132813"/>
                    <a:gd name="connsiteY22" fmla="*/ 208122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13" h="260227">
                      <a:moveTo>
                        <a:pt x="308" y="208122"/>
                      </a:moveTo>
                      <a:lnTo>
                        <a:pt x="308" y="52106"/>
                      </a:lnTo>
                      <a:cubicBezTo>
                        <a:pt x="308" y="23358"/>
                        <a:pt x="24345" y="0"/>
                        <a:pt x="53927" y="0"/>
                      </a:cubicBezTo>
                      <a:lnTo>
                        <a:pt x="122029" y="0"/>
                      </a:lnTo>
                      <a:cubicBezTo>
                        <a:pt x="127267" y="0"/>
                        <a:pt x="129116" y="1797"/>
                        <a:pt x="129116" y="6888"/>
                      </a:cubicBezTo>
                      <a:lnTo>
                        <a:pt x="129116" y="23059"/>
                      </a:lnTo>
                      <a:cubicBezTo>
                        <a:pt x="129116" y="28149"/>
                        <a:pt x="127267" y="29946"/>
                        <a:pt x="122029" y="29946"/>
                      </a:cubicBezTo>
                      <a:lnTo>
                        <a:pt x="59473" y="29946"/>
                      </a:lnTo>
                      <a:cubicBezTo>
                        <a:pt x="46531" y="29946"/>
                        <a:pt x="36055" y="40127"/>
                        <a:pt x="36055" y="52704"/>
                      </a:cubicBezTo>
                      <a:lnTo>
                        <a:pt x="36055" y="109901"/>
                      </a:lnTo>
                      <a:lnTo>
                        <a:pt x="115865" y="109901"/>
                      </a:lnTo>
                      <a:cubicBezTo>
                        <a:pt x="121103" y="109901"/>
                        <a:pt x="123261" y="111697"/>
                        <a:pt x="123261" y="116788"/>
                      </a:cubicBezTo>
                      <a:lnTo>
                        <a:pt x="123261" y="132060"/>
                      </a:lnTo>
                      <a:cubicBezTo>
                        <a:pt x="123261" y="136552"/>
                        <a:pt x="120797" y="138948"/>
                        <a:pt x="115865" y="138948"/>
                      </a:cubicBezTo>
                      <a:lnTo>
                        <a:pt x="36055" y="138948"/>
                      </a:lnTo>
                      <a:lnTo>
                        <a:pt x="36055" y="207524"/>
                      </a:lnTo>
                      <a:cubicBezTo>
                        <a:pt x="36055" y="220100"/>
                        <a:pt x="46531" y="230282"/>
                        <a:pt x="59473" y="230282"/>
                      </a:cubicBezTo>
                      <a:lnTo>
                        <a:pt x="125726" y="230282"/>
                      </a:lnTo>
                      <a:cubicBezTo>
                        <a:pt x="130349" y="230282"/>
                        <a:pt x="132813" y="231779"/>
                        <a:pt x="132813" y="236870"/>
                      </a:cubicBezTo>
                      <a:lnTo>
                        <a:pt x="132813" y="253340"/>
                      </a:lnTo>
                      <a:cubicBezTo>
                        <a:pt x="132813" y="258430"/>
                        <a:pt x="130349" y="260227"/>
                        <a:pt x="125726" y="260227"/>
                      </a:cubicBezTo>
                      <a:lnTo>
                        <a:pt x="53618" y="260227"/>
                      </a:lnTo>
                      <a:cubicBezTo>
                        <a:pt x="24037" y="260227"/>
                        <a:pt x="0" y="236870"/>
                        <a:pt x="0" y="20812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6" name="手繪多邊形: 圖案 715">
                  <a:extLst>
                    <a:ext uri="{FF2B5EF4-FFF2-40B4-BE49-F238E27FC236}">
                      <a16:creationId xmlns:a16="http://schemas.microsoft.com/office/drawing/2014/main" id="{0CD69CF3-4C7F-60A7-7B3F-9BACDAED966E}"/>
                    </a:ext>
                  </a:extLst>
                </p:cNvPr>
                <p:cNvSpPr/>
                <p:nvPr/>
              </p:nvSpPr>
              <p:spPr>
                <a:xfrm>
                  <a:off x="31962022" y="31397851"/>
                  <a:ext cx="156233" cy="260525"/>
                </a:xfrm>
                <a:custGeom>
                  <a:avLst/>
                  <a:gdLst>
                    <a:gd name="connsiteX0" fmla="*/ 155925 w 156233"/>
                    <a:gd name="connsiteY0" fmla="*/ 253639 h 260525"/>
                    <a:gd name="connsiteX1" fmla="*/ 149144 w 156233"/>
                    <a:gd name="connsiteY1" fmla="*/ 260526 h 260525"/>
                    <a:gd name="connsiteX2" fmla="*/ 128807 w 156233"/>
                    <a:gd name="connsiteY2" fmla="*/ 260526 h 260525"/>
                    <a:gd name="connsiteX3" fmla="*/ 121720 w 156233"/>
                    <a:gd name="connsiteY3" fmla="*/ 256334 h 260525"/>
                    <a:gd name="connsiteX4" fmla="*/ 44989 w 156233"/>
                    <a:gd name="connsiteY4" fmla="*/ 101215 h 260525"/>
                    <a:gd name="connsiteX5" fmla="*/ 33279 w 156233"/>
                    <a:gd name="connsiteY5" fmla="*/ 73966 h 260525"/>
                    <a:gd name="connsiteX6" fmla="*/ 33279 w 156233"/>
                    <a:gd name="connsiteY6" fmla="*/ 253339 h 260525"/>
                    <a:gd name="connsiteX7" fmla="*/ 26501 w 156233"/>
                    <a:gd name="connsiteY7" fmla="*/ 260227 h 260525"/>
                    <a:gd name="connsiteX8" fmla="*/ 6778 w 156233"/>
                    <a:gd name="connsiteY8" fmla="*/ 260227 h 260525"/>
                    <a:gd name="connsiteX9" fmla="*/ 0 w 156233"/>
                    <a:gd name="connsiteY9" fmla="*/ 253339 h 260525"/>
                    <a:gd name="connsiteX10" fmla="*/ 0 w 156233"/>
                    <a:gd name="connsiteY10" fmla="*/ 6887 h 260525"/>
                    <a:gd name="connsiteX11" fmla="*/ 6778 w 156233"/>
                    <a:gd name="connsiteY11" fmla="*/ 0 h 260525"/>
                    <a:gd name="connsiteX12" fmla="*/ 27733 w 156233"/>
                    <a:gd name="connsiteY12" fmla="*/ 0 h 260525"/>
                    <a:gd name="connsiteX13" fmla="*/ 33896 w 156233"/>
                    <a:gd name="connsiteY13" fmla="*/ 3892 h 260525"/>
                    <a:gd name="connsiteX14" fmla="*/ 112783 w 156233"/>
                    <a:gd name="connsiteY14" fmla="*/ 161106 h 260525"/>
                    <a:gd name="connsiteX15" fmla="*/ 122952 w 156233"/>
                    <a:gd name="connsiteY15" fmla="*/ 185662 h 260525"/>
                    <a:gd name="connsiteX16" fmla="*/ 122952 w 156233"/>
                    <a:gd name="connsiteY16" fmla="*/ 6887 h 260525"/>
                    <a:gd name="connsiteX17" fmla="*/ 130039 w 156233"/>
                    <a:gd name="connsiteY17" fmla="*/ 0 h 260525"/>
                    <a:gd name="connsiteX18" fmla="*/ 149453 w 156233"/>
                    <a:gd name="connsiteY18" fmla="*/ 0 h 260525"/>
                    <a:gd name="connsiteX19" fmla="*/ 156233 w 156233"/>
                    <a:gd name="connsiteY19" fmla="*/ 6887 h 260525"/>
                    <a:gd name="connsiteX20" fmla="*/ 156233 w 156233"/>
                    <a:gd name="connsiteY20" fmla="*/ 253339 h 260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3" h="260525">
                      <a:moveTo>
                        <a:pt x="155925" y="253639"/>
                      </a:moveTo>
                      <a:cubicBezTo>
                        <a:pt x="155925" y="258131"/>
                        <a:pt x="154384" y="260526"/>
                        <a:pt x="149144" y="260526"/>
                      </a:cubicBezTo>
                      <a:lnTo>
                        <a:pt x="128807" y="260526"/>
                      </a:lnTo>
                      <a:cubicBezTo>
                        <a:pt x="124801" y="260526"/>
                        <a:pt x="123261" y="259329"/>
                        <a:pt x="121720" y="256334"/>
                      </a:cubicBezTo>
                      <a:lnTo>
                        <a:pt x="44989" y="101215"/>
                      </a:lnTo>
                      <a:cubicBezTo>
                        <a:pt x="40676" y="92831"/>
                        <a:pt x="36053" y="82350"/>
                        <a:pt x="33279" y="73966"/>
                      </a:cubicBezTo>
                      <a:lnTo>
                        <a:pt x="33279" y="253339"/>
                      </a:lnTo>
                      <a:cubicBezTo>
                        <a:pt x="33279" y="257831"/>
                        <a:pt x="31430" y="260227"/>
                        <a:pt x="26501" y="260227"/>
                      </a:cubicBezTo>
                      <a:lnTo>
                        <a:pt x="6778" y="260227"/>
                      </a:lnTo>
                      <a:cubicBezTo>
                        <a:pt x="2157" y="260227"/>
                        <a:pt x="0" y="257831"/>
                        <a:pt x="0" y="253339"/>
                      </a:cubicBezTo>
                      <a:lnTo>
                        <a:pt x="0" y="6887"/>
                      </a:lnTo>
                      <a:cubicBezTo>
                        <a:pt x="0" y="2395"/>
                        <a:pt x="1849" y="0"/>
                        <a:pt x="6778" y="0"/>
                      </a:cubicBezTo>
                      <a:lnTo>
                        <a:pt x="27733" y="0"/>
                      </a:lnTo>
                      <a:cubicBezTo>
                        <a:pt x="31430" y="0"/>
                        <a:pt x="32972" y="1197"/>
                        <a:pt x="33896" y="3892"/>
                      </a:cubicBezTo>
                      <a:lnTo>
                        <a:pt x="112783" y="161106"/>
                      </a:lnTo>
                      <a:cubicBezTo>
                        <a:pt x="115865" y="167694"/>
                        <a:pt x="121103" y="179972"/>
                        <a:pt x="122952" y="185662"/>
                      </a:cubicBezTo>
                      <a:lnTo>
                        <a:pt x="122952" y="6887"/>
                      </a:lnTo>
                      <a:cubicBezTo>
                        <a:pt x="122952" y="2395"/>
                        <a:pt x="125418" y="0"/>
                        <a:pt x="130039" y="0"/>
                      </a:cubicBezTo>
                      <a:lnTo>
                        <a:pt x="149453" y="0"/>
                      </a:lnTo>
                      <a:cubicBezTo>
                        <a:pt x="154691" y="0"/>
                        <a:pt x="156233" y="2395"/>
                        <a:pt x="156233" y="6887"/>
                      </a:cubicBezTo>
                      <a:lnTo>
                        <a:pt x="156233" y="25333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7" name="手繪多邊形: 圖案 716">
                  <a:extLst>
                    <a:ext uri="{FF2B5EF4-FFF2-40B4-BE49-F238E27FC236}">
                      <a16:creationId xmlns:a16="http://schemas.microsoft.com/office/drawing/2014/main" id="{199DC176-02DE-B8C9-27DE-54C1A9332576}"/>
                    </a:ext>
                  </a:extLst>
                </p:cNvPr>
                <p:cNvSpPr/>
                <p:nvPr/>
              </p:nvSpPr>
              <p:spPr>
                <a:xfrm>
                  <a:off x="32490500" y="31398150"/>
                  <a:ext cx="155618" cy="260526"/>
                </a:xfrm>
                <a:custGeom>
                  <a:avLst/>
                  <a:gdLst>
                    <a:gd name="connsiteX0" fmla="*/ 5855 w 155618"/>
                    <a:gd name="connsiteY0" fmla="*/ 260227 h 260526"/>
                    <a:gd name="connsiteX1" fmla="*/ 0 w 155618"/>
                    <a:gd name="connsiteY1" fmla="*/ 253040 h 260526"/>
                    <a:gd name="connsiteX2" fmla="*/ 0 w 155618"/>
                    <a:gd name="connsiteY2" fmla="*/ 7188 h 260526"/>
                    <a:gd name="connsiteX3" fmla="*/ 6780 w 155618"/>
                    <a:gd name="connsiteY3" fmla="*/ 0 h 260526"/>
                    <a:gd name="connsiteX4" fmla="*/ 77655 w 155618"/>
                    <a:gd name="connsiteY4" fmla="*/ 0 h 260526"/>
                    <a:gd name="connsiteX5" fmla="*/ 155618 w 155618"/>
                    <a:gd name="connsiteY5" fmla="*/ 55998 h 260526"/>
                    <a:gd name="connsiteX6" fmla="*/ 155618 w 155618"/>
                    <a:gd name="connsiteY6" fmla="*/ 204529 h 260526"/>
                    <a:gd name="connsiteX7" fmla="*/ 77655 w 155618"/>
                    <a:gd name="connsiteY7" fmla="*/ 260527 h 260526"/>
                    <a:gd name="connsiteX8" fmla="*/ 5855 w 155618"/>
                    <a:gd name="connsiteY8" fmla="*/ 260527 h 260526"/>
                    <a:gd name="connsiteX9" fmla="*/ 35747 w 155618"/>
                    <a:gd name="connsiteY9" fmla="*/ 29647 h 260526"/>
                    <a:gd name="connsiteX10" fmla="*/ 35747 w 155618"/>
                    <a:gd name="connsiteY10" fmla="*/ 230282 h 260526"/>
                    <a:gd name="connsiteX11" fmla="*/ 77038 w 155618"/>
                    <a:gd name="connsiteY11" fmla="*/ 230282 h 260526"/>
                    <a:gd name="connsiteX12" fmla="*/ 119563 w 155618"/>
                    <a:gd name="connsiteY12" fmla="*/ 200336 h 260526"/>
                    <a:gd name="connsiteX13" fmla="*/ 119563 w 155618"/>
                    <a:gd name="connsiteY13" fmla="*/ 59592 h 260526"/>
                    <a:gd name="connsiteX14" fmla="*/ 77038 w 155618"/>
                    <a:gd name="connsiteY14" fmla="*/ 29647 h 260526"/>
                    <a:gd name="connsiteX15" fmla="*/ 35747 w 155618"/>
                    <a:gd name="connsiteY15" fmla="*/ 29647 h 2605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5618" h="260526">
                      <a:moveTo>
                        <a:pt x="5855" y="260227"/>
                      </a:moveTo>
                      <a:cubicBezTo>
                        <a:pt x="1542" y="260227"/>
                        <a:pt x="0" y="257832"/>
                        <a:pt x="0" y="253040"/>
                      </a:cubicBezTo>
                      <a:lnTo>
                        <a:pt x="0" y="7188"/>
                      </a:lnTo>
                      <a:cubicBezTo>
                        <a:pt x="0" y="2096"/>
                        <a:pt x="1849" y="0"/>
                        <a:pt x="6780" y="0"/>
                      </a:cubicBezTo>
                      <a:lnTo>
                        <a:pt x="77655" y="0"/>
                      </a:lnTo>
                      <a:cubicBezTo>
                        <a:pt x="136204" y="0"/>
                        <a:pt x="155618" y="26053"/>
                        <a:pt x="155618" y="55998"/>
                      </a:cubicBezTo>
                      <a:lnTo>
                        <a:pt x="155618" y="204529"/>
                      </a:lnTo>
                      <a:cubicBezTo>
                        <a:pt x="155618" y="234474"/>
                        <a:pt x="136204" y="260527"/>
                        <a:pt x="77655" y="260527"/>
                      </a:cubicBezTo>
                      <a:lnTo>
                        <a:pt x="5855" y="260527"/>
                      </a:lnTo>
                      <a:close/>
                      <a:moveTo>
                        <a:pt x="35747" y="29647"/>
                      </a:moveTo>
                      <a:lnTo>
                        <a:pt x="35747" y="230282"/>
                      </a:lnTo>
                      <a:lnTo>
                        <a:pt x="77038" y="230282"/>
                      </a:lnTo>
                      <a:cubicBezTo>
                        <a:pt x="106930" y="230282"/>
                        <a:pt x="119563" y="218902"/>
                        <a:pt x="119563" y="200336"/>
                      </a:cubicBezTo>
                      <a:lnTo>
                        <a:pt x="119563" y="59592"/>
                      </a:lnTo>
                      <a:cubicBezTo>
                        <a:pt x="119563" y="41325"/>
                        <a:pt x="106930" y="29647"/>
                        <a:pt x="77038" y="29647"/>
                      </a:cubicBezTo>
                      <a:lnTo>
                        <a:pt x="35747" y="296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8" name="手繪多邊形: 圖案 717">
                  <a:extLst>
                    <a:ext uri="{FF2B5EF4-FFF2-40B4-BE49-F238E27FC236}">
                      <a16:creationId xmlns:a16="http://schemas.microsoft.com/office/drawing/2014/main" id="{83E7E902-5DA1-7A07-2E7F-F1DC5656B425}"/>
                    </a:ext>
                  </a:extLst>
                </p:cNvPr>
                <p:cNvSpPr/>
                <p:nvPr/>
              </p:nvSpPr>
              <p:spPr>
                <a:xfrm>
                  <a:off x="33117898" y="31397851"/>
                  <a:ext cx="156231" cy="260525"/>
                </a:xfrm>
                <a:custGeom>
                  <a:avLst/>
                  <a:gdLst>
                    <a:gd name="connsiteX0" fmla="*/ 155925 w 156231"/>
                    <a:gd name="connsiteY0" fmla="*/ 253639 h 260525"/>
                    <a:gd name="connsiteX1" fmla="*/ 149144 w 156231"/>
                    <a:gd name="connsiteY1" fmla="*/ 260526 h 260525"/>
                    <a:gd name="connsiteX2" fmla="*/ 128807 w 156231"/>
                    <a:gd name="connsiteY2" fmla="*/ 260526 h 260525"/>
                    <a:gd name="connsiteX3" fmla="*/ 121718 w 156231"/>
                    <a:gd name="connsiteY3" fmla="*/ 256334 h 260525"/>
                    <a:gd name="connsiteX4" fmla="*/ 44989 w 156231"/>
                    <a:gd name="connsiteY4" fmla="*/ 101215 h 260525"/>
                    <a:gd name="connsiteX5" fmla="*/ 33279 w 156231"/>
                    <a:gd name="connsiteY5" fmla="*/ 73966 h 260525"/>
                    <a:gd name="connsiteX6" fmla="*/ 33279 w 156231"/>
                    <a:gd name="connsiteY6" fmla="*/ 253339 h 260525"/>
                    <a:gd name="connsiteX7" fmla="*/ 26501 w 156231"/>
                    <a:gd name="connsiteY7" fmla="*/ 260227 h 260525"/>
                    <a:gd name="connsiteX8" fmla="*/ 6778 w 156231"/>
                    <a:gd name="connsiteY8" fmla="*/ 260227 h 260525"/>
                    <a:gd name="connsiteX9" fmla="*/ 0 w 156231"/>
                    <a:gd name="connsiteY9" fmla="*/ 253339 h 260525"/>
                    <a:gd name="connsiteX10" fmla="*/ 0 w 156231"/>
                    <a:gd name="connsiteY10" fmla="*/ 6887 h 260525"/>
                    <a:gd name="connsiteX11" fmla="*/ 6778 w 156231"/>
                    <a:gd name="connsiteY11" fmla="*/ 0 h 260525"/>
                    <a:gd name="connsiteX12" fmla="*/ 27733 w 156231"/>
                    <a:gd name="connsiteY12" fmla="*/ 0 h 260525"/>
                    <a:gd name="connsiteX13" fmla="*/ 33896 w 156231"/>
                    <a:gd name="connsiteY13" fmla="*/ 3892 h 260525"/>
                    <a:gd name="connsiteX14" fmla="*/ 112783 w 156231"/>
                    <a:gd name="connsiteY14" fmla="*/ 161106 h 260525"/>
                    <a:gd name="connsiteX15" fmla="*/ 122952 w 156231"/>
                    <a:gd name="connsiteY15" fmla="*/ 185662 h 260525"/>
                    <a:gd name="connsiteX16" fmla="*/ 122952 w 156231"/>
                    <a:gd name="connsiteY16" fmla="*/ 6887 h 260525"/>
                    <a:gd name="connsiteX17" fmla="*/ 130039 w 156231"/>
                    <a:gd name="connsiteY17" fmla="*/ 0 h 260525"/>
                    <a:gd name="connsiteX18" fmla="*/ 149453 w 156231"/>
                    <a:gd name="connsiteY18" fmla="*/ 0 h 260525"/>
                    <a:gd name="connsiteX19" fmla="*/ 156231 w 156231"/>
                    <a:gd name="connsiteY19" fmla="*/ 6887 h 260525"/>
                    <a:gd name="connsiteX20" fmla="*/ 156231 w 156231"/>
                    <a:gd name="connsiteY20" fmla="*/ 253339 h 260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1" h="260525">
                      <a:moveTo>
                        <a:pt x="155925" y="253639"/>
                      </a:moveTo>
                      <a:cubicBezTo>
                        <a:pt x="155925" y="258131"/>
                        <a:pt x="154382" y="260526"/>
                        <a:pt x="149144" y="260526"/>
                      </a:cubicBezTo>
                      <a:lnTo>
                        <a:pt x="128807" y="260526"/>
                      </a:lnTo>
                      <a:cubicBezTo>
                        <a:pt x="124801" y="260526"/>
                        <a:pt x="123261" y="259329"/>
                        <a:pt x="121718" y="256334"/>
                      </a:cubicBezTo>
                      <a:lnTo>
                        <a:pt x="44989" y="101215"/>
                      </a:lnTo>
                      <a:cubicBezTo>
                        <a:pt x="40674" y="92831"/>
                        <a:pt x="36053" y="82350"/>
                        <a:pt x="33279" y="73966"/>
                      </a:cubicBezTo>
                      <a:lnTo>
                        <a:pt x="33279" y="253339"/>
                      </a:lnTo>
                      <a:cubicBezTo>
                        <a:pt x="33279" y="257831"/>
                        <a:pt x="31430" y="260227"/>
                        <a:pt x="26501" y="260227"/>
                      </a:cubicBezTo>
                      <a:lnTo>
                        <a:pt x="6778" y="260227"/>
                      </a:lnTo>
                      <a:cubicBezTo>
                        <a:pt x="2155" y="260227"/>
                        <a:pt x="0" y="257831"/>
                        <a:pt x="0" y="253339"/>
                      </a:cubicBezTo>
                      <a:lnTo>
                        <a:pt x="0" y="6887"/>
                      </a:lnTo>
                      <a:cubicBezTo>
                        <a:pt x="0" y="2395"/>
                        <a:pt x="1849" y="0"/>
                        <a:pt x="6778" y="0"/>
                      </a:cubicBezTo>
                      <a:lnTo>
                        <a:pt x="27733" y="0"/>
                      </a:lnTo>
                      <a:cubicBezTo>
                        <a:pt x="31430" y="0"/>
                        <a:pt x="32971" y="1197"/>
                        <a:pt x="33896" y="3892"/>
                      </a:cubicBezTo>
                      <a:lnTo>
                        <a:pt x="112783" y="161106"/>
                      </a:lnTo>
                      <a:cubicBezTo>
                        <a:pt x="115863" y="167694"/>
                        <a:pt x="121103" y="179972"/>
                        <a:pt x="122952" y="185662"/>
                      </a:cubicBezTo>
                      <a:lnTo>
                        <a:pt x="122952" y="6887"/>
                      </a:lnTo>
                      <a:cubicBezTo>
                        <a:pt x="122952" y="2395"/>
                        <a:pt x="125416" y="0"/>
                        <a:pt x="130039" y="0"/>
                      </a:cubicBezTo>
                      <a:lnTo>
                        <a:pt x="149453" y="0"/>
                      </a:lnTo>
                      <a:cubicBezTo>
                        <a:pt x="154691" y="0"/>
                        <a:pt x="156231" y="2395"/>
                        <a:pt x="156231" y="6887"/>
                      </a:cubicBezTo>
                      <a:lnTo>
                        <a:pt x="156231" y="25333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19" name="手繪多邊形: 圖案 718">
                  <a:extLst>
                    <a:ext uri="{FF2B5EF4-FFF2-40B4-BE49-F238E27FC236}">
                      <a16:creationId xmlns:a16="http://schemas.microsoft.com/office/drawing/2014/main" id="{4869A32D-1B27-F85D-1254-5EE6EAB29AEE}"/>
                    </a:ext>
                  </a:extLst>
                </p:cNvPr>
                <p:cNvSpPr/>
                <p:nvPr/>
              </p:nvSpPr>
              <p:spPr>
                <a:xfrm>
                  <a:off x="33430056" y="31398150"/>
                  <a:ext cx="155307" cy="260227"/>
                </a:xfrm>
                <a:custGeom>
                  <a:avLst/>
                  <a:gdLst>
                    <a:gd name="connsiteX0" fmla="*/ 148221 w 155307"/>
                    <a:gd name="connsiteY0" fmla="*/ 0 h 260227"/>
                    <a:gd name="connsiteX1" fmla="*/ 155308 w 155307"/>
                    <a:gd name="connsiteY1" fmla="*/ 6888 h 260227"/>
                    <a:gd name="connsiteX2" fmla="*/ 155308 w 155307"/>
                    <a:gd name="connsiteY2" fmla="*/ 23059 h 260227"/>
                    <a:gd name="connsiteX3" fmla="*/ 148221 w 155307"/>
                    <a:gd name="connsiteY3" fmla="*/ 29946 h 260227"/>
                    <a:gd name="connsiteX4" fmla="*/ 95835 w 155307"/>
                    <a:gd name="connsiteY4" fmla="*/ 29946 h 260227"/>
                    <a:gd name="connsiteX5" fmla="*/ 95835 w 155307"/>
                    <a:gd name="connsiteY5" fmla="*/ 253040 h 260227"/>
                    <a:gd name="connsiteX6" fmla="*/ 89054 w 155307"/>
                    <a:gd name="connsiteY6" fmla="*/ 260227 h 260227"/>
                    <a:gd name="connsiteX7" fmla="*/ 66560 w 155307"/>
                    <a:gd name="connsiteY7" fmla="*/ 260227 h 260227"/>
                    <a:gd name="connsiteX8" fmla="*/ 59473 w 155307"/>
                    <a:gd name="connsiteY8" fmla="*/ 253040 h 260227"/>
                    <a:gd name="connsiteX9" fmla="*/ 59473 w 155307"/>
                    <a:gd name="connsiteY9" fmla="*/ 29946 h 260227"/>
                    <a:gd name="connsiteX10" fmla="*/ 7087 w 155307"/>
                    <a:gd name="connsiteY10" fmla="*/ 29946 h 260227"/>
                    <a:gd name="connsiteX11" fmla="*/ 0 w 155307"/>
                    <a:gd name="connsiteY11" fmla="*/ 23059 h 260227"/>
                    <a:gd name="connsiteX12" fmla="*/ 0 w 155307"/>
                    <a:gd name="connsiteY12" fmla="*/ 6888 h 260227"/>
                    <a:gd name="connsiteX13" fmla="*/ 7087 w 155307"/>
                    <a:gd name="connsiteY13" fmla="*/ 0 h 260227"/>
                    <a:gd name="connsiteX14" fmla="*/ 148221 w 155307"/>
                    <a:gd name="connsiteY14" fmla="*/ 0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5307" h="260227">
                      <a:moveTo>
                        <a:pt x="148221" y="0"/>
                      </a:moveTo>
                      <a:cubicBezTo>
                        <a:pt x="152842" y="0"/>
                        <a:pt x="155308" y="1797"/>
                        <a:pt x="155308" y="6888"/>
                      </a:cubicBezTo>
                      <a:lnTo>
                        <a:pt x="155308" y="23059"/>
                      </a:lnTo>
                      <a:cubicBezTo>
                        <a:pt x="155308" y="28149"/>
                        <a:pt x="152842" y="29946"/>
                        <a:pt x="148221" y="29946"/>
                      </a:cubicBezTo>
                      <a:lnTo>
                        <a:pt x="95835" y="29946"/>
                      </a:lnTo>
                      <a:lnTo>
                        <a:pt x="95835" y="253040"/>
                      </a:lnTo>
                      <a:cubicBezTo>
                        <a:pt x="95835" y="258131"/>
                        <a:pt x="93986" y="260227"/>
                        <a:pt x="89054" y="260227"/>
                      </a:cubicBezTo>
                      <a:lnTo>
                        <a:pt x="66560" y="260227"/>
                      </a:lnTo>
                      <a:cubicBezTo>
                        <a:pt x="61322" y="260227"/>
                        <a:pt x="59473" y="257832"/>
                        <a:pt x="59473" y="253040"/>
                      </a:cubicBezTo>
                      <a:lnTo>
                        <a:pt x="59473" y="29946"/>
                      </a:lnTo>
                      <a:lnTo>
                        <a:pt x="7087" y="29946"/>
                      </a:lnTo>
                      <a:cubicBezTo>
                        <a:pt x="1849" y="29946"/>
                        <a:pt x="0" y="28149"/>
                        <a:pt x="0" y="23059"/>
                      </a:cubicBezTo>
                      <a:lnTo>
                        <a:pt x="0" y="6888"/>
                      </a:lnTo>
                      <a:cubicBezTo>
                        <a:pt x="0" y="1797"/>
                        <a:pt x="1849" y="0"/>
                        <a:pt x="7087" y="0"/>
                      </a:cubicBezTo>
                      <a:lnTo>
                        <a:pt x="148221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0" name="手繪多邊形: 圖案 719">
                  <a:extLst>
                    <a:ext uri="{FF2B5EF4-FFF2-40B4-BE49-F238E27FC236}">
                      <a16:creationId xmlns:a16="http://schemas.microsoft.com/office/drawing/2014/main" id="{EEBDD912-7791-8949-6B0F-67FD3BC397A4}"/>
                    </a:ext>
                  </a:extLst>
                </p:cNvPr>
                <p:cNvSpPr/>
                <p:nvPr/>
              </p:nvSpPr>
              <p:spPr>
                <a:xfrm>
                  <a:off x="33701751" y="31398150"/>
                  <a:ext cx="173983" cy="260227"/>
                </a:xfrm>
                <a:custGeom>
                  <a:avLst/>
                  <a:gdLst>
                    <a:gd name="connsiteX0" fmla="*/ 99010 w 173983"/>
                    <a:gd name="connsiteY0" fmla="*/ 0 h 260227"/>
                    <a:gd name="connsiteX1" fmla="*/ 107946 w 173983"/>
                    <a:gd name="connsiteY1" fmla="*/ 6888 h 260227"/>
                    <a:gd name="connsiteX2" fmla="*/ 173582 w 173983"/>
                    <a:gd name="connsiteY2" fmla="*/ 253340 h 260227"/>
                    <a:gd name="connsiteX3" fmla="*/ 168035 w 173983"/>
                    <a:gd name="connsiteY3" fmla="*/ 260227 h 260227"/>
                    <a:gd name="connsiteX4" fmla="*/ 145541 w 173983"/>
                    <a:gd name="connsiteY4" fmla="*/ 260227 h 260227"/>
                    <a:gd name="connsiteX5" fmla="*/ 137220 w 173983"/>
                    <a:gd name="connsiteY5" fmla="*/ 253340 h 260227"/>
                    <a:gd name="connsiteX6" fmla="*/ 121198 w 173983"/>
                    <a:gd name="connsiteY6" fmla="*/ 191951 h 260227"/>
                    <a:gd name="connsiteX7" fmla="*/ 50938 w 173983"/>
                    <a:gd name="connsiteY7" fmla="*/ 191951 h 260227"/>
                    <a:gd name="connsiteX8" fmla="*/ 35222 w 173983"/>
                    <a:gd name="connsiteY8" fmla="*/ 253340 h 260227"/>
                    <a:gd name="connsiteX9" fmla="*/ 26902 w 173983"/>
                    <a:gd name="connsiteY9" fmla="*/ 260227 h 260227"/>
                    <a:gd name="connsiteX10" fmla="*/ 5947 w 173983"/>
                    <a:gd name="connsiteY10" fmla="*/ 260227 h 260227"/>
                    <a:gd name="connsiteX11" fmla="*/ 401 w 173983"/>
                    <a:gd name="connsiteY11" fmla="*/ 253340 h 260227"/>
                    <a:gd name="connsiteX12" fmla="*/ 66654 w 173983"/>
                    <a:gd name="connsiteY12" fmla="*/ 6888 h 260227"/>
                    <a:gd name="connsiteX13" fmla="*/ 75590 w 173983"/>
                    <a:gd name="connsiteY13" fmla="*/ 0 h 260227"/>
                    <a:gd name="connsiteX14" fmla="*/ 98393 w 173983"/>
                    <a:gd name="connsiteY14" fmla="*/ 0 h 260227"/>
                    <a:gd name="connsiteX15" fmla="*/ 95621 w 173983"/>
                    <a:gd name="connsiteY15" fmla="*/ 91633 h 260227"/>
                    <a:gd name="connsiteX16" fmla="*/ 86991 w 173983"/>
                    <a:gd name="connsiteY16" fmla="*/ 41625 h 260227"/>
                    <a:gd name="connsiteX17" fmla="*/ 78056 w 173983"/>
                    <a:gd name="connsiteY17" fmla="*/ 91335 h 260227"/>
                    <a:gd name="connsiteX18" fmla="*/ 58334 w 173983"/>
                    <a:gd name="connsiteY18" fmla="*/ 163802 h 260227"/>
                    <a:gd name="connsiteX19" fmla="*/ 115034 w 173983"/>
                    <a:gd name="connsiteY19" fmla="*/ 163802 h 260227"/>
                    <a:gd name="connsiteX20" fmla="*/ 95621 w 173983"/>
                    <a:gd name="connsiteY20" fmla="*/ 91933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83" h="260227">
                      <a:moveTo>
                        <a:pt x="99010" y="0"/>
                      </a:moveTo>
                      <a:cubicBezTo>
                        <a:pt x="103633" y="0"/>
                        <a:pt x="107022" y="2396"/>
                        <a:pt x="107946" y="6888"/>
                      </a:cubicBezTo>
                      <a:lnTo>
                        <a:pt x="173582" y="253340"/>
                      </a:lnTo>
                      <a:cubicBezTo>
                        <a:pt x="174816" y="257832"/>
                        <a:pt x="173273" y="260227"/>
                        <a:pt x="168035" y="260227"/>
                      </a:cubicBezTo>
                      <a:lnTo>
                        <a:pt x="145541" y="260227"/>
                      </a:lnTo>
                      <a:cubicBezTo>
                        <a:pt x="140303" y="260227"/>
                        <a:pt x="138454" y="257532"/>
                        <a:pt x="137220" y="253340"/>
                      </a:cubicBezTo>
                      <a:lnTo>
                        <a:pt x="121198" y="191951"/>
                      </a:lnTo>
                      <a:lnTo>
                        <a:pt x="50938" y="191951"/>
                      </a:lnTo>
                      <a:lnTo>
                        <a:pt x="35222" y="253340"/>
                      </a:lnTo>
                      <a:cubicBezTo>
                        <a:pt x="33990" y="257532"/>
                        <a:pt x="31525" y="260227"/>
                        <a:pt x="26902" y="260227"/>
                      </a:cubicBezTo>
                      <a:lnTo>
                        <a:pt x="5947" y="260227"/>
                      </a:lnTo>
                      <a:cubicBezTo>
                        <a:pt x="709" y="260227"/>
                        <a:pt x="-831" y="257832"/>
                        <a:pt x="401" y="253340"/>
                      </a:cubicBezTo>
                      <a:lnTo>
                        <a:pt x="66654" y="6888"/>
                      </a:lnTo>
                      <a:cubicBezTo>
                        <a:pt x="67886" y="2396"/>
                        <a:pt x="70660" y="0"/>
                        <a:pt x="75590" y="0"/>
                      </a:cubicBezTo>
                      <a:lnTo>
                        <a:pt x="98393" y="0"/>
                      </a:lnTo>
                      <a:close/>
                      <a:moveTo>
                        <a:pt x="95621" y="91633"/>
                      </a:moveTo>
                      <a:cubicBezTo>
                        <a:pt x="92846" y="82051"/>
                        <a:pt x="88225" y="53603"/>
                        <a:pt x="86991" y="41625"/>
                      </a:cubicBezTo>
                      <a:cubicBezTo>
                        <a:pt x="85143" y="55699"/>
                        <a:pt x="80828" y="80554"/>
                        <a:pt x="78056" y="91335"/>
                      </a:cubicBezTo>
                      <a:lnTo>
                        <a:pt x="58334" y="163802"/>
                      </a:lnTo>
                      <a:lnTo>
                        <a:pt x="115034" y="163802"/>
                      </a:lnTo>
                      <a:lnTo>
                        <a:pt x="95621" y="9193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1" name="手繪多邊形: 圖案 720">
                  <a:extLst>
                    <a:ext uri="{FF2B5EF4-FFF2-40B4-BE49-F238E27FC236}">
                      <a16:creationId xmlns:a16="http://schemas.microsoft.com/office/drawing/2014/main" id="{35DD9C0C-3DD0-45CE-3759-951432CBD32F}"/>
                    </a:ext>
                  </a:extLst>
                </p:cNvPr>
                <p:cNvSpPr/>
                <p:nvPr/>
              </p:nvSpPr>
              <p:spPr>
                <a:xfrm>
                  <a:off x="34033107" y="31398150"/>
                  <a:ext cx="126958" cy="260227"/>
                </a:xfrm>
                <a:custGeom>
                  <a:avLst/>
                  <a:gdLst>
                    <a:gd name="connsiteX0" fmla="*/ 53620 w 126958"/>
                    <a:gd name="connsiteY0" fmla="*/ 260227 h 260227"/>
                    <a:gd name="connsiteX1" fmla="*/ 0 w 126958"/>
                    <a:gd name="connsiteY1" fmla="*/ 208122 h 260227"/>
                    <a:gd name="connsiteX2" fmla="*/ 0 w 126958"/>
                    <a:gd name="connsiteY2" fmla="*/ 7188 h 260227"/>
                    <a:gd name="connsiteX3" fmla="*/ 7089 w 126958"/>
                    <a:gd name="connsiteY3" fmla="*/ 0 h 260227"/>
                    <a:gd name="connsiteX4" fmla="*/ 29275 w 126958"/>
                    <a:gd name="connsiteY4" fmla="*/ 0 h 260227"/>
                    <a:gd name="connsiteX5" fmla="*/ 36055 w 126958"/>
                    <a:gd name="connsiteY5" fmla="*/ 7188 h 260227"/>
                    <a:gd name="connsiteX6" fmla="*/ 36055 w 126958"/>
                    <a:gd name="connsiteY6" fmla="*/ 207524 h 260227"/>
                    <a:gd name="connsiteX7" fmla="*/ 59475 w 126958"/>
                    <a:gd name="connsiteY7" fmla="*/ 230282 h 260227"/>
                    <a:gd name="connsiteX8" fmla="*/ 119871 w 126958"/>
                    <a:gd name="connsiteY8" fmla="*/ 230282 h 260227"/>
                    <a:gd name="connsiteX9" fmla="*/ 126958 w 126958"/>
                    <a:gd name="connsiteY9" fmla="*/ 236870 h 260227"/>
                    <a:gd name="connsiteX10" fmla="*/ 126958 w 126958"/>
                    <a:gd name="connsiteY10" fmla="*/ 253340 h 260227"/>
                    <a:gd name="connsiteX11" fmla="*/ 119871 w 126958"/>
                    <a:gd name="connsiteY11" fmla="*/ 260227 h 260227"/>
                    <a:gd name="connsiteX12" fmla="*/ 53620 w 126958"/>
                    <a:gd name="connsiteY12" fmla="*/ 260227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58" h="260227">
                      <a:moveTo>
                        <a:pt x="53620" y="260227"/>
                      </a:moveTo>
                      <a:cubicBezTo>
                        <a:pt x="24037" y="260227"/>
                        <a:pt x="0" y="236870"/>
                        <a:pt x="0" y="208122"/>
                      </a:cubicBezTo>
                      <a:lnTo>
                        <a:pt x="0" y="7188"/>
                      </a:lnTo>
                      <a:cubicBezTo>
                        <a:pt x="0" y="2096"/>
                        <a:pt x="1849" y="0"/>
                        <a:pt x="7089" y="0"/>
                      </a:cubicBezTo>
                      <a:lnTo>
                        <a:pt x="29275" y="0"/>
                      </a:lnTo>
                      <a:cubicBezTo>
                        <a:pt x="34513" y="0"/>
                        <a:pt x="36055" y="2396"/>
                        <a:pt x="36055" y="7188"/>
                      </a:cubicBezTo>
                      <a:lnTo>
                        <a:pt x="36055" y="207524"/>
                      </a:lnTo>
                      <a:cubicBezTo>
                        <a:pt x="36055" y="220100"/>
                        <a:pt x="46531" y="230282"/>
                        <a:pt x="59475" y="230282"/>
                      </a:cubicBezTo>
                      <a:lnTo>
                        <a:pt x="119871" y="230282"/>
                      </a:lnTo>
                      <a:cubicBezTo>
                        <a:pt x="124494" y="230282"/>
                        <a:pt x="126958" y="231779"/>
                        <a:pt x="126958" y="236870"/>
                      </a:cubicBezTo>
                      <a:lnTo>
                        <a:pt x="126958" y="253340"/>
                      </a:lnTo>
                      <a:cubicBezTo>
                        <a:pt x="126958" y="258430"/>
                        <a:pt x="124494" y="260227"/>
                        <a:pt x="119871" y="260227"/>
                      </a:cubicBezTo>
                      <a:lnTo>
                        <a:pt x="53620" y="26022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2" name="手繪多邊形: 圖案 721">
                  <a:extLst>
                    <a:ext uri="{FF2B5EF4-FFF2-40B4-BE49-F238E27FC236}">
                      <a16:creationId xmlns:a16="http://schemas.microsoft.com/office/drawing/2014/main" id="{22E781EF-062C-5967-1981-32B681DFC0C0}"/>
                    </a:ext>
                  </a:extLst>
                </p:cNvPr>
                <p:cNvSpPr/>
                <p:nvPr/>
              </p:nvSpPr>
              <p:spPr>
                <a:xfrm>
                  <a:off x="34817969" y="31398150"/>
                  <a:ext cx="126958" cy="260227"/>
                </a:xfrm>
                <a:custGeom>
                  <a:avLst/>
                  <a:gdLst>
                    <a:gd name="connsiteX0" fmla="*/ 53618 w 126958"/>
                    <a:gd name="connsiteY0" fmla="*/ 260227 h 260227"/>
                    <a:gd name="connsiteX1" fmla="*/ 0 w 126958"/>
                    <a:gd name="connsiteY1" fmla="*/ 208122 h 260227"/>
                    <a:gd name="connsiteX2" fmla="*/ 0 w 126958"/>
                    <a:gd name="connsiteY2" fmla="*/ 7188 h 260227"/>
                    <a:gd name="connsiteX3" fmla="*/ 7087 w 126958"/>
                    <a:gd name="connsiteY3" fmla="*/ 0 h 260227"/>
                    <a:gd name="connsiteX4" fmla="*/ 29275 w 126958"/>
                    <a:gd name="connsiteY4" fmla="*/ 0 h 260227"/>
                    <a:gd name="connsiteX5" fmla="*/ 36053 w 126958"/>
                    <a:gd name="connsiteY5" fmla="*/ 7188 h 260227"/>
                    <a:gd name="connsiteX6" fmla="*/ 36053 w 126958"/>
                    <a:gd name="connsiteY6" fmla="*/ 207524 h 260227"/>
                    <a:gd name="connsiteX7" fmla="*/ 59473 w 126958"/>
                    <a:gd name="connsiteY7" fmla="*/ 230282 h 260227"/>
                    <a:gd name="connsiteX8" fmla="*/ 119871 w 126958"/>
                    <a:gd name="connsiteY8" fmla="*/ 230282 h 260227"/>
                    <a:gd name="connsiteX9" fmla="*/ 126958 w 126958"/>
                    <a:gd name="connsiteY9" fmla="*/ 236870 h 260227"/>
                    <a:gd name="connsiteX10" fmla="*/ 126958 w 126958"/>
                    <a:gd name="connsiteY10" fmla="*/ 253340 h 260227"/>
                    <a:gd name="connsiteX11" fmla="*/ 119871 w 126958"/>
                    <a:gd name="connsiteY11" fmla="*/ 260227 h 260227"/>
                    <a:gd name="connsiteX12" fmla="*/ 53618 w 126958"/>
                    <a:gd name="connsiteY12" fmla="*/ 260227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58" h="260227">
                      <a:moveTo>
                        <a:pt x="53618" y="260227"/>
                      </a:moveTo>
                      <a:cubicBezTo>
                        <a:pt x="24035" y="260227"/>
                        <a:pt x="0" y="236870"/>
                        <a:pt x="0" y="208122"/>
                      </a:cubicBezTo>
                      <a:lnTo>
                        <a:pt x="0" y="7188"/>
                      </a:lnTo>
                      <a:cubicBezTo>
                        <a:pt x="0" y="2096"/>
                        <a:pt x="1849" y="0"/>
                        <a:pt x="7087" y="0"/>
                      </a:cubicBezTo>
                      <a:lnTo>
                        <a:pt x="29275" y="0"/>
                      </a:lnTo>
                      <a:cubicBezTo>
                        <a:pt x="34513" y="0"/>
                        <a:pt x="36053" y="2396"/>
                        <a:pt x="36053" y="7188"/>
                      </a:cubicBezTo>
                      <a:lnTo>
                        <a:pt x="36053" y="207524"/>
                      </a:lnTo>
                      <a:cubicBezTo>
                        <a:pt x="36053" y="220100"/>
                        <a:pt x="46531" y="230282"/>
                        <a:pt x="59473" y="230282"/>
                      </a:cubicBezTo>
                      <a:lnTo>
                        <a:pt x="119871" y="230282"/>
                      </a:lnTo>
                      <a:cubicBezTo>
                        <a:pt x="124493" y="230282"/>
                        <a:pt x="126958" y="231779"/>
                        <a:pt x="126958" y="236870"/>
                      </a:cubicBezTo>
                      <a:lnTo>
                        <a:pt x="126958" y="253340"/>
                      </a:lnTo>
                      <a:cubicBezTo>
                        <a:pt x="126958" y="258430"/>
                        <a:pt x="124493" y="260227"/>
                        <a:pt x="119871" y="260227"/>
                      </a:cubicBezTo>
                      <a:lnTo>
                        <a:pt x="53618" y="26022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3" name="手繪多邊形: 圖案 722">
                  <a:extLst>
                    <a:ext uri="{FF2B5EF4-FFF2-40B4-BE49-F238E27FC236}">
                      <a16:creationId xmlns:a16="http://schemas.microsoft.com/office/drawing/2014/main" id="{93A886F0-D891-7181-A167-E40DD72CECB6}"/>
                    </a:ext>
                  </a:extLst>
                </p:cNvPr>
                <p:cNvSpPr/>
                <p:nvPr/>
              </p:nvSpPr>
              <p:spPr>
                <a:xfrm>
                  <a:off x="34500882" y="31394857"/>
                  <a:ext cx="150993" cy="266515"/>
                </a:xfrm>
                <a:custGeom>
                  <a:avLst/>
                  <a:gdLst>
                    <a:gd name="connsiteX0" fmla="*/ 150993 w 150993"/>
                    <a:gd name="connsiteY0" fmla="*/ 210517 h 266515"/>
                    <a:gd name="connsiteX1" fmla="*/ 75496 w 150993"/>
                    <a:gd name="connsiteY1" fmla="*/ 266515 h 266515"/>
                    <a:gd name="connsiteX2" fmla="*/ 0 w 150993"/>
                    <a:gd name="connsiteY2" fmla="*/ 210517 h 266515"/>
                    <a:gd name="connsiteX3" fmla="*/ 0 w 150993"/>
                    <a:gd name="connsiteY3" fmla="*/ 55998 h 266515"/>
                    <a:gd name="connsiteX4" fmla="*/ 75496 w 150993"/>
                    <a:gd name="connsiteY4" fmla="*/ 0 h 266515"/>
                    <a:gd name="connsiteX5" fmla="*/ 150993 w 150993"/>
                    <a:gd name="connsiteY5" fmla="*/ 55998 h 266515"/>
                    <a:gd name="connsiteX6" fmla="*/ 150993 w 150993"/>
                    <a:gd name="connsiteY6" fmla="*/ 77559 h 266515"/>
                    <a:gd name="connsiteX7" fmla="*/ 144215 w 150993"/>
                    <a:gd name="connsiteY7" fmla="*/ 84746 h 266515"/>
                    <a:gd name="connsiteX8" fmla="*/ 122952 w 150993"/>
                    <a:gd name="connsiteY8" fmla="*/ 84746 h 266515"/>
                    <a:gd name="connsiteX9" fmla="*/ 115863 w 150993"/>
                    <a:gd name="connsiteY9" fmla="*/ 77559 h 266515"/>
                    <a:gd name="connsiteX10" fmla="*/ 115863 w 150993"/>
                    <a:gd name="connsiteY10" fmla="*/ 59292 h 266515"/>
                    <a:gd name="connsiteX11" fmla="*/ 75804 w 150993"/>
                    <a:gd name="connsiteY11" fmla="*/ 30245 h 266515"/>
                    <a:gd name="connsiteX12" fmla="*/ 36053 w 150993"/>
                    <a:gd name="connsiteY12" fmla="*/ 59292 h 266515"/>
                    <a:gd name="connsiteX13" fmla="*/ 36053 w 150993"/>
                    <a:gd name="connsiteY13" fmla="*/ 207822 h 266515"/>
                    <a:gd name="connsiteX14" fmla="*/ 75804 w 150993"/>
                    <a:gd name="connsiteY14" fmla="*/ 236870 h 266515"/>
                    <a:gd name="connsiteX15" fmla="*/ 115863 w 150993"/>
                    <a:gd name="connsiteY15" fmla="*/ 207822 h 266515"/>
                    <a:gd name="connsiteX16" fmla="*/ 115863 w 150993"/>
                    <a:gd name="connsiteY16" fmla="*/ 184465 h 266515"/>
                    <a:gd name="connsiteX17" fmla="*/ 122952 w 150993"/>
                    <a:gd name="connsiteY17" fmla="*/ 177577 h 266515"/>
                    <a:gd name="connsiteX18" fmla="*/ 144215 w 150993"/>
                    <a:gd name="connsiteY18" fmla="*/ 177577 h 266515"/>
                    <a:gd name="connsiteX19" fmla="*/ 150993 w 150993"/>
                    <a:gd name="connsiteY19" fmla="*/ 184465 h 266515"/>
                    <a:gd name="connsiteX20" fmla="*/ 150993 w 150993"/>
                    <a:gd name="connsiteY20" fmla="*/ 210817 h 266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0993" h="266515">
                      <a:moveTo>
                        <a:pt x="150993" y="210517"/>
                      </a:moveTo>
                      <a:cubicBezTo>
                        <a:pt x="150993" y="240463"/>
                        <a:pt x="134354" y="266515"/>
                        <a:pt x="75496" y="266515"/>
                      </a:cubicBezTo>
                      <a:cubicBezTo>
                        <a:pt x="16640" y="266515"/>
                        <a:pt x="0" y="240463"/>
                        <a:pt x="0" y="210517"/>
                      </a:cubicBezTo>
                      <a:lnTo>
                        <a:pt x="0" y="55998"/>
                      </a:lnTo>
                      <a:cubicBezTo>
                        <a:pt x="0" y="26053"/>
                        <a:pt x="16948" y="0"/>
                        <a:pt x="75496" y="0"/>
                      </a:cubicBezTo>
                      <a:cubicBezTo>
                        <a:pt x="134045" y="0"/>
                        <a:pt x="150993" y="26053"/>
                        <a:pt x="150993" y="55998"/>
                      </a:cubicBezTo>
                      <a:lnTo>
                        <a:pt x="150993" y="77559"/>
                      </a:lnTo>
                      <a:cubicBezTo>
                        <a:pt x="150993" y="82650"/>
                        <a:pt x="149144" y="84746"/>
                        <a:pt x="144215" y="84746"/>
                      </a:cubicBezTo>
                      <a:lnTo>
                        <a:pt x="122952" y="84746"/>
                      </a:lnTo>
                      <a:cubicBezTo>
                        <a:pt x="117712" y="84746"/>
                        <a:pt x="115863" y="82350"/>
                        <a:pt x="115863" y="77559"/>
                      </a:cubicBezTo>
                      <a:lnTo>
                        <a:pt x="115863" y="59292"/>
                      </a:lnTo>
                      <a:cubicBezTo>
                        <a:pt x="115863" y="41325"/>
                        <a:pt x="105079" y="30245"/>
                        <a:pt x="75804" y="30245"/>
                      </a:cubicBezTo>
                      <a:cubicBezTo>
                        <a:pt x="46529" y="30245"/>
                        <a:pt x="36053" y="41325"/>
                        <a:pt x="36053" y="59292"/>
                      </a:cubicBezTo>
                      <a:lnTo>
                        <a:pt x="36053" y="207822"/>
                      </a:lnTo>
                      <a:cubicBezTo>
                        <a:pt x="36053" y="225790"/>
                        <a:pt x="46223" y="236870"/>
                        <a:pt x="75804" y="236870"/>
                      </a:cubicBezTo>
                      <a:cubicBezTo>
                        <a:pt x="105387" y="236870"/>
                        <a:pt x="115863" y="225790"/>
                        <a:pt x="115863" y="207822"/>
                      </a:cubicBezTo>
                      <a:lnTo>
                        <a:pt x="115863" y="184465"/>
                      </a:lnTo>
                      <a:cubicBezTo>
                        <a:pt x="115863" y="179374"/>
                        <a:pt x="117712" y="177577"/>
                        <a:pt x="122952" y="177577"/>
                      </a:cubicBezTo>
                      <a:lnTo>
                        <a:pt x="144215" y="177577"/>
                      </a:lnTo>
                      <a:cubicBezTo>
                        <a:pt x="148836" y="177577"/>
                        <a:pt x="150993" y="179374"/>
                        <a:pt x="150993" y="184465"/>
                      </a:cubicBezTo>
                      <a:lnTo>
                        <a:pt x="150993" y="21081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4" name="手繪多邊形: 圖案 723">
                  <a:extLst>
                    <a:ext uri="{FF2B5EF4-FFF2-40B4-BE49-F238E27FC236}">
                      <a16:creationId xmlns:a16="http://schemas.microsoft.com/office/drawing/2014/main" id="{07E0CEB9-ED55-B88D-4BD3-E34302842ADD}"/>
                    </a:ext>
                  </a:extLst>
                </p:cNvPr>
                <p:cNvSpPr/>
                <p:nvPr/>
              </p:nvSpPr>
              <p:spPr>
                <a:xfrm>
                  <a:off x="35099927" y="31398150"/>
                  <a:ext cx="36055" cy="260227"/>
                </a:xfrm>
                <a:custGeom>
                  <a:avLst/>
                  <a:gdLst>
                    <a:gd name="connsiteX0" fmla="*/ 36055 w 36055"/>
                    <a:gd name="connsiteY0" fmla="*/ 253040 h 260227"/>
                    <a:gd name="connsiteX1" fmla="*/ 29275 w 36055"/>
                    <a:gd name="connsiteY1" fmla="*/ 260227 h 260227"/>
                    <a:gd name="connsiteX2" fmla="*/ 6780 w 36055"/>
                    <a:gd name="connsiteY2" fmla="*/ 260227 h 260227"/>
                    <a:gd name="connsiteX3" fmla="*/ 0 w 36055"/>
                    <a:gd name="connsiteY3" fmla="*/ 253040 h 260227"/>
                    <a:gd name="connsiteX4" fmla="*/ 0 w 36055"/>
                    <a:gd name="connsiteY4" fmla="*/ 7188 h 260227"/>
                    <a:gd name="connsiteX5" fmla="*/ 6780 w 36055"/>
                    <a:gd name="connsiteY5" fmla="*/ 0 h 260227"/>
                    <a:gd name="connsiteX6" fmla="*/ 29275 w 36055"/>
                    <a:gd name="connsiteY6" fmla="*/ 0 h 260227"/>
                    <a:gd name="connsiteX7" fmla="*/ 36055 w 36055"/>
                    <a:gd name="connsiteY7" fmla="*/ 7188 h 260227"/>
                    <a:gd name="connsiteX8" fmla="*/ 36055 w 36055"/>
                    <a:gd name="connsiteY8" fmla="*/ 253040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5" h="260227">
                      <a:moveTo>
                        <a:pt x="36055" y="253040"/>
                      </a:moveTo>
                      <a:cubicBezTo>
                        <a:pt x="36055" y="258131"/>
                        <a:pt x="34515" y="260227"/>
                        <a:pt x="29275" y="260227"/>
                      </a:cubicBezTo>
                      <a:lnTo>
                        <a:pt x="6780" y="260227"/>
                      </a:lnTo>
                      <a:cubicBezTo>
                        <a:pt x="2157" y="260227"/>
                        <a:pt x="0" y="257832"/>
                        <a:pt x="0" y="253040"/>
                      </a:cubicBezTo>
                      <a:lnTo>
                        <a:pt x="0" y="7188"/>
                      </a:lnTo>
                      <a:cubicBezTo>
                        <a:pt x="0" y="2096"/>
                        <a:pt x="1851" y="0"/>
                        <a:pt x="6780" y="0"/>
                      </a:cubicBezTo>
                      <a:lnTo>
                        <a:pt x="29275" y="0"/>
                      </a:lnTo>
                      <a:cubicBezTo>
                        <a:pt x="34515" y="0"/>
                        <a:pt x="36055" y="2396"/>
                        <a:pt x="36055" y="7188"/>
                      </a:cubicBezTo>
                      <a:lnTo>
                        <a:pt x="36055" y="25304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5" name="手繪多邊形: 圖案 724">
                  <a:extLst>
                    <a:ext uri="{FF2B5EF4-FFF2-40B4-BE49-F238E27FC236}">
                      <a16:creationId xmlns:a16="http://schemas.microsoft.com/office/drawing/2014/main" id="{D082BF1D-66D8-A4C4-8995-3E0F4C78E48D}"/>
                    </a:ext>
                  </a:extLst>
                </p:cNvPr>
                <p:cNvSpPr/>
                <p:nvPr/>
              </p:nvSpPr>
              <p:spPr>
                <a:xfrm>
                  <a:off x="35314093" y="31397851"/>
                  <a:ext cx="156233" cy="260525"/>
                </a:xfrm>
                <a:custGeom>
                  <a:avLst/>
                  <a:gdLst>
                    <a:gd name="connsiteX0" fmla="*/ 155925 w 156233"/>
                    <a:gd name="connsiteY0" fmla="*/ 253639 h 260525"/>
                    <a:gd name="connsiteX1" fmla="*/ 149146 w 156233"/>
                    <a:gd name="connsiteY1" fmla="*/ 260526 h 260525"/>
                    <a:gd name="connsiteX2" fmla="*/ 128807 w 156233"/>
                    <a:gd name="connsiteY2" fmla="*/ 260526 h 260525"/>
                    <a:gd name="connsiteX3" fmla="*/ 121720 w 156233"/>
                    <a:gd name="connsiteY3" fmla="*/ 256334 h 260525"/>
                    <a:gd name="connsiteX4" fmla="*/ 44991 w 156233"/>
                    <a:gd name="connsiteY4" fmla="*/ 101215 h 260525"/>
                    <a:gd name="connsiteX5" fmla="*/ 33281 w 156233"/>
                    <a:gd name="connsiteY5" fmla="*/ 73966 h 260525"/>
                    <a:gd name="connsiteX6" fmla="*/ 33281 w 156233"/>
                    <a:gd name="connsiteY6" fmla="*/ 253339 h 260525"/>
                    <a:gd name="connsiteX7" fmla="*/ 26502 w 156233"/>
                    <a:gd name="connsiteY7" fmla="*/ 260227 h 260525"/>
                    <a:gd name="connsiteX8" fmla="*/ 6780 w 156233"/>
                    <a:gd name="connsiteY8" fmla="*/ 260227 h 260525"/>
                    <a:gd name="connsiteX9" fmla="*/ 0 w 156233"/>
                    <a:gd name="connsiteY9" fmla="*/ 253339 h 260525"/>
                    <a:gd name="connsiteX10" fmla="*/ 0 w 156233"/>
                    <a:gd name="connsiteY10" fmla="*/ 6887 h 260525"/>
                    <a:gd name="connsiteX11" fmla="*/ 6780 w 156233"/>
                    <a:gd name="connsiteY11" fmla="*/ 0 h 260525"/>
                    <a:gd name="connsiteX12" fmla="*/ 27734 w 156233"/>
                    <a:gd name="connsiteY12" fmla="*/ 0 h 260525"/>
                    <a:gd name="connsiteX13" fmla="*/ 33898 w 156233"/>
                    <a:gd name="connsiteY13" fmla="*/ 3892 h 260525"/>
                    <a:gd name="connsiteX14" fmla="*/ 112785 w 156233"/>
                    <a:gd name="connsiteY14" fmla="*/ 161106 h 260525"/>
                    <a:gd name="connsiteX15" fmla="*/ 122952 w 156233"/>
                    <a:gd name="connsiteY15" fmla="*/ 185662 h 260525"/>
                    <a:gd name="connsiteX16" fmla="*/ 122952 w 156233"/>
                    <a:gd name="connsiteY16" fmla="*/ 6887 h 260525"/>
                    <a:gd name="connsiteX17" fmla="*/ 130041 w 156233"/>
                    <a:gd name="connsiteY17" fmla="*/ 0 h 260525"/>
                    <a:gd name="connsiteX18" fmla="*/ 149455 w 156233"/>
                    <a:gd name="connsiteY18" fmla="*/ 0 h 260525"/>
                    <a:gd name="connsiteX19" fmla="*/ 156233 w 156233"/>
                    <a:gd name="connsiteY19" fmla="*/ 6887 h 260525"/>
                    <a:gd name="connsiteX20" fmla="*/ 156233 w 156233"/>
                    <a:gd name="connsiteY20" fmla="*/ 253339 h 2605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33" h="260525">
                      <a:moveTo>
                        <a:pt x="155925" y="253639"/>
                      </a:moveTo>
                      <a:cubicBezTo>
                        <a:pt x="155925" y="258131"/>
                        <a:pt x="154384" y="260526"/>
                        <a:pt x="149146" y="260526"/>
                      </a:cubicBezTo>
                      <a:lnTo>
                        <a:pt x="128807" y="260526"/>
                      </a:lnTo>
                      <a:cubicBezTo>
                        <a:pt x="124801" y="260526"/>
                        <a:pt x="123261" y="259329"/>
                        <a:pt x="121720" y="256334"/>
                      </a:cubicBezTo>
                      <a:lnTo>
                        <a:pt x="44991" y="101215"/>
                      </a:lnTo>
                      <a:cubicBezTo>
                        <a:pt x="40676" y="92831"/>
                        <a:pt x="36055" y="82350"/>
                        <a:pt x="33281" y="73966"/>
                      </a:cubicBezTo>
                      <a:lnTo>
                        <a:pt x="33281" y="253339"/>
                      </a:lnTo>
                      <a:cubicBezTo>
                        <a:pt x="33281" y="257831"/>
                        <a:pt x="31432" y="260227"/>
                        <a:pt x="26502" y="260227"/>
                      </a:cubicBezTo>
                      <a:lnTo>
                        <a:pt x="6780" y="260227"/>
                      </a:lnTo>
                      <a:cubicBezTo>
                        <a:pt x="2157" y="260227"/>
                        <a:pt x="0" y="257831"/>
                        <a:pt x="0" y="253339"/>
                      </a:cubicBezTo>
                      <a:lnTo>
                        <a:pt x="0" y="6887"/>
                      </a:lnTo>
                      <a:cubicBezTo>
                        <a:pt x="0" y="2395"/>
                        <a:pt x="1849" y="0"/>
                        <a:pt x="6780" y="0"/>
                      </a:cubicBezTo>
                      <a:lnTo>
                        <a:pt x="27734" y="0"/>
                      </a:lnTo>
                      <a:cubicBezTo>
                        <a:pt x="31124" y="0"/>
                        <a:pt x="32972" y="1197"/>
                        <a:pt x="33898" y="3892"/>
                      </a:cubicBezTo>
                      <a:lnTo>
                        <a:pt x="112785" y="161106"/>
                      </a:lnTo>
                      <a:cubicBezTo>
                        <a:pt x="115865" y="167694"/>
                        <a:pt x="121103" y="179972"/>
                        <a:pt x="122952" y="185662"/>
                      </a:cubicBezTo>
                      <a:lnTo>
                        <a:pt x="122952" y="6887"/>
                      </a:lnTo>
                      <a:cubicBezTo>
                        <a:pt x="122952" y="2395"/>
                        <a:pt x="125418" y="0"/>
                        <a:pt x="130041" y="0"/>
                      </a:cubicBezTo>
                      <a:lnTo>
                        <a:pt x="149455" y="0"/>
                      </a:lnTo>
                      <a:cubicBezTo>
                        <a:pt x="154693" y="0"/>
                        <a:pt x="156233" y="2395"/>
                        <a:pt x="156233" y="6887"/>
                      </a:cubicBezTo>
                      <a:lnTo>
                        <a:pt x="156233" y="25333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6" name="手繪多邊形: 圖案 725">
                  <a:extLst>
                    <a:ext uri="{FF2B5EF4-FFF2-40B4-BE49-F238E27FC236}">
                      <a16:creationId xmlns:a16="http://schemas.microsoft.com/office/drawing/2014/main" id="{2B34691F-00E6-57CA-BCDA-A398558BB671}"/>
                    </a:ext>
                  </a:extLst>
                </p:cNvPr>
                <p:cNvSpPr/>
                <p:nvPr/>
              </p:nvSpPr>
              <p:spPr>
                <a:xfrm>
                  <a:off x="35648130" y="31398150"/>
                  <a:ext cx="36053" cy="260227"/>
                </a:xfrm>
                <a:custGeom>
                  <a:avLst/>
                  <a:gdLst>
                    <a:gd name="connsiteX0" fmla="*/ 36053 w 36053"/>
                    <a:gd name="connsiteY0" fmla="*/ 253040 h 260227"/>
                    <a:gd name="connsiteX1" fmla="*/ 29275 w 36053"/>
                    <a:gd name="connsiteY1" fmla="*/ 260227 h 260227"/>
                    <a:gd name="connsiteX2" fmla="*/ 6778 w 36053"/>
                    <a:gd name="connsiteY2" fmla="*/ 260227 h 260227"/>
                    <a:gd name="connsiteX3" fmla="*/ 0 w 36053"/>
                    <a:gd name="connsiteY3" fmla="*/ 253040 h 260227"/>
                    <a:gd name="connsiteX4" fmla="*/ 0 w 36053"/>
                    <a:gd name="connsiteY4" fmla="*/ 7188 h 260227"/>
                    <a:gd name="connsiteX5" fmla="*/ 6778 w 36053"/>
                    <a:gd name="connsiteY5" fmla="*/ 0 h 260227"/>
                    <a:gd name="connsiteX6" fmla="*/ 29275 w 36053"/>
                    <a:gd name="connsiteY6" fmla="*/ 0 h 260227"/>
                    <a:gd name="connsiteX7" fmla="*/ 36053 w 36053"/>
                    <a:gd name="connsiteY7" fmla="*/ 7188 h 260227"/>
                    <a:gd name="connsiteX8" fmla="*/ 36053 w 36053"/>
                    <a:gd name="connsiteY8" fmla="*/ 253040 h 2602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3" h="260227">
                      <a:moveTo>
                        <a:pt x="36053" y="253040"/>
                      </a:moveTo>
                      <a:cubicBezTo>
                        <a:pt x="36053" y="258131"/>
                        <a:pt x="34513" y="260227"/>
                        <a:pt x="29275" y="260227"/>
                      </a:cubicBezTo>
                      <a:lnTo>
                        <a:pt x="6778" y="260227"/>
                      </a:lnTo>
                      <a:cubicBezTo>
                        <a:pt x="2157" y="260227"/>
                        <a:pt x="0" y="257832"/>
                        <a:pt x="0" y="253040"/>
                      </a:cubicBezTo>
                      <a:lnTo>
                        <a:pt x="0" y="7188"/>
                      </a:lnTo>
                      <a:cubicBezTo>
                        <a:pt x="0" y="2096"/>
                        <a:pt x="1849" y="0"/>
                        <a:pt x="6778" y="0"/>
                      </a:cubicBezTo>
                      <a:lnTo>
                        <a:pt x="29275" y="0"/>
                      </a:lnTo>
                      <a:cubicBezTo>
                        <a:pt x="34513" y="0"/>
                        <a:pt x="36053" y="2396"/>
                        <a:pt x="36053" y="7188"/>
                      </a:cubicBezTo>
                      <a:lnTo>
                        <a:pt x="36053" y="25304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27" name="手繪多邊形: 圖案 726">
                  <a:extLst>
                    <a:ext uri="{FF2B5EF4-FFF2-40B4-BE49-F238E27FC236}">
                      <a16:creationId xmlns:a16="http://schemas.microsoft.com/office/drawing/2014/main" id="{7CC6DB88-A5B9-23E4-26B8-6912BE71BD92}"/>
                    </a:ext>
                  </a:extLst>
                </p:cNvPr>
                <p:cNvSpPr/>
                <p:nvPr/>
              </p:nvSpPr>
              <p:spPr>
                <a:xfrm>
                  <a:off x="35858598" y="31394857"/>
                  <a:ext cx="150993" cy="266515"/>
                </a:xfrm>
                <a:custGeom>
                  <a:avLst/>
                  <a:gdLst>
                    <a:gd name="connsiteX0" fmla="*/ 150993 w 150993"/>
                    <a:gd name="connsiteY0" fmla="*/ 210517 h 266515"/>
                    <a:gd name="connsiteX1" fmla="*/ 75496 w 150993"/>
                    <a:gd name="connsiteY1" fmla="*/ 266515 h 266515"/>
                    <a:gd name="connsiteX2" fmla="*/ 0 w 150993"/>
                    <a:gd name="connsiteY2" fmla="*/ 210517 h 266515"/>
                    <a:gd name="connsiteX3" fmla="*/ 0 w 150993"/>
                    <a:gd name="connsiteY3" fmla="*/ 55998 h 266515"/>
                    <a:gd name="connsiteX4" fmla="*/ 75496 w 150993"/>
                    <a:gd name="connsiteY4" fmla="*/ 0 h 266515"/>
                    <a:gd name="connsiteX5" fmla="*/ 150993 w 150993"/>
                    <a:gd name="connsiteY5" fmla="*/ 55998 h 266515"/>
                    <a:gd name="connsiteX6" fmla="*/ 150993 w 150993"/>
                    <a:gd name="connsiteY6" fmla="*/ 77559 h 266515"/>
                    <a:gd name="connsiteX7" fmla="*/ 144215 w 150993"/>
                    <a:gd name="connsiteY7" fmla="*/ 84746 h 266515"/>
                    <a:gd name="connsiteX8" fmla="*/ 122952 w 150993"/>
                    <a:gd name="connsiteY8" fmla="*/ 84746 h 266515"/>
                    <a:gd name="connsiteX9" fmla="*/ 115863 w 150993"/>
                    <a:gd name="connsiteY9" fmla="*/ 77559 h 266515"/>
                    <a:gd name="connsiteX10" fmla="*/ 115863 w 150993"/>
                    <a:gd name="connsiteY10" fmla="*/ 59292 h 266515"/>
                    <a:gd name="connsiteX11" fmla="*/ 75804 w 150993"/>
                    <a:gd name="connsiteY11" fmla="*/ 30245 h 266515"/>
                    <a:gd name="connsiteX12" fmla="*/ 36053 w 150993"/>
                    <a:gd name="connsiteY12" fmla="*/ 59292 h 266515"/>
                    <a:gd name="connsiteX13" fmla="*/ 36053 w 150993"/>
                    <a:gd name="connsiteY13" fmla="*/ 207822 h 266515"/>
                    <a:gd name="connsiteX14" fmla="*/ 75804 w 150993"/>
                    <a:gd name="connsiteY14" fmla="*/ 236870 h 266515"/>
                    <a:gd name="connsiteX15" fmla="*/ 115863 w 150993"/>
                    <a:gd name="connsiteY15" fmla="*/ 207822 h 266515"/>
                    <a:gd name="connsiteX16" fmla="*/ 115863 w 150993"/>
                    <a:gd name="connsiteY16" fmla="*/ 184465 h 266515"/>
                    <a:gd name="connsiteX17" fmla="*/ 122952 w 150993"/>
                    <a:gd name="connsiteY17" fmla="*/ 177577 h 266515"/>
                    <a:gd name="connsiteX18" fmla="*/ 144215 w 150993"/>
                    <a:gd name="connsiteY18" fmla="*/ 177577 h 266515"/>
                    <a:gd name="connsiteX19" fmla="*/ 150993 w 150993"/>
                    <a:gd name="connsiteY19" fmla="*/ 184465 h 266515"/>
                    <a:gd name="connsiteX20" fmla="*/ 150993 w 150993"/>
                    <a:gd name="connsiteY20" fmla="*/ 210817 h 2665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0993" h="266515">
                      <a:moveTo>
                        <a:pt x="150993" y="210517"/>
                      </a:moveTo>
                      <a:cubicBezTo>
                        <a:pt x="150993" y="240463"/>
                        <a:pt x="134354" y="266515"/>
                        <a:pt x="75496" y="266515"/>
                      </a:cubicBezTo>
                      <a:cubicBezTo>
                        <a:pt x="16640" y="266515"/>
                        <a:pt x="0" y="240463"/>
                        <a:pt x="0" y="210517"/>
                      </a:cubicBezTo>
                      <a:lnTo>
                        <a:pt x="0" y="55998"/>
                      </a:lnTo>
                      <a:cubicBezTo>
                        <a:pt x="0" y="26053"/>
                        <a:pt x="16948" y="0"/>
                        <a:pt x="75496" y="0"/>
                      </a:cubicBezTo>
                      <a:cubicBezTo>
                        <a:pt x="134045" y="0"/>
                        <a:pt x="150993" y="26053"/>
                        <a:pt x="150993" y="55998"/>
                      </a:cubicBezTo>
                      <a:lnTo>
                        <a:pt x="150993" y="77559"/>
                      </a:lnTo>
                      <a:cubicBezTo>
                        <a:pt x="150993" y="82650"/>
                        <a:pt x="149144" y="84746"/>
                        <a:pt x="144215" y="84746"/>
                      </a:cubicBezTo>
                      <a:lnTo>
                        <a:pt x="122952" y="84746"/>
                      </a:lnTo>
                      <a:cubicBezTo>
                        <a:pt x="117712" y="84746"/>
                        <a:pt x="115863" y="82350"/>
                        <a:pt x="115863" y="77559"/>
                      </a:cubicBezTo>
                      <a:lnTo>
                        <a:pt x="115863" y="59292"/>
                      </a:lnTo>
                      <a:cubicBezTo>
                        <a:pt x="115863" y="41325"/>
                        <a:pt x="105079" y="30245"/>
                        <a:pt x="75804" y="30245"/>
                      </a:cubicBezTo>
                      <a:cubicBezTo>
                        <a:pt x="46529" y="30245"/>
                        <a:pt x="36053" y="41325"/>
                        <a:pt x="36053" y="59292"/>
                      </a:cubicBezTo>
                      <a:lnTo>
                        <a:pt x="36053" y="207822"/>
                      </a:lnTo>
                      <a:cubicBezTo>
                        <a:pt x="36053" y="225790"/>
                        <a:pt x="46223" y="236870"/>
                        <a:pt x="75804" y="236870"/>
                      </a:cubicBezTo>
                      <a:cubicBezTo>
                        <a:pt x="105387" y="236870"/>
                        <a:pt x="115863" y="225790"/>
                        <a:pt x="115863" y="207822"/>
                      </a:cubicBezTo>
                      <a:lnTo>
                        <a:pt x="115863" y="184465"/>
                      </a:lnTo>
                      <a:cubicBezTo>
                        <a:pt x="115863" y="179374"/>
                        <a:pt x="117712" y="177577"/>
                        <a:pt x="122952" y="177577"/>
                      </a:cubicBezTo>
                      <a:lnTo>
                        <a:pt x="144215" y="177577"/>
                      </a:lnTo>
                      <a:cubicBezTo>
                        <a:pt x="148836" y="177577"/>
                        <a:pt x="150993" y="179374"/>
                        <a:pt x="150993" y="184465"/>
                      </a:cubicBezTo>
                      <a:lnTo>
                        <a:pt x="150993" y="21081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728" name="圖形 19">
            <a:extLst>
              <a:ext uri="{FF2B5EF4-FFF2-40B4-BE49-F238E27FC236}">
                <a16:creationId xmlns:a16="http://schemas.microsoft.com/office/drawing/2014/main" id="{E07D5498-E868-6C83-C097-6B712A58B01C}"/>
              </a:ext>
            </a:extLst>
          </p:cNvPr>
          <p:cNvGrpSpPr/>
          <p:nvPr/>
        </p:nvGrpSpPr>
        <p:grpSpPr>
          <a:xfrm>
            <a:off x="39066762" y="25400651"/>
            <a:ext cx="50478860" cy="136228069"/>
            <a:chOff x="39066762" y="25400651"/>
            <a:chExt cx="50478860" cy="136228069"/>
          </a:xfrm>
        </p:grpSpPr>
        <p:sp>
          <p:nvSpPr>
            <p:cNvPr id="729" name="手繪多邊形: 圖案 728">
              <a:extLst>
                <a:ext uri="{FF2B5EF4-FFF2-40B4-BE49-F238E27FC236}">
                  <a16:creationId xmlns:a16="http://schemas.microsoft.com/office/drawing/2014/main" id="{EBF21586-06EB-253F-AF8D-597855369B23}"/>
                </a:ext>
              </a:extLst>
            </p:cNvPr>
            <p:cNvSpPr/>
            <p:nvPr/>
          </p:nvSpPr>
          <p:spPr>
            <a:xfrm>
              <a:off x="39066762" y="25400651"/>
              <a:ext cx="8734862" cy="8488371"/>
            </a:xfrm>
            <a:custGeom>
              <a:avLst/>
              <a:gdLst>
                <a:gd name="connsiteX0" fmla="*/ 8734863 w 8734862"/>
                <a:gd name="connsiteY0" fmla="*/ 4244186 h 8488371"/>
                <a:gd name="connsiteX1" fmla="*/ 4367433 w 8734862"/>
                <a:gd name="connsiteY1" fmla="*/ 8488371 h 8488371"/>
                <a:gd name="connsiteX2" fmla="*/ 2 w 8734862"/>
                <a:gd name="connsiteY2" fmla="*/ 4244185 h 8488371"/>
                <a:gd name="connsiteX3" fmla="*/ 4367433 w 8734862"/>
                <a:gd name="connsiteY3" fmla="*/ -1 h 8488371"/>
                <a:gd name="connsiteX4" fmla="*/ 8734863 w 8734862"/>
                <a:gd name="connsiteY4" fmla="*/ 4244186 h 8488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4862" h="8488371">
                  <a:moveTo>
                    <a:pt x="8734863" y="4244186"/>
                  </a:moveTo>
                  <a:cubicBezTo>
                    <a:pt x="8734863" y="6588186"/>
                    <a:pt x="6779497" y="8488371"/>
                    <a:pt x="4367433" y="8488371"/>
                  </a:cubicBezTo>
                  <a:cubicBezTo>
                    <a:pt x="1955367" y="8488371"/>
                    <a:pt x="2" y="6588185"/>
                    <a:pt x="2" y="4244185"/>
                  </a:cubicBezTo>
                  <a:cubicBezTo>
                    <a:pt x="2" y="1900186"/>
                    <a:pt x="1955369" y="-1"/>
                    <a:pt x="4367433" y="-1"/>
                  </a:cubicBezTo>
                  <a:cubicBezTo>
                    <a:pt x="6779499" y="-1"/>
                    <a:pt x="8734863" y="1900186"/>
                    <a:pt x="8734863" y="4244186"/>
                  </a:cubicBezTo>
                  <a:close/>
                </a:path>
              </a:pathLst>
            </a:custGeom>
            <a:noFill/>
            <a:ln w="1332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730" name="圖形 19">
              <a:extLst>
                <a:ext uri="{FF2B5EF4-FFF2-40B4-BE49-F238E27FC236}">
                  <a16:creationId xmlns:a16="http://schemas.microsoft.com/office/drawing/2014/main" id="{1582DDBD-89F7-769E-CB7A-FF447F381E14}"/>
                </a:ext>
              </a:extLst>
            </p:cNvPr>
            <p:cNvGrpSpPr/>
            <p:nvPr/>
          </p:nvGrpSpPr>
          <p:grpSpPr>
            <a:xfrm>
              <a:off x="40377021" y="30447079"/>
              <a:ext cx="35336633" cy="21059444"/>
              <a:chOff x="40377021" y="30447079"/>
              <a:chExt cx="35336633" cy="21059444"/>
            </a:xfrm>
            <a:noFill/>
          </p:grpSpPr>
          <p:grpSp>
            <p:nvGrpSpPr>
              <p:cNvPr id="731" name="圖形 19">
                <a:extLst>
                  <a:ext uri="{FF2B5EF4-FFF2-40B4-BE49-F238E27FC236}">
                    <a16:creationId xmlns:a16="http://schemas.microsoft.com/office/drawing/2014/main" id="{7D176F88-E944-F48F-8256-E2F148B5640D}"/>
                  </a:ext>
                </a:extLst>
              </p:cNvPr>
              <p:cNvGrpSpPr/>
              <p:nvPr/>
            </p:nvGrpSpPr>
            <p:grpSpPr>
              <a:xfrm>
                <a:off x="45434713" y="30447079"/>
                <a:ext cx="6108183" cy="21054646"/>
                <a:chOff x="45434713" y="30447079"/>
                <a:chExt cx="6108183" cy="21054646"/>
              </a:xfrm>
              <a:noFill/>
            </p:grpSpPr>
            <p:grpSp>
              <p:nvGrpSpPr>
                <p:cNvPr id="732" name="圖形 19">
                  <a:extLst>
                    <a:ext uri="{FF2B5EF4-FFF2-40B4-BE49-F238E27FC236}">
                      <a16:creationId xmlns:a16="http://schemas.microsoft.com/office/drawing/2014/main" id="{F276A3B0-4C50-E1D5-0431-4D92F0037E35}"/>
                    </a:ext>
                  </a:extLst>
                </p:cNvPr>
                <p:cNvGrpSpPr/>
                <p:nvPr/>
              </p:nvGrpSpPr>
              <p:grpSpPr>
                <a:xfrm>
                  <a:off x="45434713" y="30447079"/>
                  <a:ext cx="6108183" cy="9554116"/>
                  <a:chOff x="45434713" y="30447079"/>
                  <a:chExt cx="6108183" cy="9554116"/>
                </a:xfrm>
                <a:noFill/>
              </p:grpSpPr>
              <p:sp>
                <p:nvSpPr>
                  <p:cNvPr id="733" name="手繪多邊形: 圖案 732">
                    <a:extLst>
                      <a:ext uri="{FF2B5EF4-FFF2-40B4-BE49-F238E27FC236}">
                        <a16:creationId xmlns:a16="http://schemas.microsoft.com/office/drawing/2014/main" id="{8A3B1071-320D-A143-3D5E-C6123991570D}"/>
                      </a:ext>
                    </a:extLst>
                  </p:cNvPr>
                  <p:cNvSpPr/>
                  <p:nvPr/>
                </p:nvSpPr>
                <p:spPr>
                  <a:xfrm>
                    <a:off x="45434713" y="30447079"/>
                    <a:ext cx="516770" cy="29945"/>
                  </a:xfrm>
                  <a:custGeom>
                    <a:avLst/>
                    <a:gdLst>
                      <a:gd name="connsiteX0" fmla="*/ -1 w 516770"/>
                      <a:gd name="connsiteY0" fmla="*/ 0 h 29945"/>
                      <a:gd name="connsiteX1" fmla="*/ 516770 w 516770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16770" h="29945">
                        <a:moveTo>
                          <a:pt x="-1" y="0"/>
                        </a:moveTo>
                        <a:lnTo>
                          <a:pt x="516770" y="0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4" name="手繪多邊形: 圖案 733">
                    <a:extLst>
                      <a:ext uri="{FF2B5EF4-FFF2-40B4-BE49-F238E27FC236}">
                        <a16:creationId xmlns:a16="http://schemas.microsoft.com/office/drawing/2014/main" id="{4B5C98D5-7314-71A9-74A8-8F8F13FD37F0}"/>
                      </a:ext>
                    </a:extLst>
                  </p:cNvPr>
                  <p:cNvSpPr/>
                  <p:nvPr/>
                </p:nvSpPr>
                <p:spPr>
                  <a:xfrm>
                    <a:off x="45498808" y="30447079"/>
                    <a:ext cx="452674" cy="595317"/>
                  </a:xfrm>
                  <a:custGeom>
                    <a:avLst/>
                    <a:gdLst>
                      <a:gd name="connsiteX0" fmla="*/ 452675 w 452674"/>
                      <a:gd name="connsiteY0" fmla="*/ 595317 h 595317"/>
                      <a:gd name="connsiteX1" fmla="*/ 134971 w 452674"/>
                      <a:gd name="connsiteY1" fmla="*/ 595317 h 595317"/>
                      <a:gd name="connsiteX2" fmla="*/ 0 w 452674"/>
                      <a:gd name="connsiteY2" fmla="*/ 464156 h 595317"/>
                      <a:gd name="connsiteX3" fmla="*/ 0 w 452674"/>
                      <a:gd name="connsiteY3" fmla="*/ 0 h 59531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2674" h="595317">
                        <a:moveTo>
                          <a:pt x="452675" y="595317"/>
                        </a:moveTo>
                        <a:lnTo>
                          <a:pt x="134971" y="595317"/>
                        </a:lnTo>
                        <a:cubicBezTo>
                          <a:pt x="60398" y="595317"/>
                          <a:pt x="0" y="536624"/>
                          <a:pt x="0" y="464156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5" name="手繪多邊形: 圖案 734">
                    <a:extLst>
                      <a:ext uri="{FF2B5EF4-FFF2-40B4-BE49-F238E27FC236}">
                        <a16:creationId xmlns:a16="http://schemas.microsoft.com/office/drawing/2014/main" id="{79964320-49C5-A1C9-7664-C202B8B02092}"/>
                      </a:ext>
                    </a:extLst>
                  </p:cNvPr>
                  <p:cNvSpPr/>
                  <p:nvPr/>
                </p:nvSpPr>
                <p:spPr>
                  <a:xfrm>
                    <a:off x="45621145" y="30584529"/>
                    <a:ext cx="287197" cy="29945"/>
                  </a:xfrm>
                  <a:custGeom>
                    <a:avLst/>
                    <a:gdLst>
                      <a:gd name="connsiteX0" fmla="*/ 1 w 287197"/>
                      <a:gd name="connsiteY0" fmla="*/ 0 h 29945"/>
                      <a:gd name="connsiteX1" fmla="*/ 287196 w 287197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7197" h="29945">
                        <a:moveTo>
                          <a:pt x="1" y="0"/>
                        </a:moveTo>
                        <a:lnTo>
                          <a:pt x="287196" y="0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6" name="手繪多邊形: 圖案 735">
                    <a:extLst>
                      <a:ext uri="{FF2B5EF4-FFF2-40B4-BE49-F238E27FC236}">
                        <a16:creationId xmlns:a16="http://schemas.microsoft.com/office/drawing/2014/main" id="{BD3A8F83-3400-1AFA-D7A5-9B61C29F76E3}"/>
                      </a:ext>
                    </a:extLst>
                  </p:cNvPr>
                  <p:cNvSpPr/>
                  <p:nvPr/>
                </p:nvSpPr>
                <p:spPr>
                  <a:xfrm>
                    <a:off x="45599574" y="30741744"/>
                    <a:ext cx="308767" cy="29945"/>
                  </a:xfrm>
                  <a:custGeom>
                    <a:avLst/>
                    <a:gdLst>
                      <a:gd name="connsiteX0" fmla="*/ 0 w 308767"/>
                      <a:gd name="connsiteY0" fmla="*/ 0 h 29945"/>
                      <a:gd name="connsiteX1" fmla="*/ 308767 w 308767"/>
                      <a:gd name="connsiteY1" fmla="*/ 0 h 2994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767" h="29945">
                        <a:moveTo>
                          <a:pt x="0" y="0"/>
                        </a:moveTo>
                        <a:lnTo>
                          <a:pt x="308767" y="0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7" name="手繪多邊形: 圖案 736">
                    <a:extLst>
                      <a:ext uri="{FF2B5EF4-FFF2-40B4-BE49-F238E27FC236}">
                        <a16:creationId xmlns:a16="http://schemas.microsoft.com/office/drawing/2014/main" id="{AEAF9AAE-FAEA-A1D8-4A17-4A6D72565DAC}"/>
                      </a:ext>
                    </a:extLst>
                  </p:cNvPr>
                  <p:cNvSpPr/>
                  <p:nvPr/>
                </p:nvSpPr>
                <p:spPr>
                  <a:xfrm>
                    <a:off x="46087070" y="30447079"/>
                    <a:ext cx="404603" cy="173085"/>
                  </a:xfrm>
                  <a:custGeom>
                    <a:avLst/>
                    <a:gdLst>
                      <a:gd name="connsiteX0" fmla="*/ 404603 w 404603"/>
                      <a:gd name="connsiteY0" fmla="*/ 173085 h 173085"/>
                      <a:gd name="connsiteX1" fmla="*/ 397516 w 404603"/>
                      <a:gd name="connsiteY1" fmla="*/ 173085 h 173085"/>
                      <a:gd name="connsiteX2" fmla="*/ 330029 w 404603"/>
                      <a:gd name="connsiteY2" fmla="*/ 107504 h 173085"/>
                      <a:gd name="connsiteX3" fmla="*/ 330029 w 404603"/>
                      <a:gd name="connsiteY3" fmla="*/ 0 h 173085"/>
                      <a:gd name="connsiteX4" fmla="*/ 0 w 404603"/>
                      <a:gd name="connsiteY4" fmla="*/ 0 h 173085"/>
                      <a:gd name="connsiteX5" fmla="*/ 0 w 404603"/>
                      <a:gd name="connsiteY5" fmla="*/ 72169 h 17308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4603" h="173085">
                        <a:moveTo>
                          <a:pt x="404603" y="173085"/>
                        </a:moveTo>
                        <a:lnTo>
                          <a:pt x="397516" y="173085"/>
                        </a:lnTo>
                        <a:cubicBezTo>
                          <a:pt x="360227" y="173085"/>
                          <a:pt x="330029" y="143738"/>
                          <a:pt x="330029" y="107504"/>
                        </a:cubicBezTo>
                        <a:lnTo>
                          <a:pt x="330029" y="0"/>
                        </a:lnTo>
                        <a:lnTo>
                          <a:pt x="0" y="0"/>
                        </a:lnTo>
                        <a:lnTo>
                          <a:pt x="0" y="72169"/>
                        </a:lnTo>
                      </a:path>
                    </a:pathLst>
                  </a:custGeom>
                  <a:noFill/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8" name="手繪多邊形: 圖案 737">
                    <a:extLst>
                      <a:ext uri="{FF2B5EF4-FFF2-40B4-BE49-F238E27FC236}">
                        <a16:creationId xmlns:a16="http://schemas.microsoft.com/office/drawing/2014/main" id="{E412AF9B-B3DE-E7A7-3B8B-862154532812}"/>
                      </a:ext>
                    </a:extLst>
                  </p:cNvPr>
                  <p:cNvSpPr/>
                  <p:nvPr/>
                </p:nvSpPr>
                <p:spPr>
                  <a:xfrm>
                    <a:off x="45799873" y="30840264"/>
                    <a:ext cx="99223" cy="98521"/>
                  </a:xfrm>
                  <a:custGeom>
                    <a:avLst/>
                    <a:gdLst>
                      <a:gd name="connsiteX0" fmla="*/ 0 w 99223"/>
                      <a:gd name="connsiteY0" fmla="*/ 0 h 98521"/>
                      <a:gd name="connsiteX1" fmla="*/ 0 w 99223"/>
                      <a:gd name="connsiteY1" fmla="*/ 32940 h 98521"/>
                      <a:gd name="connsiteX2" fmla="*/ 67485 w 99223"/>
                      <a:gd name="connsiteY2" fmla="*/ 98521 h 98521"/>
                      <a:gd name="connsiteX3" fmla="*/ 99224 w 99223"/>
                      <a:gd name="connsiteY3" fmla="*/ 98521 h 985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223" h="98521">
                        <a:moveTo>
                          <a:pt x="0" y="0"/>
                        </a:moveTo>
                        <a:lnTo>
                          <a:pt x="0" y="32940"/>
                        </a:lnTo>
                        <a:cubicBezTo>
                          <a:pt x="0" y="69175"/>
                          <a:pt x="30198" y="98521"/>
                          <a:pt x="67485" y="98521"/>
                        </a:cubicBezTo>
                        <a:lnTo>
                          <a:pt x="99224" y="98521"/>
                        </a:lnTo>
                      </a:path>
                    </a:pathLst>
                  </a:custGeom>
                  <a:noFill/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39" name="手繪多邊形: 圖案 738">
                    <a:extLst>
                      <a:ext uri="{FF2B5EF4-FFF2-40B4-BE49-F238E27FC236}">
                        <a16:creationId xmlns:a16="http://schemas.microsoft.com/office/drawing/2014/main" id="{EC7E098E-F4FE-7D11-851C-4FBF13C9EA79}"/>
                      </a:ext>
                    </a:extLst>
                  </p:cNvPr>
                  <p:cNvSpPr/>
                  <p:nvPr/>
                </p:nvSpPr>
                <p:spPr>
                  <a:xfrm>
                    <a:off x="46063033" y="30741744"/>
                    <a:ext cx="396282" cy="300652"/>
                  </a:xfrm>
                  <a:custGeom>
                    <a:avLst/>
                    <a:gdLst>
                      <a:gd name="connsiteX0" fmla="*/ 396282 w 396282"/>
                      <a:gd name="connsiteY0" fmla="*/ 300653 h 300652"/>
                      <a:gd name="connsiteX1" fmla="*/ 23728 w 396282"/>
                      <a:gd name="connsiteY1" fmla="*/ 0 h 300652"/>
                      <a:gd name="connsiteX2" fmla="*/ 373788 w 396282"/>
                      <a:gd name="connsiteY2" fmla="*/ 0 h 300652"/>
                      <a:gd name="connsiteX3" fmla="*/ 0 w 396282"/>
                      <a:gd name="connsiteY3" fmla="*/ 300653 h 3006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6282" h="300652">
                        <a:moveTo>
                          <a:pt x="396282" y="300653"/>
                        </a:moveTo>
                        <a:cubicBezTo>
                          <a:pt x="225874" y="300653"/>
                          <a:pt x="28658" y="180572"/>
                          <a:pt x="23728" y="0"/>
                        </a:cubicBezTo>
                        <a:lnTo>
                          <a:pt x="373788" y="0"/>
                        </a:lnTo>
                        <a:cubicBezTo>
                          <a:pt x="369473" y="179374"/>
                          <a:pt x="163322" y="300653"/>
                          <a:pt x="0" y="300653"/>
                        </a:cubicBezTo>
                      </a:path>
                    </a:pathLst>
                  </a:custGeom>
                  <a:noFill/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40" name="手繪多邊形: 圖案 739">
                    <a:extLst>
                      <a:ext uri="{FF2B5EF4-FFF2-40B4-BE49-F238E27FC236}">
                        <a16:creationId xmlns:a16="http://schemas.microsoft.com/office/drawing/2014/main" id="{2B607817-C2FC-EF69-7C5C-A4A39ADBF73A}"/>
                      </a:ext>
                    </a:extLst>
                  </p:cNvPr>
                  <p:cNvSpPr/>
                  <p:nvPr/>
                </p:nvSpPr>
                <p:spPr>
                  <a:xfrm>
                    <a:off x="45632854" y="30584529"/>
                    <a:ext cx="145755" cy="353956"/>
                  </a:xfrm>
                  <a:custGeom>
                    <a:avLst/>
                    <a:gdLst>
                      <a:gd name="connsiteX0" fmla="*/ 145756 w 145755"/>
                      <a:gd name="connsiteY0" fmla="*/ 0 h 353956"/>
                      <a:gd name="connsiteX1" fmla="*/ 1 w 145755"/>
                      <a:gd name="connsiteY1" fmla="*/ 353957 h 3539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5755" h="353956">
                        <a:moveTo>
                          <a:pt x="145756" y="0"/>
                        </a:moveTo>
                        <a:lnTo>
                          <a:pt x="1" y="353957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41" name="手繪多邊形: 圖案 740">
                    <a:extLst>
                      <a:ext uri="{FF2B5EF4-FFF2-40B4-BE49-F238E27FC236}">
                        <a16:creationId xmlns:a16="http://schemas.microsoft.com/office/drawing/2014/main" id="{CF5B977C-6ED6-39D0-0677-C32E22CBB946}"/>
                      </a:ext>
                    </a:extLst>
                  </p:cNvPr>
                  <p:cNvSpPr/>
                  <p:nvPr/>
                </p:nvSpPr>
                <p:spPr>
                  <a:xfrm>
                    <a:off x="46045161" y="30519248"/>
                    <a:ext cx="41600" cy="100916"/>
                  </a:xfrm>
                  <a:custGeom>
                    <a:avLst/>
                    <a:gdLst>
                      <a:gd name="connsiteX0" fmla="*/ 41601 w 41600"/>
                      <a:gd name="connsiteY0" fmla="*/ 0 h 100916"/>
                      <a:gd name="connsiteX1" fmla="*/ -1 w 41600"/>
                      <a:gd name="connsiteY1" fmla="*/ 100917 h 10091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600" h="100916">
                        <a:moveTo>
                          <a:pt x="41601" y="0"/>
                        </a:moveTo>
                        <a:lnTo>
                          <a:pt x="-1" y="100917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742" name="手繪多邊形: 圖案 741">
                    <a:extLst>
                      <a:ext uri="{FF2B5EF4-FFF2-40B4-BE49-F238E27FC236}">
                        <a16:creationId xmlns:a16="http://schemas.microsoft.com/office/drawing/2014/main" id="{B6A95B4A-3D23-6139-E330-9D09A3CD6E8C}"/>
                      </a:ext>
                    </a:extLst>
                  </p:cNvPr>
                  <p:cNvSpPr/>
                  <p:nvPr/>
                </p:nvSpPr>
                <p:spPr>
                  <a:xfrm>
                    <a:off x="45599574" y="30447079"/>
                    <a:ext cx="77962" cy="189854"/>
                  </a:xfrm>
                  <a:custGeom>
                    <a:avLst/>
                    <a:gdLst>
                      <a:gd name="connsiteX0" fmla="*/ 77962 w 77962"/>
                      <a:gd name="connsiteY0" fmla="*/ 0 h 189854"/>
                      <a:gd name="connsiteX1" fmla="*/ 0 w 77962"/>
                      <a:gd name="connsiteY1" fmla="*/ 189855 h 1898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962" h="189854">
                        <a:moveTo>
                          <a:pt x="77962" y="0"/>
                        </a:moveTo>
                        <a:lnTo>
                          <a:pt x="0" y="189855"/>
                        </a:lnTo>
                      </a:path>
                    </a:pathLst>
                  </a:custGeom>
                  <a:ln w="13742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743" name="手繪多邊形: 圖案 742">
                  <a:extLst>
                    <a:ext uri="{FF2B5EF4-FFF2-40B4-BE49-F238E27FC236}">
                      <a16:creationId xmlns:a16="http://schemas.microsoft.com/office/drawing/2014/main" id="{0695D893-4F20-31E1-A2EA-F503C2367F33}"/>
                    </a:ext>
                  </a:extLst>
                </p:cNvPr>
                <p:cNvSpPr/>
                <p:nvPr/>
              </p:nvSpPr>
              <p:spPr>
                <a:xfrm>
                  <a:off x="45470458" y="31166671"/>
                  <a:ext cx="1012585" cy="29945"/>
                </a:xfrm>
                <a:custGeom>
                  <a:avLst/>
                  <a:gdLst>
                    <a:gd name="connsiteX0" fmla="*/ 0 w 1012585"/>
                    <a:gd name="connsiteY0" fmla="*/ 0 h 29945"/>
                    <a:gd name="connsiteX1" fmla="*/ 1012586 w 1012585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585" h="29945">
                      <a:moveTo>
                        <a:pt x="0" y="0"/>
                      </a:moveTo>
                      <a:lnTo>
                        <a:pt x="1012586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44" name="手繪多邊形: 圖案 743">
                  <a:extLst>
                    <a:ext uri="{FF2B5EF4-FFF2-40B4-BE49-F238E27FC236}">
                      <a16:creationId xmlns:a16="http://schemas.microsoft.com/office/drawing/2014/main" id="{87619EDA-98E5-A81A-5D01-534D6CC143D6}"/>
                    </a:ext>
                  </a:extLst>
                </p:cNvPr>
                <p:cNvSpPr/>
                <p:nvPr/>
              </p:nvSpPr>
              <p:spPr>
                <a:xfrm>
                  <a:off x="45505430" y="31304420"/>
                  <a:ext cx="943252" cy="454574"/>
                </a:xfrm>
                <a:custGeom>
                  <a:avLst/>
                  <a:gdLst>
                    <a:gd name="connsiteX0" fmla="*/ 942176 w 943252"/>
                    <a:gd name="connsiteY0" fmla="*/ 75463 h 454574"/>
                    <a:gd name="connsiteX1" fmla="*/ 899960 w 943252"/>
                    <a:gd name="connsiteY1" fmla="*/ 343177 h 454574"/>
                    <a:gd name="connsiteX2" fmla="*/ 766531 w 943252"/>
                    <a:gd name="connsiteY2" fmla="*/ 454574 h 454574"/>
                    <a:gd name="connsiteX3" fmla="*/ 176420 w 943252"/>
                    <a:gd name="connsiteY3" fmla="*/ 454574 h 454574"/>
                    <a:gd name="connsiteX4" fmla="*/ 42990 w 943252"/>
                    <a:gd name="connsiteY4" fmla="*/ 343177 h 454574"/>
                    <a:gd name="connsiteX5" fmla="*/ 774 w 943252"/>
                    <a:gd name="connsiteY5" fmla="*/ 75463 h 454574"/>
                    <a:gd name="connsiteX6" fmla="*/ 67644 w 943252"/>
                    <a:gd name="connsiteY6" fmla="*/ 0 h 454574"/>
                    <a:gd name="connsiteX7" fmla="*/ 875618 w 943252"/>
                    <a:gd name="connsiteY7" fmla="*/ 0 h 454574"/>
                    <a:gd name="connsiteX8" fmla="*/ 942485 w 943252"/>
                    <a:gd name="connsiteY8" fmla="*/ 75463 h 454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252" h="454574">
                      <a:moveTo>
                        <a:pt x="942176" y="75463"/>
                      </a:moveTo>
                      <a:lnTo>
                        <a:pt x="899960" y="343177"/>
                      </a:lnTo>
                      <a:cubicBezTo>
                        <a:pt x="889792" y="407260"/>
                        <a:pt x="833093" y="454574"/>
                        <a:pt x="766531" y="454574"/>
                      </a:cubicBezTo>
                      <a:lnTo>
                        <a:pt x="176420" y="454574"/>
                      </a:lnTo>
                      <a:cubicBezTo>
                        <a:pt x="109860" y="454574"/>
                        <a:pt x="53160" y="407260"/>
                        <a:pt x="42990" y="343177"/>
                      </a:cubicBezTo>
                      <a:lnTo>
                        <a:pt x="774" y="75463"/>
                      </a:lnTo>
                      <a:cubicBezTo>
                        <a:pt x="-5390" y="35635"/>
                        <a:pt x="26042" y="0"/>
                        <a:pt x="67644" y="0"/>
                      </a:cubicBezTo>
                      <a:lnTo>
                        <a:pt x="875618" y="0"/>
                      </a:lnTo>
                      <a:cubicBezTo>
                        <a:pt x="916909" y="0"/>
                        <a:pt x="948650" y="35935"/>
                        <a:pt x="942485" y="75463"/>
                      </a:cubicBezTo>
                      <a:close/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45" name="手繪多邊形: 圖案 744">
                  <a:extLst>
                    <a:ext uri="{FF2B5EF4-FFF2-40B4-BE49-F238E27FC236}">
                      <a16:creationId xmlns:a16="http://schemas.microsoft.com/office/drawing/2014/main" id="{1D96B1FD-32B1-C288-1851-14E7AF753EA1}"/>
                    </a:ext>
                  </a:extLst>
                </p:cNvPr>
                <p:cNvSpPr/>
                <p:nvPr/>
              </p:nvSpPr>
              <p:spPr>
                <a:xfrm>
                  <a:off x="45649803" y="31166672"/>
                  <a:ext cx="205844" cy="337186"/>
                </a:xfrm>
                <a:custGeom>
                  <a:avLst/>
                  <a:gdLst>
                    <a:gd name="connsiteX0" fmla="*/ 205845 w 205844"/>
                    <a:gd name="connsiteY0" fmla="*/ 0 h 337186"/>
                    <a:gd name="connsiteX1" fmla="*/ 205845 w 205844"/>
                    <a:gd name="connsiteY1" fmla="*/ 206026 h 337186"/>
                    <a:gd name="connsiteX2" fmla="*/ 70874 w 205844"/>
                    <a:gd name="connsiteY2" fmla="*/ 337187 h 337186"/>
                    <a:gd name="connsiteX3" fmla="*/ 0 w 205844"/>
                    <a:gd name="connsiteY3" fmla="*/ 337187 h 337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844" h="337186">
                      <a:moveTo>
                        <a:pt x="205845" y="0"/>
                      </a:moveTo>
                      <a:lnTo>
                        <a:pt x="205845" y="206026"/>
                      </a:lnTo>
                      <a:cubicBezTo>
                        <a:pt x="205845" y="278493"/>
                        <a:pt x="145447" y="337187"/>
                        <a:pt x="70874" y="337187"/>
                      </a:cubicBezTo>
                      <a:lnTo>
                        <a:pt x="0" y="337187"/>
                      </a:ln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46" name="手繪多邊形: 圖案 745">
                  <a:extLst>
                    <a:ext uri="{FF2B5EF4-FFF2-40B4-BE49-F238E27FC236}">
                      <a16:creationId xmlns:a16="http://schemas.microsoft.com/office/drawing/2014/main" id="{A168A177-88FA-FBBD-BEF4-942CE371ADD4}"/>
                    </a:ext>
                  </a:extLst>
                </p:cNvPr>
                <p:cNvSpPr/>
                <p:nvPr/>
              </p:nvSpPr>
              <p:spPr>
                <a:xfrm>
                  <a:off x="46098472" y="31166672"/>
                  <a:ext cx="195675" cy="337186"/>
                </a:xfrm>
                <a:custGeom>
                  <a:avLst/>
                  <a:gdLst>
                    <a:gd name="connsiteX0" fmla="*/ 0 w 195675"/>
                    <a:gd name="connsiteY0" fmla="*/ 0 h 337186"/>
                    <a:gd name="connsiteX1" fmla="*/ 0 w 195675"/>
                    <a:gd name="connsiteY1" fmla="*/ 206026 h 337186"/>
                    <a:gd name="connsiteX2" fmla="*/ 134971 w 195675"/>
                    <a:gd name="connsiteY2" fmla="*/ 337187 h 337186"/>
                    <a:gd name="connsiteX3" fmla="*/ 195675 w 195675"/>
                    <a:gd name="connsiteY3" fmla="*/ 337187 h 3371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675" h="337186">
                      <a:moveTo>
                        <a:pt x="0" y="0"/>
                      </a:moveTo>
                      <a:lnTo>
                        <a:pt x="0" y="206026"/>
                      </a:lnTo>
                      <a:cubicBezTo>
                        <a:pt x="0" y="278493"/>
                        <a:pt x="60396" y="337187"/>
                        <a:pt x="134971" y="337187"/>
                      </a:cubicBezTo>
                      <a:lnTo>
                        <a:pt x="195675" y="337187"/>
                      </a:ln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47" name="手繪多邊形: 圖案 746">
                  <a:extLst>
                    <a:ext uri="{FF2B5EF4-FFF2-40B4-BE49-F238E27FC236}">
                      <a16:creationId xmlns:a16="http://schemas.microsoft.com/office/drawing/2014/main" id="{C1D64159-48D4-BA5F-0B14-630395A7C62D}"/>
                    </a:ext>
                  </a:extLst>
                </p:cNvPr>
                <p:cNvSpPr/>
                <p:nvPr/>
              </p:nvSpPr>
              <p:spPr>
                <a:xfrm>
                  <a:off x="45784773" y="31632624"/>
                  <a:ext cx="383956" cy="29945"/>
                </a:xfrm>
                <a:custGeom>
                  <a:avLst/>
                  <a:gdLst>
                    <a:gd name="connsiteX0" fmla="*/ 1 w 383956"/>
                    <a:gd name="connsiteY0" fmla="*/ 0 h 29945"/>
                    <a:gd name="connsiteX1" fmla="*/ 383958 w 383956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3956" h="29945">
                      <a:moveTo>
                        <a:pt x="1" y="0"/>
                      </a:moveTo>
                      <a:lnTo>
                        <a:pt x="383958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48" name="圖形 19">
                <a:extLst>
                  <a:ext uri="{FF2B5EF4-FFF2-40B4-BE49-F238E27FC236}">
                    <a16:creationId xmlns:a16="http://schemas.microsoft.com/office/drawing/2014/main" id="{68DFC959-319A-8B9A-4874-D647F06F8CE0}"/>
                  </a:ext>
                </a:extLst>
              </p:cNvPr>
              <p:cNvGrpSpPr/>
              <p:nvPr/>
            </p:nvGrpSpPr>
            <p:grpSpPr>
              <a:xfrm>
                <a:off x="42017313" y="30447079"/>
                <a:ext cx="6127762" cy="21059444"/>
                <a:chOff x="42017313" y="30447079"/>
                <a:chExt cx="6127762" cy="21059444"/>
              </a:xfrm>
              <a:noFill/>
            </p:grpSpPr>
            <p:sp>
              <p:nvSpPr>
                <p:cNvPr id="749" name="手繪多邊形: 圖案 748">
                  <a:extLst>
                    <a:ext uri="{FF2B5EF4-FFF2-40B4-BE49-F238E27FC236}">
                      <a16:creationId xmlns:a16="http://schemas.microsoft.com/office/drawing/2014/main" id="{C58C014D-50AD-35AA-7BD5-17117E483B26}"/>
                    </a:ext>
                  </a:extLst>
                </p:cNvPr>
                <p:cNvSpPr/>
                <p:nvPr/>
              </p:nvSpPr>
              <p:spPr>
                <a:xfrm>
                  <a:off x="42499878" y="30699520"/>
                  <a:ext cx="577784" cy="29945"/>
                </a:xfrm>
                <a:custGeom>
                  <a:avLst/>
                  <a:gdLst>
                    <a:gd name="connsiteX0" fmla="*/ 0 w 577784"/>
                    <a:gd name="connsiteY0" fmla="*/ 0 h 29945"/>
                    <a:gd name="connsiteX1" fmla="*/ 577784 w 577784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784" h="29945">
                      <a:moveTo>
                        <a:pt x="0" y="0"/>
                      </a:moveTo>
                      <a:lnTo>
                        <a:pt x="577784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0" name="手繪多邊形: 圖案 749">
                  <a:extLst>
                    <a:ext uri="{FF2B5EF4-FFF2-40B4-BE49-F238E27FC236}">
                      <a16:creationId xmlns:a16="http://schemas.microsoft.com/office/drawing/2014/main" id="{A1B473DC-A665-307C-9EF4-B1035A5689EE}"/>
                    </a:ext>
                  </a:extLst>
                </p:cNvPr>
                <p:cNvSpPr/>
                <p:nvPr/>
              </p:nvSpPr>
              <p:spPr>
                <a:xfrm>
                  <a:off x="42499878" y="31632624"/>
                  <a:ext cx="577784" cy="29945"/>
                </a:xfrm>
                <a:custGeom>
                  <a:avLst/>
                  <a:gdLst>
                    <a:gd name="connsiteX0" fmla="*/ 0 w 577784"/>
                    <a:gd name="connsiteY0" fmla="*/ 0 h 29945"/>
                    <a:gd name="connsiteX1" fmla="*/ 577784 w 577784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784" h="29945">
                      <a:moveTo>
                        <a:pt x="0" y="0"/>
                      </a:moveTo>
                      <a:lnTo>
                        <a:pt x="577784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1" name="手繪多邊形: 圖案 750">
                  <a:extLst>
                    <a:ext uri="{FF2B5EF4-FFF2-40B4-BE49-F238E27FC236}">
                      <a16:creationId xmlns:a16="http://schemas.microsoft.com/office/drawing/2014/main" id="{D71BAAD3-DAAB-4880-D456-C2A1B1CB5A05}"/>
                    </a:ext>
                  </a:extLst>
                </p:cNvPr>
                <p:cNvSpPr/>
                <p:nvPr/>
              </p:nvSpPr>
              <p:spPr>
                <a:xfrm>
                  <a:off x="42265067" y="31036408"/>
                  <a:ext cx="30815" cy="722886"/>
                </a:xfrm>
                <a:custGeom>
                  <a:avLst/>
                  <a:gdLst>
                    <a:gd name="connsiteX0" fmla="*/ 0 w 30815"/>
                    <a:gd name="connsiteY0" fmla="*/ 722886 h 722886"/>
                    <a:gd name="connsiteX1" fmla="*/ 0 w 30815"/>
                    <a:gd name="connsiteY1" fmla="*/ 0 h 722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722886">
                      <a:moveTo>
                        <a:pt x="0" y="722886"/>
                      </a:moveTo>
                      <a:lnTo>
                        <a:pt x="0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2" name="手繪多邊形: 圖案 751">
                  <a:extLst>
                    <a:ext uri="{FF2B5EF4-FFF2-40B4-BE49-F238E27FC236}">
                      <a16:creationId xmlns:a16="http://schemas.microsoft.com/office/drawing/2014/main" id="{BA621D4E-02F1-F281-C628-F934E8E1236E}"/>
                    </a:ext>
                  </a:extLst>
                </p:cNvPr>
                <p:cNvSpPr/>
                <p:nvPr/>
              </p:nvSpPr>
              <p:spPr>
                <a:xfrm>
                  <a:off x="42017313" y="30447079"/>
                  <a:ext cx="378409" cy="572259"/>
                </a:xfrm>
                <a:custGeom>
                  <a:avLst/>
                  <a:gdLst>
                    <a:gd name="connsiteX0" fmla="*/ 378409 w 378409"/>
                    <a:gd name="connsiteY0" fmla="*/ 0 h 572259"/>
                    <a:gd name="connsiteX1" fmla="*/ 0 w 378409"/>
                    <a:gd name="connsiteY1" fmla="*/ 572259 h 572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8409" h="572259">
                      <a:moveTo>
                        <a:pt x="378409" y="0"/>
                      </a:moveTo>
                      <a:cubicBezTo>
                        <a:pt x="378409" y="0"/>
                        <a:pt x="342047" y="393784"/>
                        <a:pt x="0" y="572259"/>
                      </a:cubicBez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53" name="圖形 19">
                <a:extLst>
                  <a:ext uri="{FF2B5EF4-FFF2-40B4-BE49-F238E27FC236}">
                    <a16:creationId xmlns:a16="http://schemas.microsoft.com/office/drawing/2014/main" id="{A61FEC20-BB5F-43D8-72B7-816340ED8A4A}"/>
                  </a:ext>
                </a:extLst>
              </p:cNvPr>
              <p:cNvGrpSpPr/>
              <p:nvPr/>
            </p:nvGrpSpPr>
            <p:grpSpPr>
              <a:xfrm>
                <a:off x="40377021" y="30456961"/>
                <a:ext cx="5851745" cy="20900850"/>
                <a:chOff x="40377021" y="30456961"/>
                <a:chExt cx="5851745" cy="20900850"/>
              </a:xfrm>
              <a:noFill/>
            </p:grpSpPr>
            <p:sp>
              <p:nvSpPr>
                <p:cNvPr id="754" name="手繪多邊形: 圖案 753">
                  <a:extLst>
                    <a:ext uri="{FF2B5EF4-FFF2-40B4-BE49-F238E27FC236}">
                      <a16:creationId xmlns:a16="http://schemas.microsoft.com/office/drawing/2014/main" id="{0A332C8E-6219-F5E7-5468-6845A97B327C}"/>
                    </a:ext>
                  </a:extLst>
                </p:cNvPr>
                <p:cNvSpPr/>
                <p:nvPr/>
              </p:nvSpPr>
              <p:spPr>
                <a:xfrm>
                  <a:off x="40377022" y="30578241"/>
                  <a:ext cx="1012585" cy="29945"/>
                </a:xfrm>
                <a:custGeom>
                  <a:avLst/>
                  <a:gdLst>
                    <a:gd name="connsiteX0" fmla="*/ -1 w 1012585"/>
                    <a:gd name="connsiteY0" fmla="*/ 0 h 29945"/>
                    <a:gd name="connsiteX1" fmla="*/ 1012586 w 1012585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585" h="29945">
                      <a:moveTo>
                        <a:pt x="-1" y="0"/>
                      </a:moveTo>
                      <a:lnTo>
                        <a:pt x="1012586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5" name="手繪多邊形: 圖案 754">
                  <a:extLst>
                    <a:ext uri="{FF2B5EF4-FFF2-40B4-BE49-F238E27FC236}">
                      <a16:creationId xmlns:a16="http://schemas.microsoft.com/office/drawing/2014/main" id="{F2126550-42CC-4689-422F-7E9595930F60}"/>
                    </a:ext>
                  </a:extLst>
                </p:cNvPr>
                <p:cNvSpPr/>
                <p:nvPr/>
              </p:nvSpPr>
              <p:spPr>
                <a:xfrm>
                  <a:off x="40377022" y="30951961"/>
                  <a:ext cx="1012585" cy="29945"/>
                </a:xfrm>
                <a:custGeom>
                  <a:avLst/>
                  <a:gdLst>
                    <a:gd name="connsiteX0" fmla="*/ -1 w 1012585"/>
                    <a:gd name="connsiteY0" fmla="*/ 0 h 29945"/>
                    <a:gd name="connsiteX1" fmla="*/ 1012586 w 1012585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585" h="29945">
                      <a:moveTo>
                        <a:pt x="-1" y="0"/>
                      </a:moveTo>
                      <a:lnTo>
                        <a:pt x="1012586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6" name="手繪多邊形: 圖案 755">
                  <a:extLst>
                    <a:ext uri="{FF2B5EF4-FFF2-40B4-BE49-F238E27FC236}">
                      <a16:creationId xmlns:a16="http://schemas.microsoft.com/office/drawing/2014/main" id="{B69C9306-56DF-B28B-008F-49EEF178DC45}"/>
                    </a:ext>
                  </a:extLst>
                </p:cNvPr>
                <p:cNvSpPr/>
                <p:nvPr/>
              </p:nvSpPr>
              <p:spPr>
                <a:xfrm>
                  <a:off x="40640184" y="30456961"/>
                  <a:ext cx="30815" cy="242559"/>
                </a:xfrm>
                <a:custGeom>
                  <a:avLst/>
                  <a:gdLst>
                    <a:gd name="connsiteX0" fmla="*/ 0 w 30815"/>
                    <a:gd name="connsiteY0" fmla="*/ 0 h 242559"/>
                    <a:gd name="connsiteX1" fmla="*/ 0 w 30815"/>
                    <a:gd name="connsiteY1" fmla="*/ 242559 h 242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42559">
                      <a:moveTo>
                        <a:pt x="0" y="0"/>
                      </a:moveTo>
                      <a:lnTo>
                        <a:pt x="0" y="242559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7" name="手繪多邊形: 圖案 756">
                  <a:extLst>
                    <a:ext uri="{FF2B5EF4-FFF2-40B4-BE49-F238E27FC236}">
                      <a16:creationId xmlns:a16="http://schemas.microsoft.com/office/drawing/2014/main" id="{53CF2356-FD28-5E87-12C9-497D1CC11D79}"/>
                    </a:ext>
                  </a:extLst>
                </p:cNvPr>
                <p:cNvSpPr/>
                <p:nvPr/>
              </p:nvSpPr>
              <p:spPr>
                <a:xfrm>
                  <a:off x="41144628" y="30456961"/>
                  <a:ext cx="30815" cy="242559"/>
                </a:xfrm>
                <a:custGeom>
                  <a:avLst/>
                  <a:gdLst>
                    <a:gd name="connsiteX0" fmla="*/ 0 w 30815"/>
                    <a:gd name="connsiteY0" fmla="*/ 0 h 242559"/>
                    <a:gd name="connsiteX1" fmla="*/ 0 w 30815"/>
                    <a:gd name="connsiteY1" fmla="*/ 242559 h 2425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5" h="242559">
                      <a:moveTo>
                        <a:pt x="0" y="0"/>
                      </a:moveTo>
                      <a:lnTo>
                        <a:pt x="0" y="242559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8" name="手繪多邊形: 圖案 757">
                  <a:extLst>
                    <a:ext uri="{FF2B5EF4-FFF2-40B4-BE49-F238E27FC236}">
                      <a16:creationId xmlns:a16="http://schemas.microsoft.com/office/drawing/2014/main" id="{417ACE90-42BB-98DB-EC2F-39D72174E8D7}"/>
                    </a:ext>
                  </a:extLst>
                </p:cNvPr>
                <p:cNvSpPr/>
                <p:nvPr/>
              </p:nvSpPr>
              <p:spPr>
                <a:xfrm>
                  <a:off x="40986238" y="31158885"/>
                  <a:ext cx="313082" cy="600408"/>
                </a:xfrm>
                <a:custGeom>
                  <a:avLst/>
                  <a:gdLst>
                    <a:gd name="connsiteX0" fmla="*/ 0 w 313082"/>
                    <a:gd name="connsiteY0" fmla="*/ 0 h 600408"/>
                    <a:gd name="connsiteX1" fmla="*/ 110627 w 313082"/>
                    <a:gd name="connsiteY1" fmla="*/ 0 h 600408"/>
                    <a:gd name="connsiteX2" fmla="*/ 313083 w 313082"/>
                    <a:gd name="connsiteY2" fmla="*/ 196743 h 600408"/>
                    <a:gd name="connsiteX3" fmla="*/ 313083 w 313082"/>
                    <a:gd name="connsiteY3" fmla="*/ 469248 h 600408"/>
                    <a:gd name="connsiteX4" fmla="*/ 178112 w 313082"/>
                    <a:gd name="connsiteY4" fmla="*/ 600408 h 600408"/>
                    <a:gd name="connsiteX5" fmla="*/ 91214 w 313082"/>
                    <a:gd name="connsiteY5" fmla="*/ 600408 h 6004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3082" h="600408">
                      <a:moveTo>
                        <a:pt x="0" y="0"/>
                      </a:moveTo>
                      <a:lnTo>
                        <a:pt x="110627" y="0"/>
                      </a:lnTo>
                      <a:cubicBezTo>
                        <a:pt x="222486" y="0"/>
                        <a:pt x="313083" y="88040"/>
                        <a:pt x="313083" y="196743"/>
                      </a:cubicBezTo>
                      <a:lnTo>
                        <a:pt x="313083" y="469248"/>
                      </a:lnTo>
                      <a:cubicBezTo>
                        <a:pt x="313083" y="541715"/>
                        <a:pt x="252685" y="600408"/>
                        <a:pt x="178112" y="600408"/>
                      </a:cubicBezTo>
                      <a:lnTo>
                        <a:pt x="91214" y="600408"/>
                      </a:ln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9" name="手繪多邊形: 圖案 758">
                  <a:extLst>
                    <a:ext uri="{FF2B5EF4-FFF2-40B4-BE49-F238E27FC236}">
                      <a16:creationId xmlns:a16="http://schemas.microsoft.com/office/drawing/2014/main" id="{2F4D20F3-25DA-11B7-8955-2E98580EE8D8}"/>
                    </a:ext>
                  </a:extLst>
                </p:cNvPr>
                <p:cNvSpPr/>
                <p:nvPr/>
              </p:nvSpPr>
              <p:spPr>
                <a:xfrm>
                  <a:off x="40377021" y="30813313"/>
                  <a:ext cx="506313" cy="945980"/>
                </a:xfrm>
                <a:custGeom>
                  <a:avLst/>
                  <a:gdLst>
                    <a:gd name="connsiteX0" fmla="*/ 506295 w 506313"/>
                    <a:gd name="connsiteY0" fmla="*/ 0 h 945980"/>
                    <a:gd name="connsiteX1" fmla="*/ 0 w 506313"/>
                    <a:gd name="connsiteY1" fmla="*/ 945981 h 9459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6313" h="945980">
                      <a:moveTo>
                        <a:pt x="506295" y="0"/>
                      </a:moveTo>
                      <a:cubicBezTo>
                        <a:pt x="506295" y="0"/>
                        <a:pt x="517388" y="567769"/>
                        <a:pt x="0" y="945981"/>
                      </a:cubicBez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60" name="圖形 19">
                <a:extLst>
                  <a:ext uri="{FF2B5EF4-FFF2-40B4-BE49-F238E27FC236}">
                    <a16:creationId xmlns:a16="http://schemas.microsoft.com/office/drawing/2014/main" id="{70F647D3-A622-1B4F-9FDB-BA6DACBA3CB8}"/>
                  </a:ext>
                </a:extLst>
              </p:cNvPr>
              <p:cNvGrpSpPr/>
              <p:nvPr/>
            </p:nvGrpSpPr>
            <p:grpSpPr>
              <a:xfrm>
                <a:off x="43752822" y="30447079"/>
                <a:ext cx="5853525" cy="21059444"/>
                <a:chOff x="43752822" y="30447079"/>
                <a:chExt cx="5853525" cy="21059444"/>
              </a:xfrm>
              <a:noFill/>
            </p:grpSpPr>
            <p:sp>
              <p:nvSpPr>
                <p:cNvPr id="761" name="手繪多邊形: 圖案 760">
                  <a:extLst>
                    <a:ext uri="{FF2B5EF4-FFF2-40B4-BE49-F238E27FC236}">
                      <a16:creationId xmlns:a16="http://schemas.microsoft.com/office/drawing/2014/main" id="{078AB3C8-DBE8-8C2C-27D5-101173ED1F3D}"/>
                    </a:ext>
                  </a:extLst>
                </p:cNvPr>
                <p:cNvSpPr/>
                <p:nvPr/>
              </p:nvSpPr>
              <p:spPr>
                <a:xfrm>
                  <a:off x="43752822" y="31036408"/>
                  <a:ext cx="1012893" cy="29945"/>
                </a:xfrm>
                <a:custGeom>
                  <a:avLst/>
                  <a:gdLst>
                    <a:gd name="connsiteX0" fmla="*/ 1 w 1012893"/>
                    <a:gd name="connsiteY0" fmla="*/ 0 h 29945"/>
                    <a:gd name="connsiteX1" fmla="*/ 1012894 w 1012893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893" h="29945">
                      <a:moveTo>
                        <a:pt x="1" y="0"/>
                      </a:moveTo>
                      <a:lnTo>
                        <a:pt x="1012894" y="0"/>
                      </a:lnTo>
                    </a:path>
                  </a:pathLst>
                </a:custGeom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2" name="手繪多邊形: 圖案 761">
                  <a:extLst>
                    <a:ext uri="{FF2B5EF4-FFF2-40B4-BE49-F238E27FC236}">
                      <a16:creationId xmlns:a16="http://schemas.microsoft.com/office/drawing/2014/main" id="{9AD710F9-C6E2-9027-F882-18A9510E44D6}"/>
                    </a:ext>
                  </a:extLst>
                </p:cNvPr>
                <p:cNvSpPr/>
                <p:nvPr/>
              </p:nvSpPr>
              <p:spPr>
                <a:xfrm>
                  <a:off x="43848040" y="30447079"/>
                  <a:ext cx="917676" cy="589328"/>
                </a:xfrm>
                <a:custGeom>
                  <a:avLst/>
                  <a:gdLst>
                    <a:gd name="connsiteX0" fmla="*/ 917676 w 917676"/>
                    <a:gd name="connsiteY0" fmla="*/ 0 h 589328"/>
                    <a:gd name="connsiteX1" fmla="*/ 269941 w 917676"/>
                    <a:gd name="connsiteY1" fmla="*/ 0 h 589328"/>
                    <a:gd name="connsiteX2" fmla="*/ 0 w 917676"/>
                    <a:gd name="connsiteY2" fmla="*/ 262323 h 589328"/>
                    <a:gd name="connsiteX3" fmla="*/ 0 w 917676"/>
                    <a:gd name="connsiteY3" fmla="*/ 589329 h 5893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7676" h="589328">
                      <a:moveTo>
                        <a:pt x="917676" y="0"/>
                      </a:moveTo>
                      <a:lnTo>
                        <a:pt x="269941" y="0"/>
                      </a:lnTo>
                      <a:cubicBezTo>
                        <a:pt x="120797" y="0"/>
                        <a:pt x="0" y="117386"/>
                        <a:pt x="0" y="262323"/>
                      </a:cubicBezTo>
                      <a:lnTo>
                        <a:pt x="0" y="589329"/>
                      </a:ln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3" name="手繪多邊形: 圖案 762">
                  <a:extLst>
                    <a:ext uri="{FF2B5EF4-FFF2-40B4-BE49-F238E27FC236}">
                      <a16:creationId xmlns:a16="http://schemas.microsoft.com/office/drawing/2014/main" id="{C6D8CD70-5C22-8979-1C61-8CCB29D488CF}"/>
                    </a:ext>
                  </a:extLst>
                </p:cNvPr>
                <p:cNvSpPr/>
                <p:nvPr/>
              </p:nvSpPr>
              <p:spPr>
                <a:xfrm>
                  <a:off x="44425824" y="30584530"/>
                  <a:ext cx="227724" cy="1174764"/>
                </a:xfrm>
                <a:custGeom>
                  <a:avLst/>
                  <a:gdLst>
                    <a:gd name="connsiteX0" fmla="*/ 227724 w 227724"/>
                    <a:gd name="connsiteY0" fmla="*/ 0 h 1174764"/>
                    <a:gd name="connsiteX1" fmla="*/ 227724 w 227724"/>
                    <a:gd name="connsiteY1" fmla="*/ 1043603 h 1174764"/>
                    <a:gd name="connsiteX2" fmla="*/ 92754 w 227724"/>
                    <a:gd name="connsiteY2" fmla="*/ 1174764 h 1174764"/>
                    <a:gd name="connsiteX3" fmla="*/ 0 w 227724"/>
                    <a:gd name="connsiteY3" fmla="*/ 1174764 h 11747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724" h="1174764">
                      <a:moveTo>
                        <a:pt x="227724" y="0"/>
                      </a:moveTo>
                      <a:lnTo>
                        <a:pt x="227724" y="1043603"/>
                      </a:lnTo>
                      <a:cubicBezTo>
                        <a:pt x="227724" y="1116071"/>
                        <a:pt x="167326" y="1174764"/>
                        <a:pt x="92754" y="1174764"/>
                      </a:cubicBezTo>
                      <a:lnTo>
                        <a:pt x="0" y="1174764"/>
                      </a:ln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4" name="手繪多邊形: 圖案 763">
                  <a:extLst>
                    <a:ext uri="{FF2B5EF4-FFF2-40B4-BE49-F238E27FC236}">
                      <a16:creationId xmlns:a16="http://schemas.microsoft.com/office/drawing/2014/main" id="{A39633AB-8F29-6D65-2FBB-105405A8995F}"/>
                    </a:ext>
                  </a:extLst>
                </p:cNvPr>
                <p:cNvSpPr/>
                <p:nvPr/>
              </p:nvSpPr>
              <p:spPr>
                <a:xfrm>
                  <a:off x="43752823" y="31036408"/>
                  <a:ext cx="673001" cy="722885"/>
                </a:xfrm>
                <a:custGeom>
                  <a:avLst/>
                  <a:gdLst>
                    <a:gd name="connsiteX0" fmla="*/ 673002 w 673001"/>
                    <a:gd name="connsiteY0" fmla="*/ 0 h 722885"/>
                    <a:gd name="connsiteX1" fmla="*/ 0 w 673001"/>
                    <a:gd name="connsiteY1" fmla="*/ 722886 h 7228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3001" h="722885">
                      <a:moveTo>
                        <a:pt x="673002" y="0"/>
                      </a:moveTo>
                      <a:cubicBezTo>
                        <a:pt x="673002" y="0"/>
                        <a:pt x="578399" y="596216"/>
                        <a:pt x="0" y="722886"/>
                      </a:cubicBezTo>
                    </a:path>
                  </a:pathLst>
                </a:custGeom>
                <a:noFill/>
                <a:ln w="13742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765" name="圖形 19">
              <a:extLst>
                <a:ext uri="{FF2B5EF4-FFF2-40B4-BE49-F238E27FC236}">
                  <a16:creationId xmlns:a16="http://schemas.microsoft.com/office/drawing/2014/main" id="{24DF179A-A0BD-A1DD-6F43-4385EA7EBEE0}"/>
                </a:ext>
              </a:extLst>
            </p:cNvPr>
            <p:cNvGrpSpPr/>
            <p:nvPr/>
          </p:nvGrpSpPr>
          <p:grpSpPr>
            <a:xfrm>
              <a:off x="42124081" y="26819337"/>
              <a:ext cx="15144498" cy="30676424"/>
              <a:chOff x="42124081" y="26819337"/>
              <a:chExt cx="15144498" cy="30676424"/>
            </a:xfrm>
          </p:grpSpPr>
          <p:sp>
            <p:nvSpPr>
              <p:cNvPr id="766" name="手繪多邊形: 圖案 765">
                <a:extLst>
                  <a:ext uri="{FF2B5EF4-FFF2-40B4-BE49-F238E27FC236}">
                    <a16:creationId xmlns:a16="http://schemas.microsoft.com/office/drawing/2014/main" id="{0C6D3848-1010-84ED-920B-3935BCCE52BC}"/>
                  </a:ext>
                </a:extLst>
              </p:cNvPr>
              <p:cNvSpPr/>
              <p:nvPr/>
            </p:nvSpPr>
            <p:spPr>
              <a:xfrm>
                <a:off x="42124081" y="26819337"/>
                <a:ext cx="2620604" cy="1911448"/>
              </a:xfrm>
              <a:custGeom>
                <a:avLst/>
                <a:gdLst>
                  <a:gd name="connsiteX0" fmla="*/ 1597001 w 2620604"/>
                  <a:gd name="connsiteY0" fmla="*/ 1893893 h 1911448"/>
                  <a:gd name="connsiteX1" fmla="*/ 2421923 w 2620604"/>
                  <a:gd name="connsiteY1" fmla="*/ 1373140 h 1911448"/>
                  <a:gd name="connsiteX2" fmla="*/ 2605274 w 2620604"/>
                  <a:gd name="connsiteY2" fmla="*/ 388229 h 1911448"/>
                  <a:gd name="connsiteX3" fmla="*/ 1914090 w 2620604"/>
                  <a:gd name="connsiteY3" fmla="*/ 18701 h 1911448"/>
                  <a:gd name="connsiteX4" fmla="*/ 719386 w 2620604"/>
                  <a:gd name="connsiteY4" fmla="*/ 18701 h 1911448"/>
                  <a:gd name="connsiteX5" fmla="*/ 13410 w 2620604"/>
                  <a:gd name="connsiteY5" fmla="*/ 388229 h 1911448"/>
                  <a:gd name="connsiteX6" fmla="*/ 214017 w 2620604"/>
                  <a:gd name="connsiteY6" fmla="*/ 1373140 h 1911448"/>
                  <a:gd name="connsiteX7" fmla="*/ 1076533 w 2620604"/>
                  <a:gd name="connsiteY7" fmla="*/ 1893893 h 1911448"/>
                  <a:gd name="connsiteX8" fmla="*/ 1597310 w 2620604"/>
                  <a:gd name="connsiteY8" fmla="*/ 1893893 h 19114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0604" h="1911448">
                    <a:moveTo>
                      <a:pt x="1597001" y="1893893"/>
                    </a:moveTo>
                    <a:cubicBezTo>
                      <a:pt x="2079259" y="2003494"/>
                      <a:pt x="2339954" y="1571978"/>
                      <a:pt x="2421923" y="1373140"/>
                    </a:cubicBezTo>
                    <a:cubicBezTo>
                      <a:pt x="2556585" y="1046433"/>
                      <a:pt x="2661049" y="615217"/>
                      <a:pt x="2605274" y="388229"/>
                    </a:cubicBezTo>
                    <a:cubicBezTo>
                      <a:pt x="2531008" y="86079"/>
                      <a:pt x="2257370" y="-53468"/>
                      <a:pt x="1914090" y="18701"/>
                    </a:cubicBezTo>
                    <a:cubicBezTo>
                      <a:pt x="1156036" y="178312"/>
                      <a:pt x="1197330" y="110335"/>
                      <a:pt x="719386" y="18701"/>
                    </a:cubicBezTo>
                    <a:cubicBezTo>
                      <a:pt x="269177" y="-67542"/>
                      <a:pt x="67954" y="160644"/>
                      <a:pt x="13410" y="388229"/>
                    </a:cubicBezTo>
                    <a:cubicBezTo>
                      <a:pt x="-41131" y="615517"/>
                      <a:pt x="79663" y="1106923"/>
                      <a:pt x="214017" y="1373140"/>
                    </a:cubicBezTo>
                    <a:cubicBezTo>
                      <a:pt x="327725" y="1598630"/>
                      <a:pt x="590271" y="1989419"/>
                      <a:pt x="1076533" y="1893893"/>
                    </a:cubicBezTo>
                    <a:cubicBezTo>
                      <a:pt x="1201951" y="1869338"/>
                      <a:pt x="1375749" y="1843584"/>
                      <a:pt x="1597310" y="1893893"/>
                    </a:cubicBezTo>
                    <a:close/>
                  </a:path>
                </a:pathLst>
              </a:custGeom>
              <a:solidFill>
                <a:srgbClr val="9E7253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67" name="手繪多邊形: 圖案 766">
                <a:extLst>
                  <a:ext uri="{FF2B5EF4-FFF2-40B4-BE49-F238E27FC236}">
                    <a16:creationId xmlns:a16="http://schemas.microsoft.com/office/drawing/2014/main" id="{9719B5B5-DBFD-901C-9035-FAF6646F3618}"/>
                  </a:ext>
                </a:extLst>
              </p:cNvPr>
              <p:cNvSpPr/>
              <p:nvPr/>
            </p:nvSpPr>
            <p:spPr>
              <a:xfrm>
                <a:off x="42467996" y="27126293"/>
                <a:ext cx="242658" cy="234793"/>
              </a:xfrm>
              <a:custGeom>
                <a:avLst/>
                <a:gdLst>
                  <a:gd name="connsiteX0" fmla="*/ 145281 w 242658"/>
                  <a:gd name="connsiteY0" fmla="*/ 2817 h 234793"/>
                  <a:gd name="connsiteX1" fmla="*/ 104605 w 242658"/>
                  <a:gd name="connsiteY1" fmla="*/ 2817 h 234793"/>
                  <a:gd name="connsiteX2" fmla="*/ 66703 w 242658"/>
                  <a:gd name="connsiteY2" fmla="*/ 2817 h 234793"/>
                  <a:gd name="connsiteX3" fmla="*/ 758 w 242658"/>
                  <a:gd name="connsiteY3" fmla="*/ 172609 h 234793"/>
                  <a:gd name="connsiteX4" fmla="*/ 242658 w 242658"/>
                  <a:gd name="connsiteY4" fmla="*/ 172609 h 234793"/>
                  <a:gd name="connsiteX5" fmla="*/ 189040 w 242658"/>
                  <a:gd name="connsiteY5" fmla="*/ 11801 h 234793"/>
                  <a:gd name="connsiteX6" fmla="*/ 145281 w 242658"/>
                  <a:gd name="connsiteY6" fmla="*/ 2817 h 234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658" h="234793">
                    <a:moveTo>
                      <a:pt x="145281" y="2817"/>
                    </a:moveTo>
                    <a:cubicBezTo>
                      <a:pt x="128025" y="7608"/>
                      <a:pt x="121555" y="8807"/>
                      <a:pt x="104605" y="2817"/>
                    </a:cubicBezTo>
                    <a:cubicBezTo>
                      <a:pt x="93203" y="-1375"/>
                      <a:pt x="77796" y="-476"/>
                      <a:pt x="66703" y="2817"/>
                    </a:cubicBezTo>
                    <a:cubicBezTo>
                      <a:pt x="30341" y="13897"/>
                      <a:pt x="-5712" y="83671"/>
                      <a:pt x="758" y="172609"/>
                    </a:cubicBezTo>
                    <a:cubicBezTo>
                      <a:pt x="7230" y="261547"/>
                      <a:pt x="242967" y="249269"/>
                      <a:pt x="242658" y="172609"/>
                    </a:cubicBezTo>
                    <a:cubicBezTo>
                      <a:pt x="242658" y="111520"/>
                      <a:pt x="219855" y="33062"/>
                      <a:pt x="189040" y="11801"/>
                    </a:cubicBezTo>
                    <a:cubicBezTo>
                      <a:pt x="175790" y="2518"/>
                      <a:pt x="165929" y="-3171"/>
                      <a:pt x="145281" y="28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68" name="圖形 19">
              <a:extLst>
                <a:ext uri="{FF2B5EF4-FFF2-40B4-BE49-F238E27FC236}">
                  <a16:creationId xmlns:a16="http://schemas.microsoft.com/office/drawing/2014/main" id="{A597C95F-D45E-B9C7-5C36-67BB6B25C93B}"/>
                </a:ext>
              </a:extLst>
            </p:cNvPr>
            <p:cNvGrpSpPr/>
            <p:nvPr/>
          </p:nvGrpSpPr>
          <p:grpSpPr>
            <a:xfrm>
              <a:off x="39940063" y="29493013"/>
              <a:ext cx="40385217" cy="4882795"/>
              <a:chOff x="39940063" y="29493013"/>
              <a:chExt cx="40385217" cy="4882795"/>
            </a:xfrm>
            <a:solidFill>
              <a:srgbClr val="714F38"/>
            </a:solidFill>
          </p:grpSpPr>
          <p:sp>
            <p:nvSpPr>
              <p:cNvPr id="769" name="手繪多邊形: 圖案 768">
                <a:extLst>
                  <a:ext uri="{FF2B5EF4-FFF2-40B4-BE49-F238E27FC236}">
                    <a16:creationId xmlns:a16="http://schemas.microsoft.com/office/drawing/2014/main" id="{338FA69D-A4F0-C740-F942-28D3C551090C}"/>
                  </a:ext>
                </a:extLst>
              </p:cNvPr>
              <p:cNvSpPr/>
              <p:nvPr/>
            </p:nvSpPr>
            <p:spPr>
              <a:xfrm>
                <a:off x="39940063" y="29495708"/>
                <a:ext cx="157158" cy="297659"/>
              </a:xfrm>
              <a:custGeom>
                <a:avLst/>
                <a:gdLst>
                  <a:gd name="connsiteX0" fmla="*/ 149146 w 157158"/>
                  <a:gd name="connsiteY0" fmla="*/ 599 h 297659"/>
                  <a:gd name="connsiteX1" fmla="*/ 157158 w 157158"/>
                  <a:gd name="connsiteY1" fmla="*/ 8385 h 297659"/>
                  <a:gd name="connsiteX2" fmla="*/ 157158 w 157158"/>
                  <a:gd name="connsiteY2" fmla="*/ 26652 h 297659"/>
                  <a:gd name="connsiteX3" fmla="*/ 149146 w 157158"/>
                  <a:gd name="connsiteY3" fmla="*/ 34437 h 297659"/>
                  <a:gd name="connsiteX4" fmla="*/ 67794 w 157158"/>
                  <a:gd name="connsiteY4" fmla="*/ 34437 h 297659"/>
                  <a:gd name="connsiteX5" fmla="*/ 40985 w 157158"/>
                  <a:gd name="connsiteY5" fmla="*/ 60491 h 297659"/>
                  <a:gd name="connsiteX6" fmla="*/ 40985 w 157158"/>
                  <a:gd name="connsiteY6" fmla="*/ 126370 h 297659"/>
                  <a:gd name="connsiteX7" fmla="*/ 141751 w 157158"/>
                  <a:gd name="connsiteY7" fmla="*/ 126370 h 297659"/>
                  <a:gd name="connsiteX8" fmla="*/ 149763 w 157158"/>
                  <a:gd name="connsiteY8" fmla="*/ 134156 h 297659"/>
                  <a:gd name="connsiteX9" fmla="*/ 149763 w 157158"/>
                  <a:gd name="connsiteY9" fmla="*/ 153022 h 297659"/>
                  <a:gd name="connsiteX10" fmla="*/ 141751 w 157158"/>
                  <a:gd name="connsiteY10" fmla="*/ 160808 h 297659"/>
                  <a:gd name="connsiteX11" fmla="*/ 40985 w 157158"/>
                  <a:gd name="connsiteY11" fmla="*/ 160808 h 297659"/>
                  <a:gd name="connsiteX12" fmla="*/ 40985 w 157158"/>
                  <a:gd name="connsiteY12" fmla="*/ 289274 h 297659"/>
                  <a:gd name="connsiteX13" fmla="*/ 33281 w 157158"/>
                  <a:gd name="connsiteY13" fmla="*/ 297659 h 297659"/>
                  <a:gd name="connsiteX14" fmla="*/ 7704 w 157158"/>
                  <a:gd name="connsiteY14" fmla="*/ 297659 h 297659"/>
                  <a:gd name="connsiteX15" fmla="*/ 0 w 157158"/>
                  <a:gd name="connsiteY15" fmla="*/ 289274 h 297659"/>
                  <a:gd name="connsiteX16" fmla="*/ 0 w 157158"/>
                  <a:gd name="connsiteY16" fmla="*/ 59592 h 297659"/>
                  <a:gd name="connsiteX17" fmla="*/ 61324 w 157158"/>
                  <a:gd name="connsiteY17" fmla="*/ 0 h 297659"/>
                  <a:gd name="connsiteX18" fmla="*/ 149146 w 157158"/>
                  <a:gd name="connsiteY18" fmla="*/ 0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7158" h="297659">
                    <a:moveTo>
                      <a:pt x="149146" y="599"/>
                    </a:moveTo>
                    <a:cubicBezTo>
                      <a:pt x="154693" y="599"/>
                      <a:pt x="157158" y="2695"/>
                      <a:pt x="157158" y="8385"/>
                    </a:cubicBezTo>
                    <a:lnTo>
                      <a:pt x="157158" y="26652"/>
                    </a:lnTo>
                    <a:cubicBezTo>
                      <a:pt x="157158" y="32342"/>
                      <a:pt x="154384" y="34437"/>
                      <a:pt x="149146" y="34437"/>
                    </a:cubicBezTo>
                    <a:lnTo>
                      <a:pt x="67794" y="34437"/>
                    </a:lnTo>
                    <a:cubicBezTo>
                      <a:pt x="53003" y="34437"/>
                      <a:pt x="40985" y="46116"/>
                      <a:pt x="40985" y="60491"/>
                    </a:cubicBezTo>
                    <a:lnTo>
                      <a:pt x="40985" y="126370"/>
                    </a:lnTo>
                    <a:lnTo>
                      <a:pt x="141751" y="126370"/>
                    </a:lnTo>
                    <a:cubicBezTo>
                      <a:pt x="147606" y="126370"/>
                      <a:pt x="149763" y="128467"/>
                      <a:pt x="149763" y="134156"/>
                    </a:cubicBezTo>
                    <a:lnTo>
                      <a:pt x="149763" y="153022"/>
                    </a:lnTo>
                    <a:cubicBezTo>
                      <a:pt x="149763" y="158412"/>
                      <a:pt x="147606" y="160808"/>
                      <a:pt x="141751" y="160808"/>
                    </a:cubicBezTo>
                    <a:lnTo>
                      <a:pt x="40985" y="160808"/>
                    </a:lnTo>
                    <a:lnTo>
                      <a:pt x="40985" y="289274"/>
                    </a:lnTo>
                    <a:cubicBezTo>
                      <a:pt x="40985" y="294964"/>
                      <a:pt x="39136" y="297659"/>
                      <a:pt x="33281" y="297659"/>
                    </a:cubicBezTo>
                    <a:lnTo>
                      <a:pt x="7704" y="297659"/>
                    </a:lnTo>
                    <a:cubicBezTo>
                      <a:pt x="2157" y="297659"/>
                      <a:pt x="0" y="294964"/>
                      <a:pt x="0" y="289274"/>
                    </a:cubicBezTo>
                    <a:lnTo>
                      <a:pt x="0" y="59592"/>
                    </a:lnTo>
                    <a:cubicBezTo>
                      <a:pt x="0" y="26652"/>
                      <a:pt x="27426" y="0"/>
                      <a:pt x="61324" y="0"/>
                    </a:cubicBezTo>
                    <a:lnTo>
                      <a:pt x="149146" y="0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0" name="手繪多邊形: 圖案 769">
                <a:extLst>
                  <a:ext uri="{FF2B5EF4-FFF2-40B4-BE49-F238E27FC236}">
                    <a16:creationId xmlns:a16="http://schemas.microsoft.com/office/drawing/2014/main" id="{F308C95C-12A1-11C0-274F-FAE7895859FB}"/>
                  </a:ext>
                </a:extLst>
              </p:cNvPr>
              <p:cNvSpPr/>
              <p:nvPr/>
            </p:nvSpPr>
            <p:spPr>
              <a:xfrm>
                <a:off x="40244615" y="29496308"/>
                <a:ext cx="198130" cy="297359"/>
              </a:xfrm>
              <a:custGeom>
                <a:avLst/>
                <a:gdLst>
                  <a:gd name="connsiteX0" fmla="*/ 112069 w 198130"/>
                  <a:gd name="connsiteY0" fmla="*/ 0 h 297359"/>
                  <a:gd name="connsiteX1" fmla="*/ 122547 w 198130"/>
                  <a:gd name="connsiteY1" fmla="*/ 7785 h 297359"/>
                  <a:gd name="connsiteX2" fmla="*/ 197736 w 198130"/>
                  <a:gd name="connsiteY2" fmla="*/ 289573 h 297359"/>
                  <a:gd name="connsiteX3" fmla="*/ 191572 w 198130"/>
                  <a:gd name="connsiteY3" fmla="*/ 297359 h 297359"/>
                  <a:gd name="connsiteX4" fmla="*/ 165995 w 198130"/>
                  <a:gd name="connsiteY4" fmla="*/ 297359 h 297359"/>
                  <a:gd name="connsiteX5" fmla="*/ 156443 w 198130"/>
                  <a:gd name="connsiteY5" fmla="*/ 289573 h 297359"/>
                  <a:gd name="connsiteX6" fmla="*/ 137954 w 198130"/>
                  <a:gd name="connsiteY6" fmla="*/ 219501 h 297359"/>
                  <a:gd name="connsiteX7" fmla="*/ 57834 w 198130"/>
                  <a:gd name="connsiteY7" fmla="*/ 219501 h 297359"/>
                  <a:gd name="connsiteX8" fmla="*/ 39960 w 198130"/>
                  <a:gd name="connsiteY8" fmla="*/ 289573 h 297359"/>
                  <a:gd name="connsiteX9" fmla="*/ 30408 w 198130"/>
                  <a:gd name="connsiteY9" fmla="*/ 297359 h 297359"/>
                  <a:gd name="connsiteX10" fmla="*/ 6681 w 198130"/>
                  <a:gd name="connsiteY10" fmla="*/ 297359 h 297359"/>
                  <a:gd name="connsiteX11" fmla="*/ 518 w 198130"/>
                  <a:gd name="connsiteY11" fmla="*/ 289573 h 297359"/>
                  <a:gd name="connsiteX12" fmla="*/ 76016 w 198130"/>
                  <a:gd name="connsiteY12" fmla="*/ 7785 h 297359"/>
                  <a:gd name="connsiteX13" fmla="*/ 86492 w 198130"/>
                  <a:gd name="connsiteY13" fmla="*/ 0 h 297359"/>
                  <a:gd name="connsiteX14" fmla="*/ 112686 w 198130"/>
                  <a:gd name="connsiteY14" fmla="*/ 0 h 297359"/>
                  <a:gd name="connsiteX15" fmla="*/ 108063 w 198130"/>
                  <a:gd name="connsiteY15" fmla="*/ 104810 h 297359"/>
                  <a:gd name="connsiteX16" fmla="*/ 98202 w 198130"/>
                  <a:gd name="connsiteY16" fmla="*/ 47613 h 297359"/>
                  <a:gd name="connsiteX17" fmla="*/ 87725 w 198130"/>
                  <a:gd name="connsiteY17" fmla="*/ 104510 h 297359"/>
                  <a:gd name="connsiteX18" fmla="*/ 65229 w 198130"/>
                  <a:gd name="connsiteY18" fmla="*/ 187160 h 297359"/>
                  <a:gd name="connsiteX19" fmla="*/ 129942 w 198130"/>
                  <a:gd name="connsiteY19" fmla="*/ 187160 h 297359"/>
                  <a:gd name="connsiteX20" fmla="*/ 107754 w 198130"/>
                  <a:gd name="connsiteY20" fmla="*/ 104810 h 297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30" h="297359">
                    <a:moveTo>
                      <a:pt x="112069" y="0"/>
                    </a:moveTo>
                    <a:cubicBezTo>
                      <a:pt x="117615" y="0"/>
                      <a:pt x="121004" y="2695"/>
                      <a:pt x="122547" y="7785"/>
                    </a:cubicBezTo>
                    <a:lnTo>
                      <a:pt x="197736" y="289573"/>
                    </a:lnTo>
                    <a:cubicBezTo>
                      <a:pt x="198968" y="294963"/>
                      <a:pt x="197427" y="297359"/>
                      <a:pt x="191572" y="297359"/>
                    </a:cubicBezTo>
                    <a:lnTo>
                      <a:pt x="165995" y="297359"/>
                    </a:lnTo>
                    <a:cubicBezTo>
                      <a:pt x="160140" y="297359"/>
                      <a:pt x="157983" y="294365"/>
                      <a:pt x="156443" y="289573"/>
                    </a:cubicBezTo>
                    <a:lnTo>
                      <a:pt x="137954" y="219501"/>
                    </a:lnTo>
                    <a:lnTo>
                      <a:pt x="57834" y="219501"/>
                    </a:lnTo>
                    <a:lnTo>
                      <a:pt x="39960" y="289573"/>
                    </a:lnTo>
                    <a:cubicBezTo>
                      <a:pt x="38729" y="294365"/>
                      <a:pt x="35956" y="297359"/>
                      <a:pt x="30408" y="297359"/>
                    </a:cubicBezTo>
                    <a:lnTo>
                      <a:pt x="6681" y="297359"/>
                    </a:lnTo>
                    <a:cubicBezTo>
                      <a:pt x="827" y="297359"/>
                      <a:pt x="-1022" y="294664"/>
                      <a:pt x="518" y="289573"/>
                    </a:cubicBezTo>
                    <a:lnTo>
                      <a:pt x="76016" y="7785"/>
                    </a:lnTo>
                    <a:cubicBezTo>
                      <a:pt x="77247" y="2395"/>
                      <a:pt x="80637" y="0"/>
                      <a:pt x="86492" y="0"/>
                    </a:cubicBezTo>
                    <a:lnTo>
                      <a:pt x="112686" y="0"/>
                    </a:lnTo>
                    <a:close/>
                    <a:moveTo>
                      <a:pt x="108063" y="104810"/>
                    </a:moveTo>
                    <a:cubicBezTo>
                      <a:pt x="104982" y="93729"/>
                      <a:pt x="99435" y="61388"/>
                      <a:pt x="98202" y="47613"/>
                    </a:cubicBezTo>
                    <a:cubicBezTo>
                      <a:pt x="96044" y="63783"/>
                      <a:pt x="91115" y="92232"/>
                      <a:pt x="87725" y="104510"/>
                    </a:cubicBezTo>
                    <a:lnTo>
                      <a:pt x="65229" y="187160"/>
                    </a:lnTo>
                    <a:lnTo>
                      <a:pt x="129942" y="187160"/>
                    </a:lnTo>
                    <a:lnTo>
                      <a:pt x="107754" y="104810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1" name="手繪多邊形: 圖案 770">
                <a:extLst>
                  <a:ext uri="{FF2B5EF4-FFF2-40B4-BE49-F238E27FC236}">
                    <a16:creationId xmlns:a16="http://schemas.microsoft.com/office/drawing/2014/main" id="{BB958D28-29A8-915D-ED56-B813A9EDBD5A}"/>
                  </a:ext>
                </a:extLst>
              </p:cNvPr>
              <p:cNvSpPr/>
              <p:nvPr/>
            </p:nvSpPr>
            <p:spPr>
              <a:xfrm>
                <a:off x="40622311" y="29496008"/>
                <a:ext cx="178419" cy="297659"/>
              </a:xfrm>
              <a:custGeom>
                <a:avLst/>
                <a:gdLst>
                  <a:gd name="connsiteX0" fmla="*/ 178419 w 178419"/>
                  <a:gd name="connsiteY0" fmla="*/ 289873 h 297659"/>
                  <a:gd name="connsiteX1" fmla="*/ 170715 w 178419"/>
                  <a:gd name="connsiteY1" fmla="*/ 297659 h 297659"/>
                  <a:gd name="connsiteX2" fmla="*/ 147297 w 178419"/>
                  <a:gd name="connsiteY2" fmla="*/ 297659 h 297659"/>
                  <a:gd name="connsiteX3" fmla="*/ 139285 w 178419"/>
                  <a:gd name="connsiteY3" fmla="*/ 292868 h 297659"/>
                  <a:gd name="connsiteX4" fmla="*/ 51461 w 178419"/>
                  <a:gd name="connsiteY4" fmla="*/ 115589 h 297659"/>
                  <a:gd name="connsiteX5" fmla="*/ 37902 w 178419"/>
                  <a:gd name="connsiteY5" fmla="*/ 84447 h 297659"/>
                  <a:gd name="connsiteX6" fmla="*/ 37902 w 178419"/>
                  <a:gd name="connsiteY6" fmla="*/ 289574 h 297659"/>
                  <a:gd name="connsiteX7" fmla="*/ 30198 w 178419"/>
                  <a:gd name="connsiteY7" fmla="*/ 297359 h 297659"/>
                  <a:gd name="connsiteX8" fmla="*/ 7704 w 178419"/>
                  <a:gd name="connsiteY8" fmla="*/ 297359 h 297659"/>
                  <a:gd name="connsiteX9" fmla="*/ 0 w 178419"/>
                  <a:gd name="connsiteY9" fmla="*/ 289574 h 297659"/>
                  <a:gd name="connsiteX10" fmla="*/ 0 w 178419"/>
                  <a:gd name="connsiteY10" fmla="*/ 7786 h 297659"/>
                  <a:gd name="connsiteX11" fmla="*/ 7704 w 178419"/>
                  <a:gd name="connsiteY11" fmla="*/ 0 h 297659"/>
                  <a:gd name="connsiteX12" fmla="*/ 31432 w 178419"/>
                  <a:gd name="connsiteY12" fmla="*/ 0 h 297659"/>
                  <a:gd name="connsiteX13" fmla="*/ 38519 w 178419"/>
                  <a:gd name="connsiteY13" fmla="*/ 4492 h 297659"/>
                  <a:gd name="connsiteX14" fmla="*/ 128499 w 178419"/>
                  <a:gd name="connsiteY14" fmla="*/ 184165 h 297659"/>
                  <a:gd name="connsiteX15" fmla="*/ 140209 w 178419"/>
                  <a:gd name="connsiteY15" fmla="*/ 212014 h 297659"/>
                  <a:gd name="connsiteX16" fmla="*/ 140209 w 178419"/>
                  <a:gd name="connsiteY16" fmla="*/ 7786 h 297659"/>
                  <a:gd name="connsiteX17" fmla="*/ 148221 w 178419"/>
                  <a:gd name="connsiteY17" fmla="*/ 0 h 297659"/>
                  <a:gd name="connsiteX18" fmla="*/ 170409 w 178419"/>
                  <a:gd name="connsiteY18" fmla="*/ 0 h 297659"/>
                  <a:gd name="connsiteX19" fmla="*/ 178112 w 178419"/>
                  <a:gd name="connsiteY19" fmla="*/ 7786 h 297659"/>
                  <a:gd name="connsiteX20" fmla="*/ 178112 w 178419"/>
                  <a:gd name="connsiteY20" fmla="*/ 2895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19" h="297659">
                    <a:moveTo>
                      <a:pt x="178419" y="289873"/>
                    </a:moveTo>
                    <a:cubicBezTo>
                      <a:pt x="178419" y="295263"/>
                      <a:pt x="176570" y="297659"/>
                      <a:pt x="170715" y="297659"/>
                    </a:cubicBezTo>
                    <a:lnTo>
                      <a:pt x="147297" y="297659"/>
                    </a:lnTo>
                    <a:cubicBezTo>
                      <a:pt x="142674" y="297659"/>
                      <a:pt x="141134" y="296461"/>
                      <a:pt x="139285" y="292868"/>
                    </a:cubicBezTo>
                    <a:lnTo>
                      <a:pt x="51461" y="115589"/>
                    </a:lnTo>
                    <a:cubicBezTo>
                      <a:pt x="46531" y="106008"/>
                      <a:pt x="40985" y="94029"/>
                      <a:pt x="37902" y="84447"/>
                    </a:cubicBezTo>
                    <a:lnTo>
                      <a:pt x="37902" y="289574"/>
                    </a:lnTo>
                    <a:cubicBezTo>
                      <a:pt x="37902" y="294964"/>
                      <a:pt x="35747" y="297359"/>
                      <a:pt x="30198" y="297359"/>
                    </a:cubicBezTo>
                    <a:lnTo>
                      <a:pt x="7704" y="297359"/>
                    </a:lnTo>
                    <a:cubicBezTo>
                      <a:pt x="2157" y="297359"/>
                      <a:pt x="0" y="294664"/>
                      <a:pt x="0" y="289574"/>
                    </a:cubicBezTo>
                    <a:lnTo>
                      <a:pt x="0" y="7786"/>
                    </a:lnTo>
                    <a:cubicBezTo>
                      <a:pt x="0" y="2395"/>
                      <a:pt x="2157" y="0"/>
                      <a:pt x="7704" y="0"/>
                    </a:cubicBezTo>
                    <a:lnTo>
                      <a:pt x="31432" y="0"/>
                    </a:lnTo>
                    <a:cubicBezTo>
                      <a:pt x="35438" y="0"/>
                      <a:pt x="37287" y="1198"/>
                      <a:pt x="38519" y="4492"/>
                    </a:cubicBezTo>
                    <a:lnTo>
                      <a:pt x="128499" y="184165"/>
                    </a:lnTo>
                    <a:cubicBezTo>
                      <a:pt x="132196" y="191651"/>
                      <a:pt x="138051" y="205726"/>
                      <a:pt x="140209" y="212014"/>
                    </a:cubicBezTo>
                    <a:lnTo>
                      <a:pt x="140209" y="7786"/>
                    </a:lnTo>
                    <a:cubicBezTo>
                      <a:pt x="140209" y="2395"/>
                      <a:pt x="142983" y="0"/>
                      <a:pt x="148221" y="0"/>
                    </a:cubicBezTo>
                    <a:lnTo>
                      <a:pt x="170409" y="0"/>
                    </a:lnTo>
                    <a:cubicBezTo>
                      <a:pt x="176264" y="0"/>
                      <a:pt x="178112" y="2695"/>
                      <a:pt x="178112" y="7786"/>
                    </a:cubicBezTo>
                    <a:lnTo>
                      <a:pt x="178112" y="2895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2" name="手繪多邊形: 圖案 771">
                <a:extLst>
                  <a:ext uri="{FF2B5EF4-FFF2-40B4-BE49-F238E27FC236}">
                    <a16:creationId xmlns:a16="http://schemas.microsoft.com/office/drawing/2014/main" id="{4ED24410-5D54-B41A-5F39-5964CA9B0FDD}"/>
                  </a:ext>
                </a:extLst>
              </p:cNvPr>
              <p:cNvSpPr/>
              <p:nvPr/>
            </p:nvSpPr>
            <p:spPr>
              <a:xfrm>
                <a:off x="41000105" y="29493013"/>
                <a:ext cx="173180" cy="304247"/>
              </a:xfrm>
              <a:custGeom>
                <a:avLst/>
                <a:gdLst>
                  <a:gd name="connsiteX0" fmla="*/ 164554 w 173180"/>
                  <a:gd name="connsiteY0" fmla="*/ 153321 h 304247"/>
                  <a:gd name="connsiteX1" fmla="*/ 173181 w 173180"/>
                  <a:gd name="connsiteY1" fmla="*/ 160808 h 304247"/>
                  <a:gd name="connsiteX2" fmla="*/ 173181 w 173180"/>
                  <a:gd name="connsiteY2" fmla="*/ 240463 h 304247"/>
                  <a:gd name="connsiteX3" fmla="*/ 86899 w 173180"/>
                  <a:gd name="connsiteY3" fmla="*/ 304247 h 304247"/>
                  <a:gd name="connsiteX4" fmla="*/ 0 w 173180"/>
                  <a:gd name="connsiteY4" fmla="*/ 240463 h 304247"/>
                  <a:gd name="connsiteX5" fmla="*/ 0 w 173180"/>
                  <a:gd name="connsiteY5" fmla="*/ 63784 h 304247"/>
                  <a:gd name="connsiteX6" fmla="*/ 86899 w 173180"/>
                  <a:gd name="connsiteY6" fmla="*/ 0 h 304247"/>
                  <a:gd name="connsiteX7" fmla="*/ 173181 w 173180"/>
                  <a:gd name="connsiteY7" fmla="*/ 63784 h 304247"/>
                  <a:gd name="connsiteX8" fmla="*/ 173181 w 173180"/>
                  <a:gd name="connsiteY8" fmla="*/ 86243 h 304247"/>
                  <a:gd name="connsiteX9" fmla="*/ 165477 w 173180"/>
                  <a:gd name="connsiteY9" fmla="*/ 94030 h 304247"/>
                  <a:gd name="connsiteX10" fmla="*/ 141134 w 173180"/>
                  <a:gd name="connsiteY10" fmla="*/ 94030 h 304247"/>
                  <a:gd name="connsiteX11" fmla="*/ 133122 w 173180"/>
                  <a:gd name="connsiteY11" fmla="*/ 86243 h 304247"/>
                  <a:gd name="connsiteX12" fmla="*/ 133122 w 173180"/>
                  <a:gd name="connsiteY12" fmla="*/ 67378 h 304247"/>
                  <a:gd name="connsiteX13" fmla="*/ 86899 w 173180"/>
                  <a:gd name="connsiteY13" fmla="*/ 34138 h 304247"/>
                  <a:gd name="connsiteX14" fmla="*/ 41293 w 173180"/>
                  <a:gd name="connsiteY14" fmla="*/ 67378 h 304247"/>
                  <a:gd name="connsiteX15" fmla="*/ 41293 w 173180"/>
                  <a:gd name="connsiteY15" fmla="*/ 237169 h 304247"/>
                  <a:gd name="connsiteX16" fmla="*/ 86899 w 173180"/>
                  <a:gd name="connsiteY16" fmla="*/ 270408 h 304247"/>
                  <a:gd name="connsiteX17" fmla="*/ 133122 w 173180"/>
                  <a:gd name="connsiteY17" fmla="*/ 237468 h 304247"/>
                  <a:gd name="connsiteX18" fmla="*/ 133122 w 173180"/>
                  <a:gd name="connsiteY18" fmla="*/ 187460 h 304247"/>
                  <a:gd name="connsiteX19" fmla="*/ 90905 w 173180"/>
                  <a:gd name="connsiteY19" fmla="*/ 187460 h 304247"/>
                  <a:gd name="connsiteX20" fmla="*/ 82893 w 173180"/>
                  <a:gd name="connsiteY20" fmla="*/ 179673 h 304247"/>
                  <a:gd name="connsiteX21" fmla="*/ 82893 w 173180"/>
                  <a:gd name="connsiteY21" fmla="*/ 160808 h 304247"/>
                  <a:gd name="connsiteX22" fmla="*/ 90905 w 173180"/>
                  <a:gd name="connsiteY22" fmla="*/ 153321 h 304247"/>
                  <a:gd name="connsiteX23" fmla="*/ 164860 w 173180"/>
                  <a:gd name="connsiteY23" fmla="*/ 153321 h 30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3180" h="304247">
                    <a:moveTo>
                      <a:pt x="164554" y="153321"/>
                    </a:moveTo>
                    <a:cubicBezTo>
                      <a:pt x="170407" y="153321"/>
                      <a:pt x="173181" y="155418"/>
                      <a:pt x="173181" y="160808"/>
                    </a:cubicBezTo>
                    <a:lnTo>
                      <a:pt x="173181" y="240463"/>
                    </a:lnTo>
                    <a:cubicBezTo>
                      <a:pt x="173181" y="274601"/>
                      <a:pt x="153767" y="304247"/>
                      <a:pt x="86899" y="304247"/>
                    </a:cubicBezTo>
                    <a:cubicBezTo>
                      <a:pt x="20031" y="304247"/>
                      <a:pt x="0" y="274601"/>
                      <a:pt x="0" y="240463"/>
                    </a:cubicBezTo>
                    <a:lnTo>
                      <a:pt x="0" y="63784"/>
                    </a:lnTo>
                    <a:cubicBezTo>
                      <a:pt x="0" y="29646"/>
                      <a:pt x="19414" y="0"/>
                      <a:pt x="86899" y="0"/>
                    </a:cubicBezTo>
                    <a:cubicBezTo>
                      <a:pt x="154384" y="0"/>
                      <a:pt x="173181" y="29646"/>
                      <a:pt x="173181" y="63784"/>
                    </a:cubicBezTo>
                    <a:lnTo>
                      <a:pt x="173181" y="86243"/>
                    </a:lnTo>
                    <a:cubicBezTo>
                      <a:pt x="173181" y="91633"/>
                      <a:pt x="171024" y="94030"/>
                      <a:pt x="165477" y="94030"/>
                    </a:cubicBezTo>
                    <a:lnTo>
                      <a:pt x="141134" y="94030"/>
                    </a:lnTo>
                    <a:cubicBezTo>
                      <a:pt x="135279" y="94030"/>
                      <a:pt x="133122" y="91335"/>
                      <a:pt x="133122" y="86243"/>
                    </a:cubicBezTo>
                    <a:lnTo>
                      <a:pt x="133122" y="67378"/>
                    </a:lnTo>
                    <a:cubicBezTo>
                      <a:pt x="133122" y="46715"/>
                      <a:pt x="120486" y="34138"/>
                      <a:pt x="86899" y="34138"/>
                    </a:cubicBezTo>
                    <a:cubicBezTo>
                      <a:pt x="53310" y="34138"/>
                      <a:pt x="41293" y="46715"/>
                      <a:pt x="41293" y="67378"/>
                    </a:cubicBezTo>
                    <a:lnTo>
                      <a:pt x="41293" y="237169"/>
                    </a:lnTo>
                    <a:cubicBezTo>
                      <a:pt x="41293" y="257232"/>
                      <a:pt x="53310" y="270408"/>
                      <a:pt x="86899" y="270408"/>
                    </a:cubicBezTo>
                    <a:cubicBezTo>
                      <a:pt x="120486" y="270408"/>
                      <a:pt x="133122" y="257832"/>
                      <a:pt x="133122" y="237468"/>
                    </a:cubicBezTo>
                    <a:lnTo>
                      <a:pt x="133122" y="187460"/>
                    </a:lnTo>
                    <a:lnTo>
                      <a:pt x="90905" y="187460"/>
                    </a:lnTo>
                    <a:cubicBezTo>
                      <a:pt x="85359" y="187460"/>
                      <a:pt x="82893" y="185363"/>
                      <a:pt x="82893" y="179673"/>
                    </a:cubicBezTo>
                    <a:lnTo>
                      <a:pt x="82893" y="160808"/>
                    </a:lnTo>
                    <a:cubicBezTo>
                      <a:pt x="82893" y="155418"/>
                      <a:pt x="85665" y="153321"/>
                      <a:pt x="90905" y="153321"/>
                    </a:cubicBezTo>
                    <a:lnTo>
                      <a:pt x="164860" y="153321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3" name="手繪多邊形: 圖案 772">
                <a:extLst>
                  <a:ext uri="{FF2B5EF4-FFF2-40B4-BE49-F238E27FC236}">
                    <a16:creationId xmlns:a16="http://schemas.microsoft.com/office/drawing/2014/main" id="{C163EEEF-2D14-ACA2-AB2F-E37C51992AC5}"/>
                  </a:ext>
                </a:extLst>
              </p:cNvPr>
              <p:cNvSpPr/>
              <p:nvPr/>
            </p:nvSpPr>
            <p:spPr>
              <a:xfrm>
                <a:off x="41591448" y="29496008"/>
                <a:ext cx="177778" cy="297659"/>
              </a:xfrm>
              <a:custGeom>
                <a:avLst/>
                <a:gdLst>
                  <a:gd name="connsiteX0" fmla="*/ 86591 w 177778"/>
                  <a:gd name="connsiteY0" fmla="*/ 300 h 297659"/>
                  <a:gd name="connsiteX1" fmla="*/ 175338 w 177778"/>
                  <a:gd name="connsiteY1" fmla="*/ 64083 h 297659"/>
                  <a:gd name="connsiteX2" fmla="*/ 175338 w 177778"/>
                  <a:gd name="connsiteY2" fmla="*/ 116189 h 297659"/>
                  <a:gd name="connsiteX3" fmla="*/ 131273 w 177778"/>
                  <a:gd name="connsiteY3" fmla="*/ 173385 h 297659"/>
                  <a:gd name="connsiteX4" fmla="*/ 177187 w 177778"/>
                  <a:gd name="connsiteY4" fmla="*/ 289274 h 297659"/>
                  <a:gd name="connsiteX5" fmla="*/ 169483 w 177778"/>
                  <a:gd name="connsiteY5" fmla="*/ 297659 h 297659"/>
                  <a:gd name="connsiteX6" fmla="*/ 141440 w 177778"/>
                  <a:gd name="connsiteY6" fmla="*/ 297659 h 297659"/>
                  <a:gd name="connsiteX7" fmla="*/ 132505 w 177778"/>
                  <a:gd name="connsiteY7" fmla="*/ 289274 h 297659"/>
                  <a:gd name="connsiteX8" fmla="*/ 89671 w 177778"/>
                  <a:gd name="connsiteY8" fmla="*/ 179075 h 297659"/>
                  <a:gd name="connsiteX9" fmla="*/ 40676 w 177778"/>
                  <a:gd name="connsiteY9" fmla="*/ 179075 h 297659"/>
                  <a:gd name="connsiteX10" fmla="*/ 40676 w 177778"/>
                  <a:gd name="connsiteY10" fmla="*/ 289274 h 297659"/>
                  <a:gd name="connsiteX11" fmla="*/ 32972 w 177778"/>
                  <a:gd name="connsiteY11" fmla="*/ 297659 h 297659"/>
                  <a:gd name="connsiteX12" fmla="*/ 7704 w 177778"/>
                  <a:gd name="connsiteY12" fmla="*/ 297659 h 297659"/>
                  <a:gd name="connsiteX13" fmla="*/ 0 w 177778"/>
                  <a:gd name="connsiteY13" fmla="*/ 289274 h 297659"/>
                  <a:gd name="connsiteX14" fmla="*/ 0 w 177778"/>
                  <a:gd name="connsiteY14" fmla="*/ 59591 h 297659"/>
                  <a:gd name="connsiteX15" fmla="*/ 61322 w 177778"/>
                  <a:gd name="connsiteY15" fmla="*/ 0 h 297659"/>
                  <a:gd name="connsiteX16" fmla="*/ 86591 w 177778"/>
                  <a:gd name="connsiteY16" fmla="*/ 0 h 297659"/>
                  <a:gd name="connsiteX17" fmla="*/ 40676 w 177778"/>
                  <a:gd name="connsiteY17" fmla="*/ 60490 h 297659"/>
                  <a:gd name="connsiteX18" fmla="*/ 40676 w 177778"/>
                  <a:gd name="connsiteY18" fmla="*/ 145236 h 297659"/>
                  <a:gd name="connsiteX19" fmla="*/ 86591 w 177778"/>
                  <a:gd name="connsiteY19" fmla="*/ 145236 h 297659"/>
                  <a:gd name="connsiteX20" fmla="*/ 134662 w 177778"/>
                  <a:gd name="connsiteY20" fmla="*/ 111996 h 297659"/>
                  <a:gd name="connsiteX21" fmla="*/ 134662 w 177778"/>
                  <a:gd name="connsiteY21" fmla="*/ 68276 h 297659"/>
                  <a:gd name="connsiteX22" fmla="*/ 86591 w 177778"/>
                  <a:gd name="connsiteY22" fmla="*/ 34737 h 297659"/>
                  <a:gd name="connsiteX23" fmla="*/ 67485 w 177778"/>
                  <a:gd name="connsiteY23" fmla="*/ 34737 h 297659"/>
                  <a:gd name="connsiteX24" fmla="*/ 40676 w 177778"/>
                  <a:gd name="connsiteY24" fmla="*/ 60789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7778" h="297659">
                    <a:moveTo>
                      <a:pt x="86591" y="300"/>
                    </a:moveTo>
                    <a:cubicBezTo>
                      <a:pt x="153767" y="300"/>
                      <a:pt x="175338" y="29946"/>
                      <a:pt x="175338" y="64083"/>
                    </a:cubicBezTo>
                    <a:lnTo>
                      <a:pt x="175338" y="116189"/>
                    </a:lnTo>
                    <a:cubicBezTo>
                      <a:pt x="175338" y="141043"/>
                      <a:pt x="163628" y="163503"/>
                      <a:pt x="131273" y="173385"/>
                    </a:cubicBezTo>
                    <a:lnTo>
                      <a:pt x="177187" y="289274"/>
                    </a:lnTo>
                    <a:cubicBezTo>
                      <a:pt x="179344" y="294664"/>
                      <a:pt x="175338" y="297659"/>
                      <a:pt x="169483" y="297659"/>
                    </a:cubicBezTo>
                    <a:lnTo>
                      <a:pt x="141440" y="297659"/>
                    </a:lnTo>
                    <a:cubicBezTo>
                      <a:pt x="135894" y="297659"/>
                      <a:pt x="134662" y="294664"/>
                      <a:pt x="132505" y="289274"/>
                    </a:cubicBezTo>
                    <a:lnTo>
                      <a:pt x="89671" y="179075"/>
                    </a:lnTo>
                    <a:lnTo>
                      <a:pt x="40676" y="179075"/>
                    </a:lnTo>
                    <a:lnTo>
                      <a:pt x="40676" y="289274"/>
                    </a:lnTo>
                    <a:cubicBezTo>
                      <a:pt x="40676" y="294964"/>
                      <a:pt x="38827" y="297659"/>
                      <a:pt x="32972" y="297659"/>
                    </a:cubicBezTo>
                    <a:lnTo>
                      <a:pt x="7704" y="297659"/>
                    </a:lnTo>
                    <a:cubicBezTo>
                      <a:pt x="2157" y="297659"/>
                      <a:pt x="0" y="294964"/>
                      <a:pt x="0" y="289274"/>
                    </a:cubicBezTo>
                    <a:lnTo>
                      <a:pt x="0" y="59591"/>
                    </a:lnTo>
                    <a:cubicBezTo>
                      <a:pt x="0" y="26651"/>
                      <a:pt x="27426" y="0"/>
                      <a:pt x="61322" y="0"/>
                    </a:cubicBezTo>
                    <a:lnTo>
                      <a:pt x="86591" y="0"/>
                    </a:lnTo>
                    <a:close/>
                    <a:moveTo>
                      <a:pt x="40676" y="60490"/>
                    </a:moveTo>
                    <a:lnTo>
                      <a:pt x="40676" y="145236"/>
                    </a:lnTo>
                    <a:lnTo>
                      <a:pt x="86591" y="145236"/>
                    </a:lnTo>
                    <a:cubicBezTo>
                      <a:pt x="120486" y="145236"/>
                      <a:pt x="134662" y="132659"/>
                      <a:pt x="134662" y="111996"/>
                    </a:cubicBezTo>
                    <a:lnTo>
                      <a:pt x="134662" y="68276"/>
                    </a:lnTo>
                    <a:cubicBezTo>
                      <a:pt x="134662" y="47613"/>
                      <a:pt x="120180" y="34737"/>
                      <a:pt x="86591" y="34737"/>
                    </a:cubicBezTo>
                    <a:lnTo>
                      <a:pt x="67485" y="34737"/>
                    </a:lnTo>
                    <a:cubicBezTo>
                      <a:pt x="52695" y="34737"/>
                      <a:pt x="40676" y="46415"/>
                      <a:pt x="40676" y="6078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4" name="手繪多邊形: 圖案 773">
                <a:extLst>
                  <a:ext uri="{FF2B5EF4-FFF2-40B4-BE49-F238E27FC236}">
                    <a16:creationId xmlns:a16="http://schemas.microsoft.com/office/drawing/2014/main" id="{65AC3913-946C-467F-36FC-D65D5F8718EA}"/>
                  </a:ext>
                </a:extLst>
              </p:cNvPr>
              <p:cNvSpPr/>
              <p:nvPr/>
            </p:nvSpPr>
            <p:spPr>
              <a:xfrm>
                <a:off x="41962153" y="29496008"/>
                <a:ext cx="151920" cy="296760"/>
              </a:xfrm>
              <a:custGeom>
                <a:avLst/>
                <a:gdLst>
                  <a:gd name="connsiteX0" fmla="*/ 0 w 151920"/>
                  <a:gd name="connsiteY0" fmla="*/ 238068 h 296760"/>
                  <a:gd name="connsiteX1" fmla="*/ 0 w 151920"/>
                  <a:gd name="connsiteY1" fmla="*/ 59591 h 296760"/>
                  <a:gd name="connsiteX2" fmla="*/ 61324 w 151920"/>
                  <a:gd name="connsiteY2" fmla="*/ 0 h 296760"/>
                  <a:gd name="connsiteX3" fmla="*/ 139285 w 151920"/>
                  <a:gd name="connsiteY3" fmla="*/ 0 h 296760"/>
                  <a:gd name="connsiteX4" fmla="*/ 147297 w 151920"/>
                  <a:gd name="connsiteY4" fmla="*/ 7786 h 296760"/>
                  <a:gd name="connsiteX5" fmla="*/ 147297 w 151920"/>
                  <a:gd name="connsiteY5" fmla="*/ 26053 h 296760"/>
                  <a:gd name="connsiteX6" fmla="*/ 139285 w 151920"/>
                  <a:gd name="connsiteY6" fmla="*/ 33839 h 296760"/>
                  <a:gd name="connsiteX7" fmla="*/ 68102 w 151920"/>
                  <a:gd name="connsiteY7" fmla="*/ 33839 h 296760"/>
                  <a:gd name="connsiteX8" fmla="*/ 41293 w 151920"/>
                  <a:gd name="connsiteY8" fmla="*/ 59891 h 296760"/>
                  <a:gd name="connsiteX9" fmla="*/ 41293 w 151920"/>
                  <a:gd name="connsiteY9" fmla="*/ 125172 h 296760"/>
                  <a:gd name="connsiteX10" fmla="*/ 132813 w 151920"/>
                  <a:gd name="connsiteY10" fmla="*/ 125172 h 296760"/>
                  <a:gd name="connsiteX11" fmla="*/ 141442 w 151920"/>
                  <a:gd name="connsiteY11" fmla="*/ 132958 h 296760"/>
                  <a:gd name="connsiteX12" fmla="*/ 141442 w 151920"/>
                  <a:gd name="connsiteY12" fmla="*/ 150326 h 296760"/>
                  <a:gd name="connsiteX13" fmla="*/ 132813 w 151920"/>
                  <a:gd name="connsiteY13" fmla="*/ 158113 h 296760"/>
                  <a:gd name="connsiteX14" fmla="*/ 41293 w 151920"/>
                  <a:gd name="connsiteY14" fmla="*/ 158113 h 296760"/>
                  <a:gd name="connsiteX15" fmla="*/ 41293 w 151920"/>
                  <a:gd name="connsiteY15" fmla="*/ 236570 h 296760"/>
                  <a:gd name="connsiteX16" fmla="*/ 68102 w 151920"/>
                  <a:gd name="connsiteY16" fmla="*/ 262622 h 296760"/>
                  <a:gd name="connsiteX17" fmla="*/ 143908 w 151920"/>
                  <a:gd name="connsiteY17" fmla="*/ 262622 h 296760"/>
                  <a:gd name="connsiteX18" fmla="*/ 151920 w 151920"/>
                  <a:gd name="connsiteY18" fmla="*/ 270109 h 296760"/>
                  <a:gd name="connsiteX19" fmla="*/ 151920 w 151920"/>
                  <a:gd name="connsiteY19" fmla="*/ 288975 h 296760"/>
                  <a:gd name="connsiteX20" fmla="*/ 143908 w 151920"/>
                  <a:gd name="connsiteY20" fmla="*/ 296761 h 296760"/>
                  <a:gd name="connsiteX21" fmla="*/ 61630 w 151920"/>
                  <a:gd name="connsiteY21" fmla="*/ 296761 h 296760"/>
                  <a:gd name="connsiteX22" fmla="*/ 308 w 151920"/>
                  <a:gd name="connsiteY22" fmla="*/ 237169 h 296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20" h="296760">
                    <a:moveTo>
                      <a:pt x="0" y="238068"/>
                    </a:moveTo>
                    <a:lnTo>
                      <a:pt x="0" y="59591"/>
                    </a:lnTo>
                    <a:cubicBezTo>
                      <a:pt x="0" y="26651"/>
                      <a:pt x="27426" y="0"/>
                      <a:pt x="61324" y="0"/>
                    </a:cubicBezTo>
                    <a:lnTo>
                      <a:pt x="139285" y="0"/>
                    </a:lnTo>
                    <a:cubicBezTo>
                      <a:pt x="145140" y="0"/>
                      <a:pt x="147297" y="2096"/>
                      <a:pt x="147297" y="7786"/>
                    </a:cubicBezTo>
                    <a:lnTo>
                      <a:pt x="147297" y="26053"/>
                    </a:lnTo>
                    <a:cubicBezTo>
                      <a:pt x="147297" y="31742"/>
                      <a:pt x="145140" y="33839"/>
                      <a:pt x="139285" y="33839"/>
                    </a:cubicBezTo>
                    <a:lnTo>
                      <a:pt x="68102" y="33839"/>
                    </a:lnTo>
                    <a:cubicBezTo>
                      <a:pt x="53311" y="33839"/>
                      <a:pt x="41293" y="45517"/>
                      <a:pt x="41293" y="59891"/>
                    </a:cubicBezTo>
                    <a:lnTo>
                      <a:pt x="41293" y="125172"/>
                    </a:lnTo>
                    <a:lnTo>
                      <a:pt x="132813" y="125172"/>
                    </a:lnTo>
                    <a:cubicBezTo>
                      <a:pt x="138668" y="125172"/>
                      <a:pt x="141442" y="127269"/>
                      <a:pt x="141442" y="132958"/>
                    </a:cubicBezTo>
                    <a:lnTo>
                      <a:pt x="141442" y="150326"/>
                    </a:lnTo>
                    <a:cubicBezTo>
                      <a:pt x="141442" y="155717"/>
                      <a:pt x="138668" y="158113"/>
                      <a:pt x="132813" y="158113"/>
                    </a:cubicBezTo>
                    <a:lnTo>
                      <a:pt x="41293" y="158113"/>
                    </a:lnTo>
                    <a:lnTo>
                      <a:pt x="41293" y="236570"/>
                    </a:lnTo>
                    <a:cubicBezTo>
                      <a:pt x="41293" y="250944"/>
                      <a:pt x="53311" y="262622"/>
                      <a:pt x="68102" y="262622"/>
                    </a:cubicBezTo>
                    <a:lnTo>
                      <a:pt x="143908" y="262622"/>
                    </a:lnTo>
                    <a:cubicBezTo>
                      <a:pt x="149455" y="262622"/>
                      <a:pt x="151920" y="264419"/>
                      <a:pt x="151920" y="270109"/>
                    </a:cubicBezTo>
                    <a:lnTo>
                      <a:pt x="151920" y="288975"/>
                    </a:lnTo>
                    <a:cubicBezTo>
                      <a:pt x="151920" y="294664"/>
                      <a:pt x="149146" y="296761"/>
                      <a:pt x="143908" y="296761"/>
                    </a:cubicBezTo>
                    <a:lnTo>
                      <a:pt x="61630" y="296761"/>
                    </a:lnTo>
                    <a:cubicBezTo>
                      <a:pt x="27734" y="296761"/>
                      <a:pt x="308" y="270109"/>
                      <a:pt x="308" y="23716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5" name="手繪多邊形: 圖案 774">
                <a:extLst>
                  <a:ext uri="{FF2B5EF4-FFF2-40B4-BE49-F238E27FC236}">
                    <a16:creationId xmlns:a16="http://schemas.microsoft.com/office/drawing/2014/main" id="{BA0A61CE-0C46-7926-2500-CF692F394E88}"/>
                  </a:ext>
                </a:extLst>
              </p:cNvPr>
              <p:cNvSpPr/>
              <p:nvPr/>
            </p:nvSpPr>
            <p:spPr>
              <a:xfrm>
                <a:off x="43283200" y="29496008"/>
                <a:ext cx="151918" cy="296760"/>
              </a:xfrm>
              <a:custGeom>
                <a:avLst/>
                <a:gdLst>
                  <a:gd name="connsiteX0" fmla="*/ 0 w 151918"/>
                  <a:gd name="connsiteY0" fmla="*/ 238068 h 296760"/>
                  <a:gd name="connsiteX1" fmla="*/ 0 w 151918"/>
                  <a:gd name="connsiteY1" fmla="*/ 59591 h 296760"/>
                  <a:gd name="connsiteX2" fmla="*/ 61322 w 151918"/>
                  <a:gd name="connsiteY2" fmla="*/ 0 h 296760"/>
                  <a:gd name="connsiteX3" fmla="*/ 139283 w 151918"/>
                  <a:gd name="connsiteY3" fmla="*/ 0 h 296760"/>
                  <a:gd name="connsiteX4" fmla="*/ 147295 w 151918"/>
                  <a:gd name="connsiteY4" fmla="*/ 7786 h 296760"/>
                  <a:gd name="connsiteX5" fmla="*/ 147295 w 151918"/>
                  <a:gd name="connsiteY5" fmla="*/ 26053 h 296760"/>
                  <a:gd name="connsiteX6" fmla="*/ 139283 w 151918"/>
                  <a:gd name="connsiteY6" fmla="*/ 33839 h 296760"/>
                  <a:gd name="connsiteX7" fmla="*/ 68100 w 151918"/>
                  <a:gd name="connsiteY7" fmla="*/ 33839 h 296760"/>
                  <a:gd name="connsiteX8" fmla="*/ 41291 w 151918"/>
                  <a:gd name="connsiteY8" fmla="*/ 59891 h 296760"/>
                  <a:gd name="connsiteX9" fmla="*/ 41291 w 151918"/>
                  <a:gd name="connsiteY9" fmla="*/ 125172 h 296760"/>
                  <a:gd name="connsiteX10" fmla="*/ 132813 w 151918"/>
                  <a:gd name="connsiteY10" fmla="*/ 125172 h 296760"/>
                  <a:gd name="connsiteX11" fmla="*/ 141440 w 151918"/>
                  <a:gd name="connsiteY11" fmla="*/ 132958 h 296760"/>
                  <a:gd name="connsiteX12" fmla="*/ 141440 w 151918"/>
                  <a:gd name="connsiteY12" fmla="*/ 150326 h 296760"/>
                  <a:gd name="connsiteX13" fmla="*/ 132813 w 151918"/>
                  <a:gd name="connsiteY13" fmla="*/ 158113 h 296760"/>
                  <a:gd name="connsiteX14" fmla="*/ 41291 w 151918"/>
                  <a:gd name="connsiteY14" fmla="*/ 158113 h 296760"/>
                  <a:gd name="connsiteX15" fmla="*/ 41291 w 151918"/>
                  <a:gd name="connsiteY15" fmla="*/ 236570 h 296760"/>
                  <a:gd name="connsiteX16" fmla="*/ 68100 w 151918"/>
                  <a:gd name="connsiteY16" fmla="*/ 262622 h 296760"/>
                  <a:gd name="connsiteX17" fmla="*/ 143906 w 151918"/>
                  <a:gd name="connsiteY17" fmla="*/ 262622 h 296760"/>
                  <a:gd name="connsiteX18" fmla="*/ 151918 w 151918"/>
                  <a:gd name="connsiteY18" fmla="*/ 270109 h 296760"/>
                  <a:gd name="connsiteX19" fmla="*/ 151918 w 151918"/>
                  <a:gd name="connsiteY19" fmla="*/ 288975 h 296760"/>
                  <a:gd name="connsiteX20" fmla="*/ 143906 w 151918"/>
                  <a:gd name="connsiteY20" fmla="*/ 296761 h 296760"/>
                  <a:gd name="connsiteX21" fmla="*/ 61630 w 151918"/>
                  <a:gd name="connsiteY21" fmla="*/ 296761 h 296760"/>
                  <a:gd name="connsiteX22" fmla="*/ 307 w 151918"/>
                  <a:gd name="connsiteY22" fmla="*/ 237169 h 296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18" h="296760">
                    <a:moveTo>
                      <a:pt x="0" y="238068"/>
                    </a:moveTo>
                    <a:lnTo>
                      <a:pt x="0" y="59591"/>
                    </a:lnTo>
                    <a:cubicBezTo>
                      <a:pt x="0" y="26651"/>
                      <a:pt x="27424" y="0"/>
                      <a:pt x="61322" y="0"/>
                    </a:cubicBezTo>
                    <a:lnTo>
                      <a:pt x="139283" y="0"/>
                    </a:lnTo>
                    <a:cubicBezTo>
                      <a:pt x="145138" y="0"/>
                      <a:pt x="147295" y="2096"/>
                      <a:pt x="147295" y="7786"/>
                    </a:cubicBezTo>
                    <a:lnTo>
                      <a:pt x="147295" y="26053"/>
                    </a:lnTo>
                    <a:cubicBezTo>
                      <a:pt x="147295" y="31742"/>
                      <a:pt x="145138" y="33839"/>
                      <a:pt x="139283" y="33839"/>
                    </a:cubicBezTo>
                    <a:lnTo>
                      <a:pt x="68100" y="33839"/>
                    </a:lnTo>
                    <a:cubicBezTo>
                      <a:pt x="53310" y="33839"/>
                      <a:pt x="41291" y="45517"/>
                      <a:pt x="41291" y="59891"/>
                    </a:cubicBezTo>
                    <a:lnTo>
                      <a:pt x="41291" y="125172"/>
                    </a:lnTo>
                    <a:lnTo>
                      <a:pt x="132813" y="125172"/>
                    </a:lnTo>
                    <a:cubicBezTo>
                      <a:pt x="138668" y="125172"/>
                      <a:pt x="141440" y="127269"/>
                      <a:pt x="141440" y="132958"/>
                    </a:cubicBezTo>
                    <a:lnTo>
                      <a:pt x="141440" y="150326"/>
                    </a:lnTo>
                    <a:cubicBezTo>
                      <a:pt x="141440" y="155717"/>
                      <a:pt x="138668" y="158113"/>
                      <a:pt x="132813" y="158113"/>
                    </a:cubicBezTo>
                    <a:lnTo>
                      <a:pt x="41291" y="158113"/>
                    </a:lnTo>
                    <a:lnTo>
                      <a:pt x="41291" y="236570"/>
                    </a:lnTo>
                    <a:cubicBezTo>
                      <a:pt x="41291" y="250944"/>
                      <a:pt x="53310" y="262622"/>
                      <a:pt x="68100" y="262622"/>
                    </a:cubicBezTo>
                    <a:lnTo>
                      <a:pt x="143906" y="262622"/>
                    </a:lnTo>
                    <a:cubicBezTo>
                      <a:pt x="149453" y="262622"/>
                      <a:pt x="151918" y="264419"/>
                      <a:pt x="151918" y="270109"/>
                    </a:cubicBezTo>
                    <a:lnTo>
                      <a:pt x="151918" y="288975"/>
                    </a:lnTo>
                    <a:cubicBezTo>
                      <a:pt x="151918" y="294664"/>
                      <a:pt x="149144" y="296761"/>
                      <a:pt x="143906" y="296761"/>
                    </a:cubicBezTo>
                    <a:lnTo>
                      <a:pt x="61630" y="296761"/>
                    </a:lnTo>
                    <a:cubicBezTo>
                      <a:pt x="27733" y="296761"/>
                      <a:pt x="307" y="270109"/>
                      <a:pt x="307" y="23716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6" name="手繪多邊形: 圖案 775">
                <a:extLst>
                  <a:ext uri="{FF2B5EF4-FFF2-40B4-BE49-F238E27FC236}">
                    <a16:creationId xmlns:a16="http://schemas.microsoft.com/office/drawing/2014/main" id="{CB4D2270-7881-6071-EEB2-92A4F6A70D64}"/>
                  </a:ext>
                </a:extLst>
              </p:cNvPr>
              <p:cNvSpPr/>
              <p:nvPr/>
            </p:nvSpPr>
            <p:spPr>
              <a:xfrm>
                <a:off x="42302353" y="29496008"/>
                <a:ext cx="178419" cy="297659"/>
              </a:xfrm>
              <a:custGeom>
                <a:avLst/>
                <a:gdLst>
                  <a:gd name="connsiteX0" fmla="*/ 178419 w 178419"/>
                  <a:gd name="connsiteY0" fmla="*/ 289873 h 297659"/>
                  <a:gd name="connsiteX1" fmla="*/ 170715 w 178419"/>
                  <a:gd name="connsiteY1" fmla="*/ 297659 h 297659"/>
                  <a:gd name="connsiteX2" fmla="*/ 147295 w 178419"/>
                  <a:gd name="connsiteY2" fmla="*/ 297659 h 297659"/>
                  <a:gd name="connsiteX3" fmla="*/ 139283 w 178419"/>
                  <a:gd name="connsiteY3" fmla="*/ 292868 h 297659"/>
                  <a:gd name="connsiteX4" fmla="*/ 51461 w 178419"/>
                  <a:gd name="connsiteY4" fmla="*/ 115589 h 297659"/>
                  <a:gd name="connsiteX5" fmla="*/ 37902 w 178419"/>
                  <a:gd name="connsiteY5" fmla="*/ 84447 h 297659"/>
                  <a:gd name="connsiteX6" fmla="*/ 37902 w 178419"/>
                  <a:gd name="connsiteY6" fmla="*/ 289574 h 297659"/>
                  <a:gd name="connsiteX7" fmla="*/ 30198 w 178419"/>
                  <a:gd name="connsiteY7" fmla="*/ 297359 h 297659"/>
                  <a:gd name="connsiteX8" fmla="*/ 7704 w 178419"/>
                  <a:gd name="connsiteY8" fmla="*/ 297359 h 297659"/>
                  <a:gd name="connsiteX9" fmla="*/ 0 w 178419"/>
                  <a:gd name="connsiteY9" fmla="*/ 289574 h 297659"/>
                  <a:gd name="connsiteX10" fmla="*/ 0 w 178419"/>
                  <a:gd name="connsiteY10" fmla="*/ 7786 h 297659"/>
                  <a:gd name="connsiteX11" fmla="*/ 7704 w 178419"/>
                  <a:gd name="connsiteY11" fmla="*/ 0 h 297659"/>
                  <a:gd name="connsiteX12" fmla="*/ 31430 w 178419"/>
                  <a:gd name="connsiteY12" fmla="*/ 0 h 297659"/>
                  <a:gd name="connsiteX13" fmla="*/ 38519 w 178419"/>
                  <a:gd name="connsiteY13" fmla="*/ 4492 h 297659"/>
                  <a:gd name="connsiteX14" fmla="*/ 128499 w 178419"/>
                  <a:gd name="connsiteY14" fmla="*/ 184165 h 297659"/>
                  <a:gd name="connsiteX15" fmla="*/ 140209 w 178419"/>
                  <a:gd name="connsiteY15" fmla="*/ 212014 h 297659"/>
                  <a:gd name="connsiteX16" fmla="*/ 140209 w 178419"/>
                  <a:gd name="connsiteY16" fmla="*/ 7786 h 297659"/>
                  <a:gd name="connsiteX17" fmla="*/ 148221 w 178419"/>
                  <a:gd name="connsiteY17" fmla="*/ 0 h 297659"/>
                  <a:gd name="connsiteX18" fmla="*/ 170407 w 178419"/>
                  <a:gd name="connsiteY18" fmla="*/ 0 h 297659"/>
                  <a:gd name="connsiteX19" fmla="*/ 178111 w 178419"/>
                  <a:gd name="connsiteY19" fmla="*/ 7786 h 297659"/>
                  <a:gd name="connsiteX20" fmla="*/ 178111 w 178419"/>
                  <a:gd name="connsiteY20" fmla="*/ 2895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19" h="297659">
                    <a:moveTo>
                      <a:pt x="178419" y="289873"/>
                    </a:moveTo>
                    <a:cubicBezTo>
                      <a:pt x="178419" y="295263"/>
                      <a:pt x="176570" y="297659"/>
                      <a:pt x="170715" y="297659"/>
                    </a:cubicBezTo>
                    <a:lnTo>
                      <a:pt x="147295" y="297659"/>
                    </a:lnTo>
                    <a:cubicBezTo>
                      <a:pt x="142674" y="297659"/>
                      <a:pt x="141134" y="296461"/>
                      <a:pt x="139283" y="292868"/>
                    </a:cubicBezTo>
                    <a:lnTo>
                      <a:pt x="51461" y="115589"/>
                    </a:lnTo>
                    <a:cubicBezTo>
                      <a:pt x="46531" y="106008"/>
                      <a:pt x="40985" y="94029"/>
                      <a:pt x="37902" y="84447"/>
                    </a:cubicBezTo>
                    <a:lnTo>
                      <a:pt x="37902" y="289574"/>
                    </a:lnTo>
                    <a:cubicBezTo>
                      <a:pt x="37902" y="294964"/>
                      <a:pt x="35745" y="297359"/>
                      <a:pt x="30198" y="297359"/>
                    </a:cubicBezTo>
                    <a:lnTo>
                      <a:pt x="7704" y="297359"/>
                    </a:lnTo>
                    <a:cubicBezTo>
                      <a:pt x="2157" y="297359"/>
                      <a:pt x="0" y="294664"/>
                      <a:pt x="0" y="289574"/>
                    </a:cubicBezTo>
                    <a:lnTo>
                      <a:pt x="0" y="7786"/>
                    </a:lnTo>
                    <a:cubicBezTo>
                      <a:pt x="0" y="2395"/>
                      <a:pt x="2157" y="0"/>
                      <a:pt x="7704" y="0"/>
                    </a:cubicBezTo>
                    <a:lnTo>
                      <a:pt x="31430" y="0"/>
                    </a:lnTo>
                    <a:cubicBezTo>
                      <a:pt x="35436" y="0"/>
                      <a:pt x="37285" y="1198"/>
                      <a:pt x="38519" y="4492"/>
                    </a:cubicBezTo>
                    <a:lnTo>
                      <a:pt x="128499" y="184165"/>
                    </a:lnTo>
                    <a:cubicBezTo>
                      <a:pt x="132196" y="191651"/>
                      <a:pt x="138051" y="205726"/>
                      <a:pt x="140209" y="212014"/>
                    </a:cubicBezTo>
                    <a:lnTo>
                      <a:pt x="140209" y="7786"/>
                    </a:lnTo>
                    <a:cubicBezTo>
                      <a:pt x="140209" y="2395"/>
                      <a:pt x="142983" y="0"/>
                      <a:pt x="148221" y="0"/>
                    </a:cubicBezTo>
                    <a:lnTo>
                      <a:pt x="170407" y="0"/>
                    </a:lnTo>
                    <a:cubicBezTo>
                      <a:pt x="176262" y="0"/>
                      <a:pt x="178111" y="2695"/>
                      <a:pt x="178111" y="7786"/>
                    </a:cubicBezTo>
                    <a:lnTo>
                      <a:pt x="178111" y="2895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7" name="手繪多邊形: 圖案 776">
                <a:extLst>
                  <a:ext uri="{FF2B5EF4-FFF2-40B4-BE49-F238E27FC236}">
                    <a16:creationId xmlns:a16="http://schemas.microsoft.com/office/drawing/2014/main" id="{2FEE4520-BED6-0929-DC1B-19B75FC3E309}"/>
                  </a:ext>
                </a:extLst>
              </p:cNvPr>
              <p:cNvSpPr/>
              <p:nvPr/>
            </p:nvSpPr>
            <p:spPr>
              <a:xfrm>
                <a:off x="42906329" y="29496008"/>
                <a:ext cx="177804" cy="297659"/>
              </a:xfrm>
              <a:custGeom>
                <a:avLst/>
                <a:gdLst>
                  <a:gd name="connsiteX0" fmla="*/ 6780 w 177804"/>
                  <a:gd name="connsiteY0" fmla="*/ 297659 h 297659"/>
                  <a:gd name="connsiteX1" fmla="*/ 0 w 177804"/>
                  <a:gd name="connsiteY1" fmla="*/ 289274 h 297659"/>
                  <a:gd name="connsiteX2" fmla="*/ 0 w 177804"/>
                  <a:gd name="connsiteY2" fmla="*/ 8385 h 297659"/>
                  <a:gd name="connsiteX3" fmla="*/ 7704 w 177804"/>
                  <a:gd name="connsiteY3" fmla="*/ 0 h 297659"/>
                  <a:gd name="connsiteX4" fmla="*/ 88748 w 177804"/>
                  <a:gd name="connsiteY4" fmla="*/ 0 h 297659"/>
                  <a:gd name="connsiteX5" fmla="*/ 177804 w 177804"/>
                  <a:gd name="connsiteY5" fmla="*/ 63784 h 297659"/>
                  <a:gd name="connsiteX6" fmla="*/ 177804 w 177804"/>
                  <a:gd name="connsiteY6" fmla="*/ 233575 h 297659"/>
                  <a:gd name="connsiteX7" fmla="*/ 88748 w 177804"/>
                  <a:gd name="connsiteY7" fmla="*/ 297359 h 297659"/>
                  <a:gd name="connsiteX8" fmla="*/ 6780 w 177804"/>
                  <a:gd name="connsiteY8" fmla="*/ 297359 h 297659"/>
                  <a:gd name="connsiteX9" fmla="*/ 40985 w 177804"/>
                  <a:gd name="connsiteY9" fmla="*/ 34437 h 297659"/>
                  <a:gd name="connsiteX10" fmla="*/ 40985 w 177804"/>
                  <a:gd name="connsiteY10" fmla="*/ 263521 h 297659"/>
                  <a:gd name="connsiteX11" fmla="*/ 88131 w 177804"/>
                  <a:gd name="connsiteY11" fmla="*/ 263521 h 297659"/>
                  <a:gd name="connsiteX12" fmla="*/ 136819 w 177804"/>
                  <a:gd name="connsiteY12" fmla="*/ 229383 h 297659"/>
                  <a:gd name="connsiteX13" fmla="*/ 136819 w 177804"/>
                  <a:gd name="connsiteY13" fmla="*/ 68276 h 297659"/>
                  <a:gd name="connsiteX14" fmla="*/ 88131 w 177804"/>
                  <a:gd name="connsiteY14" fmla="*/ 34137 h 297659"/>
                  <a:gd name="connsiteX15" fmla="*/ 40985 w 177804"/>
                  <a:gd name="connsiteY15" fmla="*/ 34137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7804" h="297659">
                    <a:moveTo>
                      <a:pt x="6780" y="297659"/>
                    </a:moveTo>
                    <a:cubicBezTo>
                      <a:pt x="1849" y="297659"/>
                      <a:pt x="0" y="294964"/>
                      <a:pt x="0" y="289274"/>
                    </a:cubicBezTo>
                    <a:lnTo>
                      <a:pt x="0" y="8385"/>
                    </a:lnTo>
                    <a:cubicBezTo>
                      <a:pt x="0" y="2695"/>
                      <a:pt x="2157" y="0"/>
                      <a:pt x="7704" y="0"/>
                    </a:cubicBezTo>
                    <a:lnTo>
                      <a:pt x="88748" y="0"/>
                    </a:lnTo>
                    <a:cubicBezTo>
                      <a:pt x="155925" y="0"/>
                      <a:pt x="177804" y="29646"/>
                      <a:pt x="177804" y="63784"/>
                    </a:cubicBezTo>
                    <a:lnTo>
                      <a:pt x="177804" y="233575"/>
                    </a:lnTo>
                    <a:cubicBezTo>
                      <a:pt x="177804" y="267713"/>
                      <a:pt x="155616" y="297359"/>
                      <a:pt x="88748" y="297359"/>
                    </a:cubicBezTo>
                    <a:lnTo>
                      <a:pt x="6780" y="297359"/>
                    </a:lnTo>
                    <a:close/>
                    <a:moveTo>
                      <a:pt x="40985" y="34437"/>
                    </a:moveTo>
                    <a:lnTo>
                      <a:pt x="40985" y="263521"/>
                    </a:lnTo>
                    <a:lnTo>
                      <a:pt x="88131" y="263521"/>
                    </a:lnTo>
                    <a:cubicBezTo>
                      <a:pt x="122337" y="263521"/>
                      <a:pt x="136819" y="250345"/>
                      <a:pt x="136819" y="229383"/>
                    </a:cubicBezTo>
                    <a:lnTo>
                      <a:pt x="136819" y="68276"/>
                    </a:lnTo>
                    <a:cubicBezTo>
                      <a:pt x="136819" y="47314"/>
                      <a:pt x="122337" y="34137"/>
                      <a:pt x="88131" y="34137"/>
                    </a:cubicBezTo>
                    <a:lnTo>
                      <a:pt x="40985" y="34137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8" name="手繪多邊形: 圖案 777">
                <a:extLst>
                  <a:ext uri="{FF2B5EF4-FFF2-40B4-BE49-F238E27FC236}">
                    <a16:creationId xmlns:a16="http://schemas.microsoft.com/office/drawing/2014/main" id="{BB0114E1-E758-F860-C186-020A6EE1C510}"/>
                  </a:ext>
                </a:extLst>
              </p:cNvPr>
              <p:cNvSpPr/>
              <p:nvPr/>
            </p:nvSpPr>
            <p:spPr>
              <a:xfrm>
                <a:off x="43623399" y="29496008"/>
                <a:ext cx="178419" cy="297659"/>
              </a:xfrm>
              <a:custGeom>
                <a:avLst/>
                <a:gdLst>
                  <a:gd name="connsiteX0" fmla="*/ 178419 w 178419"/>
                  <a:gd name="connsiteY0" fmla="*/ 289873 h 297659"/>
                  <a:gd name="connsiteX1" fmla="*/ 170715 w 178419"/>
                  <a:gd name="connsiteY1" fmla="*/ 297659 h 297659"/>
                  <a:gd name="connsiteX2" fmla="*/ 147295 w 178419"/>
                  <a:gd name="connsiteY2" fmla="*/ 297659 h 297659"/>
                  <a:gd name="connsiteX3" fmla="*/ 139285 w 178419"/>
                  <a:gd name="connsiteY3" fmla="*/ 292868 h 297659"/>
                  <a:gd name="connsiteX4" fmla="*/ 51461 w 178419"/>
                  <a:gd name="connsiteY4" fmla="*/ 115589 h 297659"/>
                  <a:gd name="connsiteX5" fmla="*/ 37902 w 178419"/>
                  <a:gd name="connsiteY5" fmla="*/ 84447 h 297659"/>
                  <a:gd name="connsiteX6" fmla="*/ 37902 w 178419"/>
                  <a:gd name="connsiteY6" fmla="*/ 289574 h 297659"/>
                  <a:gd name="connsiteX7" fmla="*/ 30198 w 178419"/>
                  <a:gd name="connsiteY7" fmla="*/ 297359 h 297659"/>
                  <a:gd name="connsiteX8" fmla="*/ 7704 w 178419"/>
                  <a:gd name="connsiteY8" fmla="*/ 297359 h 297659"/>
                  <a:gd name="connsiteX9" fmla="*/ 0 w 178419"/>
                  <a:gd name="connsiteY9" fmla="*/ 289574 h 297659"/>
                  <a:gd name="connsiteX10" fmla="*/ 0 w 178419"/>
                  <a:gd name="connsiteY10" fmla="*/ 7786 h 297659"/>
                  <a:gd name="connsiteX11" fmla="*/ 7704 w 178419"/>
                  <a:gd name="connsiteY11" fmla="*/ 0 h 297659"/>
                  <a:gd name="connsiteX12" fmla="*/ 31432 w 178419"/>
                  <a:gd name="connsiteY12" fmla="*/ 0 h 297659"/>
                  <a:gd name="connsiteX13" fmla="*/ 38519 w 178419"/>
                  <a:gd name="connsiteY13" fmla="*/ 4492 h 297659"/>
                  <a:gd name="connsiteX14" fmla="*/ 128499 w 178419"/>
                  <a:gd name="connsiteY14" fmla="*/ 184165 h 297659"/>
                  <a:gd name="connsiteX15" fmla="*/ 140209 w 178419"/>
                  <a:gd name="connsiteY15" fmla="*/ 212014 h 297659"/>
                  <a:gd name="connsiteX16" fmla="*/ 140209 w 178419"/>
                  <a:gd name="connsiteY16" fmla="*/ 7786 h 297659"/>
                  <a:gd name="connsiteX17" fmla="*/ 148221 w 178419"/>
                  <a:gd name="connsiteY17" fmla="*/ 0 h 297659"/>
                  <a:gd name="connsiteX18" fmla="*/ 170407 w 178419"/>
                  <a:gd name="connsiteY18" fmla="*/ 0 h 297659"/>
                  <a:gd name="connsiteX19" fmla="*/ 178111 w 178419"/>
                  <a:gd name="connsiteY19" fmla="*/ 7786 h 297659"/>
                  <a:gd name="connsiteX20" fmla="*/ 178111 w 178419"/>
                  <a:gd name="connsiteY20" fmla="*/ 2895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19" h="297659">
                    <a:moveTo>
                      <a:pt x="178419" y="289873"/>
                    </a:moveTo>
                    <a:cubicBezTo>
                      <a:pt x="178419" y="295263"/>
                      <a:pt x="176570" y="297659"/>
                      <a:pt x="170715" y="297659"/>
                    </a:cubicBezTo>
                    <a:lnTo>
                      <a:pt x="147295" y="297659"/>
                    </a:lnTo>
                    <a:cubicBezTo>
                      <a:pt x="142674" y="297659"/>
                      <a:pt x="141134" y="296461"/>
                      <a:pt x="139285" y="292868"/>
                    </a:cubicBezTo>
                    <a:lnTo>
                      <a:pt x="51461" y="115589"/>
                    </a:lnTo>
                    <a:cubicBezTo>
                      <a:pt x="46531" y="106008"/>
                      <a:pt x="40985" y="94029"/>
                      <a:pt x="37902" y="84447"/>
                    </a:cubicBezTo>
                    <a:lnTo>
                      <a:pt x="37902" y="289574"/>
                    </a:lnTo>
                    <a:cubicBezTo>
                      <a:pt x="37902" y="294964"/>
                      <a:pt x="35745" y="297359"/>
                      <a:pt x="30198" y="297359"/>
                    </a:cubicBezTo>
                    <a:lnTo>
                      <a:pt x="7704" y="297359"/>
                    </a:lnTo>
                    <a:cubicBezTo>
                      <a:pt x="2157" y="297359"/>
                      <a:pt x="0" y="294664"/>
                      <a:pt x="0" y="289574"/>
                    </a:cubicBezTo>
                    <a:lnTo>
                      <a:pt x="0" y="7786"/>
                    </a:lnTo>
                    <a:cubicBezTo>
                      <a:pt x="0" y="2395"/>
                      <a:pt x="2157" y="0"/>
                      <a:pt x="7704" y="0"/>
                    </a:cubicBezTo>
                    <a:lnTo>
                      <a:pt x="31432" y="0"/>
                    </a:lnTo>
                    <a:cubicBezTo>
                      <a:pt x="35436" y="0"/>
                      <a:pt x="37287" y="1198"/>
                      <a:pt x="38519" y="4492"/>
                    </a:cubicBezTo>
                    <a:lnTo>
                      <a:pt x="128499" y="184165"/>
                    </a:lnTo>
                    <a:cubicBezTo>
                      <a:pt x="132196" y="191651"/>
                      <a:pt x="138051" y="205726"/>
                      <a:pt x="140209" y="212014"/>
                    </a:cubicBezTo>
                    <a:lnTo>
                      <a:pt x="140209" y="7786"/>
                    </a:lnTo>
                    <a:cubicBezTo>
                      <a:pt x="140209" y="2395"/>
                      <a:pt x="142983" y="0"/>
                      <a:pt x="148221" y="0"/>
                    </a:cubicBezTo>
                    <a:lnTo>
                      <a:pt x="170407" y="0"/>
                    </a:lnTo>
                    <a:cubicBezTo>
                      <a:pt x="176262" y="0"/>
                      <a:pt x="178111" y="2695"/>
                      <a:pt x="178111" y="7786"/>
                    </a:cubicBezTo>
                    <a:lnTo>
                      <a:pt x="178111" y="2895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9" name="手繪多邊形: 圖案 778">
                <a:extLst>
                  <a:ext uri="{FF2B5EF4-FFF2-40B4-BE49-F238E27FC236}">
                    <a16:creationId xmlns:a16="http://schemas.microsoft.com/office/drawing/2014/main" id="{56DCDA9D-DA7E-A7A9-DF65-BCC9E7104B6D}"/>
                  </a:ext>
                </a:extLst>
              </p:cNvPr>
              <p:cNvSpPr/>
              <p:nvPr/>
            </p:nvSpPr>
            <p:spPr>
              <a:xfrm>
                <a:off x="43980545" y="29496308"/>
                <a:ext cx="176880" cy="297359"/>
              </a:xfrm>
              <a:custGeom>
                <a:avLst/>
                <a:gdLst>
                  <a:gd name="connsiteX0" fmla="*/ 168868 w 176880"/>
                  <a:gd name="connsiteY0" fmla="*/ 0 h 297359"/>
                  <a:gd name="connsiteX1" fmla="*/ 176881 w 176880"/>
                  <a:gd name="connsiteY1" fmla="*/ 7785 h 297359"/>
                  <a:gd name="connsiteX2" fmla="*/ 176881 w 176880"/>
                  <a:gd name="connsiteY2" fmla="*/ 26053 h 297359"/>
                  <a:gd name="connsiteX3" fmla="*/ 168868 w 176880"/>
                  <a:gd name="connsiteY3" fmla="*/ 33838 h 297359"/>
                  <a:gd name="connsiteX4" fmla="*/ 109087 w 176880"/>
                  <a:gd name="connsiteY4" fmla="*/ 33838 h 297359"/>
                  <a:gd name="connsiteX5" fmla="*/ 109087 w 176880"/>
                  <a:gd name="connsiteY5" fmla="*/ 288975 h 297359"/>
                  <a:gd name="connsiteX6" fmla="*/ 101383 w 176880"/>
                  <a:gd name="connsiteY6" fmla="*/ 297359 h 297359"/>
                  <a:gd name="connsiteX7" fmla="*/ 75806 w 176880"/>
                  <a:gd name="connsiteY7" fmla="*/ 297359 h 297359"/>
                  <a:gd name="connsiteX8" fmla="*/ 67794 w 176880"/>
                  <a:gd name="connsiteY8" fmla="*/ 288975 h 297359"/>
                  <a:gd name="connsiteX9" fmla="*/ 67794 w 176880"/>
                  <a:gd name="connsiteY9" fmla="*/ 33838 h 297359"/>
                  <a:gd name="connsiteX10" fmla="*/ 8012 w 176880"/>
                  <a:gd name="connsiteY10" fmla="*/ 33838 h 297359"/>
                  <a:gd name="connsiteX11" fmla="*/ 0 w 176880"/>
                  <a:gd name="connsiteY11" fmla="*/ 26053 h 297359"/>
                  <a:gd name="connsiteX12" fmla="*/ 0 w 176880"/>
                  <a:gd name="connsiteY12" fmla="*/ 7785 h 297359"/>
                  <a:gd name="connsiteX13" fmla="*/ 8012 w 176880"/>
                  <a:gd name="connsiteY13" fmla="*/ 0 h 297359"/>
                  <a:gd name="connsiteX14" fmla="*/ 169177 w 176880"/>
                  <a:gd name="connsiteY14" fmla="*/ 0 h 297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6880" h="297359">
                    <a:moveTo>
                      <a:pt x="168868" y="0"/>
                    </a:moveTo>
                    <a:cubicBezTo>
                      <a:pt x="174415" y="0"/>
                      <a:pt x="176881" y="2095"/>
                      <a:pt x="176881" y="7785"/>
                    </a:cubicBezTo>
                    <a:lnTo>
                      <a:pt x="176881" y="26053"/>
                    </a:lnTo>
                    <a:cubicBezTo>
                      <a:pt x="176881" y="31742"/>
                      <a:pt x="174106" y="33838"/>
                      <a:pt x="168868" y="33838"/>
                    </a:cubicBezTo>
                    <a:lnTo>
                      <a:pt x="109087" y="33838"/>
                    </a:lnTo>
                    <a:lnTo>
                      <a:pt x="109087" y="288975"/>
                    </a:lnTo>
                    <a:cubicBezTo>
                      <a:pt x="109087" y="294664"/>
                      <a:pt x="106930" y="297359"/>
                      <a:pt x="101383" y="297359"/>
                    </a:cubicBezTo>
                    <a:lnTo>
                      <a:pt x="75806" y="297359"/>
                    </a:lnTo>
                    <a:cubicBezTo>
                      <a:pt x="69951" y="297359"/>
                      <a:pt x="67794" y="294664"/>
                      <a:pt x="67794" y="288975"/>
                    </a:cubicBezTo>
                    <a:lnTo>
                      <a:pt x="67794" y="33838"/>
                    </a:lnTo>
                    <a:lnTo>
                      <a:pt x="8012" y="33838"/>
                    </a:lnTo>
                    <a:cubicBezTo>
                      <a:pt x="2157" y="33838"/>
                      <a:pt x="0" y="31742"/>
                      <a:pt x="0" y="26053"/>
                    </a:cubicBezTo>
                    <a:lnTo>
                      <a:pt x="0" y="7785"/>
                    </a:lnTo>
                    <a:cubicBezTo>
                      <a:pt x="0" y="2095"/>
                      <a:pt x="2157" y="0"/>
                      <a:pt x="8012" y="0"/>
                    </a:cubicBezTo>
                    <a:lnTo>
                      <a:pt x="169177" y="0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0" name="手繪多邊形: 圖案 779">
                <a:extLst>
                  <a:ext uri="{FF2B5EF4-FFF2-40B4-BE49-F238E27FC236}">
                    <a16:creationId xmlns:a16="http://schemas.microsoft.com/office/drawing/2014/main" id="{040157B0-FD01-4BC4-1165-5BD1017A6663}"/>
                  </a:ext>
                </a:extLst>
              </p:cNvPr>
              <p:cNvSpPr/>
              <p:nvPr/>
            </p:nvSpPr>
            <p:spPr>
              <a:xfrm>
                <a:off x="44291877" y="29496308"/>
                <a:ext cx="198129" cy="297359"/>
              </a:xfrm>
              <a:custGeom>
                <a:avLst/>
                <a:gdLst>
                  <a:gd name="connsiteX0" fmla="*/ 112070 w 198129"/>
                  <a:gd name="connsiteY0" fmla="*/ 0 h 297359"/>
                  <a:gd name="connsiteX1" fmla="*/ 122546 w 198129"/>
                  <a:gd name="connsiteY1" fmla="*/ 7785 h 297359"/>
                  <a:gd name="connsiteX2" fmla="*/ 197735 w 198129"/>
                  <a:gd name="connsiteY2" fmla="*/ 289573 h 297359"/>
                  <a:gd name="connsiteX3" fmla="*/ 191571 w 198129"/>
                  <a:gd name="connsiteY3" fmla="*/ 297359 h 297359"/>
                  <a:gd name="connsiteX4" fmla="*/ 165996 w 198129"/>
                  <a:gd name="connsiteY4" fmla="*/ 297359 h 297359"/>
                  <a:gd name="connsiteX5" fmla="*/ 156444 w 198129"/>
                  <a:gd name="connsiteY5" fmla="*/ 289573 h 297359"/>
                  <a:gd name="connsiteX6" fmla="*/ 137953 w 198129"/>
                  <a:gd name="connsiteY6" fmla="*/ 219501 h 297359"/>
                  <a:gd name="connsiteX7" fmla="*/ 57835 w 198129"/>
                  <a:gd name="connsiteY7" fmla="*/ 219501 h 297359"/>
                  <a:gd name="connsiteX8" fmla="*/ 39961 w 198129"/>
                  <a:gd name="connsiteY8" fmla="*/ 289573 h 297359"/>
                  <a:gd name="connsiteX9" fmla="*/ 30409 w 198129"/>
                  <a:gd name="connsiteY9" fmla="*/ 297359 h 297359"/>
                  <a:gd name="connsiteX10" fmla="*/ 6681 w 198129"/>
                  <a:gd name="connsiteY10" fmla="*/ 297359 h 297359"/>
                  <a:gd name="connsiteX11" fmla="*/ 519 w 198129"/>
                  <a:gd name="connsiteY11" fmla="*/ 289573 h 297359"/>
                  <a:gd name="connsiteX12" fmla="*/ 76015 w 198129"/>
                  <a:gd name="connsiteY12" fmla="*/ 7785 h 297359"/>
                  <a:gd name="connsiteX13" fmla="*/ 86493 w 198129"/>
                  <a:gd name="connsiteY13" fmla="*/ 0 h 297359"/>
                  <a:gd name="connsiteX14" fmla="*/ 112685 w 198129"/>
                  <a:gd name="connsiteY14" fmla="*/ 0 h 297359"/>
                  <a:gd name="connsiteX15" fmla="*/ 108064 w 198129"/>
                  <a:gd name="connsiteY15" fmla="*/ 104810 h 297359"/>
                  <a:gd name="connsiteX16" fmla="*/ 98203 w 198129"/>
                  <a:gd name="connsiteY16" fmla="*/ 47613 h 297359"/>
                  <a:gd name="connsiteX17" fmla="*/ 87725 w 198129"/>
                  <a:gd name="connsiteY17" fmla="*/ 104510 h 297359"/>
                  <a:gd name="connsiteX18" fmla="*/ 65230 w 198129"/>
                  <a:gd name="connsiteY18" fmla="*/ 187160 h 297359"/>
                  <a:gd name="connsiteX19" fmla="*/ 129941 w 198129"/>
                  <a:gd name="connsiteY19" fmla="*/ 187160 h 297359"/>
                  <a:gd name="connsiteX20" fmla="*/ 107755 w 198129"/>
                  <a:gd name="connsiteY20" fmla="*/ 104810 h 297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29" h="297359">
                    <a:moveTo>
                      <a:pt x="112070" y="0"/>
                    </a:moveTo>
                    <a:cubicBezTo>
                      <a:pt x="117616" y="0"/>
                      <a:pt x="121005" y="2695"/>
                      <a:pt x="122546" y="7785"/>
                    </a:cubicBezTo>
                    <a:lnTo>
                      <a:pt x="197735" y="289573"/>
                    </a:lnTo>
                    <a:cubicBezTo>
                      <a:pt x="198967" y="294963"/>
                      <a:pt x="197426" y="297359"/>
                      <a:pt x="191571" y="297359"/>
                    </a:cubicBezTo>
                    <a:lnTo>
                      <a:pt x="165996" y="297359"/>
                    </a:lnTo>
                    <a:cubicBezTo>
                      <a:pt x="160141" y="297359"/>
                      <a:pt x="157984" y="294365"/>
                      <a:pt x="156444" y="289573"/>
                    </a:cubicBezTo>
                    <a:lnTo>
                      <a:pt x="137953" y="219501"/>
                    </a:lnTo>
                    <a:lnTo>
                      <a:pt x="57835" y="219501"/>
                    </a:lnTo>
                    <a:lnTo>
                      <a:pt x="39961" y="289573"/>
                    </a:lnTo>
                    <a:cubicBezTo>
                      <a:pt x="38730" y="294365"/>
                      <a:pt x="35955" y="297359"/>
                      <a:pt x="30409" y="297359"/>
                    </a:cubicBezTo>
                    <a:lnTo>
                      <a:pt x="6681" y="297359"/>
                    </a:lnTo>
                    <a:cubicBezTo>
                      <a:pt x="826" y="297359"/>
                      <a:pt x="-1023" y="294664"/>
                      <a:pt x="519" y="289573"/>
                    </a:cubicBezTo>
                    <a:lnTo>
                      <a:pt x="76015" y="7785"/>
                    </a:lnTo>
                    <a:cubicBezTo>
                      <a:pt x="77248" y="2395"/>
                      <a:pt x="80638" y="0"/>
                      <a:pt x="86493" y="0"/>
                    </a:cubicBezTo>
                    <a:lnTo>
                      <a:pt x="112685" y="0"/>
                    </a:lnTo>
                    <a:close/>
                    <a:moveTo>
                      <a:pt x="108064" y="104810"/>
                    </a:moveTo>
                    <a:cubicBezTo>
                      <a:pt x="104981" y="93729"/>
                      <a:pt x="99434" y="61388"/>
                      <a:pt x="98203" y="47613"/>
                    </a:cubicBezTo>
                    <a:cubicBezTo>
                      <a:pt x="96045" y="63783"/>
                      <a:pt x="91114" y="92232"/>
                      <a:pt x="87725" y="104510"/>
                    </a:cubicBezTo>
                    <a:lnTo>
                      <a:pt x="65230" y="187160"/>
                    </a:lnTo>
                    <a:lnTo>
                      <a:pt x="129941" y="187160"/>
                    </a:lnTo>
                    <a:lnTo>
                      <a:pt x="107755" y="104810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1" name="手繪多邊形: 圖案 780">
                <a:extLst>
                  <a:ext uri="{FF2B5EF4-FFF2-40B4-BE49-F238E27FC236}">
                    <a16:creationId xmlns:a16="http://schemas.microsoft.com/office/drawing/2014/main" id="{14886B05-AA76-3911-9352-E6F682AC7823}"/>
                  </a:ext>
                </a:extLst>
              </p:cNvPr>
              <p:cNvSpPr/>
              <p:nvPr/>
            </p:nvSpPr>
            <p:spPr>
              <a:xfrm>
                <a:off x="44669573" y="29496008"/>
                <a:ext cx="144829" cy="297659"/>
              </a:xfrm>
              <a:custGeom>
                <a:avLst/>
                <a:gdLst>
                  <a:gd name="connsiteX0" fmla="*/ 61322 w 144829"/>
                  <a:gd name="connsiteY0" fmla="*/ 297659 h 297659"/>
                  <a:gd name="connsiteX1" fmla="*/ 0 w 144829"/>
                  <a:gd name="connsiteY1" fmla="*/ 238068 h 297659"/>
                  <a:gd name="connsiteX2" fmla="*/ 0 w 144829"/>
                  <a:gd name="connsiteY2" fmla="*/ 8385 h 297659"/>
                  <a:gd name="connsiteX3" fmla="*/ 8012 w 144829"/>
                  <a:gd name="connsiteY3" fmla="*/ 0 h 297659"/>
                  <a:gd name="connsiteX4" fmla="*/ 33279 w 144829"/>
                  <a:gd name="connsiteY4" fmla="*/ 0 h 297659"/>
                  <a:gd name="connsiteX5" fmla="*/ 40983 w 144829"/>
                  <a:gd name="connsiteY5" fmla="*/ 8385 h 297659"/>
                  <a:gd name="connsiteX6" fmla="*/ 40983 w 144829"/>
                  <a:gd name="connsiteY6" fmla="*/ 237468 h 297659"/>
                  <a:gd name="connsiteX7" fmla="*/ 67792 w 144829"/>
                  <a:gd name="connsiteY7" fmla="*/ 263521 h 297659"/>
                  <a:gd name="connsiteX8" fmla="*/ 136819 w 144829"/>
                  <a:gd name="connsiteY8" fmla="*/ 263521 h 297659"/>
                  <a:gd name="connsiteX9" fmla="*/ 144830 w 144829"/>
                  <a:gd name="connsiteY9" fmla="*/ 271007 h 297659"/>
                  <a:gd name="connsiteX10" fmla="*/ 144830 w 144829"/>
                  <a:gd name="connsiteY10" fmla="*/ 289873 h 297659"/>
                  <a:gd name="connsiteX11" fmla="*/ 136819 w 144829"/>
                  <a:gd name="connsiteY11" fmla="*/ 297659 h 297659"/>
                  <a:gd name="connsiteX12" fmla="*/ 61322 w 144829"/>
                  <a:gd name="connsiteY12" fmla="*/ 297659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29" h="297659">
                    <a:moveTo>
                      <a:pt x="61322" y="297659"/>
                    </a:moveTo>
                    <a:cubicBezTo>
                      <a:pt x="27424" y="297659"/>
                      <a:pt x="0" y="271007"/>
                      <a:pt x="0" y="238068"/>
                    </a:cubicBezTo>
                    <a:lnTo>
                      <a:pt x="0" y="8385"/>
                    </a:lnTo>
                    <a:cubicBezTo>
                      <a:pt x="0" y="2695"/>
                      <a:pt x="2157" y="0"/>
                      <a:pt x="8012" y="0"/>
                    </a:cubicBezTo>
                    <a:lnTo>
                      <a:pt x="33279" y="0"/>
                    </a:lnTo>
                    <a:cubicBezTo>
                      <a:pt x="39134" y="0"/>
                      <a:pt x="40983" y="2695"/>
                      <a:pt x="40983" y="8385"/>
                    </a:cubicBezTo>
                    <a:lnTo>
                      <a:pt x="40983" y="237468"/>
                    </a:lnTo>
                    <a:cubicBezTo>
                      <a:pt x="40983" y="251842"/>
                      <a:pt x="53001" y="263521"/>
                      <a:pt x="67792" y="263521"/>
                    </a:cubicBezTo>
                    <a:lnTo>
                      <a:pt x="136819" y="263521"/>
                    </a:lnTo>
                    <a:cubicBezTo>
                      <a:pt x="142366" y="263521"/>
                      <a:pt x="144830" y="265317"/>
                      <a:pt x="144830" y="271007"/>
                    </a:cubicBezTo>
                    <a:lnTo>
                      <a:pt x="144830" y="289873"/>
                    </a:lnTo>
                    <a:cubicBezTo>
                      <a:pt x="144830" y="295563"/>
                      <a:pt x="142057" y="297659"/>
                      <a:pt x="136819" y="297659"/>
                    </a:cubicBezTo>
                    <a:lnTo>
                      <a:pt x="61322" y="297659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2" name="手繪多邊形: 圖案 781">
                <a:extLst>
                  <a:ext uri="{FF2B5EF4-FFF2-40B4-BE49-F238E27FC236}">
                    <a16:creationId xmlns:a16="http://schemas.microsoft.com/office/drawing/2014/main" id="{DFDD60E9-FE9D-EA1D-786B-02718930A1D3}"/>
                  </a:ext>
                </a:extLst>
              </p:cNvPr>
              <p:cNvSpPr/>
              <p:nvPr/>
            </p:nvSpPr>
            <p:spPr>
              <a:xfrm>
                <a:off x="45566602" y="29496008"/>
                <a:ext cx="144831" cy="297659"/>
              </a:xfrm>
              <a:custGeom>
                <a:avLst/>
                <a:gdLst>
                  <a:gd name="connsiteX0" fmla="*/ 61322 w 144831"/>
                  <a:gd name="connsiteY0" fmla="*/ 297659 h 297659"/>
                  <a:gd name="connsiteX1" fmla="*/ 0 w 144831"/>
                  <a:gd name="connsiteY1" fmla="*/ 238068 h 297659"/>
                  <a:gd name="connsiteX2" fmla="*/ 0 w 144831"/>
                  <a:gd name="connsiteY2" fmla="*/ 8385 h 297659"/>
                  <a:gd name="connsiteX3" fmla="*/ 8012 w 144831"/>
                  <a:gd name="connsiteY3" fmla="*/ 0 h 297659"/>
                  <a:gd name="connsiteX4" fmla="*/ 33281 w 144831"/>
                  <a:gd name="connsiteY4" fmla="*/ 0 h 297659"/>
                  <a:gd name="connsiteX5" fmla="*/ 40985 w 144831"/>
                  <a:gd name="connsiteY5" fmla="*/ 8385 h 297659"/>
                  <a:gd name="connsiteX6" fmla="*/ 40985 w 144831"/>
                  <a:gd name="connsiteY6" fmla="*/ 237468 h 297659"/>
                  <a:gd name="connsiteX7" fmla="*/ 67794 w 144831"/>
                  <a:gd name="connsiteY7" fmla="*/ 263521 h 297659"/>
                  <a:gd name="connsiteX8" fmla="*/ 136819 w 144831"/>
                  <a:gd name="connsiteY8" fmla="*/ 263521 h 297659"/>
                  <a:gd name="connsiteX9" fmla="*/ 144832 w 144831"/>
                  <a:gd name="connsiteY9" fmla="*/ 271007 h 297659"/>
                  <a:gd name="connsiteX10" fmla="*/ 144832 w 144831"/>
                  <a:gd name="connsiteY10" fmla="*/ 289873 h 297659"/>
                  <a:gd name="connsiteX11" fmla="*/ 136819 w 144831"/>
                  <a:gd name="connsiteY11" fmla="*/ 297659 h 297659"/>
                  <a:gd name="connsiteX12" fmla="*/ 61322 w 144831"/>
                  <a:gd name="connsiteY12" fmla="*/ 297659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31" h="297659">
                    <a:moveTo>
                      <a:pt x="61322" y="297659"/>
                    </a:moveTo>
                    <a:cubicBezTo>
                      <a:pt x="27426" y="297659"/>
                      <a:pt x="0" y="271007"/>
                      <a:pt x="0" y="238068"/>
                    </a:cubicBezTo>
                    <a:lnTo>
                      <a:pt x="0" y="8385"/>
                    </a:lnTo>
                    <a:cubicBezTo>
                      <a:pt x="0" y="2695"/>
                      <a:pt x="2157" y="0"/>
                      <a:pt x="8012" y="0"/>
                    </a:cubicBezTo>
                    <a:lnTo>
                      <a:pt x="33281" y="0"/>
                    </a:lnTo>
                    <a:cubicBezTo>
                      <a:pt x="39136" y="0"/>
                      <a:pt x="40985" y="2695"/>
                      <a:pt x="40985" y="8385"/>
                    </a:cubicBezTo>
                    <a:lnTo>
                      <a:pt x="40985" y="237468"/>
                    </a:lnTo>
                    <a:cubicBezTo>
                      <a:pt x="40985" y="251842"/>
                      <a:pt x="53001" y="263521"/>
                      <a:pt x="67794" y="263521"/>
                    </a:cubicBezTo>
                    <a:lnTo>
                      <a:pt x="136819" y="263521"/>
                    </a:lnTo>
                    <a:cubicBezTo>
                      <a:pt x="142366" y="263521"/>
                      <a:pt x="144832" y="265317"/>
                      <a:pt x="144832" y="271007"/>
                    </a:cubicBezTo>
                    <a:lnTo>
                      <a:pt x="144832" y="289873"/>
                    </a:lnTo>
                    <a:cubicBezTo>
                      <a:pt x="144832" y="295563"/>
                      <a:pt x="142057" y="297659"/>
                      <a:pt x="136819" y="297659"/>
                    </a:cubicBezTo>
                    <a:lnTo>
                      <a:pt x="61322" y="297659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3" name="手繪多邊形: 圖案 782">
                <a:extLst>
                  <a:ext uri="{FF2B5EF4-FFF2-40B4-BE49-F238E27FC236}">
                    <a16:creationId xmlns:a16="http://schemas.microsoft.com/office/drawing/2014/main" id="{D5C3829F-B88E-3B54-02F1-C56B3F6E8F62}"/>
                  </a:ext>
                </a:extLst>
              </p:cNvPr>
              <p:cNvSpPr/>
              <p:nvPr/>
            </p:nvSpPr>
            <p:spPr>
              <a:xfrm>
                <a:off x="45203907" y="29493013"/>
                <a:ext cx="172565" cy="304247"/>
              </a:xfrm>
              <a:custGeom>
                <a:avLst/>
                <a:gdLst>
                  <a:gd name="connsiteX0" fmla="*/ 172566 w 172565"/>
                  <a:gd name="connsiteY0" fmla="*/ 240463 h 304247"/>
                  <a:gd name="connsiteX1" fmla="*/ 86282 w 172565"/>
                  <a:gd name="connsiteY1" fmla="*/ 304247 h 304247"/>
                  <a:gd name="connsiteX2" fmla="*/ 0 w 172565"/>
                  <a:gd name="connsiteY2" fmla="*/ 240463 h 304247"/>
                  <a:gd name="connsiteX3" fmla="*/ 0 w 172565"/>
                  <a:gd name="connsiteY3" fmla="*/ 63784 h 304247"/>
                  <a:gd name="connsiteX4" fmla="*/ 86282 w 172565"/>
                  <a:gd name="connsiteY4" fmla="*/ 0 h 304247"/>
                  <a:gd name="connsiteX5" fmla="*/ 172566 w 172565"/>
                  <a:gd name="connsiteY5" fmla="*/ 63784 h 304247"/>
                  <a:gd name="connsiteX6" fmla="*/ 172566 w 172565"/>
                  <a:gd name="connsiteY6" fmla="*/ 88340 h 304247"/>
                  <a:gd name="connsiteX7" fmla="*/ 164862 w 172565"/>
                  <a:gd name="connsiteY7" fmla="*/ 96725 h 304247"/>
                  <a:gd name="connsiteX8" fmla="*/ 140517 w 172565"/>
                  <a:gd name="connsiteY8" fmla="*/ 96725 h 304247"/>
                  <a:gd name="connsiteX9" fmla="*/ 132505 w 172565"/>
                  <a:gd name="connsiteY9" fmla="*/ 88340 h 304247"/>
                  <a:gd name="connsiteX10" fmla="*/ 132505 w 172565"/>
                  <a:gd name="connsiteY10" fmla="*/ 67378 h 304247"/>
                  <a:gd name="connsiteX11" fmla="*/ 86591 w 172565"/>
                  <a:gd name="connsiteY11" fmla="*/ 34138 h 304247"/>
                  <a:gd name="connsiteX12" fmla="*/ 40985 w 172565"/>
                  <a:gd name="connsiteY12" fmla="*/ 67378 h 304247"/>
                  <a:gd name="connsiteX13" fmla="*/ 40985 w 172565"/>
                  <a:gd name="connsiteY13" fmla="*/ 237169 h 304247"/>
                  <a:gd name="connsiteX14" fmla="*/ 86591 w 172565"/>
                  <a:gd name="connsiteY14" fmla="*/ 270408 h 304247"/>
                  <a:gd name="connsiteX15" fmla="*/ 132505 w 172565"/>
                  <a:gd name="connsiteY15" fmla="*/ 237169 h 304247"/>
                  <a:gd name="connsiteX16" fmla="*/ 132505 w 172565"/>
                  <a:gd name="connsiteY16" fmla="*/ 210517 h 304247"/>
                  <a:gd name="connsiteX17" fmla="*/ 140517 w 172565"/>
                  <a:gd name="connsiteY17" fmla="*/ 202732 h 304247"/>
                  <a:gd name="connsiteX18" fmla="*/ 164862 w 172565"/>
                  <a:gd name="connsiteY18" fmla="*/ 202732 h 304247"/>
                  <a:gd name="connsiteX19" fmla="*/ 172566 w 172565"/>
                  <a:gd name="connsiteY19" fmla="*/ 210517 h 304247"/>
                  <a:gd name="connsiteX20" fmla="*/ 172566 w 172565"/>
                  <a:gd name="connsiteY20" fmla="*/ 240763 h 30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65" h="304247">
                    <a:moveTo>
                      <a:pt x="172566" y="240463"/>
                    </a:moveTo>
                    <a:cubicBezTo>
                      <a:pt x="172566" y="274601"/>
                      <a:pt x="153767" y="304247"/>
                      <a:pt x="86282" y="304247"/>
                    </a:cubicBezTo>
                    <a:cubicBezTo>
                      <a:pt x="18797" y="304247"/>
                      <a:pt x="0" y="274601"/>
                      <a:pt x="0" y="240463"/>
                    </a:cubicBezTo>
                    <a:lnTo>
                      <a:pt x="0" y="63784"/>
                    </a:lnTo>
                    <a:cubicBezTo>
                      <a:pt x="0" y="29646"/>
                      <a:pt x="19414" y="0"/>
                      <a:pt x="86282" y="0"/>
                    </a:cubicBezTo>
                    <a:cubicBezTo>
                      <a:pt x="153152" y="0"/>
                      <a:pt x="172566" y="29646"/>
                      <a:pt x="172566" y="63784"/>
                    </a:cubicBezTo>
                    <a:lnTo>
                      <a:pt x="172566" y="88340"/>
                    </a:lnTo>
                    <a:cubicBezTo>
                      <a:pt x="172566" y="94030"/>
                      <a:pt x="170409" y="96725"/>
                      <a:pt x="164862" y="96725"/>
                    </a:cubicBezTo>
                    <a:lnTo>
                      <a:pt x="140517" y="96725"/>
                    </a:lnTo>
                    <a:cubicBezTo>
                      <a:pt x="134662" y="96725"/>
                      <a:pt x="132505" y="94030"/>
                      <a:pt x="132505" y="88340"/>
                    </a:cubicBezTo>
                    <a:lnTo>
                      <a:pt x="132505" y="67378"/>
                    </a:lnTo>
                    <a:cubicBezTo>
                      <a:pt x="132505" y="46715"/>
                      <a:pt x="120488" y="34138"/>
                      <a:pt x="86591" y="34138"/>
                    </a:cubicBezTo>
                    <a:cubicBezTo>
                      <a:pt x="52695" y="34138"/>
                      <a:pt x="40985" y="46715"/>
                      <a:pt x="40985" y="67378"/>
                    </a:cubicBezTo>
                    <a:lnTo>
                      <a:pt x="40985" y="237169"/>
                    </a:lnTo>
                    <a:cubicBezTo>
                      <a:pt x="40985" y="257832"/>
                      <a:pt x="52695" y="270408"/>
                      <a:pt x="86591" y="270408"/>
                    </a:cubicBezTo>
                    <a:cubicBezTo>
                      <a:pt x="120488" y="270408"/>
                      <a:pt x="132505" y="257832"/>
                      <a:pt x="132505" y="237169"/>
                    </a:cubicBezTo>
                    <a:lnTo>
                      <a:pt x="132505" y="210517"/>
                    </a:lnTo>
                    <a:cubicBezTo>
                      <a:pt x="132505" y="204828"/>
                      <a:pt x="134662" y="202732"/>
                      <a:pt x="140517" y="202732"/>
                    </a:cubicBezTo>
                    <a:lnTo>
                      <a:pt x="164862" y="202732"/>
                    </a:lnTo>
                    <a:cubicBezTo>
                      <a:pt x="170409" y="202732"/>
                      <a:pt x="172566" y="204828"/>
                      <a:pt x="172566" y="210517"/>
                    </a:cubicBezTo>
                    <a:lnTo>
                      <a:pt x="172566" y="240763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4" name="手繪多邊形: 圖案 783">
                <a:extLst>
                  <a:ext uri="{FF2B5EF4-FFF2-40B4-BE49-F238E27FC236}">
                    <a16:creationId xmlns:a16="http://schemas.microsoft.com/office/drawing/2014/main" id="{2F92E632-8F59-569B-8C61-986E42372F51}"/>
                  </a:ext>
                </a:extLst>
              </p:cNvPr>
              <p:cNvSpPr/>
              <p:nvPr/>
            </p:nvSpPr>
            <p:spPr>
              <a:xfrm>
                <a:off x="45888929" y="29496008"/>
                <a:ext cx="40982" cy="297659"/>
              </a:xfrm>
              <a:custGeom>
                <a:avLst/>
                <a:gdLst>
                  <a:gd name="connsiteX0" fmla="*/ 40983 w 40982"/>
                  <a:gd name="connsiteY0" fmla="*/ 289274 h 297659"/>
                  <a:gd name="connsiteX1" fmla="*/ 33279 w 40982"/>
                  <a:gd name="connsiteY1" fmla="*/ 297659 h 297659"/>
                  <a:gd name="connsiteX2" fmla="*/ 7704 w 40982"/>
                  <a:gd name="connsiteY2" fmla="*/ 297659 h 297659"/>
                  <a:gd name="connsiteX3" fmla="*/ 0 w 40982"/>
                  <a:gd name="connsiteY3" fmla="*/ 289274 h 297659"/>
                  <a:gd name="connsiteX4" fmla="*/ 0 w 40982"/>
                  <a:gd name="connsiteY4" fmla="*/ 8385 h 297659"/>
                  <a:gd name="connsiteX5" fmla="*/ 7704 w 40982"/>
                  <a:gd name="connsiteY5" fmla="*/ 0 h 297659"/>
                  <a:gd name="connsiteX6" fmla="*/ 33279 w 40982"/>
                  <a:gd name="connsiteY6" fmla="*/ 0 h 297659"/>
                  <a:gd name="connsiteX7" fmla="*/ 40983 w 40982"/>
                  <a:gd name="connsiteY7" fmla="*/ 8385 h 297659"/>
                  <a:gd name="connsiteX8" fmla="*/ 40983 w 40982"/>
                  <a:gd name="connsiteY8" fmla="*/ 2892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2" h="297659">
                    <a:moveTo>
                      <a:pt x="40983" y="289274"/>
                    </a:moveTo>
                    <a:cubicBezTo>
                      <a:pt x="40983" y="294964"/>
                      <a:pt x="39134" y="297659"/>
                      <a:pt x="33279" y="297659"/>
                    </a:cubicBezTo>
                    <a:lnTo>
                      <a:pt x="7704" y="297659"/>
                    </a:lnTo>
                    <a:cubicBezTo>
                      <a:pt x="2155" y="297659"/>
                      <a:pt x="0" y="294964"/>
                      <a:pt x="0" y="289274"/>
                    </a:cubicBezTo>
                    <a:lnTo>
                      <a:pt x="0" y="8385"/>
                    </a:lnTo>
                    <a:cubicBezTo>
                      <a:pt x="0" y="2695"/>
                      <a:pt x="2155" y="0"/>
                      <a:pt x="7704" y="0"/>
                    </a:cubicBezTo>
                    <a:lnTo>
                      <a:pt x="33279" y="0"/>
                    </a:lnTo>
                    <a:cubicBezTo>
                      <a:pt x="39134" y="0"/>
                      <a:pt x="40983" y="2695"/>
                      <a:pt x="40983" y="8385"/>
                    </a:cubicBezTo>
                    <a:lnTo>
                      <a:pt x="40983" y="2892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5" name="手繪多邊形: 圖案 784">
                <a:extLst>
                  <a:ext uri="{FF2B5EF4-FFF2-40B4-BE49-F238E27FC236}">
                    <a16:creationId xmlns:a16="http://schemas.microsoft.com/office/drawing/2014/main" id="{523B1344-479D-66A3-B8EB-78594C212B87}"/>
                  </a:ext>
                </a:extLst>
              </p:cNvPr>
              <p:cNvSpPr/>
              <p:nvPr/>
            </p:nvSpPr>
            <p:spPr>
              <a:xfrm>
                <a:off x="46133293" y="29496008"/>
                <a:ext cx="178420" cy="297659"/>
              </a:xfrm>
              <a:custGeom>
                <a:avLst/>
                <a:gdLst>
                  <a:gd name="connsiteX0" fmla="*/ 178421 w 178420"/>
                  <a:gd name="connsiteY0" fmla="*/ 289873 h 297659"/>
                  <a:gd name="connsiteX1" fmla="*/ 170717 w 178420"/>
                  <a:gd name="connsiteY1" fmla="*/ 297659 h 297659"/>
                  <a:gd name="connsiteX2" fmla="*/ 147297 w 178420"/>
                  <a:gd name="connsiteY2" fmla="*/ 297659 h 297659"/>
                  <a:gd name="connsiteX3" fmla="*/ 139285 w 178420"/>
                  <a:gd name="connsiteY3" fmla="*/ 292868 h 297659"/>
                  <a:gd name="connsiteX4" fmla="*/ 51459 w 178420"/>
                  <a:gd name="connsiteY4" fmla="*/ 115589 h 297659"/>
                  <a:gd name="connsiteX5" fmla="*/ 37902 w 178420"/>
                  <a:gd name="connsiteY5" fmla="*/ 84447 h 297659"/>
                  <a:gd name="connsiteX6" fmla="*/ 37902 w 178420"/>
                  <a:gd name="connsiteY6" fmla="*/ 289574 h 297659"/>
                  <a:gd name="connsiteX7" fmla="*/ 30198 w 178420"/>
                  <a:gd name="connsiteY7" fmla="*/ 297359 h 297659"/>
                  <a:gd name="connsiteX8" fmla="*/ 7704 w 178420"/>
                  <a:gd name="connsiteY8" fmla="*/ 297359 h 297659"/>
                  <a:gd name="connsiteX9" fmla="*/ 0 w 178420"/>
                  <a:gd name="connsiteY9" fmla="*/ 289574 h 297659"/>
                  <a:gd name="connsiteX10" fmla="*/ 0 w 178420"/>
                  <a:gd name="connsiteY10" fmla="*/ 7786 h 297659"/>
                  <a:gd name="connsiteX11" fmla="*/ 7704 w 178420"/>
                  <a:gd name="connsiteY11" fmla="*/ 0 h 297659"/>
                  <a:gd name="connsiteX12" fmla="*/ 31432 w 178420"/>
                  <a:gd name="connsiteY12" fmla="*/ 0 h 297659"/>
                  <a:gd name="connsiteX13" fmla="*/ 38519 w 178420"/>
                  <a:gd name="connsiteY13" fmla="*/ 4492 h 297659"/>
                  <a:gd name="connsiteX14" fmla="*/ 128497 w 178420"/>
                  <a:gd name="connsiteY14" fmla="*/ 184165 h 297659"/>
                  <a:gd name="connsiteX15" fmla="*/ 140207 w 178420"/>
                  <a:gd name="connsiteY15" fmla="*/ 212014 h 297659"/>
                  <a:gd name="connsiteX16" fmla="*/ 140207 w 178420"/>
                  <a:gd name="connsiteY16" fmla="*/ 7786 h 297659"/>
                  <a:gd name="connsiteX17" fmla="*/ 148219 w 178420"/>
                  <a:gd name="connsiteY17" fmla="*/ 0 h 297659"/>
                  <a:gd name="connsiteX18" fmla="*/ 170409 w 178420"/>
                  <a:gd name="connsiteY18" fmla="*/ 0 h 297659"/>
                  <a:gd name="connsiteX19" fmla="*/ 178112 w 178420"/>
                  <a:gd name="connsiteY19" fmla="*/ 7786 h 297659"/>
                  <a:gd name="connsiteX20" fmla="*/ 178112 w 178420"/>
                  <a:gd name="connsiteY20" fmla="*/ 2895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20" h="297659">
                    <a:moveTo>
                      <a:pt x="178421" y="289873"/>
                    </a:moveTo>
                    <a:cubicBezTo>
                      <a:pt x="178421" y="295263"/>
                      <a:pt x="176570" y="297659"/>
                      <a:pt x="170717" y="297659"/>
                    </a:cubicBezTo>
                    <a:lnTo>
                      <a:pt x="147297" y="297659"/>
                    </a:lnTo>
                    <a:cubicBezTo>
                      <a:pt x="142674" y="297659"/>
                      <a:pt x="141132" y="296461"/>
                      <a:pt x="139285" y="292868"/>
                    </a:cubicBezTo>
                    <a:lnTo>
                      <a:pt x="51459" y="115589"/>
                    </a:lnTo>
                    <a:cubicBezTo>
                      <a:pt x="46531" y="106008"/>
                      <a:pt x="40983" y="94029"/>
                      <a:pt x="37902" y="84447"/>
                    </a:cubicBezTo>
                    <a:lnTo>
                      <a:pt x="37902" y="289574"/>
                    </a:lnTo>
                    <a:cubicBezTo>
                      <a:pt x="37902" y="294964"/>
                      <a:pt x="35747" y="297359"/>
                      <a:pt x="30198" y="297359"/>
                    </a:cubicBezTo>
                    <a:lnTo>
                      <a:pt x="7704" y="297359"/>
                    </a:lnTo>
                    <a:cubicBezTo>
                      <a:pt x="2157" y="297359"/>
                      <a:pt x="0" y="294664"/>
                      <a:pt x="0" y="289574"/>
                    </a:cubicBezTo>
                    <a:lnTo>
                      <a:pt x="0" y="7786"/>
                    </a:lnTo>
                    <a:cubicBezTo>
                      <a:pt x="0" y="2395"/>
                      <a:pt x="2157" y="0"/>
                      <a:pt x="7704" y="0"/>
                    </a:cubicBezTo>
                    <a:lnTo>
                      <a:pt x="31432" y="0"/>
                    </a:lnTo>
                    <a:cubicBezTo>
                      <a:pt x="35438" y="0"/>
                      <a:pt x="37285" y="1198"/>
                      <a:pt x="38519" y="4492"/>
                    </a:cubicBezTo>
                    <a:lnTo>
                      <a:pt x="128497" y="184165"/>
                    </a:lnTo>
                    <a:cubicBezTo>
                      <a:pt x="132198" y="191651"/>
                      <a:pt x="138051" y="205726"/>
                      <a:pt x="140207" y="212014"/>
                    </a:cubicBezTo>
                    <a:lnTo>
                      <a:pt x="140207" y="7786"/>
                    </a:lnTo>
                    <a:cubicBezTo>
                      <a:pt x="140207" y="2395"/>
                      <a:pt x="142983" y="0"/>
                      <a:pt x="148219" y="0"/>
                    </a:cubicBezTo>
                    <a:lnTo>
                      <a:pt x="170409" y="0"/>
                    </a:lnTo>
                    <a:cubicBezTo>
                      <a:pt x="176262" y="0"/>
                      <a:pt x="178112" y="2695"/>
                      <a:pt x="178112" y="7786"/>
                    </a:cubicBezTo>
                    <a:lnTo>
                      <a:pt x="178112" y="2895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6" name="手繪多邊形: 圖案 785">
                <a:extLst>
                  <a:ext uri="{FF2B5EF4-FFF2-40B4-BE49-F238E27FC236}">
                    <a16:creationId xmlns:a16="http://schemas.microsoft.com/office/drawing/2014/main" id="{11EEDB7F-C76C-09CF-201A-40E395E10F68}"/>
                  </a:ext>
                </a:extLst>
              </p:cNvPr>
              <p:cNvSpPr/>
              <p:nvPr/>
            </p:nvSpPr>
            <p:spPr>
              <a:xfrm>
                <a:off x="46515402" y="29496008"/>
                <a:ext cx="40982" cy="297659"/>
              </a:xfrm>
              <a:custGeom>
                <a:avLst/>
                <a:gdLst>
                  <a:gd name="connsiteX0" fmla="*/ 40983 w 40982"/>
                  <a:gd name="connsiteY0" fmla="*/ 289274 h 297659"/>
                  <a:gd name="connsiteX1" fmla="*/ 33279 w 40982"/>
                  <a:gd name="connsiteY1" fmla="*/ 297659 h 297659"/>
                  <a:gd name="connsiteX2" fmla="*/ 7704 w 40982"/>
                  <a:gd name="connsiteY2" fmla="*/ 297659 h 297659"/>
                  <a:gd name="connsiteX3" fmla="*/ 0 w 40982"/>
                  <a:gd name="connsiteY3" fmla="*/ 289274 h 297659"/>
                  <a:gd name="connsiteX4" fmla="*/ 0 w 40982"/>
                  <a:gd name="connsiteY4" fmla="*/ 8385 h 297659"/>
                  <a:gd name="connsiteX5" fmla="*/ 7704 w 40982"/>
                  <a:gd name="connsiteY5" fmla="*/ 0 h 297659"/>
                  <a:gd name="connsiteX6" fmla="*/ 33279 w 40982"/>
                  <a:gd name="connsiteY6" fmla="*/ 0 h 297659"/>
                  <a:gd name="connsiteX7" fmla="*/ 40983 w 40982"/>
                  <a:gd name="connsiteY7" fmla="*/ 8385 h 297659"/>
                  <a:gd name="connsiteX8" fmla="*/ 40983 w 40982"/>
                  <a:gd name="connsiteY8" fmla="*/ 289274 h 2976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2" h="297659">
                    <a:moveTo>
                      <a:pt x="40983" y="289274"/>
                    </a:moveTo>
                    <a:cubicBezTo>
                      <a:pt x="40983" y="294964"/>
                      <a:pt x="39132" y="297659"/>
                      <a:pt x="33279" y="297659"/>
                    </a:cubicBezTo>
                    <a:lnTo>
                      <a:pt x="7704" y="297659"/>
                    </a:lnTo>
                    <a:cubicBezTo>
                      <a:pt x="2155" y="297659"/>
                      <a:pt x="0" y="294964"/>
                      <a:pt x="0" y="289274"/>
                    </a:cubicBezTo>
                    <a:lnTo>
                      <a:pt x="0" y="8385"/>
                    </a:lnTo>
                    <a:cubicBezTo>
                      <a:pt x="0" y="2695"/>
                      <a:pt x="2155" y="0"/>
                      <a:pt x="7704" y="0"/>
                    </a:cubicBezTo>
                    <a:lnTo>
                      <a:pt x="33279" y="0"/>
                    </a:lnTo>
                    <a:cubicBezTo>
                      <a:pt x="39132" y="0"/>
                      <a:pt x="40983" y="2695"/>
                      <a:pt x="40983" y="8385"/>
                    </a:cubicBezTo>
                    <a:lnTo>
                      <a:pt x="40983" y="289274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7" name="手繪多邊形: 圖案 786">
                <a:extLst>
                  <a:ext uri="{FF2B5EF4-FFF2-40B4-BE49-F238E27FC236}">
                    <a16:creationId xmlns:a16="http://schemas.microsoft.com/office/drawing/2014/main" id="{DC035FEC-B4F3-5E48-37F9-334B9F462E77}"/>
                  </a:ext>
                </a:extLst>
              </p:cNvPr>
              <p:cNvSpPr/>
              <p:nvPr/>
            </p:nvSpPr>
            <p:spPr>
              <a:xfrm>
                <a:off x="46755757" y="29493013"/>
                <a:ext cx="172564" cy="304247"/>
              </a:xfrm>
              <a:custGeom>
                <a:avLst/>
                <a:gdLst>
                  <a:gd name="connsiteX0" fmla="*/ 172564 w 172564"/>
                  <a:gd name="connsiteY0" fmla="*/ 240463 h 304247"/>
                  <a:gd name="connsiteX1" fmla="*/ 86284 w 172564"/>
                  <a:gd name="connsiteY1" fmla="*/ 304247 h 304247"/>
                  <a:gd name="connsiteX2" fmla="*/ 0 w 172564"/>
                  <a:gd name="connsiteY2" fmla="*/ 240463 h 304247"/>
                  <a:gd name="connsiteX3" fmla="*/ 0 w 172564"/>
                  <a:gd name="connsiteY3" fmla="*/ 63784 h 304247"/>
                  <a:gd name="connsiteX4" fmla="*/ 86284 w 172564"/>
                  <a:gd name="connsiteY4" fmla="*/ 0 h 304247"/>
                  <a:gd name="connsiteX5" fmla="*/ 172564 w 172564"/>
                  <a:gd name="connsiteY5" fmla="*/ 63784 h 304247"/>
                  <a:gd name="connsiteX6" fmla="*/ 172564 w 172564"/>
                  <a:gd name="connsiteY6" fmla="*/ 88340 h 304247"/>
                  <a:gd name="connsiteX7" fmla="*/ 164860 w 172564"/>
                  <a:gd name="connsiteY7" fmla="*/ 96725 h 304247"/>
                  <a:gd name="connsiteX8" fmla="*/ 140519 w 172564"/>
                  <a:gd name="connsiteY8" fmla="*/ 96725 h 304247"/>
                  <a:gd name="connsiteX9" fmla="*/ 132507 w 172564"/>
                  <a:gd name="connsiteY9" fmla="*/ 88340 h 304247"/>
                  <a:gd name="connsiteX10" fmla="*/ 132507 w 172564"/>
                  <a:gd name="connsiteY10" fmla="*/ 67378 h 304247"/>
                  <a:gd name="connsiteX11" fmla="*/ 86592 w 172564"/>
                  <a:gd name="connsiteY11" fmla="*/ 34138 h 304247"/>
                  <a:gd name="connsiteX12" fmla="*/ 40987 w 172564"/>
                  <a:gd name="connsiteY12" fmla="*/ 67378 h 304247"/>
                  <a:gd name="connsiteX13" fmla="*/ 40987 w 172564"/>
                  <a:gd name="connsiteY13" fmla="*/ 237169 h 304247"/>
                  <a:gd name="connsiteX14" fmla="*/ 86592 w 172564"/>
                  <a:gd name="connsiteY14" fmla="*/ 270408 h 304247"/>
                  <a:gd name="connsiteX15" fmla="*/ 132507 w 172564"/>
                  <a:gd name="connsiteY15" fmla="*/ 237169 h 304247"/>
                  <a:gd name="connsiteX16" fmla="*/ 132507 w 172564"/>
                  <a:gd name="connsiteY16" fmla="*/ 210517 h 304247"/>
                  <a:gd name="connsiteX17" fmla="*/ 140519 w 172564"/>
                  <a:gd name="connsiteY17" fmla="*/ 202732 h 304247"/>
                  <a:gd name="connsiteX18" fmla="*/ 164860 w 172564"/>
                  <a:gd name="connsiteY18" fmla="*/ 202732 h 304247"/>
                  <a:gd name="connsiteX19" fmla="*/ 172564 w 172564"/>
                  <a:gd name="connsiteY19" fmla="*/ 210517 h 304247"/>
                  <a:gd name="connsiteX20" fmla="*/ 172564 w 172564"/>
                  <a:gd name="connsiteY20" fmla="*/ 240763 h 304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64" h="304247">
                    <a:moveTo>
                      <a:pt x="172564" y="240463"/>
                    </a:moveTo>
                    <a:cubicBezTo>
                      <a:pt x="172564" y="274601"/>
                      <a:pt x="153767" y="304247"/>
                      <a:pt x="86284" y="304247"/>
                    </a:cubicBezTo>
                    <a:cubicBezTo>
                      <a:pt x="18797" y="304247"/>
                      <a:pt x="0" y="274601"/>
                      <a:pt x="0" y="240463"/>
                    </a:cubicBezTo>
                    <a:lnTo>
                      <a:pt x="0" y="63784"/>
                    </a:lnTo>
                    <a:cubicBezTo>
                      <a:pt x="0" y="29646"/>
                      <a:pt x="19414" y="0"/>
                      <a:pt x="86284" y="0"/>
                    </a:cubicBezTo>
                    <a:cubicBezTo>
                      <a:pt x="153150" y="0"/>
                      <a:pt x="172564" y="29646"/>
                      <a:pt x="172564" y="63784"/>
                    </a:cubicBezTo>
                    <a:lnTo>
                      <a:pt x="172564" y="88340"/>
                    </a:lnTo>
                    <a:cubicBezTo>
                      <a:pt x="172564" y="94030"/>
                      <a:pt x="170409" y="96725"/>
                      <a:pt x="164860" y="96725"/>
                    </a:cubicBezTo>
                    <a:lnTo>
                      <a:pt x="140519" y="96725"/>
                    </a:lnTo>
                    <a:cubicBezTo>
                      <a:pt x="134662" y="96725"/>
                      <a:pt x="132507" y="94030"/>
                      <a:pt x="132507" y="88340"/>
                    </a:cubicBezTo>
                    <a:lnTo>
                      <a:pt x="132507" y="67378"/>
                    </a:lnTo>
                    <a:cubicBezTo>
                      <a:pt x="132507" y="46715"/>
                      <a:pt x="120488" y="34138"/>
                      <a:pt x="86592" y="34138"/>
                    </a:cubicBezTo>
                    <a:cubicBezTo>
                      <a:pt x="52696" y="34138"/>
                      <a:pt x="40987" y="46715"/>
                      <a:pt x="40987" y="67378"/>
                    </a:cubicBezTo>
                    <a:lnTo>
                      <a:pt x="40987" y="237169"/>
                    </a:lnTo>
                    <a:cubicBezTo>
                      <a:pt x="40987" y="257832"/>
                      <a:pt x="52696" y="270408"/>
                      <a:pt x="86592" y="270408"/>
                    </a:cubicBezTo>
                    <a:cubicBezTo>
                      <a:pt x="120488" y="270408"/>
                      <a:pt x="132507" y="257832"/>
                      <a:pt x="132507" y="237169"/>
                    </a:cubicBezTo>
                    <a:lnTo>
                      <a:pt x="132507" y="210517"/>
                    </a:lnTo>
                    <a:cubicBezTo>
                      <a:pt x="132507" y="204828"/>
                      <a:pt x="134662" y="202732"/>
                      <a:pt x="140519" y="202732"/>
                    </a:cubicBezTo>
                    <a:lnTo>
                      <a:pt x="164860" y="202732"/>
                    </a:lnTo>
                    <a:cubicBezTo>
                      <a:pt x="170409" y="202732"/>
                      <a:pt x="172564" y="204828"/>
                      <a:pt x="172564" y="210517"/>
                    </a:cubicBezTo>
                    <a:lnTo>
                      <a:pt x="172564" y="240763"/>
                    </a:lnTo>
                    <a:close/>
                  </a:path>
                </a:pathLst>
              </a:custGeom>
              <a:solidFill>
                <a:srgbClr val="714F38"/>
              </a:solidFill>
              <a:ln w="532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788" name="圖形 19">
            <a:extLst>
              <a:ext uri="{FF2B5EF4-FFF2-40B4-BE49-F238E27FC236}">
                <a16:creationId xmlns:a16="http://schemas.microsoft.com/office/drawing/2014/main" id="{906E6779-3E81-E717-B668-EF761AF0B9E8}"/>
              </a:ext>
            </a:extLst>
          </p:cNvPr>
          <p:cNvGrpSpPr/>
          <p:nvPr/>
        </p:nvGrpSpPr>
        <p:grpSpPr>
          <a:xfrm>
            <a:off x="18102907" y="25400651"/>
            <a:ext cx="50478860" cy="136228069"/>
            <a:chOff x="18102907" y="25400651"/>
            <a:chExt cx="50478860" cy="136228069"/>
          </a:xfrm>
        </p:grpSpPr>
        <p:sp>
          <p:nvSpPr>
            <p:cNvPr id="789" name="手繪多邊形: 圖案 788">
              <a:extLst>
                <a:ext uri="{FF2B5EF4-FFF2-40B4-BE49-F238E27FC236}">
                  <a16:creationId xmlns:a16="http://schemas.microsoft.com/office/drawing/2014/main" id="{215B5087-1C14-9179-C16C-45A0C064DA14}"/>
                </a:ext>
              </a:extLst>
            </p:cNvPr>
            <p:cNvSpPr/>
            <p:nvPr/>
          </p:nvSpPr>
          <p:spPr>
            <a:xfrm>
              <a:off x="18102907" y="25400651"/>
              <a:ext cx="8734862" cy="8488371"/>
            </a:xfrm>
            <a:custGeom>
              <a:avLst/>
              <a:gdLst>
                <a:gd name="connsiteX0" fmla="*/ 8734863 w 8734862"/>
                <a:gd name="connsiteY0" fmla="*/ 4244186 h 8488371"/>
                <a:gd name="connsiteX1" fmla="*/ 4367432 w 8734862"/>
                <a:gd name="connsiteY1" fmla="*/ 8488371 h 8488371"/>
                <a:gd name="connsiteX2" fmla="*/ 0 w 8734862"/>
                <a:gd name="connsiteY2" fmla="*/ 4244185 h 8488371"/>
                <a:gd name="connsiteX3" fmla="*/ 4367432 w 8734862"/>
                <a:gd name="connsiteY3" fmla="*/ -1 h 8488371"/>
                <a:gd name="connsiteX4" fmla="*/ 8734863 w 8734862"/>
                <a:gd name="connsiteY4" fmla="*/ 4244186 h 84883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4862" h="8488371">
                  <a:moveTo>
                    <a:pt x="8734863" y="4244186"/>
                  </a:moveTo>
                  <a:cubicBezTo>
                    <a:pt x="8734863" y="6588186"/>
                    <a:pt x="6779497" y="8488371"/>
                    <a:pt x="4367432" y="8488371"/>
                  </a:cubicBezTo>
                  <a:cubicBezTo>
                    <a:pt x="1955366" y="8488371"/>
                    <a:pt x="0" y="6588185"/>
                    <a:pt x="0" y="4244185"/>
                  </a:cubicBezTo>
                  <a:cubicBezTo>
                    <a:pt x="0" y="1900186"/>
                    <a:pt x="1955366" y="-1"/>
                    <a:pt x="4367432" y="-1"/>
                  </a:cubicBezTo>
                  <a:cubicBezTo>
                    <a:pt x="6779497" y="-1"/>
                    <a:pt x="8734863" y="1900186"/>
                    <a:pt x="8734863" y="4244186"/>
                  </a:cubicBezTo>
                  <a:close/>
                </a:path>
              </a:pathLst>
            </a:custGeom>
            <a:noFill/>
            <a:ln w="1332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790" name="圖形 19">
              <a:extLst>
                <a:ext uri="{FF2B5EF4-FFF2-40B4-BE49-F238E27FC236}">
                  <a16:creationId xmlns:a16="http://schemas.microsoft.com/office/drawing/2014/main" id="{25D01294-24D8-C93A-B574-765F5E9D554C}"/>
                </a:ext>
              </a:extLst>
            </p:cNvPr>
            <p:cNvGrpSpPr/>
            <p:nvPr/>
          </p:nvGrpSpPr>
          <p:grpSpPr>
            <a:xfrm>
              <a:off x="19515489" y="26925167"/>
              <a:ext cx="34153265" cy="87294591"/>
              <a:chOff x="19515489" y="26925167"/>
              <a:chExt cx="34153265" cy="87294591"/>
            </a:xfrm>
          </p:grpSpPr>
          <p:grpSp>
            <p:nvGrpSpPr>
              <p:cNvPr id="791" name="圖形 19">
                <a:extLst>
                  <a:ext uri="{FF2B5EF4-FFF2-40B4-BE49-F238E27FC236}">
                    <a16:creationId xmlns:a16="http://schemas.microsoft.com/office/drawing/2014/main" id="{66CD5F5F-037F-6D34-D8C1-A672A0848C71}"/>
                  </a:ext>
                </a:extLst>
              </p:cNvPr>
              <p:cNvGrpSpPr/>
              <p:nvPr/>
            </p:nvGrpSpPr>
            <p:grpSpPr>
              <a:xfrm>
                <a:off x="19743506" y="31260700"/>
                <a:ext cx="5239141" cy="14138966"/>
                <a:chOff x="19743506" y="31260700"/>
                <a:chExt cx="5239141" cy="14138966"/>
              </a:xfrm>
            </p:grpSpPr>
            <p:sp>
              <p:nvSpPr>
                <p:cNvPr id="792" name="手繪多邊形: 圖案 791">
                  <a:extLst>
                    <a:ext uri="{FF2B5EF4-FFF2-40B4-BE49-F238E27FC236}">
                      <a16:creationId xmlns:a16="http://schemas.microsoft.com/office/drawing/2014/main" id="{6BF91E9A-6D3B-8CB0-6942-2D0DB3E6C351}"/>
                    </a:ext>
                  </a:extLst>
                </p:cNvPr>
                <p:cNvSpPr/>
                <p:nvPr/>
              </p:nvSpPr>
              <p:spPr>
                <a:xfrm>
                  <a:off x="19743506" y="31260700"/>
                  <a:ext cx="906581" cy="880999"/>
                </a:xfrm>
                <a:custGeom>
                  <a:avLst/>
                  <a:gdLst>
                    <a:gd name="connsiteX0" fmla="*/ 906582 w 906581"/>
                    <a:gd name="connsiteY0" fmla="*/ 440499 h 880999"/>
                    <a:gd name="connsiteX1" fmla="*/ 453291 w 906581"/>
                    <a:gd name="connsiteY1" fmla="*/ 880999 h 880999"/>
                    <a:gd name="connsiteX2" fmla="*/ 0 w 906581"/>
                    <a:gd name="connsiteY2" fmla="*/ 440499 h 880999"/>
                    <a:gd name="connsiteX3" fmla="*/ 453291 w 906581"/>
                    <a:gd name="connsiteY3" fmla="*/ 0 h 880999"/>
                    <a:gd name="connsiteX4" fmla="*/ 906582 w 906581"/>
                    <a:gd name="connsiteY4" fmla="*/ 440499 h 880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581" h="880999">
                      <a:moveTo>
                        <a:pt x="906582" y="440499"/>
                      </a:moveTo>
                      <a:cubicBezTo>
                        <a:pt x="906582" y="776488"/>
                        <a:pt x="703510" y="880999"/>
                        <a:pt x="453291" y="880999"/>
                      </a:cubicBezTo>
                      <a:cubicBezTo>
                        <a:pt x="203072" y="880999"/>
                        <a:pt x="0" y="776190"/>
                        <a:pt x="0" y="440499"/>
                      </a:cubicBezTo>
                      <a:cubicBezTo>
                        <a:pt x="0" y="104810"/>
                        <a:pt x="203072" y="0"/>
                        <a:pt x="453291" y="0"/>
                      </a:cubicBezTo>
                      <a:cubicBezTo>
                        <a:pt x="703510" y="0"/>
                        <a:pt x="906582" y="108104"/>
                        <a:pt x="906582" y="440499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433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3" name="手繪多邊形: 圖案 792">
                  <a:extLst>
                    <a:ext uri="{FF2B5EF4-FFF2-40B4-BE49-F238E27FC236}">
                      <a16:creationId xmlns:a16="http://schemas.microsoft.com/office/drawing/2014/main" id="{542F3BC7-929A-EACA-72BA-73FA804BC20E}"/>
                    </a:ext>
                  </a:extLst>
                </p:cNvPr>
                <p:cNvSpPr/>
                <p:nvPr/>
              </p:nvSpPr>
              <p:spPr>
                <a:xfrm>
                  <a:off x="20204500" y="31932675"/>
                  <a:ext cx="107557" cy="104254"/>
                </a:xfrm>
                <a:custGeom>
                  <a:avLst/>
                  <a:gdLst>
                    <a:gd name="connsiteX0" fmla="*/ 42834 w 107557"/>
                    <a:gd name="connsiteY0" fmla="*/ 103016 h 104254"/>
                    <a:gd name="connsiteX1" fmla="*/ 61015 w 107557"/>
                    <a:gd name="connsiteY1" fmla="*/ 103016 h 104254"/>
                    <a:gd name="connsiteX2" fmla="*/ 77963 w 107557"/>
                    <a:gd name="connsiteY2" fmla="*/ 103016 h 104254"/>
                    <a:gd name="connsiteX3" fmla="*/ 107238 w 107557"/>
                    <a:gd name="connsiteY3" fmla="*/ 27554 h 104254"/>
                    <a:gd name="connsiteX4" fmla="*/ 1 w 107557"/>
                    <a:gd name="connsiteY4" fmla="*/ 27554 h 104254"/>
                    <a:gd name="connsiteX5" fmla="*/ 23728 w 107557"/>
                    <a:gd name="connsiteY5" fmla="*/ 98824 h 104254"/>
                    <a:gd name="connsiteX6" fmla="*/ 43142 w 107557"/>
                    <a:gd name="connsiteY6" fmla="*/ 10271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42834" y="103016"/>
                      </a:moveTo>
                      <a:cubicBezTo>
                        <a:pt x="50538" y="100920"/>
                        <a:pt x="53311" y="100321"/>
                        <a:pt x="61015" y="103016"/>
                      </a:cubicBezTo>
                      <a:cubicBezTo>
                        <a:pt x="65945" y="104813"/>
                        <a:pt x="72724" y="104513"/>
                        <a:pt x="77963" y="103016"/>
                      </a:cubicBezTo>
                      <a:cubicBezTo>
                        <a:pt x="94295" y="98225"/>
                        <a:pt x="110011" y="67081"/>
                        <a:pt x="107238" y="27554"/>
                      </a:cubicBezTo>
                      <a:cubicBezTo>
                        <a:pt x="104464" y="-11974"/>
                        <a:pt x="-307" y="-6285"/>
                        <a:pt x="1" y="27554"/>
                      </a:cubicBezTo>
                      <a:cubicBezTo>
                        <a:pt x="1" y="54505"/>
                        <a:pt x="10170" y="89541"/>
                        <a:pt x="23728" y="98824"/>
                      </a:cubicBezTo>
                      <a:cubicBezTo>
                        <a:pt x="29583" y="103016"/>
                        <a:pt x="33898" y="105412"/>
                        <a:pt x="43142" y="1027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4" name="手繪多邊形: 圖案 793">
                  <a:extLst>
                    <a:ext uri="{FF2B5EF4-FFF2-40B4-BE49-F238E27FC236}">
                      <a16:creationId xmlns:a16="http://schemas.microsoft.com/office/drawing/2014/main" id="{4686EF5F-63AC-AFEE-81F8-004B12C4ED10}"/>
                    </a:ext>
                  </a:extLst>
                </p:cNvPr>
                <p:cNvSpPr/>
                <p:nvPr/>
              </p:nvSpPr>
              <p:spPr>
                <a:xfrm>
                  <a:off x="19743506" y="31260700"/>
                  <a:ext cx="906581" cy="880999"/>
                </a:xfrm>
                <a:custGeom>
                  <a:avLst/>
                  <a:gdLst>
                    <a:gd name="connsiteX0" fmla="*/ 906582 w 906581"/>
                    <a:gd name="connsiteY0" fmla="*/ 440499 h 880999"/>
                    <a:gd name="connsiteX1" fmla="*/ 453291 w 906581"/>
                    <a:gd name="connsiteY1" fmla="*/ 880999 h 880999"/>
                    <a:gd name="connsiteX2" fmla="*/ 0 w 906581"/>
                    <a:gd name="connsiteY2" fmla="*/ 440499 h 880999"/>
                    <a:gd name="connsiteX3" fmla="*/ 453291 w 906581"/>
                    <a:gd name="connsiteY3" fmla="*/ 0 h 880999"/>
                    <a:gd name="connsiteX4" fmla="*/ 906582 w 906581"/>
                    <a:gd name="connsiteY4" fmla="*/ 440499 h 8809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906581" h="880999">
                      <a:moveTo>
                        <a:pt x="906582" y="440499"/>
                      </a:moveTo>
                      <a:cubicBezTo>
                        <a:pt x="906582" y="776488"/>
                        <a:pt x="703510" y="880999"/>
                        <a:pt x="453291" y="880999"/>
                      </a:cubicBezTo>
                      <a:cubicBezTo>
                        <a:pt x="203072" y="880999"/>
                        <a:pt x="0" y="776190"/>
                        <a:pt x="0" y="440499"/>
                      </a:cubicBezTo>
                      <a:cubicBezTo>
                        <a:pt x="0" y="104810"/>
                        <a:pt x="203072" y="0"/>
                        <a:pt x="453291" y="0"/>
                      </a:cubicBezTo>
                      <a:cubicBezTo>
                        <a:pt x="703510" y="0"/>
                        <a:pt x="906582" y="108104"/>
                        <a:pt x="906582" y="440499"/>
                      </a:cubicBezTo>
                      <a:close/>
                    </a:path>
                  </a:pathLst>
                </a:custGeom>
                <a:solidFill>
                  <a:srgbClr val="D3CBC5"/>
                </a:solidFill>
                <a:ln w="5433" cap="flat">
                  <a:solidFill>
                    <a:srgbClr val="D3CBC5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5" name="手繪多邊形: 圖案 794">
                  <a:extLst>
                    <a:ext uri="{FF2B5EF4-FFF2-40B4-BE49-F238E27FC236}">
                      <a16:creationId xmlns:a16="http://schemas.microsoft.com/office/drawing/2014/main" id="{712DDDAF-AF5D-43F3-7DE7-D7F814CC437A}"/>
                    </a:ext>
                  </a:extLst>
                </p:cNvPr>
                <p:cNvSpPr/>
                <p:nvPr/>
              </p:nvSpPr>
              <p:spPr>
                <a:xfrm>
                  <a:off x="20204500" y="31932675"/>
                  <a:ext cx="107557" cy="104254"/>
                </a:xfrm>
                <a:custGeom>
                  <a:avLst/>
                  <a:gdLst>
                    <a:gd name="connsiteX0" fmla="*/ 42834 w 107557"/>
                    <a:gd name="connsiteY0" fmla="*/ 103016 h 104254"/>
                    <a:gd name="connsiteX1" fmla="*/ 61015 w 107557"/>
                    <a:gd name="connsiteY1" fmla="*/ 103016 h 104254"/>
                    <a:gd name="connsiteX2" fmla="*/ 77963 w 107557"/>
                    <a:gd name="connsiteY2" fmla="*/ 103016 h 104254"/>
                    <a:gd name="connsiteX3" fmla="*/ 107238 w 107557"/>
                    <a:gd name="connsiteY3" fmla="*/ 27554 h 104254"/>
                    <a:gd name="connsiteX4" fmla="*/ 1 w 107557"/>
                    <a:gd name="connsiteY4" fmla="*/ 27554 h 104254"/>
                    <a:gd name="connsiteX5" fmla="*/ 23728 w 107557"/>
                    <a:gd name="connsiteY5" fmla="*/ 98824 h 104254"/>
                    <a:gd name="connsiteX6" fmla="*/ 43142 w 107557"/>
                    <a:gd name="connsiteY6" fmla="*/ 10271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42834" y="103016"/>
                      </a:moveTo>
                      <a:cubicBezTo>
                        <a:pt x="50538" y="100920"/>
                        <a:pt x="53311" y="100321"/>
                        <a:pt x="61015" y="103016"/>
                      </a:cubicBezTo>
                      <a:cubicBezTo>
                        <a:pt x="65945" y="104813"/>
                        <a:pt x="72724" y="104513"/>
                        <a:pt x="77963" y="103016"/>
                      </a:cubicBezTo>
                      <a:cubicBezTo>
                        <a:pt x="94295" y="98225"/>
                        <a:pt x="110011" y="67081"/>
                        <a:pt x="107238" y="27554"/>
                      </a:cubicBezTo>
                      <a:cubicBezTo>
                        <a:pt x="104464" y="-11974"/>
                        <a:pt x="-307" y="-6285"/>
                        <a:pt x="1" y="27554"/>
                      </a:cubicBezTo>
                      <a:cubicBezTo>
                        <a:pt x="1" y="54505"/>
                        <a:pt x="10170" y="89541"/>
                        <a:pt x="23728" y="98824"/>
                      </a:cubicBezTo>
                      <a:cubicBezTo>
                        <a:pt x="29583" y="103016"/>
                        <a:pt x="33898" y="105412"/>
                        <a:pt x="43142" y="10271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96" name="圖形 19">
                <a:extLst>
                  <a:ext uri="{FF2B5EF4-FFF2-40B4-BE49-F238E27FC236}">
                    <a16:creationId xmlns:a16="http://schemas.microsoft.com/office/drawing/2014/main" id="{3DB37E5D-3AE7-7C86-7DBD-392375969F89}"/>
                  </a:ext>
                </a:extLst>
              </p:cNvPr>
              <p:cNvGrpSpPr/>
              <p:nvPr/>
            </p:nvGrpSpPr>
            <p:grpSpPr>
              <a:xfrm>
                <a:off x="24059041" y="31485528"/>
                <a:ext cx="7896029" cy="6910640"/>
                <a:chOff x="24059041" y="31485528"/>
                <a:chExt cx="7896029" cy="6910640"/>
              </a:xfrm>
            </p:grpSpPr>
            <p:sp>
              <p:nvSpPr>
                <p:cNvPr id="797" name="手繪多邊形: 圖案 796">
                  <a:extLst>
                    <a:ext uri="{FF2B5EF4-FFF2-40B4-BE49-F238E27FC236}">
                      <a16:creationId xmlns:a16="http://schemas.microsoft.com/office/drawing/2014/main" id="{98B844C7-B96C-F102-260D-69DC1ED8B782}"/>
                    </a:ext>
                  </a:extLst>
                </p:cNvPr>
                <p:cNvSpPr/>
                <p:nvPr/>
              </p:nvSpPr>
              <p:spPr>
                <a:xfrm>
                  <a:off x="24059041" y="31485528"/>
                  <a:ext cx="1366329" cy="430602"/>
                </a:xfrm>
                <a:custGeom>
                  <a:avLst/>
                  <a:gdLst>
                    <a:gd name="connsiteX0" fmla="*/ 610267 w 1366329"/>
                    <a:gd name="connsiteY0" fmla="*/ 201298 h 430602"/>
                    <a:gd name="connsiteX1" fmla="*/ 153278 w 1366329"/>
                    <a:gd name="connsiteY1" fmla="*/ 44982 h 430602"/>
                    <a:gd name="connsiteX2" fmla="*/ 174849 w 1366329"/>
                    <a:gd name="connsiteY2" fmla="*/ 427986 h 430602"/>
                    <a:gd name="connsiteX3" fmla="*/ 1001311 w 1366329"/>
                    <a:gd name="connsiteY3" fmla="*/ 404628 h 430602"/>
                    <a:gd name="connsiteX4" fmla="*/ 1365238 w 1366329"/>
                    <a:gd name="connsiteY4" fmla="*/ 260291 h 430602"/>
                    <a:gd name="connsiteX5" fmla="*/ 1175417 w 1366329"/>
                    <a:gd name="connsiteY5" fmla="*/ 68339 h 430602"/>
                    <a:gd name="connsiteX6" fmla="*/ 880824 w 1366329"/>
                    <a:gd name="connsiteY6" fmla="*/ 234537 h 430602"/>
                    <a:gd name="connsiteX7" fmla="*/ 610574 w 1366329"/>
                    <a:gd name="connsiteY7" fmla="*/ 201597 h 43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329" h="430602">
                      <a:moveTo>
                        <a:pt x="610267" y="201298"/>
                      </a:moveTo>
                      <a:cubicBezTo>
                        <a:pt x="473755" y="95889"/>
                        <a:pt x="365595" y="-84383"/>
                        <a:pt x="153278" y="44982"/>
                      </a:cubicBezTo>
                      <a:cubicBezTo>
                        <a:pt x="-59038" y="174347"/>
                        <a:pt x="-49794" y="460925"/>
                        <a:pt x="174849" y="427986"/>
                      </a:cubicBezTo>
                      <a:cubicBezTo>
                        <a:pt x="430923" y="390554"/>
                        <a:pt x="645396" y="293231"/>
                        <a:pt x="1001311" y="404628"/>
                      </a:cubicBezTo>
                      <a:cubicBezTo>
                        <a:pt x="1299602" y="498058"/>
                        <a:pt x="1360615" y="304011"/>
                        <a:pt x="1365238" y="260291"/>
                      </a:cubicBezTo>
                      <a:cubicBezTo>
                        <a:pt x="1373558" y="177640"/>
                        <a:pt x="1336579" y="42586"/>
                        <a:pt x="1175417" y="68339"/>
                      </a:cubicBezTo>
                      <a:cubicBezTo>
                        <a:pt x="1043219" y="89600"/>
                        <a:pt x="999461" y="177940"/>
                        <a:pt x="880824" y="234537"/>
                      </a:cubicBezTo>
                      <a:cubicBezTo>
                        <a:pt x="772354" y="286343"/>
                        <a:pt x="675286" y="251306"/>
                        <a:pt x="610574" y="201597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433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8" name="手繪多邊形: 圖案 797">
                  <a:extLst>
                    <a:ext uri="{FF2B5EF4-FFF2-40B4-BE49-F238E27FC236}">
                      <a16:creationId xmlns:a16="http://schemas.microsoft.com/office/drawing/2014/main" id="{D0354290-EC65-4D25-B89F-00128BA2E87F}"/>
                    </a:ext>
                  </a:extLst>
                </p:cNvPr>
                <p:cNvSpPr/>
                <p:nvPr/>
              </p:nvSpPr>
              <p:spPr>
                <a:xfrm>
                  <a:off x="24286879" y="31590361"/>
                  <a:ext cx="107557" cy="104254"/>
                </a:xfrm>
                <a:custGeom>
                  <a:avLst/>
                  <a:gdLst>
                    <a:gd name="connsiteX0" fmla="*/ 64724 w 107557"/>
                    <a:gd name="connsiteY0" fmla="*/ 1238 h 104254"/>
                    <a:gd name="connsiteX1" fmla="*/ 46543 w 107557"/>
                    <a:gd name="connsiteY1" fmla="*/ 1238 h 104254"/>
                    <a:gd name="connsiteX2" fmla="*/ 29595 w 107557"/>
                    <a:gd name="connsiteY2" fmla="*/ 1238 h 104254"/>
                    <a:gd name="connsiteX3" fmla="*/ 320 w 107557"/>
                    <a:gd name="connsiteY3" fmla="*/ 76700 h 104254"/>
                    <a:gd name="connsiteX4" fmla="*/ 107557 w 107557"/>
                    <a:gd name="connsiteY4" fmla="*/ 76700 h 104254"/>
                    <a:gd name="connsiteX5" fmla="*/ 83830 w 107557"/>
                    <a:gd name="connsiteY5" fmla="*/ 5430 h 104254"/>
                    <a:gd name="connsiteX6" fmla="*/ 64416 w 107557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64724" y="1238"/>
                      </a:moveTo>
                      <a:cubicBezTo>
                        <a:pt x="57021" y="3333"/>
                        <a:pt x="54246" y="3933"/>
                        <a:pt x="46543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28"/>
                        <a:pt x="-2453" y="37172"/>
                        <a:pt x="320" y="76700"/>
                      </a:cubicBezTo>
                      <a:cubicBezTo>
                        <a:pt x="3094" y="116229"/>
                        <a:pt x="107865" y="110539"/>
                        <a:pt x="107557" y="76700"/>
                      </a:cubicBezTo>
                      <a:cubicBezTo>
                        <a:pt x="107557" y="49750"/>
                        <a:pt x="97388" y="14713"/>
                        <a:pt x="83830" y="5430"/>
                      </a:cubicBezTo>
                      <a:cubicBezTo>
                        <a:pt x="77975" y="1238"/>
                        <a:pt x="73660" y="-1158"/>
                        <a:pt x="64416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9" name="手繪多邊形: 圖案 798">
                  <a:extLst>
                    <a:ext uri="{FF2B5EF4-FFF2-40B4-BE49-F238E27FC236}">
                      <a16:creationId xmlns:a16="http://schemas.microsoft.com/office/drawing/2014/main" id="{25E367F2-87E8-D67C-71F1-3B19B0C8E94F}"/>
                    </a:ext>
                  </a:extLst>
                </p:cNvPr>
                <p:cNvSpPr/>
                <p:nvPr/>
              </p:nvSpPr>
              <p:spPr>
                <a:xfrm>
                  <a:off x="24059041" y="31485528"/>
                  <a:ext cx="1366329" cy="430602"/>
                </a:xfrm>
                <a:custGeom>
                  <a:avLst/>
                  <a:gdLst>
                    <a:gd name="connsiteX0" fmla="*/ 610267 w 1366329"/>
                    <a:gd name="connsiteY0" fmla="*/ 201298 h 430602"/>
                    <a:gd name="connsiteX1" fmla="*/ 153278 w 1366329"/>
                    <a:gd name="connsiteY1" fmla="*/ 44982 h 430602"/>
                    <a:gd name="connsiteX2" fmla="*/ 174849 w 1366329"/>
                    <a:gd name="connsiteY2" fmla="*/ 427986 h 430602"/>
                    <a:gd name="connsiteX3" fmla="*/ 1001311 w 1366329"/>
                    <a:gd name="connsiteY3" fmla="*/ 404628 h 430602"/>
                    <a:gd name="connsiteX4" fmla="*/ 1365238 w 1366329"/>
                    <a:gd name="connsiteY4" fmla="*/ 260291 h 430602"/>
                    <a:gd name="connsiteX5" fmla="*/ 1175417 w 1366329"/>
                    <a:gd name="connsiteY5" fmla="*/ 68339 h 430602"/>
                    <a:gd name="connsiteX6" fmla="*/ 880824 w 1366329"/>
                    <a:gd name="connsiteY6" fmla="*/ 234537 h 430602"/>
                    <a:gd name="connsiteX7" fmla="*/ 610574 w 1366329"/>
                    <a:gd name="connsiteY7" fmla="*/ 201597 h 43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366329" h="430602">
                      <a:moveTo>
                        <a:pt x="610267" y="201298"/>
                      </a:moveTo>
                      <a:cubicBezTo>
                        <a:pt x="473755" y="95889"/>
                        <a:pt x="365595" y="-84383"/>
                        <a:pt x="153278" y="44982"/>
                      </a:cubicBezTo>
                      <a:cubicBezTo>
                        <a:pt x="-59038" y="174347"/>
                        <a:pt x="-49794" y="460925"/>
                        <a:pt x="174849" y="427986"/>
                      </a:cubicBezTo>
                      <a:cubicBezTo>
                        <a:pt x="430923" y="390554"/>
                        <a:pt x="645396" y="293231"/>
                        <a:pt x="1001311" y="404628"/>
                      </a:cubicBezTo>
                      <a:cubicBezTo>
                        <a:pt x="1299602" y="498058"/>
                        <a:pt x="1360615" y="304011"/>
                        <a:pt x="1365238" y="260291"/>
                      </a:cubicBezTo>
                      <a:cubicBezTo>
                        <a:pt x="1373558" y="177640"/>
                        <a:pt x="1336579" y="42586"/>
                        <a:pt x="1175417" y="68339"/>
                      </a:cubicBezTo>
                      <a:cubicBezTo>
                        <a:pt x="1043219" y="89600"/>
                        <a:pt x="999461" y="177940"/>
                        <a:pt x="880824" y="234537"/>
                      </a:cubicBezTo>
                      <a:cubicBezTo>
                        <a:pt x="772354" y="286343"/>
                        <a:pt x="675286" y="251306"/>
                        <a:pt x="610574" y="201597"/>
                      </a:cubicBezTo>
                      <a:close/>
                    </a:path>
                  </a:pathLst>
                </a:custGeom>
                <a:solidFill>
                  <a:srgbClr val="805751"/>
                </a:solidFill>
                <a:ln w="5433" cap="flat">
                  <a:solidFill>
                    <a:srgbClr val="80575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0" name="手繪多邊形: 圖案 799">
                  <a:extLst>
                    <a:ext uri="{FF2B5EF4-FFF2-40B4-BE49-F238E27FC236}">
                      <a16:creationId xmlns:a16="http://schemas.microsoft.com/office/drawing/2014/main" id="{98970F3E-9832-594B-4AD0-2D119B15B9AB}"/>
                    </a:ext>
                  </a:extLst>
                </p:cNvPr>
                <p:cNvSpPr/>
                <p:nvPr/>
              </p:nvSpPr>
              <p:spPr>
                <a:xfrm>
                  <a:off x="24286879" y="31590361"/>
                  <a:ext cx="107557" cy="104254"/>
                </a:xfrm>
                <a:custGeom>
                  <a:avLst/>
                  <a:gdLst>
                    <a:gd name="connsiteX0" fmla="*/ 64724 w 107557"/>
                    <a:gd name="connsiteY0" fmla="*/ 1238 h 104254"/>
                    <a:gd name="connsiteX1" fmla="*/ 46543 w 107557"/>
                    <a:gd name="connsiteY1" fmla="*/ 1238 h 104254"/>
                    <a:gd name="connsiteX2" fmla="*/ 29595 w 107557"/>
                    <a:gd name="connsiteY2" fmla="*/ 1238 h 104254"/>
                    <a:gd name="connsiteX3" fmla="*/ 320 w 107557"/>
                    <a:gd name="connsiteY3" fmla="*/ 76700 h 104254"/>
                    <a:gd name="connsiteX4" fmla="*/ 107557 w 107557"/>
                    <a:gd name="connsiteY4" fmla="*/ 76700 h 104254"/>
                    <a:gd name="connsiteX5" fmla="*/ 83830 w 107557"/>
                    <a:gd name="connsiteY5" fmla="*/ 5430 h 104254"/>
                    <a:gd name="connsiteX6" fmla="*/ 64416 w 107557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64724" y="1238"/>
                      </a:moveTo>
                      <a:cubicBezTo>
                        <a:pt x="57021" y="3333"/>
                        <a:pt x="54246" y="3933"/>
                        <a:pt x="46543" y="1238"/>
                      </a:cubicBezTo>
                      <a:cubicBezTo>
                        <a:pt x="41613" y="-559"/>
                        <a:pt x="34834" y="-260"/>
                        <a:pt x="29595" y="1238"/>
                      </a:cubicBezTo>
                      <a:cubicBezTo>
                        <a:pt x="13263" y="6028"/>
                        <a:pt x="-2453" y="37172"/>
                        <a:pt x="320" y="76700"/>
                      </a:cubicBezTo>
                      <a:cubicBezTo>
                        <a:pt x="3094" y="116229"/>
                        <a:pt x="107865" y="110539"/>
                        <a:pt x="107557" y="76700"/>
                      </a:cubicBezTo>
                      <a:cubicBezTo>
                        <a:pt x="107557" y="49750"/>
                        <a:pt x="97388" y="14713"/>
                        <a:pt x="83830" y="5430"/>
                      </a:cubicBezTo>
                      <a:cubicBezTo>
                        <a:pt x="77975" y="1238"/>
                        <a:pt x="73660" y="-1158"/>
                        <a:pt x="64416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801" name="圖形 19">
                <a:extLst>
                  <a:ext uri="{FF2B5EF4-FFF2-40B4-BE49-F238E27FC236}">
                    <a16:creationId xmlns:a16="http://schemas.microsoft.com/office/drawing/2014/main" id="{1AF2F78B-338B-CD80-243D-A96B4F1B112F}"/>
                  </a:ext>
                </a:extLst>
              </p:cNvPr>
              <p:cNvGrpSpPr/>
              <p:nvPr/>
            </p:nvGrpSpPr>
            <p:grpSpPr>
              <a:xfrm>
                <a:off x="21788707" y="31038849"/>
                <a:ext cx="7874739" cy="21274995"/>
                <a:chOff x="21788707" y="31038849"/>
                <a:chExt cx="7874739" cy="21274995"/>
              </a:xfrm>
            </p:grpSpPr>
            <p:sp>
              <p:nvSpPr>
                <p:cNvPr id="802" name="手繪多邊形: 圖案 801">
                  <a:extLst>
                    <a:ext uri="{FF2B5EF4-FFF2-40B4-BE49-F238E27FC236}">
                      <a16:creationId xmlns:a16="http://schemas.microsoft.com/office/drawing/2014/main" id="{A3BCEF61-4A22-4C07-4911-C6F17847BADE}"/>
                    </a:ext>
                  </a:extLst>
                </p:cNvPr>
                <p:cNvSpPr/>
                <p:nvPr/>
              </p:nvSpPr>
              <p:spPr>
                <a:xfrm>
                  <a:off x="21788707" y="31038849"/>
                  <a:ext cx="1362645" cy="1325645"/>
                </a:xfrm>
                <a:custGeom>
                  <a:avLst/>
                  <a:gdLst>
                    <a:gd name="connsiteX0" fmla="*/ 220945 w 1362645"/>
                    <a:gd name="connsiteY0" fmla="*/ 1325645 h 1325645"/>
                    <a:gd name="connsiteX1" fmla="*/ 0 w 1362645"/>
                    <a:gd name="connsiteY1" fmla="*/ 1045055 h 1325645"/>
                    <a:gd name="connsiteX2" fmla="*/ 408301 w 1362645"/>
                    <a:gd name="connsiteY2" fmla="*/ 93384 h 1325645"/>
                    <a:gd name="connsiteX3" fmla="*/ 951264 w 1362645"/>
                    <a:gd name="connsiteY3" fmla="*/ 93384 h 1325645"/>
                    <a:gd name="connsiteX4" fmla="*/ 1362646 w 1362645"/>
                    <a:gd name="connsiteY4" fmla="*/ 1063322 h 1325645"/>
                    <a:gd name="connsiteX5" fmla="*/ 1142625 w 1362645"/>
                    <a:gd name="connsiteY5" fmla="*/ 1325645 h 1325645"/>
                    <a:gd name="connsiteX6" fmla="*/ 220945 w 1362645"/>
                    <a:gd name="connsiteY6" fmla="*/ 1325645 h 1325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645" h="1325645">
                      <a:moveTo>
                        <a:pt x="220945" y="1325645"/>
                      </a:moveTo>
                      <a:cubicBezTo>
                        <a:pt x="129732" y="1325645"/>
                        <a:pt x="0" y="1275336"/>
                        <a:pt x="0" y="1045055"/>
                      </a:cubicBezTo>
                      <a:cubicBezTo>
                        <a:pt x="0" y="1045055"/>
                        <a:pt x="11093" y="445844"/>
                        <a:pt x="408301" y="93384"/>
                      </a:cubicBezTo>
                      <a:cubicBezTo>
                        <a:pt x="563917" y="-44665"/>
                        <a:pt x="819991" y="-16815"/>
                        <a:pt x="951264" y="93384"/>
                      </a:cubicBezTo>
                      <a:cubicBezTo>
                        <a:pt x="1217198" y="316479"/>
                        <a:pt x="1362646" y="803095"/>
                        <a:pt x="1362646" y="1063322"/>
                      </a:cubicBezTo>
                      <a:cubicBezTo>
                        <a:pt x="1362646" y="1246588"/>
                        <a:pt x="1290539" y="1325645"/>
                        <a:pt x="1142625" y="1325645"/>
                      </a:cubicBezTo>
                      <a:lnTo>
                        <a:pt x="220945" y="1325645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433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3" name="手繪多邊形: 圖案 802">
                  <a:extLst>
                    <a:ext uri="{FF2B5EF4-FFF2-40B4-BE49-F238E27FC236}">
                      <a16:creationId xmlns:a16="http://schemas.microsoft.com/office/drawing/2014/main" id="{51EEEC61-D5BF-4EFA-0FF6-E03984088F5D}"/>
                    </a:ext>
                  </a:extLst>
                </p:cNvPr>
                <p:cNvSpPr/>
                <p:nvPr/>
              </p:nvSpPr>
              <p:spPr>
                <a:xfrm>
                  <a:off x="22477106" y="31142076"/>
                  <a:ext cx="107556" cy="104254"/>
                </a:xfrm>
                <a:custGeom>
                  <a:avLst/>
                  <a:gdLst>
                    <a:gd name="connsiteX0" fmla="*/ 64724 w 107556"/>
                    <a:gd name="connsiteY0" fmla="*/ 1238 h 104254"/>
                    <a:gd name="connsiteX1" fmla="*/ 46543 w 107556"/>
                    <a:gd name="connsiteY1" fmla="*/ 1238 h 104254"/>
                    <a:gd name="connsiteX2" fmla="*/ 29594 w 107556"/>
                    <a:gd name="connsiteY2" fmla="*/ 1238 h 104254"/>
                    <a:gd name="connsiteX3" fmla="*/ 320 w 107556"/>
                    <a:gd name="connsiteY3" fmla="*/ 76700 h 104254"/>
                    <a:gd name="connsiteX4" fmla="*/ 107556 w 107556"/>
                    <a:gd name="connsiteY4" fmla="*/ 76700 h 104254"/>
                    <a:gd name="connsiteX5" fmla="*/ 83829 w 107556"/>
                    <a:gd name="connsiteY5" fmla="*/ 5430 h 104254"/>
                    <a:gd name="connsiteX6" fmla="*/ 64415 w 107556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64724" y="1238"/>
                      </a:moveTo>
                      <a:cubicBezTo>
                        <a:pt x="57020" y="3333"/>
                        <a:pt x="54247" y="3933"/>
                        <a:pt x="46543" y="1238"/>
                      </a:cubicBezTo>
                      <a:cubicBezTo>
                        <a:pt x="41612" y="-559"/>
                        <a:pt x="34833" y="-260"/>
                        <a:pt x="29594" y="1238"/>
                      </a:cubicBezTo>
                      <a:cubicBezTo>
                        <a:pt x="13262" y="6029"/>
                        <a:pt x="-2454" y="37172"/>
                        <a:pt x="320" y="76700"/>
                      </a:cubicBezTo>
                      <a:cubicBezTo>
                        <a:pt x="3093" y="116229"/>
                        <a:pt x="107865" y="110539"/>
                        <a:pt x="107556" y="76700"/>
                      </a:cubicBezTo>
                      <a:cubicBezTo>
                        <a:pt x="107556" y="49750"/>
                        <a:pt x="97388" y="14713"/>
                        <a:pt x="83829" y="5430"/>
                      </a:cubicBezTo>
                      <a:cubicBezTo>
                        <a:pt x="77974" y="1238"/>
                        <a:pt x="73660" y="-1158"/>
                        <a:pt x="64415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4" name="手繪多邊形: 圖案 803">
                  <a:extLst>
                    <a:ext uri="{FF2B5EF4-FFF2-40B4-BE49-F238E27FC236}">
                      <a16:creationId xmlns:a16="http://schemas.microsoft.com/office/drawing/2014/main" id="{846224C7-B177-4451-A464-8E1ABBDF01AB}"/>
                    </a:ext>
                  </a:extLst>
                </p:cNvPr>
                <p:cNvSpPr/>
                <p:nvPr/>
              </p:nvSpPr>
              <p:spPr>
                <a:xfrm>
                  <a:off x="21788707" y="31038849"/>
                  <a:ext cx="1362645" cy="1325645"/>
                </a:xfrm>
                <a:custGeom>
                  <a:avLst/>
                  <a:gdLst>
                    <a:gd name="connsiteX0" fmla="*/ 220945 w 1362645"/>
                    <a:gd name="connsiteY0" fmla="*/ 1325645 h 1325645"/>
                    <a:gd name="connsiteX1" fmla="*/ 0 w 1362645"/>
                    <a:gd name="connsiteY1" fmla="*/ 1045055 h 1325645"/>
                    <a:gd name="connsiteX2" fmla="*/ 408301 w 1362645"/>
                    <a:gd name="connsiteY2" fmla="*/ 93384 h 1325645"/>
                    <a:gd name="connsiteX3" fmla="*/ 951264 w 1362645"/>
                    <a:gd name="connsiteY3" fmla="*/ 93384 h 1325645"/>
                    <a:gd name="connsiteX4" fmla="*/ 1362646 w 1362645"/>
                    <a:gd name="connsiteY4" fmla="*/ 1063322 h 1325645"/>
                    <a:gd name="connsiteX5" fmla="*/ 1142625 w 1362645"/>
                    <a:gd name="connsiteY5" fmla="*/ 1325645 h 1325645"/>
                    <a:gd name="connsiteX6" fmla="*/ 220945 w 1362645"/>
                    <a:gd name="connsiteY6" fmla="*/ 1325645 h 13256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2645" h="1325645">
                      <a:moveTo>
                        <a:pt x="220945" y="1325645"/>
                      </a:moveTo>
                      <a:cubicBezTo>
                        <a:pt x="129732" y="1325645"/>
                        <a:pt x="0" y="1275336"/>
                        <a:pt x="0" y="1045055"/>
                      </a:cubicBezTo>
                      <a:cubicBezTo>
                        <a:pt x="0" y="1045055"/>
                        <a:pt x="11093" y="445844"/>
                        <a:pt x="408301" y="93384"/>
                      </a:cubicBezTo>
                      <a:cubicBezTo>
                        <a:pt x="563917" y="-44665"/>
                        <a:pt x="819991" y="-16815"/>
                        <a:pt x="951264" y="93384"/>
                      </a:cubicBezTo>
                      <a:cubicBezTo>
                        <a:pt x="1217198" y="316479"/>
                        <a:pt x="1362646" y="803095"/>
                        <a:pt x="1362646" y="1063322"/>
                      </a:cubicBezTo>
                      <a:cubicBezTo>
                        <a:pt x="1362646" y="1246588"/>
                        <a:pt x="1290539" y="1325645"/>
                        <a:pt x="1142625" y="1325645"/>
                      </a:cubicBezTo>
                      <a:lnTo>
                        <a:pt x="220945" y="1325645"/>
                      </a:lnTo>
                      <a:close/>
                    </a:path>
                  </a:pathLst>
                </a:custGeom>
                <a:solidFill>
                  <a:srgbClr val="9E7253"/>
                </a:solidFill>
                <a:ln w="5433" cap="flat">
                  <a:solidFill>
                    <a:srgbClr val="9E7253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5" name="手繪多邊形: 圖案 804">
                  <a:extLst>
                    <a:ext uri="{FF2B5EF4-FFF2-40B4-BE49-F238E27FC236}">
                      <a16:creationId xmlns:a16="http://schemas.microsoft.com/office/drawing/2014/main" id="{7EF5AB06-8FAE-BA9E-D6EB-4BF78EFB85B1}"/>
                    </a:ext>
                  </a:extLst>
                </p:cNvPr>
                <p:cNvSpPr/>
                <p:nvPr/>
              </p:nvSpPr>
              <p:spPr>
                <a:xfrm>
                  <a:off x="22477106" y="31142076"/>
                  <a:ext cx="107556" cy="104254"/>
                </a:xfrm>
                <a:custGeom>
                  <a:avLst/>
                  <a:gdLst>
                    <a:gd name="connsiteX0" fmla="*/ 64724 w 107556"/>
                    <a:gd name="connsiteY0" fmla="*/ 1238 h 104254"/>
                    <a:gd name="connsiteX1" fmla="*/ 46543 w 107556"/>
                    <a:gd name="connsiteY1" fmla="*/ 1238 h 104254"/>
                    <a:gd name="connsiteX2" fmla="*/ 29594 w 107556"/>
                    <a:gd name="connsiteY2" fmla="*/ 1238 h 104254"/>
                    <a:gd name="connsiteX3" fmla="*/ 320 w 107556"/>
                    <a:gd name="connsiteY3" fmla="*/ 76700 h 104254"/>
                    <a:gd name="connsiteX4" fmla="*/ 107556 w 107556"/>
                    <a:gd name="connsiteY4" fmla="*/ 76700 h 104254"/>
                    <a:gd name="connsiteX5" fmla="*/ 83829 w 107556"/>
                    <a:gd name="connsiteY5" fmla="*/ 5430 h 104254"/>
                    <a:gd name="connsiteX6" fmla="*/ 64415 w 107556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64724" y="1238"/>
                      </a:moveTo>
                      <a:cubicBezTo>
                        <a:pt x="57020" y="3333"/>
                        <a:pt x="54247" y="3933"/>
                        <a:pt x="46543" y="1238"/>
                      </a:cubicBezTo>
                      <a:cubicBezTo>
                        <a:pt x="41612" y="-559"/>
                        <a:pt x="34833" y="-260"/>
                        <a:pt x="29594" y="1238"/>
                      </a:cubicBezTo>
                      <a:cubicBezTo>
                        <a:pt x="13262" y="6029"/>
                        <a:pt x="-2454" y="37172"/>
                        <a:pt x="320" y="76700"/>
                      </a:cubicBezTo>
                      <a:cubicBezTo>
                        <a:pt x="3093" y="116229"/>
                        <a:pt x="107865" y="110539"/>
                        <a:pt x="107556" y="76700"/>
                      </a:cubicBezTo>
                      <a:cubicBezTo>
                        <a:pt x="107556" y="49750"/>
                        <a:pt x="97388" y="14713"/>
                        <a:pt x="83829" y="5430"/>
                      </a:cubicBezTo>
                      <a:cubicBezTo>
                        <a:pt x="77974" y="1238"/>
                        <a:pt x="73660" y="-1158"/>
                        <a:pt x="64415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806" name="圖形 19">
                <a:extLst>
                  <a:ext uri="{FF2B5EF4-FFF2-40B4-BE49-F238E27FC236}">
                    <a16:creationId xmlns:a16="http://schemas.microsoft.com/office/drawing/2014/main" id="{65113FE4-7D84-E75C-A321-28AA69007DF7}"/>
                  </a:ext>
                </a:extLst>
              </p:cNvPr>
              <p:cNvGrpSpPr/>
              <p:nvPr/>
            </p:nvGrpSpPr>
            <p:grpSpPr>
              <a:xfrm>
                <a:off x="24060145" y="29372906"/>
                <a:ext cx="7880576" cy="6904670"/>
                <a:chOff x="24060145" y="29372906"/>
                <a:chExt cx="7880576" cy="6904670"/>
              </a:xfrm>
            </p:grpSpPr>
            <p:sp>
              <p:nvSpPr>
                <p:cNvPr id="807" name="手繪多邊形: 圖案 806">
                  <a:extLst>
                    <a:ext uri="{FF2B5EF4-FFF2-40B4-BE49-F238E27FC236}">
                      <a16:creationId xmlns:a16="http://schemas.microsoft.com/office/drawing/2014/main" id="{E7766A89-5E2D-ED2E-D433-17DBFB369987}"/>
                    </a:ext>
                  </a:extLst>
                </p:cNvPr>
                <p:cNvSpPr/>
                <p:nvPr/>
              </p:nvSpPr>
              <p:spPr>
                <a:xfrm>
                  <a:off x="24060145" y="29372906"/>
                  <a:ext cx="1363655" cy="430230"/>
                </a:xfrm>
                <a:custGeom>
                  <a:avLst/>
                  <a:gdLst>
                    <a:gd name="connsiteX0" fmla="*/ 168505 w 1363655"/>
                    <a:gd name="connsiteY0" fmla="*/ 345298 h 430230"/>
                    <a:gd name="connsiteX1" fmla="*/ 22442 w 1363655"/>
                    <a:gd name="connsiteY1" fmla="*/ 66804 h 430230"/>
                    <a:gd name="connsiteX2" fmla="*/ 451388 w 1363655"/>
                    <a:gd name="connsiteY2" fmla="*/ 43147 h 430230"/>
                    <a:gd name="connsiteX3" fmla="*/ 912075 w 1363655"/>
                    <a:gd name="connsiteY3" fmla="*/ 42248 h 430230"/>
                    <a:gd name="connsiteX4" fmla="*/ 1325922 w 1363655"/>
                    <a:gd name="connsiteY4" fmla="*/ 58719 h 430230"/>
                    <a:gd name="connsiteX5" fmla="*/ 1189103 w 1363655"/>
                    <a:gd name="connsiteY5" fmla="*/ 359372 h 430230"/>
                    <a:gd name="connsiteX6" fmla="*/ 168198 w 1363655"/>
                    <a:gd name="connsiteY6" fmla="*/ 345298 h 430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655" h="430230">
                      <a:moveTo>
                        <a:pt x="168505" y="345298"/>
                      </a:moveTo>
                      <a:cubicBezTo>
                        <a:pt x="3337" y="266541"/>
                        <a:pt x="-29020" y="136578"/>
                        <a:pt x="22442" y="66804"/>
                      </a:cubicBezTo>
                      <a:cubicBezTo>
                        <a:pt x="90543" y="-25129"/>
                        <a:pt x="263417" y="-11354"/>
                        <a:pt x="451388" y="43147"/>
                      </a:cubicBezTo>
                      <a:cubicBezTo>
                        <a:pt x="613476" y="90461"/>
                        <a:pt x="803298" y="76087"/>
                        <a:pt x="912075" y="42248"/>
                      </a:cubicBezTo>
                      <a:cubicBezTo>
                        <a:pt x="1061529" y="-4167"/>
                        <a:pt x="1229471" y="-26326"/>
                        <a:pt x="1325922" y="58719"/>
                      </a:cubicBezTo>
                      <a:cubicBezTo>
                        <a:pt x="1400187" y="124300"/>
                        <a:pt x="1369989" y="273428"/>
                        <a:pt x="1189103" y="359372"/>
                      </a:cubicBezTo>
                      <a:cubicBezTo>
                        <a:pt x="1013765" y="442621"/>
                        <a:pt x="428585" y="469572"/>
                        <a:pt x="168198" y="345298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433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8" name="手繪多邊形: 圖案 807">
                  <a:extLst>
                    <a:ext uri="{FF2B5EF4-FFF2-40B4-BE49-F238E27FC236}">
                      <a16:creationId xmlns:a16="http://schemas.microsoft.com/office/drawing/2014/main" id="{323E5E64-DF9C-FE6B-D4E3-2368C5EE923E}"/>
                    </a:ext>
                  </a:extLst>
                </p:cNvPr>
                <p:cNvSpPr/>
                <p:nvPr/>
              </p:nvSpPr>
              <p:spPr>
                <a:xfrm>
                  <a:off x="25209178" y="29477701"/>
                  <a:ext cx="107556" cy="104254"/>
                </a:xfrm>
                <a:custGeom>
                  <a:avLst/>
                  <a:gdLst>
                    <a:gd name="connsiteX0" fmla="*/ 64724 w 107556"/>
                    <a:gd name="connsiteY0" fmla="*/ 1238 h 104254"/>
                    <a:gd name="connsiteX1" fmla="*/ 46543 w 107556"/>
                    <a:gd name="connsiteY1" fmla="*/ 1238 h 104254"/>
                    <a:gd name="connsiteX2" fmla="*/ 29594 w 107556"/>
                    <a:gd name="connsiteY2" fmla="*/ 1238 h 104254"/>
                    <a:gd name="connsiteX3" fmla="*/ 320 w 107556"/>
                    <a:gd name="connsiteY3" fmla="*/ 76701 h 104254"/>
                    <a:gd name="connsiteX4" fmla="*/ 107556 w 107556"/>
                    <a:gd name="connsiteY4" fmla="*/ 76701 h 104254"/>
                    <a:gd name="connsiteX5" fmla="*/ 83829 w 107556"/>
                    <a:gd name="connsiteY5" fmla="*/ 5430 h 104254"/>
                    <a:gd name="connsiteX6" fmla="*/ 64415 w 107556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64724" y="1238"/>
                      </a:moveTo>
                      <a:cubicBezTo>
                        <a:pt x="57020" y="3334"/>
                        <a:pt x="54246" y="3933"/>
                        <a:pt x="46543" y="1238"/>
                      </a:cubicBezTo>
                      <a:cubicBezTo>
                        <a:pt x="41612" y="-559"/>
                        <a:pt x="34833" y="-259"/>
                        <a:pt x="29594" y="1238"/>
                      </a:cubicBezTo>
                      <a:cubicBezTo>
                        <a:pt x="13262" y="6029"/>
                        <a:pt x="-2453" y="37173"/>
                        <a:pt x="320" y="76701"/>
                      </a:cubicBezTo>
                      <a:cubicBezTo>
                        <a:pt x="3093" y="116229"/>
                        <a:pt x="107865" y="110539"/>
                        <a:pt x="107556" y="76701"/>
                      </a:cubicBezTo>
                      <a:cubicBezTo>
                        <a:pt x="107556" y="49749"/>
                        <a:pt x="97388" y="14714"/>
                        <a:pt x="83829" y="5430"/>
                      </a:cubicBezTo>
                      <a:cubicBezTo>
                        <a:pt x="77974" y="1238"/>
                        <a:pt x="73660" y="-1158"/>
                        <a:pt x="64415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09" name="手繪多邊形: 圖案 808">
                  <a:extLst>
                    <a:ext uri="{FF2B5EF4-FFF2-40B4-BE49-F238E27FC236}">
                      <a16:creationId xmlns:a16="http://schemas.microsoft.com/office/drawing/2014/main" id="{E7CC6E73-7BC8-30F2-166A-236769A5C028}"/>
                    </a:ext>
                  </a:extLst>
                </p:cNvPr>
                <p:cNvSpPr/>
                <p:nvPr/>
              </p:nvSpPr>
              <p:spPr>
                <a:xfrm>
                  <a:off x="24060145" y="29372906"/>
                  <a:ext cx="1363655" cy="430230"/>
                </a:xfrm>
                <a:custGeom>
                  <a:avLst/>
                  <a:gdLst>
                    <a:gd name="connsiteX0" fmla="*/ 168505 w 1363655"/>
                    <a:gd name="connsiteY0" fmla="*/ 345298 h 430230"/>
                    <a:gd name="connsiteX1" fmla="*/ 22442 w 1363655"/>
                    <a:gd name="connsiteY1" fmla="*/ 66804 h 430230"/>
                    <a:gd name="connsiteX2" fmla="*/ 451388 w 1363655"/>
                    <a:gd name="connsiteY2" fmla="*/ 43147 h 430230"/>
                    <a:gd name="connsiteX3" fmla="*/ 912075 w 1363655"/>
                    <a:gd name="connsiteY3" fmla="*/ 42248 h 430230"/>
                    <a:gd name="connsiteX4" fmla="*/ 1325922 w 1363655"/>
                    <a:gd name="connsiteY4" fmla="*/ 58719 h 430230"/>
                    <a:gd name="connsiteX5" fmla="*/ 1189103 w 1363655"/>
                    <a:gd name="connsiteY5" fmla="*/ 359372 h 430230"/>
                    <a:gd name="connsiteX6" fmla="*/ 168198 w 1363655"/>
                    <a:gd name="connsiteY6" fmla="*/ 345298 h 4302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63655" h="430230">
                      <a:moveTo>
                        <a:pt x="168505" y="345298"/>
                      </a:moveTo>
                      <a:cubicBezTo>
                        <a:pt x="3337" y="266541"/>
                        <a:pt x="-29020" y="136578"/>
                        <a:pt x="22442" y="66804"/>
                      </a:cubicBezTo>
                      <a:cubicBezTo>
                        <a:pt x="90543" y="-25129"/>
                        <a:pt x="263417" y="-11354"/>
                        <a:pt x="451388" y="43147"/>
                      </a:cubicBezTo>
                      <a:cubicBezTo>
                        <a:pt x="613476" y="90461"/>
                        <a:pt x="803298" y="76087"/>
                        <a:pt x="912075" y="42248"/>
                      </a:cubicBezTo>
                      <a:cubicBezTo>
                        <a:pt x="1061529" y="-4167"/>
                        <a:pt x="1229471" y="-26326"/>
                        <a:pt x="1325922" y="58719"/>
                      </a:cubicBezTo>
                      <a:cubicBezTo>
                        <a:pt x="1400187" y="124300"/>
                        <a:pt x="1369989" y="273428"/>
                        <a:pt x="1189103" y="359372"/>
                      </a:cubicBezTo>
                      <a:cubicBezTo>
                        <a:pt x="1013765" y="442621"/>
                        <a:pt x="428585" y="469572"/>
                        <a:pt x="168198" y="345298"/>
                      </a:cubicBezTo>
                      <a:close/>
                    </a:path>
                  </a:pathLst>
                </a:custGeom>
                <a:solidFill>
                  <a:srgbClr val="0B4B46"/>
                </a:solidFill>
                <a:ln w="5433" cap="flat">
                  <a:solidFill>
                    <a:srgbClr val="0B4B46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10" name="手繪多邊形: 圖案 809">
                  <a:extLst>
                    <a:ext uri="{FF2B5EF4-FFF2-40B4-BE49-F238E27FC236}">
                      <a16:creationId xmlns:a16="http://schemas.microsoft.com/office/drawing/2014/main" id="{6D7251B8-67D0-6268-8E03-62E4B4DAB478}"/>
                    </a:ext>
                  </a:extLst>
                </p:cNvPr>
                <p:cNvSpPr/>
                <p:nvPr/>
              </p:nvSpPr>
              <p:spPr>
                <a:xfrm>
                  <a:off x="25209178" y="29477701"/>
                  <a:ext cx="107556" cy="104254"/>
                </a:xfrm>
                <a:custGeom>
                  <a:avLst/>
                  <a:gdLst>
                    <a:gd name="connsiteX0" fmla="*/ 64724 w 107556"/>
                    <a:gd name="connsiteY0" fmla="*/ 1238 h 104254"/>
                    <a:gd name="connsiteX1" fmla="*/ 46543 w 107556"/>
                    <a:gd name="connsiteY1" fmla="*/ 1238 h 104254"/>
                    <a:gd name="connsiteX2" fmla="*/ 29594 w 107556"/>
                    <a:gd name="connsiteY2" fmla="*/ 1238 h 104254"/>
                    <a:gd name="connsiteX3" fmla="*/ 320 w 107556"/>
                    <a:gd name="connsiteY3" fmla="*/ 76701 h 104254"/>
                    <a:gd name="connsiteX4" fmla="*/ 107556 w 107556"/>
                    <a:gd name="connsiteY4" fmla="*/ 76701 h 104254"/>
                    <a:gd name="connsiteX5" fmla="*/ 83829 w 107556"/>
                    <a:gd name="connsiteY5" fmla="*/ 5430 h 104254"/>
                    <a:gd name="connsiteX6" fmla="*/ 64415 w 107556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64724" y="1238"/>
                      </a:moveTo>
                      <a:cubicBezTo>
                        <a:pt x="57020" y="3334"/>
                        <a:pt x="54246" y="3933"/>
                        <a:pt x="46543" y="1238"/>
                      </a:cubicBezTo>
                      <a:cubicBezTo>
                        <a:pt x="41612" y="-559"/>
                        <a:pt x="34833" y="-259"/>
                        <a:pt x="29594" y="1238"/>
                      </a:cubicBezTo>
                      <a:cubicBezTo>
                        <a:pt x="13262" y="6029"/>
                        <a:pt x="-2453" y="37173"/>
                        <a:pt x="320" y="76701"/>
                      </a:cubicBezTo>
                      <a:cubicBezTo>
                        <a:pt x="3093" y="116229"/>
                        <a:pt x="107865" y="110539"/>
                        <a:pt x="107556" y="76701"/>
                      </a:cubicBezTo>
                      <a:cubicBezTo>
                        <a:pt x="107556" y="49749"/>
                        <a:pt x="97388" y="14714"/>
                        <a:pt x="83829" y="5430"/>
                      </a:cubicBezTo>
                      <a:cubicBezTo>
                        <a:pt x="77974" y="1238"/>
                        <a:pt x="73660" y="-1158"/>
                        <a:pt x="64415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811" name="圖形 19">
                <a:extLst>
                  <a:ext uri="{FF2B5EF4-FFF2-40B4-BE49-F238E27FC236}">
                    <a16:creationId xmlns:a16="http://schemas.microsoft.com/office/drawing/2014/main" id="{78495BC9-EB97-6671-5935-1929D7306C34}"/>
                  </a:ext>
                </a:extLst>
              </p:cNvPr>
              <p:cNvGrpSpPr/>
              <p:nvPr/>
            </p:nvGrpSpPr>
            <p:grpSpPr>
              <a:xfrm>
                <a:off x="19515489" y="29260807"/>
                <a:ext cx="7881905" cy="10506291"/>
                <a:chOff x="19515489" y="29260807"/>
                <a:chExt cx="7881905" cy="10506291"/>
              </a:xfrm>
            </p:grpSpPr>
            <p:sp>
              <p:nvSpPr>
                <p:cNvPr id="812" name="手繪多邊形: 圖案 811">
                  <a:extLst>
                    <a:ext uri="{FF2B5EF4-FFF2-40B4-BE49-F238E27FC236}">
                      <a16:creationId xmlns:a16="http://schemas.microsoft.com/office/drawing/2014/main" id="{B864E0CD-70F0-1EDB-303E-E72D9F17C578}"/>
                    </a:ext>
                  </a:extLst>
                </p:cNvPr>
                <p:cNvSpPr/>
                <p:nvPr/>
              </p:nvSpPr>
              <p:spPr>
                <a:xfrm>
                  <a:off x="19515489" y="29260807"/>
                  <a:ext cx="1363885" cy="654647"/>
                </a:xfrm>
                <a:custGeom>
                  <a:avLst/>
                  <a:gdLst>
                    <a:gd name="connsiteX0" fmla="*/ 1279738 w 1363885"/>
                    <a:gd name="connsiteY0" fmla="*/ 208250 h 654647"/>
                    <a:gd name="connsiteX1" fmla="*/ 1240603 w 1363885"/>
                    <a:gd name="connsiteY1" fmla="*/ 622697 h 654647"/>
                    <a:gd name="connsiteX2" fmla="*/ 851407 w 1363885"/>
                    <a:gd name="connsiteY2" fmla="*/ 609521 h 654647"/>
                    <a:gd name="connsiteX3" fmla="*/ 126943 w 1363885"/>
                    <a:gd name="connsiteY3" fmla="*/ 615809 h 654647"/>
                    <a:gd name="connsiteX4" fmla="*/ 84418 w 1363885"/>
                    <a:gd name="connsiteY4" fmla="*/ 210047 h 654647"/>
                    <a:gd name="connsiteX5" fmla="*/ 1279738 w 1363885"/>
                    <a:gd name="connsiteY5" fmla="*/ 208250 h 654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885" h="654647">
                      <a:moveTo>
                        <a:pt x="1279738" y="208250"/>
                      </a:moveTo>
                      <a:cubicBezTo>
                        <a:pt x="1414708" y="375946"/>
                        <a:pt x="1376806" y="535855"/>
                        <a:pt x="1240603" y="622697"/>
                      </a:cubicBezTo>
                      <a:cubicBezTo>
                        <a:pt x="1160791" y="673604"/>
                        <a:pt x="1015344" y="655637"/>
                        <a:pt x="851407" y="609521"/>
                      </a:cubicBezTo>
                      <a:cubicBezTo>
                        <a:pt x="516447" y="515193"/>
                        <a:pt x="379011" y="740982"/>
                        <a:pt x="126943" y="615809"/>
                      </a:cubicBezTo>
                      <a:cubicBezTo>
                        <a:pt x="13543" y="559511"/>
                        <a:pt x="-69966" y="372352"/>
                        <a:pt x="84418" y="210047"/>
                      </a:cubicBezTo>
                      <a:cubicBezTo>
                        <a:pt x="370691" y="-90607"/>
                        <a:pt x="1073585" y="-48084"/>
                        <a:pt x="1279738" y="208250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433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813" name="圖形 19">
                  <a:extLst>
                    <a:ext uri="{FF2B5EF4-FFF2-40B4-BE49-F238E27FC236}">
                      <a16:creationId xmlns:a16="http://schemas.microsoft.com/office/drawing/2014/main" id="{468E4B73-CA66-0F11-C2B8-B3EF5917A957}"/>
                    </a:ext>
                  </a:extLst>
                </p:cNvPr>
                <p:cNvGrpSpPr/>
                <p:nvPr/>
              </p:nvGrpSpPr>
              <p:grpSpPr>
                <a:xfrm>
                  <a:off x="20074449" y="29365405"/>
                  <a:ext cx="1414031" cy="1673150"/>
                  <a:chOff x="20074449" y="29365405"/>
                  <a:chExt cx="1414031" cy="1673150"/>
                </a:xfrm>
                <a:solidFill>
                  <a:srgbClr val="FFFFFF"/>
                </a:solidFill>
              </p:grpSpPr>
              <p:sp>
                <p:nvSpPr>
                  <p:cNvPr id="814" name="手繪多邊形: 圖案 813">
                    <a:extLst>
                      <a:ext uri="{FF2B5EF4-FFF2-40B4-BE49-F238E27FC236}">
                        <a16:creationId xmlns:a16="http://schemas.microsoft.com/office/drawing/2014/main" id="{ABD39CC8-C9B5-7137-0E9F-9293B576E6D2}"/>
                      </a:ext>
                    </a:extLst>
                  </p:cNvPr>
                  <p:cNvSpPr/>
                  <p:nvPr/>
                </p:nvSpPr>
                <p:spPr>
                  <a:xfrm>
                    <a:off x="20074449" y="29365405"/>
                    <a:ext cx="107557" cy="104254"/>
                  </a:xfrm>
                  <a:custGeom>
                    <a:avLst/>
                    <a:gdLst>
                      <a:gd name="connsiteX0" fmla="*/ 64724 w 107557"/>
                      <a:gd name="connsiteY0" fmla="*/ 1238 h 104254"/>
                      <a:gd name="connsiteX1" fmla="*/ 46543 w 107557"/>
                      <a:gd name="connsiteY1" fmla="*/ 1238 h 104254"/>
                      <a:gd name="connsiteX2" fmla="*/ 29594 w 107557"/>
                      <a:gd name="connsiteY2" fmla="*/ 1238 h 104254"/>
                      <a:gd name="connsiteX3" fmla="*/ 320 w 107557"/>
                      <a:gd name="connsiteY3" fmla="*/ 76701 h 104254"/>
                      <a:gd name="connsiteX4" fmla="*/ 107557 w 107557"/>
                      <a:gd name="connsiteY4" fmla="*/ 76701 h 104254"/>
                      <a:gd name="connsiteX5" fmla="*/ 83829 w 107557"/>
                      <a:gd name="connsiteY5" fmla="*/ 5430 h 104254"/>
                      <a:gd name="connsiteX6" fmla="*/ 64416 w 107557"/>
                      <a:gd name="connsiteY6" fmla="*/ 153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64724" y="1238"/>
                        </a:moveTo>
                        <a:cubicBezTo>
                          <a:pt x="57020" y="3334"/>
                          <a:pt x="54247" y="3933"/>
                          <a:pt x="46543" y="1238"/>
                        </a:cubicBezTo>
                        <a:cubicBezTo>
                          <a:pt x="41612" y="-559"/>
                          <a:pt x="34833" y="-259"/>
                          <a:pt x="29594" y="1238"/>
                        </a:cubicBezTo>
                        <a:cubicBezTo>
                          <a:pt x="13262" y="6029"/>
                          <a:pt x="-2454" y="37173"/>
                          <a:pt x="320" y="76701"/>
                        </a:cubicBezTo>
                        <a:cubicBezTo>
                          <a:pt x="3093" y="116229"/>
                          <a:pt x="107865" y="110539"/>
                          <a:pt x="107557" y="76701"/>
                        </a:cubicBezTo>
                        <a:cubicBezTo>
                          <a:pt x="107557" y="49749"/>
                          <a:pt x="97388" y="14714"/>
                          <a:pt x="83829" y="5430"/>
                        </a:cubicBezTo>
                        <a:cubicBezTo>
                          <a:pt x="77974" y="1238"/>
                          <a:pt x="73660" y="-1158"/>
                          <a:pt x="64416" y="153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815" name="手繪多邊形: 圖案 814">
                    <a:extLst>
                      <a:ext uri="{FF2B5EF4-FFF2-40B4-BE49-F238E27FC236}">
                        <a16:creationId xmlns:a16="http://schemas.microsoft.com/office/drawing/2014/main" id="{7120EC41-F810-D079-79AE-AEF6F8767DC8}"/>
                      </a:ext>
                    </a:extLst>
                  </p:cNvPr>
                  <p:cNvSpPr/>
                  <p:nvPr/>
                </p:nvSpPr>
                <p:spPr>
                  <a:xfrm>
                    <a:off x="20211576" y="29365405"/>
                    <a:ext cx="107557" cy="104254"/>
                  </a:xfrm>
                  <a:custGeom>
                    <a:avLst/>
                    <a:gdLst>
                      <a:gd name="connsiteX0" fmla="*/ 64724 w 107557"/>
                      <a:gd name="connsiteY0" fmla="*/ 1238 h 104254"/>
                      <a:gd name="connsiteX1" fmla="*/ 46543 w 107557"/>
                      <a:gd name="connsiteY1" fmla="*/ 1238 h 104254"/>
                      <a:gd name="connsiteX2" fmla="*/ 29594 w 107557"/>
                      <a:gd name="connsiteY2" fmla="*/ 1238 h 104254"/>
                      <a:gd name="connsiteX3" fmla="*/ 320 w 107557"/>
                      <a:gd name="connsiteY3" fmla="*/ 76701 h 104254"/>
                      <a:gd name="connsiteX4" fmla="*/ 107557 w 107557"/>
                      <a:gd name="connsiteY4" fmla="*/ 76701 h 104254"/>
                      <a:gd name="connsiteX5" fmla="*/ 83829 w 107557"/>
                      <a:gd name="connsiteY5" fmla="*/ 5430 h 104254"/>
                      <a:gd name="connsiteX6" fmla="*/ 64416 w 107557"/>
                      <a:gd name="connsiteY6" fmla="*/ 153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64724" y="1238"/>
                        </a:moveTo>
                        <a:cubicBezTo>
                          <a:pt x="57020" y="3334"/>
                          <a:pt x="54246" y="3933"/>
                          <a:pt x="46543" y="1238"/>
                        </a:cubicBezTo>
                        <a:cubicBezTo>
                          <a:pt x="41612" y="-559"/>
                          <a:pt x="34833" y="-259"/>
                          <a:pt x="29594" y="1238"/>
                        </a:cubicBezTo>
                        <a:cubicBezTo>
                          <a:pt x="13262" y="6029"/>
                          <a:pt x="-2453" y="37173"/>
                          <a:pt x="320" y="76701"/>
                        </a:cubicBezTo>
                        <a:cubicBezTo>
                          <a:pt x="3093" y="116229"/>
                          <a:pt x="107865" y="110539"/>
                          <a:pt x="107557" y="76701"/>
                        </a:cubicBezTo>
                        <a:cubicBezTo>
                          <a:pt x="107557" y="49749"/>
                          <a:pt x="97388" y="14714"/>
                          <a:pt x="83829" y="5430"/>
                        </a:cubicBezTo>
                        <a:cubicBezTo>
                          <a:pt x="77974" y="1238"/>
                          <a:pt x="73660" y="-1158"/>
                          <a:pt x="64416" y="153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816" name="手繪多邊形: 圖案 815">
                  <a:extLst>
                    <a:ext uri="{FF2B5EF4-FFF2-40B4-BE49-F238E27FC236}">
                      <a16:creationId xmlns:a16="http://schemas.microsoft.com/office/drawing/2014/main" id="{7C82403E-E7EB-0633-BDAE-01F575DDAE03}"/>
                    </a:ext>
                  </a:extLst>
                </p:cNvPr>
                <p:cNvSpPr/>
                <p:nvPr/>
              </p:nvSpPr>
              <p:spPr>
                <a:xfrm>
                  <a:off x="19515489" y="29260807"/>
                  <a:ext cx="1363885" cy="654647"/>
                </a:xfrm>
                <a:custGeom>
                  <a:avLst/>
                  <a:gdLst>
                    <a:gd name="connsiteX0" fmla="*/ 1279738 w 1363885"/>
                    <a:gd name="connsiteY0" fmla="*/ 208250 h 654647"/>
                    <a:gd name="connsiteX1" fmla="*/ 1240603 w 1363885"/>
                    <a:gd name="connsiteY1" fmla="*/ 622697 h 654647"/>
                    <a:gd name="connsiteX2" fmla="*/ 851407 w 1363885"/>
                    <a:gd name="connsiteY2" fmla="*/ 609521 h 654647"/>
                    <a:gd name="connsiteX3" fmla="*/ 126943 w 1363885"/>
                    <a:gd name="connsiteY3" fmla="*/ 615809 h 654647"/>
                    <a:gd name="connsiteX4" fmla="*/ 84418 w 1363885"/>
                    <a:gd name="connsiteY4" fmla="*/ 210047 h 654647"/>
                    <a:gd name="connsiteX5" fmla="*/ 1279738 w 1363885"/>
                    <a:gd name="connsiteY5" fmla="*/ 208250 h 654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363885" h="654647">
                      <a:moveTo>
                        <a:pt x="1279738" y="208250"/>
                      </a:moveTo>
                      <a:cubicBezTo>
                        <a:pt x="1414708" y="375946"/>
                        <a:pt x="1376806" y="535855"/>
                        <a:pt x="1240603" y="622697"/>
                      </a:cubicBezTo>
                      <a:cubicBezTo>
                        <a:pt x="1160791" y="673604"/>
                        <a:pt x="1015344" y="655637"/>
                        <a:pt x="851407" y="609521"/>
                      </a:cubicBezTo>
                      <a:cubicBezTo>
                        <a:pt x="516447" y="515193"/>
                        <a:pt x="379011" y="740982"/>
                        <a:pt x="126943" y="615809"/>
                      </a:cubicBezTo>
                      <a:cubicBezTo>
                        <a:pt x="13543" y="559511"/>
                        <a:pt x="-69966" y="372352"/>
                        <a:pt x="84418" y="210047"/>
                      </a:cubicBezTo>
                      <a:cubicBezTo>
                        <a:pt x="370691" y="-90607"/>
                        <a:pt x="1073585" y="-48084"/>
                        <a:pt x="1279738" y="208250"/>
                      </a:cubicBezTo>
                      <a:close/>
                    </a:path>
                  </a:pathLst>
                </a:custGeom>
                <a:solidFill>
                  <a:srgbClr val="5E5A61"/>
                </a:solidFill>
                <a:ln w="5433" cap="flat">
                  <a:solidFill>
                    <a:srgbClr val="5E5A61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817" name="圖形 19">
                  <a:extLst>
                    <a:ext uri="{FF2B5EF4-FFF2-40B4-BE49-F238E27FC236}">
                      <a16:creationId xmlns:a16="http://schemas.microsoft.com/office/drawing/2014/main" id="{B24AA033-8FBA-63DC-D76C-F889AFCF4294}"/>
                    </a:ext>
                  </a:extLst>
                </p:cNvPr>
                <p:cNvGrpSpPr/>
                <p:nvPr/>
              </p:nvGrpSpPr>
              <p:grpSpPr>
                <a:xfrm>
                  <a:off x="20074449" y="29365405"/>
                  <a:ext cx="1414031" cy="1673150"/>
                  <a:chOff x="20074449" y="29365405"/>
                  <a:chExt cx="1414031" cy="1673150"/>
                </a:xfrm>
                <a:solidFill>
                  <a:srgbClr val="FFFFFF"/>
                </a:solidFill>
              </p:grpSpPr>
              <p:sp>
                <p:nvSpPr>
                  <p:cNvPr id="818" name="手繪多邊形: 圖案 817">
                    <a:extLst>
                      <a:ext uri="{FF2B5EF4-FFF2-40B4-BE49-F238E27FC236}">
                        <a16:creationId xmlns:a16="http://schemas.microsoft.com/office/drawing/2014/main" id="{4C8790ED-E7E0-451F-7682-B1589499D716}"/>
                      </a:ext>
                    </a:extLst>
                  </p:cNvPr>
                  <p:cNvSpPr/>
                  <p:nvPr/>
                </p:nvSpPr>
                <p:spPr>
                  <a:xfrm>
                    <a:off x="20074449" y="29365405"/>
                    <a:ext cx="107557" cy="104254"/>
                  </a:xfrm>
                  <a:custGeom>
                    <a:avLst/>
                    <a:gdLst>
                      <a:gd name="connsiteX0" fmla="*/ 64724 w 107557"/>
                      <a:gd name="connsiteY0" fmla="*/ 1238 h 104254"/>
                      <a:gd name="connsiteX1" fmla="*/ 46543 w 107557"/>
                      <a:gd name="connsiteY1" fmla="*/ 1238 h 104254"/>
                      <a:gd name="connsiteX2" fmla="*/ 29594 w 107557"/>
                      <a:gd name="connsiteY2" fmla="*/ 1238 h 104254"/>
                      <a:gd name="connsiteX3" fmla="*/ 320 w 107557"/>
                      <a:gd name="connsiteY3" fmla="*/ 76701 h 104254"/>
                      <a:gd name="connsiteX4" fmla="*/ 107557 w 107557"/>
                      <a:gd name="connsiteY4" fmla="*/ 76701 h 104254"/>
                      <a:gd name="connsiteX5" fmla="*/ 83829 w 107557"/>
                      <a:gd name="connsiteY5" fmla="*/ 5430 h 104254"/>
                      <a:gd name="connsiteX6" fmla="*/ 64416 w 107557"/>
                      <a:gd name="connsiteY6" fmla="*/ 153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64724" y="1238"/>
                        </a:moveTo>
                        <a:cubicBezTo>
                          <a:pt x="57020" y="3334"/>
                          <a:pt x="54247" y="3933"/>
                          <a:pt x="46543" y="1238"/>
                        </a:cubicBezTo>
                        <a:cubicBezTo>
                          <a:pt x="41612" y="-559"/>
                          <a:pt x="34833" y="-259"/>
                          <a:pt x="29594" y="1238"/>
                        </a:cubicBezTo>
                        <a:cubicBezTo>
                          <a:pt x="13262" y="6029"/>
                          <a:pt x="-2454" y="37173"/>
                          <a:pt x="320" y="76701"/>
                        </a:cubicBezTo>
                        <a:cubicBezTo>
                          <a:pt x="3093" y="116229"/>
                          <a:pt x="107865" y="110539"/>
                          <a:pt x="107557" y="76701"/>
                        </a:cubicBezTo>
                        <a:cubicBezTo>
                          <a:pt x="107557" y="49749"/>
                          <a:pt x="97388" y="14714"/>
                          <a:pt x="83829" y="5430"/>
                        </a:cubicBezTo>
                        <a:cubicBezTo>
                          <a:pt x="77974" y="1238"/>
                          <a:pt x="73660" y="-1158"/>
                          <a:pt x="64416" y="153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819" name="手繪多邊形: 圖案 818">
                    <a:extLst>
                      <a:ext uri="{FF2B5EF4-FFF2-40B4-BE49-F238E27FC236}">
                        <a16:creationId xmlns:a16="http://schemas.microsoft.com/office/drawing/2014/main" id="{76CF9386-578C-3FE4-5638-C815B7DF1C5E}"/>
                      </a:ext>
                    </a:extLst>
                  </p:cNvPr>
                  <p:cNvSpPr/>
                  <p:nvPr/>
                </p:nvSpPr>
                <p:spPr>
                  <a:xfrm>
                    <a:off x="20211576" y="29365405"/>
                    <a:ext cx="107557" cy="104254"/>
                  </a:xfrm>
                  <a:custGeom>
                    <a:avLst/>
                    <a:gdLst>
                      <a:gd name="connsiteX0" fmla="*/ 64724 w 107557"/>
                      <a:gd name="connsiteY0" fmla="*/ 1238 h 104254"/>
                      <a:gd name="connsiteX1" fmla="*/ 46543 w 107557"/>
                      <a:gd name="connsiteY1" fmla="*/ 1238 h 104254"/>
                      <a:gd name="connsiteX2" fmla="*/ 29594 w 107557"/>
                      <a:gd name="connsiteY2" fmla="*/ 1238 h 104254"/>
                      <a:gd name="connsiteX3" fmla="*/ 320 w 107557"/>
                      <a:gd name="connsiteY3" fmla="*/ 76701 h 104254"/>
                      <a:gd name="connsiteX4" fmla="*/ 107557 w 107557"/>
                      <a:gd name="connsiteY4" fmla="*/ 76701 h 104254"/>
                      <a:gd name="connsiteX5" fmla="*/ 83829 w 107557"/>
                      <a:gd name="connsiteY5" fmla="*/ 5430 h 104254"/>
                      <a:gd name="connsiteX6" fmla="*/ 64416 w 107557"/>
                      <a:gd name="connsiteY6" fmla="*/ 153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64724" y="1238"/>
                        </a:moveTo>
                        <a:cubicBezTo>
                          <a:pt x="57020" y="3334"/>
                          <a:pt x="54246" y="3933"/>
                          <a:pt x="46543" y="1238"/>
                        </a:cubicBezTo>
                        <a:cubicBezTo>
                          <a:pt x="41612" y="-559"/>
                          <a:pt x="34833" y="-259"/>
                          <a:pt x="29594" y="1238"/>
                        </a:cubicBezTo>
                        <a:cubicBezTo>
                          <a:pt x="13262" y="6029"/>
                          <a:pt x="-2453" y="37173"/>
                          <a:pt x="320" y="76701"/>
                        </a:cubicBezTo>
                        <a:cubicBezTo>
                          <a:pt x="3093" y="116229"/>
                          <a:pt x="107865" y="110539"/>
                          <a:pt x="107557" y="76701"/>
                        </a:cubicBezTo>
                        <a:cubicBezTo>
                          <a:pt x="107557" y="49749"/>
                          <a:pt x="97388" y="14714"/>
                          <a:pt x="83829" y="5430"/>
                        </a:cubicBezTo>
                        <a:cubicBezTo>
                          <a:pt x="77974" y="1238"/>
                          <a:pt x="73660" y="-1158"/>
                          <a:pt x="64416" y="153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820" name="圖形 19">
                <a:extLst>
                  <a:ext uri="{FF2B5EF4-FFF2-40B4-BE49-F238E27FC236}">
                    <a16:creationId xmlns:a16="http://schemas.microsoft.com/office/drawing/2014/main" id="{4ECD7A6F-F35C-2006-EB24-47E6F230D337}"/>
                  </a:ext>
                </a:extLst>
              </p:cNvPr>
              <p:cNvGrpSpPr/>
              <p:nvPr/>
            </p:nvGrpSpPr>
            <p:grpSpPr>
              <a:xfrm>
                <a:off x="19746308" y="26925167"/>
                <a:ext cx="5212696" cy="14071882"/>
                <a:chOff x="19746308" y="26925167"/>
                <a:chExt cx="5212696" cy="14071882"/>
              </a:xfrm>
            </p:grpSpPr>
            <p:sp>
              <p:nvSpPr>
                <p:cNvPr id="821" name="手繪多邊形: 圖案 820">
                  <a:extLst>
                    <a:ext uri="{FF2B5EF4-FFF2-40B4-BE49-F238E27FC236}">
                      <a16:creationId xmlns:a16="http://schemas.microsoft.com/office/drawing/2014/main" id="{6E055846-D14D-570F-D0A8-91D941874BE7}"/>
                    </a:ext>
                  </a:extLst>
                </p:cNvPr>
                <p:cNvSpPr/>
                <p:nvPr/>
              </p:nvSpPr>
              <p:spPr>
                <a:xfrm>
                  <a:off x="19746308" y="26925167"/>
                  <a:ext cx="902005" cy="876819"/>
                </a:xfrm>
                <a:custGeom>
                  <a:avLst/>
                  <a:gdLst>
                    <a:gd name="connsiteX0" fmla="*/ 74544 w 902005"/>
                    <a:gd name="connsiteY0" fmla="*/ 128779 h 876819"/>
                    <a:gd name="connsiteX1" fmla="*/ 826742 w 902005"/>
                    <a:gd name="connsiteY1" fmla="*/ 128779 h 876819"/>
                    <a:gd name="connsiteX2" fmla="*/ 848929 w 902005"/>
                    <a:gd name="connsiteY2" fmla="*/ 586348 h 876819"/>
                    <a:gd name="connsiteX3" fmla="*/ 450797 w 902005"/>
                    <a:gd name="connsiteY3" fmla="*/ 876819 h 876819"/>
                    <a:gd name="connsiteX4" fmla="*/ 56055 w 902005"/>
                    <a:gd name="connsiteY4" fmla="*/ 586348 h 876819"/>
                    <a:gd name="connsiteX5" fmla="*/ 74544 w 902005"/>
                    <a:gd name="connsiteY5" fmla="*/ 128779 h 876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05" h="876819">
                      <a:moveTo>
                        <a:pt x="74544" y="128779"/>
                      </a:moveTo>
                      <a:cubicBezTo>
                        <a:pt x="225538" y="-33826"/>
                        <a:pt x="637537" y="-51792"/>
                        <a:pt x="826742" y="128779"/>
                      </a:cubicBezTo>
                      <a:cubicBezTo>
                        <a:pt x="950619" y="246764"/>
                        <a:pt x="894535" y="492318"/>
                        <a:pt x="848929" y="586348"/>
                      </a:cubicBezTo>
                      <a:cubicBezTo>
                        <a:pt x="787299" y="713616"/>
                        <a:pt x="726901" y="876819"/>
                        <a:pt x="450797" y="876819"/>
                      </a:cubicBezTo>
                      <a:cubicBezTo>
                        <a:pt x="259435" y="876819"/>
                        <a:pt x="152814" y="792672"/>
                        <a:pt x="56055" y="586348"/>
                      </a:cubicBezTo>
                      <a:cubicBezTo>
                        <a:pt x="-32077" y="398588"/>
                        <a:pt x="-8965" y="218316"/>
                        <a:pt x="74544" y="128779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433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822" name="圖形 19">
                  <a:extLst>
                    <a:ext uri="{FF2B5EF4-FFF2-40B4-BE49-F238E27FC236}">
                      <a16:creationId xmlns:a16="http://schemas.microsoft.com/office/drawing/2014/main" id="{A4DEA219-1639-662D-FD91-B0BB72668758}"/>
                    </a:ext>
                  </a:extLst>
                </p:cNvPr>
                <p:cNvGrpSpPr/>
                <p:nvPr/>
              </p:nvGrpSpPr>
              <p:grpSpPr>
                <a:xfrm>
                  <a:off x="20075384" y="27593562"/>
                  <a:ext cx="1414037" cy="1673150"/>
                  <a:chOff x="20075384" y="27593562"/>
                  <a:chExt cx="1414037" cy="1673150"/>
                </a:xfrm>
                <a:solidFill>
                  <a:srgbClr val="FFFFFF"/>
                </a:solidFill>
              </p:grpSpPr>
              <p:sp>
                <p:nvSpPr>
                  <p:cNvPr id="823" name="手繪多邊形: 圖案 822">
                    <a:extLst>
                      <a:ext uri="{FF2B5EF4-FFF2-40B4-BE49-F238E27FC236}">
                        <a16:creationId xmlns:a16="http://schemas.microsoft.com/office/drawing/2014/main" id="{8B1D1FDD-E5BD-5E6C-76CC-64406DF95E5E}"/>
                      </a:ext>
                    </a:extLst>
                  </p:cNvPr>
                  <p:cNvSpPr/>
                  <p:nvPr/>
                </p:nvSpPr>
                <p:spPr>
                  <a:xfrm>
                    <a:off x="20212512" y="27593562"/>
                    <a:ext cx="107557" cy="104254"/>
                  </a:xfrm>
                  <a:custGeom>
                    <a:avLst/>
                    <a:gdLst>
                      <a:gd name="connsiteX0" fmla="*/ 42834 w 107557"/>
                      <a:gd name="connsiteY0" fmla="*/ 103017 h 104254"/>
                      <a:gd name="connsiteX1" fmla="*/ 61015 w 107557"/>
                      <a:gd name="connsiteY1" fmla="*/ 103017 h 104254"/>
                      <a:gd name="connsiteX2" fmla="*/ 77963 w 107557"/>
                      <a:gd name="connsiteY2" fmla="*/ 103017 h 104254"/>
                      <a:gd name="connsiteX3" fmla="*/ 107237 w 107557"/>
                      <a:gd name="connsiteY3" fmla="*/ 27553 h 104254"/>
                      <a:gd name="connsiteX4" fmla="*/ 1 w 107557"/>
                      <a:gd name="connsiteY4" fmla="*/ 27553 h 104254"/>
                      <a:gd name="connsiteX5" fmla="*/ 23728 w 107557"/>
                      <a:gd name="connsiteY5" fmla="*/ 98824 h 104254"/>
                      <a:gd name="connsiteX6" fmla="*/ 43142 w 107557"/>
                      <a:gd name="connsiteY6" fmla="*/ 10271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42834" y="103017"/>
                        </a:moveTo>
                        <a:cubicBezTo>
                          <a:pt x="50538" y="100920"/>
                          <a:pt x="53311" y="100322"/>
                          <a:pt x="61015" y="103017"/>
                        </a:cubicBezTo>
                        <a:cubicBezTo>
                          <a:pt x="65945" y="104813"/>
                          <a:pt x="72724" y="104514"/>
                          <a:pt x="77963" y="103017"/>
                        </a:cubicBezTo>
                        <a:cubicBezTo>
                          <a:pt x="94295" y="98225"/>
                          <a:pt x="110011" y="67082"/>
                          <a:pt x="107237" y="27553"/>
                        </a:cubicBezTo>
                        <a:cubicBezTo>
                          <a:pt x="104464" y="-11974"/>
                          <a:pt x="-308" y="-6285"/>
                          <a:pt x="1" y="27553"/>
                        </a:cubicBezTo>
                        <a:cubicBezTo>
                          <a:pt x="1" y="54505"/>
                          <a:pt x="10169" y="89541"/>
                          <a:pt x="23728" y="98824"/>
                        </a:cubicBezTo>
                        <a:cubicBezTo>
                          <a:pt x="29583" y="103017"/>
                          <a:pt x="33897" y="105412"/>
                          <a:pt x="43142" y="1027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824" name="手繪多邊形: 圖案 823">
                    <a:extLst>
                      <a:ext uri="{FF2B5EF4-FFF2-40B4-BE49-F238E27FC236}">
                        <a16:creationId xmlns:a16="http://schemas.microsoft.com/office/drawing/2014/main" id="{EC37A399-9B4C-A7A5-626D-4AA9F1B31413}"/>
                      </a:ext>
                    </a:extLst>
                  </p:cNvPr>
                  <p:cNvSpPr/>
                  <p:nvPr/>
                </p:nvSpPr>
                <p:spPr>
                  <a:xfrm>
                    <a:off x="20075384" y="27593562"/>
                    <a:ext cx="107557" cy="104254"/>
                  </a:xfrm>
                  <a:custGeom>
                    <a:avLst/>
                    <a:gdLst>
                      <a:gd name="connsiteX0" fmla="*/ 42834 w 107557"/>
                      <a:gd name="connsiteY0" fmla="*/ 103017 h 104254"/>
                      <a:gd name="connsiteX1" fmla="*/ 61015 w 107557"/>
                      <a:gd name="connsiteY1" fmla="*/ 103017 h 104254"/>
                      <a:gd name="connsiteX2" fmla="*/ 77963 w 107557"/>
                      <a:gd name="connsiteY2" fmla="*/ 103017 h 104254"/>
                      <a:gd name="connsiteX3" fmla="*/ 107238 w 107557"/>
                      <a:gd name="connsiteY3" fmla="*/ 27553 h 104254"/>
                      <a:gd name="connsiteX4" fmla="*/ 1 w 107557"/>
                      <a:gd name="connsiteY4" fmla="*/ 27553 h 104254"/>
                      <a:gd name="connsiteX5" fmla="*/ 23728 w 107557"/>
                      <a:gd name="connsiteY5" fmla="*/ 98824 h 104254"/>
                      <a:gd name="connsiteX6" fmla="*/ 43142 w 107557"/>
                      <a:gd name="connsiteY6" fmla="*/ 10271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42834" y="103017"/>
                        </a:moveTo>
                        <a:cubicBezTo>
                          <a:pt x="50538" y="100920"/>
                          <a:pt x="53311" y="100322"/>
                          <a:pt x="61015" y="103017"/>
                        </a:cubicBezTo>
                        <a:cubicBezTo>
                          <a:pt x="65945" y="104813"/>
                          <a:pt x="72724" y="104514"/>
                          <a:pt x="77963" y="103017"/>
                        </a:cubicBezTo>
                        <a:cubicBezTo>
                          <a:pt x="94295" y="98225"/>
                          <a:pt x="110011" y="67082"/>
                          <a:pt x="107238" y="27553"/>
                        </a:cubicBezTo>
                        <a:cubicBezTo>
                          <a:pt x="104464" y="-11974"/>
                          <a:pt x="-307" y="-6285"/>
                          <a:pt x="1" y="27553"/>
                        </a:cubicBezTo>
                        <a:cubicBezTo>
                          <a:pt x="1" y="54505"/>
                          <a:pt x="10170" y="89541"/>
                          <a:pt x="23728" y="98824"/>
                        </a:cubicBezTo>
                        <a:cubicBezTo>
                          <a:pt x="29583" y="103017"/>
                          <a:pt x="33898" y="105412"/>
                          <a:pt x="43142" y="1027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825" name="手繪多邊形: 圖案 824">
                  <a:extLst>
                    <a:ext uri="{FF2B5EF4-FFF2-40B4-BE49-F238E27FC236}">
                      <a16:creationId xmlns:a16="http://schemas.microsoft.com/office/drawing/2014/main" id="{BD0D28A2-D6BB-0359-A87B-20845E13C13E}"/>
                    </a:ext>
                  </a:extLst>
                </p:cNvPr>
                <p:cNvSpPr/>
                <p:nvPr/>
              </p:nvSpPr>
              <p:spPr>
                <a:xfrm>
                  <a:off x="19746308" y="26925167"/>
                  <a:ext cx="902005" cy="876819"/>
                </a:xfrm>
                <a:custGeom>
                  <a:avLst/>
                  <a:gdLst>
                    <a:gd name="connsiteX0" fmla="*/ 74544 w 902005"/>
                    <a:gd name="connsiteY0" fmla="*/ 128779 h 876819"/>
                    <a:gd name="connsiteX1" fmla="*/ 826742 w 902005"/>
                    <a:gd name="connsiteY1" fmla="*/ 128779 h 876819"/>
                    <a:gd name="connsiteX2" fmla="*/ 848929 w 902005"/>
                    <a:gd name="connsiteY2" fmla="*/ 586348 h 876819"/>
                    <a:gd name="connsiteX3" fmla="*/ 450797 w 902005"/>
                    <a:gd name="connsiteY3" fmla="*/ 876819 h 876819"/>
                    <a:gd name="connsiteX4" fmla="*/ 56055 w 902005"/>
                    <a:gd name="connsiteY4" fmla="*/ 586348 h 876819"/>
                    <a:gd name="connsiteX5" fmla="*/ 74544 w 902005"/>
                    <a:gd name="connsiteY5" fmla="*/ 128779 h 8768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902005" h="876819">
                      <a:moveTo>
                        <a:pt x="74544" y="128779"/>
                      </a:moveTo>
                      <a:cubicBezTo>
                        <a:pt x="225538" y="-33826"/>
                        <a:pt x="637537" y="-51792"/>
                        <a:pt x="826742" y="128779"/>
                      </a:cubicBezTo>
                      <a:cubicBezTo>
                        <a:pt x="950619" y="246764"/>
                        <a:pt x="894535" y="492318"/>
                        <a:pt x="848929" y="586348"/>
                      </a:cubicBezTo>
                      <a:cubicBezTo>
                        <a:pt x="787299" y="713616"/>
                        <a:pt x="726901" y="876819"/>
                        <a:pt x="450797" y="876819"/>
                      </a:cubicBezTo>
                      <a:cubicBezTo>
                        <a:pt x="259435" y="876819"/>
                        <a:pt x="152814" y="792672"/>
                        <a:pt x="56055" y="586348"/>
                      </a:cubicBezTo>
                      <a:cubicBezTo>
                        <a:pt x="-32077" y="398588"/>
                        <a:pt x="-8965" y="218316"/>
                        <a:pt x="74544" y="128779"/>
                      </a:cubicBezTo>
                      <a:close/>
                    </a:path>
                  </a:pathLst>
                </a:custGeom>
                <a:solidFill>
                  <a:srgbClr val="944449"/>
                </a:solidFill>
                <a:ln w="5433" cap="flat">
                  <a:solidFill>
                    <a:srgbClr val="94444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grpSp>
              <p:nvGrpSpPr>
                <p:cNvPr id="826" name="圖形 19">
                  <a:extLst>
                    <a:ext uri="{FF2B5EF4-FFF2-40B4-BE49-F238E27FC236}">
                      <a16:creationId xmlns:a16="http://schemas.microsoft.com/office/drawing/2014/main" id="{05D448F9-49AA-7F42-B17D-BA8F1CE0EA16}"/>
                    </a:ext>
                  </a:extLst>
                </p:cNvPr>
                <p:cNvGrpSpPr/>
                <p:nvPr/>
              </p:nvGrpSpPr>
              <p:grpSpPr>
                <a:xfrm>
                  <a:off x="20075384" y="27593562"/>
                  <a:ext cx="1414037" cy="1673150"/>
                  <a:chOff x="20075384" y="27593562"/>
                  <a:chExt cx="1414037" cy="1673150"/>
                </a:xfrm>
                <a:solidFill>
                  <a:srgbClr val="FFFFFF"/>
                </a:solidFill>
              </p:grpSpPr>
              <p:sp>
                <p:nvSpPr>
                  <p:cNvPr id="827" name="手繪多邊形: 圖案 826">
                    <a:extLst>
                      <a:ext uri="{FF2B5EF4-FFF2-40B4-BE49-F238E27FC236}">
                        <a16:creationId xmlns:a16="http://schemas.microsoft.com/office/drawing/2014/main" id="{AA046FC9-06E1-FF4A-7584-16825A8A586F}"/>
                      </a:ext>
                    </a:extLst>
                  </p:cNvPr>
                  <p:cNvSpPr/>
                  <p:nvPr/>
                </p:nvSpPr>
                <p:spPr>
                  <a:xfrm>
                    <a:off x="20212512" y="27593562"/>
                    <a:ext cx="107557" cy="104254"/>
                  </a:xfrm>
                  <a:custGeom>
                    <a:avLst/>
                    <a:gdLst>
                      <a:gd name="connsiteX0" fmla="*/ 42834 w 107557"/>
                      <a:gd name="connsiteY0" fmla="*/ 103017 h 104254"/>
                      <a:gd name="connsiteX1" fmla="*/ 61015 w 107557"/>
                      <a:gd name="connsiteY1" fmla="*/ 103017 h 104254"/>
                      <a:gd name="connsiteX2" fmla="*/ 77963 w 107557"/>
                      <a:gd name="connsiteY2" fmla="*/ 103017 h 104254"/>
                      <a:gd name="connsiteX3" fmla="*/ 107237 w 107557"/>
                      <a:gd name="connsiteY3" fmla="*/ 27553 h 104254"/>
                      <a:gd name="connsiteX4" fmla="*/ 1 w 107557"/>
                      <a:gd name="connsiteY4" fmla="*/ 27553 h 104254"/>
                      <a:gd name="connsiteX5" fmla="*/ 23728 w 107557"/>
                      <a:gd name="connsiteY5" fmla="*/ 98824 h 104254"/>
                      <a:gd name="connsiteX6" fmla="*/ 43142 w 107557"/>
                      <a:gd name="connsiteY6" fmla="*/ 10271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42834" y="103017"/>
                        </a:moveTo>
                        <a:cubicBezTo>
                          <a:pt x="50538" y="100920"/>
                          <a:pt x="53311" y="100322"/>
                          <a:pt x="61015" y="103017"/>
                        </a:cubicBezTo>
                        <a:cubicBezTo>
                          <a:pt x="65945" y="104813"/>
                          <a:pt x="72724" y="104514"/>
                          <a:pt x="77963" y="103017"/>
                        </a:cubicBezTo>
                        <a:cubicBezTo>
                          <a:pt x="94295" y="98225"/>
                          <a:pt x="110011" y="67082"/>
                          <a:pt x="107237" y="27553"/>
                        </a:cubicBezTo>
                        <a:cubicBezTo>
                          <a:pt x="104464" y="-11974"/>
                          <a:pt x="-308" y="-6285"/>
                          <a:pt x="1" y="27553"/>
                        </a:cubicBezTo>
                        <a:cubicBezTo>
                          <a:pt x="1" y="54505"/>
                          <a:pt x="10169" y="89541"/>
                          <a:pt x="23728" y="98824"/>
                        </a:cubicBezTo>
                        <a:cubicBezTo>
                          <a:pt x="29583" y="103017"/>
                          <a:pt x="33897" y="105412"/>
                          <a:pt x="43142" y="1027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828" name="手繪多邊形: 圖案 827">
                    <a:extLst>
                      <a:ext uri="{FF2B5EF4-FFF2-40B4-BE49-F238E27FC236}">
                        <a16:creationId xmlns:a16="http://schemas.microsoft.com/office/drawing/2014/main" id="{975441B9-FE0E-1B3A-54E1-D8A75EF92C51}"/>
                      </a:ext>
                    </a:extLst>
                  </p:cNvPr>
                  <p:cNvSpPr/>
                  <p:nvPr/>
                </p:nvSpPr>
                <p:spPr>
                  <a:xfrm>
                    <a:off x="20075384" y="27593562"/>
                    <a:ext cx="107557" cy="104254"/>
                  </a:xfrm>
                  <a:custGeom>
                    <a:avLst/>
                    <a:gdLst>
                      <a:gd name="connsiteX0" fmla="*/ 42834 w 107557"/>
                      <a:gd name="connsiteY0" fmla="*/ 103017 h 104254"/>
                      <a:gd name="connsiteX1" fmla="*/ 61015 w 107557"/>
                      <a:gd name="connsiteY1" fmla="*/ 103017 h 104254"/>
                      <a:gd name="connsiteX2" fmla="*/ 77963 w 107557"/>
                      <a:gd name="connsiteY2" fmla="*/ 103017 h 104254"/>
                      <a:gd name="connsiteX3" fmla="*/ 107238 w 107557"/>
                      <a:gd name="connsiteY3" fmla="*/ 27553 h 104254"/>
                      <a:gd name="connsiteX4" fmla="*/ 1 w 107557"/>
                      <a:gd name="connsiteY4" fmla="*/ 27553 h 104254"/>
                      <a:gd name="connsiteX5" fmla="*/ 23728 w 107557"/>
                      <a:gd name="connsiteY5" fmla="*/ 98824 h 104254"/>
                      <a:gd name="connsiteX6" fmla="*/ 43142 w 107557"/>
                      <a:gd name="connsiteY6" fmla="*/ 102717 h 1042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07557" h="104254">
                        <a:moveTo>
                          <a:pt x="42834" y="103017"/>
                        </a:moveTo>
                        <a:cubicBezTo>
                          <a:pt x="50538" y="100920"/>
                          <a:pt x="53311" y="100322"/>
                          <a:pt x="61015" y="103017"/>
                        </a:cubicBezTo>
                        <a:cubicBezTo>
                          <a:pt x="65945" y="104813"/>
                          <a:pt x="72724" y="104514"/>
                          <a:pt x="77963" y="103017"/>
                        </a:cubicBezTo>
                        <a:cubicBezTo>
                          <a:pt x="94295" y="98225"/>
                          <a:pt x="110011" y="67082"/>
                          <a:pt x="107238" y="27553"/>
                        </a:cubicBezTo>
                        <a:cubicBezTo>
                          <a:pt x="104464" y="-11974"/>
                          <a:pt x="-307" y="-6285"/>
                          <a:pt x="1" y="27553"/>
                        </a:cubicBezTo>
                        <a:cubicBezTo>
                          <a:pt x="1" y="54505"/>
                          <a:pt x="10170" y="89541"/>
                          <a:pt x="23728" y="98824"/>
                        </a:cubicBezTo>
                        <a:cubicBezTo>
                          <a:pt x="29583" y="103017"/>
                          <a:pt x="33898" y="105412"/>
                          <a:pt x="43142" y="102717"/>
                        </a:cubicBezTo>
                        <a:close/>
                      </a:path>
                    </a:pathLst>
                  </a:custGeom>
                  <a:solidFill>
                    <a:srgbClr val="FFFFFF"/>
                  </a:solidFill>
                  <a:ln w="5326" cap="flat">
                    <a:noFill/>
                    <a:prstDash val="solid"/>
                    <a:miter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829" name="圖形 19">
                <a:extLst>
                  <a:ext uri="{FF2B5EF4-FFF2-40B4-BE49-F238E27FC236}">
                    <a16:creationId xmlns:a16="http://schemas.microsoft.com/office/drawing/2014/main" id="{349A3F54-AB1A-E384-9FA1-DFACE4F17639}"/>
                  </a:ext>
                </a:extLst>
              </p:cNvPr>
              <p:cNvGrpSpPr/>
              <p:nvPr/>
            </p:nvGrpSpPr>
            <p:grpSpPr>
              <a:xfrm>
                <a:off x="22019511" y="29259573"/>
                <a:ext cx="5210587" cy="10547680"/>
                <a:chOff x="22019511" y="29259573"/>
                <a:chExt cx="5210587" cy="10547680"/>
              </a:xfrm>
            </p:grpSpPr>
            <p:sp>
              <p:nvSpPr>
                <p:cNvPr id="830" name="手繪多邊形: 圖案 829">
                  <a:extLst>
                    <a:ext uri="{FF2B5EF4-FFF2-40B4-BE49-F238E27FC236}">
                      <a16:creationId xmlns:a16="http://schemas.microsoft.com/office/drawing/2014/main" id="{9D71A0B9-FB30-9DF9-434B-5AC4FB7C4704}"/>
                    </a:ext>
                  </a:extLst>
                </p:cNvPr>
                <p:cNvSpPr/>
                <p:nvPr/>
              </p:nvSpPr>
              <p:spPr>
                <a:xfrm>
                  <a:off x="22019511" y="29259573"/>
                  <a:ext cx="901640" cy="657226"/>
                </a:xfrm>
                <a:custGeom>
                  <a:avLst/>
                  <a:gdLst>
                    <a:gd name="connsiteX0" fmla="*/ 549436 w 901640"/>
                    <a:gd name="connsiteY0" fmla="*/ 651182 h 657226"/>
                    <a:gd name="connsiteX1" fmla="*/ 833244 w 901640"/>
                    <a:gd name="connsiteY1" fmla="*/ 472107 h 657226"/>
                    <a:gd name="connsiteX2" fmla="*/ 896414 w 901640"/>
                    <a:gd name="connsiteY2" fmla="*/ 133422 h 657226"/>
                    <a:gd name="connsiteX3" fmla="*/ 658521 w 901640"/>
                    <a:gd name="connsiteY3" fmla="*/ 6453 h 657226"/>
                    <a:gd name="connsiteX4" fmla="*/ 247448 w 901640"/>
                    <a:gd name="connsiteY4" fmla="*/ 6453 h 657226"/>
                    <a:gd name="connsiteX5" fmla="*/ 4624 w 901640"/>
                    <a:gd name="connsiteY5" fmla="*/ 133422 h 657226"/>
                    <a:gd name="connsiteX6" fmla="*/ 73650 w 901640"/>
                    <a:gd name="connsiteY6" fmla="*/ 472107 h 657226"/>
                    <a:gd name="connsiteX7" fmla="*/ 370400 w 901640"/>
                    <a:gd name="connsiteY7" fmla="*/ 651182 h 657226"/>
                    <a:gd name="connsiteX8" fmla="*/ 549436 w 901640"/>
                    <a:gd name="connsiteY8" fmla="*/ 651182 h 6572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640" h="657226">
                      <a:moveTo>
                        <a:pt x="549436" y="651182"/>
                      </a:moveTo>
                      <a:cubicBezTo>
                        <a:pt x="715222" y="688912"/>
                        <a:pt x="804893" y="540383"/>
                        <a:pt x="833244" y="472107"/>
                      </a:cubicBezTo>
                      <a:cubicBezTo>
                        <a:pt x="879466" y="359811"/>
                        <a:pt x="915521" y="211281"/>
                        <a:pt x="896414" y="133422"/>
                      </a:cubicBezTo>
                      <a:cubicBezTo>
                        <a:pt x="870838" y="29511"/>
                        <a:pt x="776852" y="-18402"/>
                        <a:pt x="658521" y="6453"/>
                      </a:cubicBezTo>
                      <a:cubicBezTo>
                        <a:pt x="397826" y="61253"/>
                        <a:pt x="412001" y="37896"/>
                        <a:pt x="247448" y="6453"/>
                      </a:cubicBezTo>
                      <a:cubicBezTo>
                        <a:pt x="92756" y="-23193"/>
                        <a:pt x="23422" y="55265"/>
                        <a:pt x="4624" y="133422"/>
                      </a:cubicBezTo>
                      <a:cubicBezTo>
                        <a:pt x="-14173" y="211581"/>
                        <a:pt x="27428" y="380773"/>
                        <a:pt x="73650" y="472107"/>
                      </a:cubicBezTo>
                      <a:cubicBezTo>
                        <a:pt x="112785" y="549666"/>
                        <a:pt x="203074" y="684122"/>
                        <a:pt x="370400" y="651182"/>
                      </a:cubicBezTo>
                      <a:cubicBezTo>
                        <a:pt x="413542" y="642797"/>
                        <a:pt x="473323" y="633813"/>
                        <a:pt x="549436" y="651182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433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1" name="手繪多邊形: 圖案 830">
                  <a:extLst>
                    <a:ext uri="{FF2B5EF4-FFF2-40B4-BE49-F238E27FC236}">
                      <a16:creationId xmlns:a16="http://schemas.microsoft.com/office/drawing/2014/main" id="{62314A31-B1E7-B2CE-6C3D-6CA272E73444}"/>
                    </a:ext>
                  </a:extLst>
                </p:cNvPr>
                <p:cNvSpPr/>
                <p:nvPr/>
              </p:nvSpPr>
              <p:spPr>
                <a:xfrm>
                  <a:off x="22125505" y="29363908"/>
                  <a:ext cx="107557" cy="104254"/>
                </a:xfrm>
                <a:custGeom>
                  <a:avLst/>
                  <a:gdLst>
                    <a:gd name="connsiteX0" fmla="*/ 64724 w 107557"/>
                    <a:gd name="connsiteY0" fmla="*/ 1238 h 104254"/>
                    <a:gd name="connsiteX1" fmla="*/ 46543 w 107557"/>
                    <a:gd name="connsiteY1" fmla="*/ 1238 h 104254"/>
                    <a:gd name="connsiteX2" fmla="*/ 29594 w 107557"/>
                    <a:gd name="connsiteY2" fmla="*/ 1238 h 104254"/>
                    <a:gd name="connsiteX3" fmla="*/ 320 w 107557"/>
                    <a:gd name="connsiteY3" fmla="*/ 76700 h 104254"/>
                    <a:gd name="connsiteX4" fmla="*/ 107557 w 107557"/>
                    <a:gd name="connsiteY4" fmla="*/ 76700 h 104254"/>
                    <a:gd name="connsiteX5" fmla="*/ 83829 w 107557"/>
                    <a:gd name="connsiteY5" fmla="*/ 5430 h 104254"/>
                    <a:gd name="connsiteX6" fmla="*/ 64416 w 107557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64724" y="1238"/>
                      </a:moveTo>
                      <a:cubicBezTo>
                        <a:pt x="57020" y="3334"/>
                        <a:pt x="54246" y="3933"/>
                        <a:pt x="46543" y="1238"/>
                      </a:cubicBezTo>
                      <a:cubicBezTo>
                        <a:pt x="41612" y="-559"/>
                        <a:pt x="34833" y="-260"/>
                        <a:pt x="29594" y="1238"/>
                      </a:cubicBezTo>
                      <a:cubicBezTo>
                        <a:pt x="13262" y="6029"/>
                        <a:pt x="-2453" y="37172"/>
                        <a:pt x="320" y="76700"/>
                      </a:cubicBezTo>
                      <a:cubicBezTo>
                        <a:pt x="3093" y="116229"/>
                        <a:pt x="107865" y="110539"/>
                        <a:pt x="107557" y="76700"/>
                      </a:cubicBezTo>
                      <a:cubicBezTo>
                        <a:pt x="107557" y="49750"/>
                        <a:pt x="97388" y="14713"/>
                        <a:pt x="83829" y="5430"/>
                      </a:cubicBezTo>
                      <a:cubicBezTo>
                        <a:pt x="77974" y="1238"/>
                        <a:pt x="73660" y="-1158"/>
                        <a:pt x="64416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2" name="手繪多邊形: 圖案 831">
                  <a:extLst>
                    <a:ext uri="{FF2B5EF4-FFF2-40B4-BE49-F238E27FC236}">
                      <a16:creationId xmlns:a16="http://schemas.microsoft.com/office/drawing/2014/main" id="{72E42FB4-444F-74EF-3E2E-F1F6321F338E}"/>
                    </a:ext>
                  </a:extLst>
                </p:cNvPr>
                <p:cNvSpPr/>
                <p:nvPr/>
              </p:nvSpPr>
              <p:spPr>
                <a:xfrm>
                  <a:off x="22019511" y="29259573"/>
                  <a:ext cx="901640" cy="657226"/>
                </a:xfrm>
                <a:custGeom>
                  <a:avLst/>
                  <a:gdLst>
                    <a:gd name="connsiteX0" fmla="*/ 549436 w 901640"/>
                    <a:gd name="connsiteY0" fmla="*/ 651182 h 657226"/>
                    <a:gd name="connsiteX1" fmla="*/ 833244 w 901640"/>
                    <a:gd name="connsiteY1" fmla="*/ 472107 h 657226"/>
                    <a:gd name="connsiteX2" fmla="*/ 896414 w 901640"/>
                    <a:gd name="connsiteY2" fmla="*/ 133422 h 657226"/>
                    <a:gd name="connsiteX3" fmla="*/ 658521 w 901640"/>
                    <a:gd name="connsiteY3" fmla="*/ 6453 h 657226"/>
                    <a:gd name="connsiteX4" fmla="*/ 247448 w 901640"/>
                    <a:gd name="connsiteY4" fmla="*/ 6453 h 657226"/>
                    <a:gd name="connsiteX5" fmla="*/ 4624 w 901640"/>
                    <a:gd name="connsiteY5" fmla="*/ 133422 h 657226"/>
                    <a:gd name="connsiteX6" fmla="*/ 73650 w 901640"/>
                    <a:gd name="connsiteY6" fmla="*/ 472107 h 657226"/>
                    <a:gd name="connsiteX7" fmla="*/ 370400 w 901640"/>
                    <a:gd name="connsiteY7" fmla="*/ 651182 h 657226"/>
                    <a:gd name="connsiteX8" fmla="*/ 549436 w 901640"/>
                    <a:gd name="connsiteY8" fmla="*/ 651182 h 6572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01640" h="657226">
                      <a:moveTo>
                        <a:pt x="549436" y="651182"/>
                      </a:moveTo>
                      <a:cubicBezTo>
                        <a:pt x="715222" y="688912"/>
                        <a:pt x="804893" y="540383"/>
                        <a:pt x="833244" y="472107"/>
                      </a:cubicBezTo>
                      <a:cubicBezTo>
                        <a:pt x="879466" y="359811"/>
                        <a:pt x="915521" y="211281"/>
                        <a:pt x="896414" y="133422"/>
                      </a:cubicBezTo>
                      <a:cubicBezTo>
                        <a:pt x="870838" y="29511"/>
                        <a:pt x="776852" y="-18402"/>
                        <a:pt x="658521" y="6453"/>
                      </a:cubicBezTo>
                      <a:cubicBezTo>
                        <a:pt x="397826" y="61253"/>
                        <a:pt x="412001" y="37896"/>
                        <a:pt x="247448" y="6453"/>
                      </a:cubicBezTo>
                      <a:cubicBezTo>
                        <a:pt x="92756" y="-23193"/>
                        <a:pt x="23422" y="55265"/>
                        <a:pt x="4624" y="133422"/>
                      </a:cubicBezTo>
                      <a:cubicBezTo>
                        <a:pt x="-14173" y="211581"/>
                        <a:pt x="27428" y="380773"/>
                        <a:pt x="73650" y="472107"/>
                      </a:cubicBezTo>
                      <a:cubicBezTo>
                        <a:pt x="112785" y="549666"/>
                        <a:pt x="203074" y="684122"/>
                        <a:pt x="370400" y="651182"/>
                      </a:cubicBezTo>
                      <a:cubicBezTo>
                        <a:pt x="413542" y="642797"/>
                        <a:pt x="473323" y="633813"/>
                        <a:pt x="549436" y="651182"/>
                      </a:cubicBezTo>
                      <a:close/>
                    </a:path>
                  </a:pathLst>
                </a:custGeom>
                <a:solidFill>
                  <a:srgbClr val="5A6E4F"/>
                </a:solidFill>
                <a:ln w="5433" cap="flat">
                  <a:solidFill>
                    <a:srgbClr val="5A6E4F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3" name="手繪多邊形: 圖案 832">
                  <a:extLst>
                    <a:ext uri="{FF2B5EF4-FFF2-40B4-BE49-F238E27FC236}">
                      <a16:creationId xmlns:a16="http://schemas.microsoft.com/office/drawing/2014/main" id="{E0F9ACB2-3E42-9C52-0A45-DE558F3E8CF6}"/>
                    </a:ext>
                  </a:extLst>
                </p:cNvPr>
                <p:cNvSpPr/>
                <p:nvPr/>
              </p:nvSpPr>
              <p:spPr>
                <a:xfrm>
                  <a:off x="22125505" y="29363908"/>
                  <a:ext cx="107557" cy="104254"/>
                </a:xfrm>
                <a:custGeom>
                  <a:avLst/>
                  <a:gdLst>
                    <a:gd name="connsiteX0" fmla="*/ 64724 w 107557"/>
                    <a:gd name="connsiteY0" fmla="*/ 1238 h 104254"/>
                    <a:gd name="connsiteX1" fmla="*/ 46543 w 107557"/>
                    <a:gd name="connsiteY1" fmla="*/ 1238 h 104254"/>
                    <a:gd name="connsiteX2" fmla="*/ 29594 w 107557"/>
                    <a:gd name="connsiteY2" fmla="*/ 1238 h 104254"/>
                    <a:gd name="connsiteX3" fmla="*/ 320 w 107557"/>
                    <a:gd name="connsiteY3" fmla="*/ 76700 h 104254"/>
                    <a:gd name="connsiteX4" fmla="*/ 107557 w 107557"/>
                    <a:gd name="connsiteY4" fmla="*/ 76700 h 104254"/>
                    <a:gd name="connsiteX5" fmla="*/ 83829 w 107557"/>
                    <a:gd name="connsiteY5" fmla="*/ 5430 h 104254"/>
                    <a:gd name="connsiteX6" fmla="*/ 64416 w 107557"/>
                    <a:gd name="connsiteY6" fmla="*/ 1537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64724" y="1238"/>
                      </a:moveTo>
                      <a:cubicBezTo>
                        <a:pt x="57020" y="3334"/>
                        <a:pt x="54246" y="3933"/>
                        <a:pt x="46543" y="1238"/>
                      </a:cubicBezTo>
                      <a:cubicBezTo>
                        <a:pt x="41612" y="-559"/>
                        <a:pt x="34833" y="-260"/>
                        <a:pt x="29594" y="1238"/>
                      </a:cubicBezTo>
                      <a:cubicBezTo>
                        <a:pt x="13262" y="6029"/>
                        <a:pt x="-2453" y="37172"/>
                        <a:pt x="320" y="76700"/>
                      </a:cubicBezTo>
                      <a:cubicBezTo>
                        <a:pt x="3093" y="116229"/>
                        <a:pt x="107865" y="110539"/>
                        <a:pt x="107557" y="76700"/>
                      </a:cubicBezTo>
                      <a:cubicBezTo>
                        <a:pt x="107557" y="49750"/>
                        <a:pt x="97388" y="14713"/>
                        <a:pt x="83829" y="5430"/>
                      </a:cubicBezTo>
                      <a:cubicBezTo>
                        <a:pt x="77974" y="1238"/>
                        <a:pt x="73660" y="-1158"/>
                        <a:pt x="64416" y="153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834" name="圖形 19">
                <a:extLst>
                  <a:ext uri="{FF2B5EF4-FFF2-40B4-BE49-F238E27FC236}">
                    <a16:creationId xmlns:a16="http://schemas.microsoft.com/office/drawing/2014/main" id="{D604B65C-2A59-18A5-AC13-99DFD85425ED}"/>
                  </a:ext>
                </a:extLst>
              </p:cNvPr>
              <p:cNvGrpSpPr/>
              <p:nvPr/>
            </p:nvGrpSpPr>
            <p:grpSpPr>
              <a:xfrm>
                <a:off x="21787507" y="27036726"/>
                <a:ext cx="7890048" cy="10490483"/>
                <a:chOff x="21787507" y="27036726"/>
                <a:chExt cx="7890048" cy="10490483"/>
              </a:xfrm>
            </p:grpSpPr>
            <p:sp>
              <p:nvSpPr>
                <p:cNvPr id="835" name="手繪多邊形: 圖案 834">
                  <a:extLst>
                    <a:ext uri="{FF2B5EF4-FFF2-40B4-BE49-F238E27FC236}">
                      <a16:creationId xmlns:a16="http://schemas.microsoft.com/office/drawing/2014/main" id="{5A6041C2-A777-7F7D-5C9E-E372005008F6}"/>
                    </a:ext>
                  </a:extLst>
                </p:cNvPr>
                <p:cNvSpPr/>
                <p:nvPr/>
              </p:nvSpPr>
              <p:spPr>
                <a:xfrm>
                  <a:off x="21787507" y="27036726"/>
                  <a:ext cx="1365294" cy="653662"/>
                </a:xfrm>
                <a:custGeom>
                  <a:avLst/>
                  <a:gdLst>
                    <a:gd name="connsiteX0" fmla="*/ 223378 w 1365294"/>
                    <a:gd name="connsiteY0" fmla="*/ 616731 h 653662"/>
                    <a:gd name="connsiteX1" fmla="*/ 495167 w 1365294"/>
                    <a:gd name="connsiteY1" fmla="*/ 623619 h 653662"/>
                    <a:gd name="connsiteX2" fmla="*/ 895764 w 1365294"/>
                    <a:gd name="connsiteY2" fmla="*/ 631404 h 653662"/>
                    <a:gd name="connsiteX3" fmla="*/ 1145059 w 1365294"/>
                    <a:gd name="connsiteY3" fmla="*/ 625415 h 653662"/>
                    <a:gd name="connsiteX4" fmla="*/ 1321013 w 1365294"/>
                    <a:gd name="connsiteY4" fmla="*/ 95678 h 653662"/>
                    <a:gd name="connsiteX5" fmla="*/ 990983 w 1365294"/>
                    <a:gd name="connsiteY5" fmla="*/ 26504 h 653662"/>
                    <a:gd name="connsiteX6" fmla="*/ 318597 w 1365294"/>
                    <a:gd name="connsiteY6" fmla="*/ 20215 h 653662"/>
                    <a:gd name="connsiteX7" fmla="*/ 22771 w 1365294"/>
                    <a:gd name="connsiteY7" fmla="*/ 95678 h 653662"/>
                    <a:gd name="connsiteX8" fmla="*/ 223378 w 1365294"/>
                    <a:gd name="connsiteY8" fmla="*/ 616731 h 653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294" h="653662">
                      <a:moveTo>
                        <a:pt x="223378" y="616731"/>
                      </a:moveTo>
                      <a:cubicBezTo>
                        <a:pt x="276688" y="658056"/>
                        <a:pt x="385158" y="669435"/>
                        <a:pt x="495167" y="623619"/>
                      </a:cubicBezTo>
                      <a:cubicBezTo>
                        <a:pt x="644621" y="561331"/>
                        <a:pt x="769115" y="588282"/>
                        <a:pt x="895764" y="631404"/>
                      </a:cubicBezTo>
                      <a:cubicBezTo>
                        <a:pt x="932743" y="643981"/>
                        <a:pt x="1063707" y="677520"/>
                        <a:pt x="1145059" y="625415"/>
                      </a:cubicBezTo>
                      <a:cubicBezTo>
                        <a:pt x="1241819" y="563428"/>
                        <a:pt x="1458141" y="275351"/>
                        <a:pt x="1321013" y="95678"/>
                      </a:cubicBezTo>
                      <a:cubicBezTo>
                        <a:pt x="1206689" y="-54050"/>
                        <a:pt x="1028886" y="13328"/>
                        <a:pt x="990983" y="26504"/>
                      </a:cubicBezTo>
                      <a:cubicBezTo>
                        <a:pt x="854781" y="73817"/>
                        <a:pt x="619661" y="127719"/>
                        <a:pt x="318597" y="20215"/>
                      </a:cubicBezTo>
                      <a:cubicBezTo>
                        <a:pt x="265903" y="1350"/>
                        <a:pt x="96419" y="-36682"/>
                        <a:pt x="22771" y="95678"/>
                      </a:cubicBezTo>
                      <a:cubicBezTo>
                        <a:pt x="-56116" y="238218"/>
                        <a:pt x="84401" y="508926"/>
                        <a:pt x="223378" y="616731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433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6" name="手繪多邊形: 圖案 835">
                  <a:extLst>
                    <a:ext uri="{FF2B5EF4-FFF2-40B4-BE49-F238E27FC236}">
                      <a16:creationId xmlns:a16="http://schemas.microsoft.com/office/drawing/2014/main" id="{1C3D185D-E1E4-F104-ED5B-2713D951C8E3}"/>
                    </a:ext>
                  </a:extLst>
                </p:cNvPr>
                <p:cNvSpPr/>
                <p:nvPr/>
              </p:nvSpPr>
              <p:spPr>
                <a:xfrm>
                  <a:off x="22709155" y="27482463"/>
                  <a:ext cx="107557" cy="104254"/>
                </a:xfrm>
                <a:custGeom>
                  <a:avLst/>
                  <a:gdLst>
                    <a:gd name="connsiteX0" fmla="*/ 42834 w 107557"/>
                    <a:gd name="connsiteY0" fmla="*/ 103017 h 104254"/>
                    <a:gd name="connsiteX1" fmla="*/ 61015 w 107557"/>
                    <a:gd name="connsiteY1" fmla="*/ 103017 h 104254"/>
                    <a:gd name="connsiteX2" fmla="*/ 77963 w 107557"/>
                    <a:gd name="connsiteY2" fmla="*/ 103017 h 104254"/>
                    <a:gd name="connsiteX3" fmla="*/ 107238 w 107557"/>
                    <a:gd name="connsiteY3" fmla="*/ 27554 h 104254"/>
                    <a:gd name="connsiteX4" fmla="*/ 1 w 107557"/>
                    <a:gd name="connsiteY4" fmla="*/ 27554 h 104254"/>
                    <a:gd name="connsiteX5" fmla="*/ 23729 w 107557"/>
                    <a:gd name="connsiteY5" fmla="*/ 98824 h 104254"/>
                    <a:gd name="connsiteX6" fmla="*/ 43142 w 107557"/>
                    <a:gd name="connsiteY6" fmla="*/ 102718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42834" y="103017"/>
                      </a:moveTo>
                      <a:cubicBezTo>
                        <a:pt x="50538" y="100921"/>
                        <a:pt x="53311" y="100321"/>
                        <a:pt x="61015" y="103017"/>
                      </a:cubicBezTo>
                      <a:cubicBezTo>
                        <a:pt x="65946" y="104814"/>
                        <a:pt x="72725" y="104514"/>
                        <a:pt x="77963" y="103017"/>
                      </a:cubicBezTo>
                      <a:cubicBezTo>
                        <a:pt x="94295" y="98226"/>
                        <a:pt x="110011" y="67082"/>
                        <a:pt x="107238" y="27554"/>
                      </a:cubicBezTo>
                      <a:cubicBezTo>
                        <a:pt x="104464" y="-11974"/>
                        <a:pt x="-308" y="-6285"/>
                        <a:pt x="1" y="27554"/>
                      </a:cubicBezTo>
                      <a:cubicBezTo>
                        <a:pt x="1" y="54505"/>
                        <a:pt x="10170" y="89541"/>
                        <a:pt x="23729" y="98824"/>
                      </a:cubicBezTo>
                      <a:cubicBezTo>
                        <a:pt x="29583" y="103017"/>
                        <a:pt x="33898" y="105413"/>
                        <a:pt x="43142" y="1027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7" name="手繪多邊形: 圖案 836">
                  <a:extLst>
                    <a:ext uri="{FF2B5EF4-FFF2-40B4-BE49-F238E27FC236}">
                      <a16:creationId xmlns:a16="http://schemas.microsoft.com/office/drawing/2014/main" id="{E46B06F9-4B51-AE03-7FB2-063001ABC2E9}"/>
                    </a:ext>
                  </a:extLst>
                </p:cNvPr>
                <p:cNvSpPr/>
                <p:nvPr/>
              </p:nvSpPr>
              <p:spPr>
                <a:xfrm>
                  <a:off x="21787507" y="27036726"/>
                  <a:ext cx="1365294" cy="653662"/>
                </a:xfrm>
                <a:custGeom>
                  <a:avLst/>
                  <a:gdLst>
                    <a:gd name="connsiteX0" fmla="*/ 223378 w 1365294"/>
                    <a:gd name="connsiteY0" fmla="*/ 616731 h 653662"/>
                    <a:gd name="connsiteX1" fmla="*/ 495167 w 1365294"/>
                    <a:gd name="connsiteY1" fmla="*/ 623619 h 653662"/>
                    <a:gd name="connsiteX2" fmla="*/ 895764 w 1365294"/>
                    <a:gd name="connsiteY2" fmla="*/ 631404 h 653662"/>
                    <a:gd name="connsiteX3" fmla="*/ 1145059 w 1365294"/>
                    <a:gd name="connsiteY3" fmla="*/ 625415 h 653662"/>
                    <a:gd name="connsiteX4" fmla="*/ 1321013 w 1365294"/>
                    <a:gd name="connsiteY4" fmla="*/ 95678 h 653662"/>
                    <a:gd name="connsiteX5" fmla="*/ 990983 w 1365294"/>
                    <a:gd name="connsiteY5" fmla="*/ 26504 h 653662"/>
                    <a:gd name="connsiteX6" fmla="*/ 318597 w 1365294"/>
                    <a:gd name="connsiteY6" fmla="*/ 20215 h 653662"/>
                    <a:gd name="connsiteX7" fmla="*/ 22771 w 1365294"/>
                    <a:gd name="connsiteY7" fmla="*/ 95678 h 653662"/>
                    <a:gd name="connsiteX8" fmla="*/ 223378 w 1365294"/>
                    <a:gd name="connsiteY8" fmla="*/ 616731 h 6536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5294" h="653662">
                      <a:moveTo>
                        <a:pt x="223378" y="616731"/>
                      </a:moveTo>
                      <a:cubicBezTo>
                        <a:pt x="276688" y="658056"/>
                        <a:pt x="385158" y="669435"/>
                        <a:pt x="495167" y="623619"/>
                      </a:cubicBezTo>
                      <a:cubicBezTo>
                        <a:pt x="644621" y="561331"/>
                        <a:pt x="769115" y="588282"/>
                        <a:pt x="895764" y="631404"/>
                      </a:cubicBezTo>
                      <a:cubicBezTo>
                        <a:pt x="932743" y="643981"/>
                        <a:pt x="1063707" y="677520"/>
                        <a:pt x="1145059" y="625415"/>
                      </a:cubicBezTo>
                      <a:cubicBezTo>
                        <a:pt x="1241819" y="563428"/>
                        <a:pt x="1458141" y="275351"/>
                        <a:pt x="1321013" y="95678"/>
                      </a:cubicBezTo>
                      <a:cubicBezTo>
                        <a:pt x="1206689" y="-54050"/>
                        <a:pt x="1028886" y="13328"/>
                        <a:pt x="990983" y="26504"/>
                      </a:cubicBezTo>
                      <a:cubicBezTo>
                        <a:pt x="854781" y="73817"/>
                        <a:pt x="619661" y="127719"/>
                        <a:pt x="318597" y="20215"/>
                      </a:cubicBezTo>
                      <a:cubicBezTo>
                        <a:pt x="265903" y="1350"/>
                        <a:pt x="96419" y="-36682"/>
                        <a:pt x="22771" y="95678"/>
                      </a:cubicBezTo>
                      <a:cubicBezTo>
                        <a:pt x="-56116" y="238218"/>
                        <a:pt x="84401" y="508926"/>
                        <a:pt x="223378" y="616731"/>
                      </a:cubicBezTo>
                      <a:close/>
                    </a:path>
                  </a:pathLst>
                </a:custGeom>
                <a:solidFill>
                  <a:srgbClr val="315568"/>
                </a:solidFill>
                <a:ln w="5433" cap="flat">
                  <a:solidFill>
                    <a:srgbClr val="31556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38" name="手繪多邊形: 圖案 837">
                  <a:extLst>
                    <a:ext uri="{FF2B5EF4-FFF2-40B4-BE49-F238E27FC236}">
                      <a16:creationId xmlns:a16="http://schemas.microsoft.com/office/drawing/2014/main" id="{A66921C9-EB50-DB5A-A410-FA9612A858CB}"/>
                    </a:ext>
                  </a:extLst>
                </p:cNvPr>
                <p:cNvSpPr/>
                <p:nvPr/>
              </p:nvSpPr>
              <p:spPr>
                <a:xfrm>
                  <a:off x="22709155" y="27482463"/>
                  <a:ext cx="107557" cy="104254"/>
                </a:xfrm>
                <a:custGeom>
                  <a:avLst/>
                  <a:gdLst>
                    <a:gd name="connsiteX0" fmla="*/ 42834 w 107557"/>
                    <a:gd name="connsiteY0" fmla="*/ 103017 h 104254"/>
                    <a:gd name="connsiteX1" fmla="*/ 61015 w 107557"/>
                    <a:gd name="connsiteY1" fmla="*/ 103017 h 104254"/>
                    <a:gd name="connsiteX2" fmla="*/ 77963 w 107557"/>
                    <a:gd name="connsiteY2" fmla="*/ 103017 h 104254"/>
                    <a:gd name="connsiteX3" fmla="*/ 107238 w 107557"/>
                    <a:gd name="connsiteY3" fmla="*/ 27554 h 104254"/>
                    <a:gd name="connsiteX4" fmla="*/ 1 w 107557"/>
                    <a:gd name="connsiteY4" fmla="*/ 27554 h 104254"/>
                    <a:gd name="connsiteX5" fmla="*/ 23729 w 107557"/>
                    <a:gd name="connsiteY5" fmla="*/ 98824 h 104254"/>
                    <a:gd name="connsiteX6" fmla="*/ 43142 w 107557"/>
                    <a:gd name="connsiteY6" fmla="*/ 102718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7" h="104254">
                      <a:moveTo>
                        <a:pt x="42834" y="103017"/>
                      </a:moveTo>
                      <a:cubicBezTo>
                        <a:pt x="50538" y="100921"/>
                        <a:pt x="53311" y="100321"/>
                        <a:pt x="61015" y="103017"/>
                      </a:cubicBezTo>
                      <a:cubicBezTo>
                        <a:pt x="65946" y="104814"/>
                        <a:pt x="72725" y="104514"/>
                        <a:pt x="77963" y="103017"/>
                      </a:cubicBezTo>
                      <a:cubicBezTo>
                        <a:pt x="94295" y="98226"/>
                        <a:pt x="110011" y="67082"/>
                        <a:pt x="107238" y="27554"/>
                      </a:cubicBezTo>
                      <a:cubicBezTo>
                        <a:pt x="104464" y="-11974"/>
                        <a:pt x="-308" y="-6285"/>
                        <a:pt x="1" y="27554"/>
                      </a:cubicBezTo>
                      <a:cubicBezTo>
                        <a:pt x="1" y="54505"/>
                        <a:pt x="10170" y="89541"/>
                        <a:pt x="23729" y="98824"/>
                      </a:cubicBezTo>
                      <a:cubicBezTo>
                        <a:pt x="29583" y="103017"/>
                        <a:pt x="33898" y="105413"/>
                        <a:pt x="43142" y="1027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839" name="圖形 19">
                <a:extLst>
                  <a:ext uri="{FF2B5EF4-FFF2-40B4-BE49-F238E27FC236}">
                    <a16:creationId xmlns:a16="http://schemas.microsoft.com/office/drawing/2014/main" id="{976A2338-B352-745B-9021-950952D55174}"/>
                  </a:ext>
                </a:extLst>
              </p:cNvPr>
              <p:cNvGrpSpPr/>
              <p:nvPr/>
            </p:nvGrpSpPr>
            <p:grpSpPr>
              <a:xfrm>
                <a:off x="24060932" y="27261352"/>
                <a:ext cx="7876161" cy="6891783"/>
                <a:chOff x="24060932" y="27261352"/>
                <a:chExt cx="7876161" cy="6891783"/>
              </a:xfrm>
            </p:grpSpPr>
            <p:sp>
              <p:nvSpPr>
                <p:cNvPr id="840" name="手繪多邊形: 圖案 839">
                  <a:extLst>
                    <a:ext uri="{FF2B5EF4-FFF2-40B4-BE49-F238E27FC236}">
                      <a16:creationId xmlns:a16="http://schemas.microsoft.com/office/drawing/2014/main" id="{89B4D486-A08E-44F2-1ABE-63EFDAFC22C2}"/>
                    </a:ext>
                  </a:extLst>
                </p:cNvPr>
                <p:cNvSpPr/>
                <p:nvPr/>
              </p:nvSpPr>
              <p:spPr>
                <a:xfrm>
                  <a:off x="24060932" y="27261352"/>
                  <a:ext cx="1362891" cy="429427"/>
                </a:xfrm>
                <a:custGeom>
                  <a:avLst/>
                  <a:gdLst>
                    <a:gd name="connsiteX0" fmla="*/ 960284 w 1362891"/>
                    <a:gd name="connsiteY0" fmla="*/ 419654 h 429427"/>
                    <a:gd name="connsiteX1" fmla="*/ 1322671 w 1362891"/>
                    <a:gd name="connsiteY1" fmla="*/ 281605 h 429427"/>
                    <a:gd name="connsiteX2" fmla="*/ 1356568 w 1362891"/>
                    <a:gd name="connsiteY2" fmla="*/ 79473 h 429427"/>
                    <a:gd name="connsiteX3" fmla="*/ 1099877 w 1362891"/>
                    <a:gd name="connsiteY3" fmla="*/ 19581 h 429427"/>
                    <a:gd name="connsiteX4" fmla="*/ 296526 w 1362891"/>
                    <a:gd name="connsiteY4" fmla="*/ 20180 h 429427"/>
                    <a:gd name="connsiteX5" fmla="*/ 23196 w 1362891"/>
                    <a:gd name="connsiteY5" fmla="*/ 63601 h 429427"/>
                    <a:gd name="connsiteX6" fmla="*/ 47848 w 1362891"/>
                    <a:gd name="connsiteY6" fmla="*/ 277712 h 429427"/>
                    <a:gd name="connsiteX7" fmla="*/ 376645 w 1362891"/>
                    <a:gd name="connsiteY7" fmla="*/ 424146 h 429427"/>
                    <a:gd name="connsiteX8" fmla="*/ 960593 w 1362891"/>
                    <a:gd name="connsiteY8" fmla="*/ 419355 h 429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891" h="429427">
                      <a:moveTo>
                        <a:pt x="960284" y="419654"/>
                      </a:moveTo>
                      <a:cubicBezTo>
                        <a:pt x="1124221" y="453792"/>
                        <a:pt x="1253645" y="396296"/>
                        <a:pt x="1322671" y="281605"/>
                      </a:cubicBezTo>
                      <a:cubicBezTo>
                        <a:pt x="1350713" y="234890"/>
                        <a:pt x="1374749" y="140861"/>
                        <a:pt x="1356568" y="79473"/>
                      </a:cubicBezTo>
                      <a:cubicBezTo>
                        <a:pt x="1337463" y="14790"/>
                        <a:pt x="1244709" y="-26235"/>
                        <a:pt x="1099877" y="19581"/>
                      </a:cubicBezTo>
                      <a:cubicBezTo>
                        <a:pt x="851815" y="97739"/>
                        <a:pt x="593276" y="113011"/>
                        <a:pt x="296526" y="20180"/>
                      </a:cubicBezTo>
                      <a:cubicBezTo>
                        <a:pt x="226884" y="-1680"/>
                        <a:pt x="87908" y="-25337"/>
                        <a:pt x="23196" y="63601"/>
                      </a:cubicBezTo>
                      <a:cubicBezTo>
                        <a:pt x="-33812" y="141759"/>
                        <a:pt x="29975" y="251360"/>
                        <a:pt x="47848" y="277712"/>
                      </a:cubicBezTo>
                      <a:cubicBezTo>
                        <a:pt x="134130" y="405580"/>
                        <a:pt x="243216" y="444209"/>
                        <a:pt x="376645" y="424146"/>
                      </a:cubicBezTo>
                      <a:cubicBezTo>
                        <a:pt x="648127" y="383420"/>
                        <a:pt x="687570" y="362757"/>
                        <a:pt x="960593" y="419355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433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1" name="手繪多邊形: 圖案 840">
                  <a:extLst>
                    <a:ext uri="{FF2B5EF4-FFF2-40B4-BE49-F238E27FC236}">
                      <a16:creationId xmlns:a16="http://schemas.microsoft.com/office/drawing/2014/main" id="{FE34113D-2EAC-3586-8237-F41F892F93E3}"/>
                    </a:ext>
                  </a:extLst>
                </p:cNvPr>
                <p:cNvSpPr/>
                <p:nvPr/>
              </p:nvSpPr>
              <p:spPr>
                <a:xfrm>
                  <a:off x="24980232" y="27482463"/>
                  <a:ext cx="107556" cy="104254"/>
                </a:xfrm>
                <a:custGeom>
                  <a:avLst/>
                  <a:gdLst>
                    <a:gd name="connsiteX0" fmla="*/ 42833 w 107556"/>
                    <a:gd name="connsiteY0" fmla="*/ 103017 h 104254"/>
                    <a:gd name="connsiteX1" fmla="*/ 61014 w 107556"/>
                    <a:gd name="connsiteY1" fmla="*/ 103017 h 104254"/>
                    <a:gd name="connsiteX2" fmla="*/ 77963 w 107556"/>
                    <a:gd name="connsiteY2" fmla="*/ 103017 h 104254"/>
                    <a:gd name="connsiteX3" fmla="*/ 107237 w 107556"/>
                    <a:gd name="connsiteY3" fmla="*/ 27554 h 104254"/>
                    <a:gd name="connsiteX4" fmla="*/ 1 w 107556"/>
                    <a:gd name="connsiteY4" fmla="*/ 27554 h 104254"/>
                    <a:gd name="connsiteX5" fmla="*/ 23728 w 107556"/>
                    <a:gd name="connsiteY5" fmla="*/ 98824 h 104254"/>
                    <a:gd name="connsiteX6" fmla="*/ 43142 w 107556"/>
                    <a:gd name="connsiteY6" fmla="*/ 102718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42833" y="103017"/>
                      </a:moveTo>
                      <a:cubicBezTo>
                        <a:pt x="50537" y="100921"/>
                        <a:pt x="53310" y="100321"/>
                        <a:pt x="61014" y="103017"/>
                      </a:cubicBezTo>
                      <a:cubicBezTo>
                        <a:pt x="65945" y="104814"/>
                        <a:pt x="72724" y="104514"/>
                        <a:pt x="77963" y="103017"/>
                      </a:cubicBezTo>
                      <a:cubicBezTo>
                        <a:pt x="94295" y="98226"/>
                        <a:pt x="110011" y="67082"/>
                        <a:pt x="107237" y="27554"/>
                      </a:cubicBezTo>
                      <a:cubicBezTo>
                        <a:pt x="104464" y="-11974"/>
                        <a:pt x="-308" y="-6285"/>
                        <a:pt x="1" y="27554"/>
                      </a:cubicBezTo>
                      <a:cubicBezTo>
                        <a:pt x="1" y="54505"/>
                        <a:pt x="10169" y="89541"/>
                        <a:pt x="23728" y="98824"/>
                      </a:cubicBezTo>
                      <a:cubicBezTo>
                        <a:pt x="29583" y="103017"/>
                        <a:pt x="33898" y="105413"/>
                        <a:pt x="43142" y="1027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2" name="手繪多邊形: 圖案 841">
                  <a:extLst>
                    <a:ext uri="{FF2B5EF4-FFF2-40B4-BE49-F238E27FC236}">
                      <a16:creationId xmlns:a16="http://schemas.microsoft.com/office/drawing/2014/main" id="{25534A5D-FB35-E910-423C-D87DC65B1065}"/>
                    </a:ext>
                  </a:extLst>
                </p:cNvPr>
                <p:cNvSpPr/>
                <p:nvPr/>
              </p:nvSpPr>
              <p:spPr>
                <a:xfrm>
                  <a:off x="24060932" y="27261352"/>
                  <a:ext cx="1362891" cy="429427"/>
                </a:xfrm>
                <a:custGeom>
                  <a:avLst/>
                  <a:gdLst>
                    <a:gd name="connsiteX0" fmla="*/ 960284 w 1362891"/>
                    <a:gd name="connsiteY0" fmla="*/ 419654 h 429427"/>
                    <a:gd name="connsiteX1" fmla="*/ 1322671 w 1362891"/>
                    <a:gd name="connsiteY1" fmla="*/ 281605 h 429427"/>
                    <a:gd name="connsiteX2" fmla="*/ 1356568 w 1362891"/>
                    <a:gd name="connsiteY2" fmla="*/ 79473 h 429427"/>
                    <a:gd name="connsiteX3" fmla="*/ 1099877 w 1362891"/>
                    <a:gd name="connsiteY3" fmla="*/ 19581 h 429427"/>
                    <a:gd name="connsiteX4" fmla="*/ 296526 w 1362891"/>
                    <a:gd name="connsiteY4" fmla="*/ 20180 h 429427"/>
                    <a:gd name="connsiteX5" fmla="*/ 23196 w 1362891"/>
                    <a:gd name="connsiteY5" fmla="*/ 63601 h 429427"/>
                    <a:gd name="connsiteX6" fmla="*/ 47848 w 1362891"/>
                    <a:gd name="connsiteY6" fmla="*/ 277712 h 429427"/>
                    <a:gd name="connsiteX7" fmla="*/ 376645 w 1362891"/>
                    <a:gd name="connsiteY7" fmla="*/ 424146 h 429427"/>
                    <a:gd name="connsiteX8" fmla="*/ 960593 w 1362891"/>
                    <a:gd name="connsiteY8" fmla="*/ 419355 h 42942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1362891" h="429427">
                      <a:moveTo>
                        <a:pt x="960284" y="419654"/>
                      </a:moveTo>
                      <a:cubicBezTo>
                        <a:pt x="1124221" y="453792"/>
                        <a:pt x="1253645" y="396296"/>
                        <a:pt x="1322671" y="281605"/>
                      </a:cubicBezTo>
                      <a:cubicBezTo>
                        <a:pt x="1350713" y="234890"/>
                        <a:pt x="1374749" y="140861"/>
                        <a:pt x="1356568" y="79473"/>
                      </a:cubicBezTo>
                      <a:cubicBezTo>
                        <a:pt x="1337463" y="14790"/>
                        <a:pt x="1244709" y="-26235"/>
                        <a:pt x="1099877" y="19581"/>
                      </a:cubicBezTo>
                      <a:cubicBezTo>
                        <a:pt x="851815" y="97739"/>
                        <a:pt x="593276" y="113011"/>
                        <a:pt x="296526" y="20180"/>
                      </a:cubicBezTo>
                      <a:cubicBezTo>
                        <a:pt x="226884" y="-1680"/>
                        <a:pt x="87908" y="-25337"/>
                        <a:pt x="23196" y="63601"/>
                      </a:cubicBezTo>
                      <a:cubicBezTo>
                        <a:pt x="-33812" y="141759"/>
                        <a:pt x="29975" y="251360"/>
                        <a:pt x="47848" y="277712"/>
                      </a:cubicBezTo>
                      <a:cubicBezTo>
                        <a:pt x="134130" y="405580"/>
                        <a:pt x="243216" y="444209"/>
                        <a:pt x="376645" y="424146"/>
                      </a:cubicBezTo>
                      <a:cubicBezTo>
                        <a:pt x="648127" y="383420"/>
                        <a:pt x="687570" y="362757"/>
                        <a:pt x="960593" y="419355"/>
                      </a:cubicBezTo>
                      <a:close/>
                    </a:path>
                  </a:pathLst>
                </a:custGeom>
                <a:solidFill>
                  <a:srgbClr val="A8A998"/>
                </a:solidFill>
                <a:ln w="5433" cap="flat">
                  <a:solidFill>
                    <a:srgbClr val="A8A998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3" name="手繪多邊形: 圖案 842">
                  <a:extLst>
                    <a:ext uri="{FF2B5EF4-FFF2-40B4-BE49-F238E27FC236}">
                      <a16:creationId xmlns:a16="http://schemas.microsoft.com/office/drawing/2014/main" id="{9B265360-F946-2BAA-6087-4BD9378B0814}"/>
                    </a:ext>
                  </a:extLst>
                </p:cNvPr>
                <p:cNvSpPr/>
                <p:nvPr/>
              </p:nvSpPr>
              <p:spPr>
                <a:xfrm>
                  <a:off x="24980232" y="27482463"/>
                  <a:ext cx="107556" cy="104254"/>
                </a:xfrm>
                <a:custGeom>
                  <a:avLst/>
                  <a:gdLst>
                    <a:gd name="connsiteX0" fmla="*/ 42833 w 107556"/>
                    <a:gd name="connsiteY0" fmla="*/ 103017 h 104254"/>
                    <a:gd name="connsiteX1" fmla="*/ 61014 w 107556"/>
                    <a:gd name="connsiteY1" fmla="*/ 103017 h 104254"/>
                    <a:gd name="connsiteX2" fmla="*/ 77963 w 107556"/>
                    <a:gd name="connsiteY2" fmla="*/ 103017 h 104254"/>
                    <a:gd name="connsiteX3" fmla="*/ 107237 w 107556"/>
                    <a:gd name="connsiteY3" fmla="*/ 27554 h 104254"/>
                    <a:gd name="connsiteX4" fmla="*/ 1 w 107556"/>
                    <a:gd name="connsiteY4" fmla="*/ 27554 h 104254"/>
                    <a:gd name="connsiteX5" fmla="*/ 23728 w 107556"/>
                    <a:gd name="connsiteY5" fmla="*/ 98824 h 104254"/>
                    <a:gd name="connsiteX6" fmla="*/ 43142 w 107556"/>
                    <a:gd name="connsiteY6" fmla="*/ 102718 h 1042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56" h="104254">
                      <a:moveTo>
                        <a:pt x="42833" y="103017"/>
                      </a:moveTo>
                      <a:cubicBezTo>
                        <a:pt x="50537" y="100921"/>
                        <a:pt x="53310" y="100321"/>
                        <a:pt x="61014" y="103017"/>
                      </a:cubicBezTo>
                      <a:cubicBezTo>
                        <a:pt x="65945" y="104814"/>
                        <a:pt x="72724" y="104514"/>
                        <a:pt x="77963" y="103017"/>
                      </a:cubicBezTo>
                      <a:cubicBezTo>
                        <a:pt x="94295" y="98226"/>
                        <a:pt x="110011" y="67082"/>
                        <a:pt x="107237" y="27554"/>
                      </a:cubicBezTo>
                      <a:cubicBezTo>
                        <a:pt x="104464" y="-11974"/>
                        <a:pt x="-308" y="-6285"/>
                        <a:pt x="1" y="27554"/>
                      </a:cubicBezTo>
                      <a:cubicBezTo>
                        <a:pt x="1" y="54505"/>
                        <a:pt x="10169" y="89541"/>
                        <a:pt x="23728" y="98824"/>
                      </a:cubicBezTo>
                      <a:cubicBezTo>
                        <a:pt x="29583" y="103017"/>
                        <a:pt x="33898" y="105413"/>
                        <a:pt x="43142" y="10271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326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844" name="圖形 19">
            <a:extLst>
              <a:ext uri="{FF2B5EF4-FFF2-40B4-BE49-F238E27FC236}">
                <a16:creationId xmlns:a16="http://schemas.microsoft.com/office/drawing/2014/main" id="{7BF58054-BFAA-C665-5CFA-BB7B6F8AE37E}"/>
              </a:ext>
            </a:extLst>
          </p:cNvPr>
          <p:cNvGrpSpPr/>
          <p:nvPr/>
        </p:nvGrpSpPr>
        <p:grpSpPr>
          <a:xfrm>
            <a:off x="-55157338" y="23773709"/>
            <a:ext cx="100959512" cy="60169876"/>
            <a:chOff x="-55157338" y="23773709"/>
            <a:chExt cx="100959512" cy="60169876"/>
          </a:xfrm>
          <a:noFill/>
        </p:grpSpPr>
        <p:grpSp>
          <p:nvGrpSpPr>
            <p:cNvPr id="845" name="圖形 19">
              <a:extLst>
                <a:ext uri="{FF2B5EF4-FFF2-40B4-BE49-F238E27FC236}">
                  <a16:creationId xmlns:a16="http://schemas.microsoft.com/office/drawing/2014/main" id="{244A6524-E07C-D118-3B4F-BD6C1F6BACF3}"/>
                </a:ext>
              </a:extLst>
            </p:cNvPr>
            <p:cNvGrpSpPr/>
            <p:nvPr/>
          </p:nvGrpSpPr>
          <p:grpSpPr>
            <a:xfrm>
              <a:off x="-40706573" y="23773709"/>
              <a:ext cx="17448387" cy="60169876"/>
              <a:chOff x="-40706573" y="23773709"/>
              <a:chExt cx="17448387" cy="60169876"/>
            </a:xfrm>
            <a:noFill/>
          </p:grpSpPr>
          <p:grpSp>
            <p:nvGrpSpPr>
              <p:cNvPr id="846" name="圖形 19">
                <a:extLst>
                  <a:ext uri="{FF2B5EF4-FFF2-40B4-BE49-F238E27FC236}">
                    <a16:creationId xmlns:a16="http://schemas.microsoft.com/office/drawing/2014/main" id="{558BC9CA-B26F-A28C-9ABB-9111A0F5F097}"/>
                  </a:ext>
                </a:extLst>
              </p:cNvPr>
              <p:cNvGrpSpPr/>
              <p:nvPr/>
            </p:nvGrpSpPr>
            <p:grpSpPr>
              <a:xfrm>
                <a:off x="-40706573" y="23773709"/>
                <a:ext cx="17448387" cy="27292713"/>
                <a:chOff x="-40706573" y="23773709"/>
                <a:chExt cx="17448387" cy="27292713"/>
              </a:xfrm>
              <a:noFill/>
            </p:grpSpPr>
            <p:sp>
              <p:nvSpPr>
                <p:cNvPr id="847" name="手繪多邊形: 圖案 846">
                  <a:extLst>
                    <a:ext uri="{FF2B5EF4-FFF2-40B4-BE49-F238E27FC236}">
                      <a16:creationId xmlns:a16="http://schemas.microsoft.com/office/drawing/2014/main" id="{CE326661-DC2A-3F69-1E5D-C2A1E1C8FEF1}"/>
                    </a:ext>
                  </a:extLst>
                </p:cNvPr>
                <p:cNvSpPr/>
                <p:nvPr/>
              </p:nvSpPr>
              <p:spPr>
                <a:xfrm>
                  <a:off x="-40706573" y="23773709"/>
                  <a:ext cx="1476045" cy="29945"/>
                </a:xfrm>
                <a:custGeom>
                  <a:avLst/>
                  <a:gdLst>
                    <a:gd name="connsiteX0" fmla="*/ 2 w 1476045"/>
                    <a:gd name="connsiteY0" fmla="*/ 0 h 29945"/>
                    <a:gd name="connsiteX1" fmla="*/ 1476044 w 1476045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045" h="29945">
                      <a:moveTo>
                        <a:pt x="2" y="0"/>
                      </a:moveTo>
                      <a:lnTo>
                        <a:pt x="1476044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8" name="手繪多邊形: 圖案 847">
                  <a:extLst>
                    <a:ext uri="{FF2B5EF4-FFF2-40B4-BE49-F238E27FC236}">
                      <a16:creationId xmlns:a16="http://schemas.microsoft.com/office/drawing/2014/main" id="{C8AF74A3-BFAF-AE74-3133-AB4969B2C52E}"/>
                    </a:ext>
                  </a:extLst>
                </p:cNvPr>
                <p:cNvSpPr/>
                <p:nvPr/>
              </p:nvSpPr>
              <p:spPr>
                <a:xfrm>
                  <a:off x="-40524456" y="23773709"/>
                  <a:ext cx="1293927" cy="1700609"/>
                </a:xfrm>
                <a:custGeom>
                  <a:avLst/>
                  <a:gdLst>
                    <a:gd name="connsiteX0" fmla="*/ 1293928 w 1293927"/>
                    <a:gd name="connsiteY0" fmla="*/ 1700609 h 1700609"/>
                    <a:gd name="connsiteX1" fmla="*/ 385806 w 1293927"/>
                    <a:gd name="connsiteY1" fmla="*/ 1700609 h 1700609"/>
                    <a:gd name="connsiteX2" fmla="*/ 0 w 1293927"/>
                    <a:gd name="connsiteY2" fmla="*/ 1325690 h 1700609"/>
                    <a:gd name="connsiteX3" fmla="*/ 0 w 1293927"/>
                    <a:gd name="connsiteY3" fmla="*/ 0 h 1700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3927" h="1700609">
                      <a:moveTo>
                        <a:pt x="1293928" y="1700609"/>
                      </a:moveTo>
                      <a:lnTo>
                        <a:pt x="385806" y="1700609"/>
                      </a:lnTo>
                      <a:cubicBezTo>
                        <a:pt x="172873" y="1700609"/>
                        <a:pt x="0" y="1532614"/>
                        <a:pt x="0" y="1325690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49" name="手繪多邊形: 圖案 848">
                  <a:extLst>
                    <a:ext uri="{FF2B5EF4-FFF2-40B4-BE49-F238E27FC236}">
                      <a16:creationId xmlns:a16="http://schemas.microsoft.com/office/drawing/2014/main" id="{73E5B335-567A-1462-0E7D-7F05268589C5}"/>
                    </a:ext>
                  </a:extLst>
                </p:cNvPr>
                <p:cNvSpPr/>
                <p:nvPr/>
              </p:nvSpPr>
              <p:spPr>
                <a:xfrm>
                  <a:off x="-40174395" y="24166295"/>
                  <a:ext cx="821223" cy="29945"/>
                </a:xfrm>
                <a:custGeom>
                  <a:avLst/>
                  <a:gdLst>
                    <a:gd name="connsiteX0" fmla="*/ -2 w 821223"/>
                    <a:gd name="connsiteY0" fmla="*/ 0 h 29945"/>
                    <a:gd name="connsiteX1" fmla="*/ 821223 w 821223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23" h="29945">
                      <a:moveTo>
                        <a:pt x="-2" y="0"/>
                      </a:moveTo>
                      <a:lnTo>
                        <a:pt x="821223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0" name="手繪多邊形: 圖案 849">
                  <a:extLst>
                    <a:ext uri="{FF2B5EF4-FFF2-40B4-BE49-F238E27FC236}">
                      <a16:creationId xmlns:a16="http://schemas.microsoft.com/office/drawing/2014/main" id="{6D4DA46C-F02F-24BC-5C62-A32E6DA22F7D}"/>
                    </a:ext>
                  </a:extLst>
                </p:cNvPr>
                <p:cNvSpPr/>
                <p:nvPr/>
              </p:nvSpPr>
              <p:spPr>
                <a:xfrm>
                  <a:off x="-40236026" y="24615778"/>
                  <a:ext cx="882854" cy="29945"/>
                </a:xfrm>
                <a:custGeom>
                  <a:avLst/>
                  <a:gdLst>
                    <a:gd name="connsiteX0" fmla="*/ -2 w 882854"/>
                    <a:gd name="connsiteY0" fmla="*/ 0 h 29945"/>
                    <a:gd name="connsiteX1" fmla="*/ 882853 w 882854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854" h="29945">
                      <a:moveTo>
                        <a:pt x="-2" y="0"/>
                      </a:moveTo>
                      <a:lnTo>
                        <a:pt x="882853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1" name="手繪多邊形: 圖案 850">
                  <a:extLst>
                    <a:ext uri="{FF2B5EF4-FFF2-40B4-BE49-F238E27FC236}">
                      <a16:creationId xmlns:a16="http://schemas.microsoft.com/office/drawing/2014/main" id="{B36653F5-68E1-4A95-C9B3-C0B168FCF85D}"/>
                    </a:ext>
                  </a:extLst>
                </p:cNvPr>
                <p:cNvSpPr/>
                <p:nvPr/>
              </p:nvSpPr>
              <p:spPr>
                <a:xfrm>
                  <a:off x="-38843797" y="23773709"/>
                  <a:ext cx="1156493" cy="495000"/>
                </a:xfrm>
                <a:custGeom>
                  <a:avLst/>
                  <a:gdLst>
                    <a:gd name="connsiteX0" fmla="*/ 1156494 w 1156493"/>
                    <a:gd name="connsiteY0" fmla="*/ 495000 h 495000"/>
                    <a:gd name="connsiteX1" fmla="*/ 1136154 w 1156493"/>
                    <a:gd name="connsiteY1" fmla="*/ 495000 h 495000"/>
                    <a:gd name="connsiteX2" fmla="*/ 943251 w 1156493"/>
                    <a:gd name="connsiteY2" fmla="*/ 307541 h 495000"/>
                    <a:gd name="connsiteX3" fmla="*/ 943251 w 1156493"/>
                    <a:gd name="connsiteY3" fmla="*/ 0 h 495000"/>
                    <a:gd name="connsiteX4" fmla="*/ 0 w 1156493"/>
                    <a:gd name="connsiteY4" fmla="*/ 0 h 495000"/>
                    <a:gd name="connsiteX5" fmla="*/ 0 w 1156493"/>
                    <a:gd name="connsiteY5" fmla="*/ 206325 h 495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493" h="495000">
                      <a:moveTo>
                        <a:pt x="1156494" y="495000"/>
                      </a:moveTo>
                      <a:lnTo>
                        <a:pt x="1136154" y="495000"/>
                      </a:lnTo>
                      <a:cubicBezTo>
                        <a:pt x="1029535" y="495000"/>
                        <a:pt x="943251" y="411153"/>
                        <a:pt x="943251" y="307541"/>
                      </a:cubicBezTo>
                      <a:lnTo>
                        <a:pt x="943251" y="0"/>
                      </a:lnTo>
                      <a:lnTo>
                        <a:pt x="0" y="0"/>
                      </a:lnTo>
                      <a:lnTo>
                        <a:pt x="0" y="206325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2" name="手繪多邊形: 圖案 851">
                  <a:extLst>
                    <a:ext uri="{FF2B5EF4-FFF2-40B4-BE49-F238E27FC236}">
                      <a16:creationId xmlns:a16="http://schemas.microsoft.com/office/drawing/2014/main" id="{2F0AFF22-53E5-AEC1-CDDD-29F46A566076}"/>
                    </a:ext>
                  </a:extLst>
                </p:cNvPr>
                <p:cNvSpPr/>
                <p:nvPr/>
              </p:nvSpPr>
              <p:spPr>
                <a:xfrm>
                  <a:off x="-39662862" y="24896668"/>
                  <a:ext cx="283806" cy="281188"/>
                </a:xfrm>
                <a:custGeom>
                  <a:avLst/>
                  <a:gdLst>
                    <a:gd name="connsiteX0" fmla="*/ 0 w 283806"/>
                    <a:gd name="connsiteY0" fmla="*/ 0 h 281188"/>
                    <a:gd name="connsiteX1" fmla="*/ 0 w 283806"/>
                    <a:gd name="connsiteY1" fmla="*/ 93730 h 281188"/>
                    <a:gd name="connsiteX2" fmla="*/ 192903 w 283806"/>
                    <a:gd name="connsiteY2" fmla="*/ 281188 h 281188"/>
                    <a:gd name="connsiteX3" fmla="*/ 283806 w 283806"/>
                    <a:gd name="connsiteY3" fmla="*/ 281188 h 2811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06" h="281188">
                      <a:moveTo>
                        <a:pt x="0" y="0"/>
                      </a:moveTo>
                      <a:lnTo>
                        <a:pt x="0" y="93730"/>
                      </a:lnTo>
                      <a:cubicBezTo>
                        <a:pt x="0" y="197341"/>
                        <a:pt x="86280" y="281188"/>
                        <a:pt x="192903" y="281188"/>
                      </a:cubicBezTo>
                      <a:lnTo>
                        <a:pt x="283806" y="281188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3" name="手繪多邊形: 圖案 852">
                  <a:extLst>
                    <a:ext uri="{FF2B5EF4-FFF2-40B4-BE49-F238E27FC236}">
                      <a16:creationId xmlns:a16="http://schemas.microsoft.com/office/drawing/2014/main" id="{70D68845-5F1D-6495-F7EF-2233040E2D44}"/>
                    </a:ext>
                  </a:extLst>
                </p:cNvPr>
                <p:cNvSpPr/>
                <p:nvPr/>
              </p:nvSpPr>
              <p:spPr>
                <a:xfrm>
                  <a:off x="-38912206" y="24615778"/>
                  <a:ext cx="1133378" cy="858539"/>
                </a:xfrm>
                <a:custGeom>
                  <a:avLst/>
                  <a:gdLst>
                    <a:gd name="connsiteX0" fmla="*/ 1133378 w 1133378"/>
                    <a:gd name="connsiteY0" fmla="*/ 858540 h 858539"/>
                    <a:gd name="connsiteX1" fmla="*/ 68409 w 1133378"/>
                    <a:gd name="connsiteY1" fmla="*/ 0 h 858539"/>
                    <a:gd name="connsiteX2" fmla="*/ 1068359 w 1133378"/>
                    <a:gd name="connsiteY2" fmla="*/ 0 h 858539"/>
                    <a:gd name="connsiteX3" fmla="*/ 0 w 1133378"/>
                    <a:gd name="connsiteY3" fmla="*/ 858540 h 85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378" h="858539">
                      <a:moveTo>
                        <a:pt x="1133378" y="858540"/>
                      </a:moveTo>
                      <a:cubicBezTo>
                        <a:pt x="646810" y="858540"/>
                        <a:pt x="82891" y="515363"/>
                        <a:pt x="68409" y="0"/>
                      </a:cubicBezTo>
                      <a:lnTo>
                        <a:pt x="1068359" y="0"/>
                      </a:lnTo>
                      <a:cubicBezTo>
                        <a:pt x="1056341" y="512668"/>
                        <a:pt x="467155" y="858540"/>
                        <a:pt x="0" y="858540"/>
                      </a:cubicBez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4" name="手繪多邊形: 圖案 853">
                  <a:extLst>
                    <a:ext uri="{FF2B5EF4-FFF2-40B4-BE49-F238E27FC236}">
                      <a16:creationId xmlns:a16="http://schemas.microsoft.com/office/drawing/2014/main" id="{E91E2A46-3C2D-F5A9-87F0-F106533CB9F2}"/>
                    </a:ext>
                  </a:extLst>
                </p:cNvPr>
                <p:cNvSpPr/>
                <p:nvPr/>
              </p:nvSpPr>
              <p:spPr>
                <a:xfrm>
                  <a:off x="-40141115" y="24166295"/>
                  <a:ext cx="416620" cy="1011860"/>
                </a:xfrm>
                <a:custGeom>
                  <a:avLst/>
                  <a:gdLst>
                    <a:gd name="connsiteX0" fmla="*/ 416622 w 416620"/>
                    <a:gd name="connsiteY0" fmla="*/ 0 h 1011860"/>
                    <a:gd name="connsiteX1" fmla="*/ 1 w 416620"/>
                    <a:gd name="connsiteY1" fmla="*/ 1011861 h 1011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20" h="1011860">
                      <a:moveTo>
                        <a:pt x="416622" y="0"/>
                      </a:moveTo>
                      <a:lnTo>
                        <a:pt x="1" y="1011861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5" name="手繪多邊形: 圖案 854">
                  <a:extLst>
                    <a:ext uri="{FF2B5EF4-FFF2-40B4-BE49-F238E27FC236}">
                      <a16:creationId xmlns:a16="http://schemas.microsoft.com/office/drawing/2014/main" id="{6A6C21B6-827F-71D4-94FF-C316D916CEE7}"/>
                    </a:ext>
                  </a:extLst>
                </p:cNvPr>
                <p:cNvSpPr/>
                <p:nvPr/>
              </p:nvSpPr>
              <p:spPr>
                <a:xfrm>
                  <a:off x="-38962435" y="23980333"/>
                  <a:ext cx="118638" cy="288375"/>
                </a:xfrm>
                <a:custGeom>
                  <a:avLst/>
                  <a:gdLst>
                    <a:gd name="connsiteX0" fmla="*/ 118638 w 118638"/>
                    <a:gd name="connsiteY0" fmla="*/ 0 h 288375"/>
                    <a:gd name="connsiteX1" fmla="*/ 1 w 118638"/>
                    <a:gd name="connsiteY1" fmla="*/ 288376 h 288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38" h="288375">
                      <a:moveTo>
                        <a:pt x="118638" y="0"/>
                      </a:moveTo>
                      <a:lnTo>
                        <a:pt x="1" y="288376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56" name="手繪多邊形: 圖案 855">
                  <a:extLst>
                    <a:ext uri="{FF2B5EF4-FFF2-40B4-BE49-F238E27FC236}">
                      <a16:creationId xmlns:a16="http://schemas.microsoft.com/office/drawing/2014/main" id="{B561BCE7-5076-8F63-4496-131642313F1B}"/>
                    </a:ext>
                  </a:extLst>
                </p:cNvPr>
                <p:cNvSpPr/>
                <p:nvPr/>
              </p:nvSpPr>
              <p:spPr>
                <a:xfrm>
                  <a:off x="-40236026" y="23773709"/>
                  <a:ext cx="223409" cy="542314"/>
                </a:xfrm>
                <a:custGeom>
                  <a:avLst/>
                  <a:gdLst>
                    <a:gd name="connsiteX0" fmla="*/ 223408 w 223409"/>
                    <a:gd name="connsiteY0" fmla="*/ 0 h 542314"/>
                    <a:gd name="connsiteX1" fmla="*/ -2 w 223409"/>
                    <a:gd name="connsiteY1" fmla="*/ 542314 h 542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09" h="542314">
                      <a:moveTo>
                        <a:pt x="223408" y="0"/>
                      </a:moveTo>
                      <a:lnTo>
                        <a:pt x="-2" y="542314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857" name="手繪多邊形: 圖案 856">
                <a:extLst>
                  <a:ext uri="{FF2B5EF4-FFF2-40B4-BE49-F238E27FC236}">
                    <a16:creationId xmlns:a16="http://schemas.microsoft.com/office/drawing/2014/main" id="{8ED3100E-EDFB-02A9-7C12-AD3426010399}"/>
                  </a:ext>
                </a:extLst>
              </p:cNvPr>
              <p:cNvSpPr/>
              <p:nvPr/>
            </p:nvSpPr>
            <p:spPr>
              <a:xfrm>
                <a:off x="-40604575" y="25830071"/>
                <a:ext cx="2893234" cy="29945"/>
              </a:xfrm>
              <a:custGeom>
                <a:avLst/>
                <a:gdLst>
                  <a:gd name="connsiteX0" fmla="*/ 0 w 2893234"/>
                  <a:gd name="connsiteY0" fmla="*/ 0 h 29945"/>
                  <a:gd name="connsiteX1" fmla="*/ 2893235 w 2893234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234" h="29945">
                    <a:moveTo>
                      <a:pt x="0" y="0"/>
                    </a:moveTo>
                    <a:lnTo>
                      <a:pt x="2893235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58" name="手繪多邊形: 圖案 857">
                <a:extLst>
                  <a:ext uri="{FF2B5EF4-FFF2-40B4-BE49-F238E27FC236}">
                    <a16:creationId xmlns:a16="http://schemas.microsoft.com/office/drawing/2014/main" id="{0B72D5F9-2824-BBE6-C626-E67D492C4B8B}"/>
                  </a:ext>
                </a:extLst>
              </p:cNvPr>
              <p:cNvSpPr/>
              <p:nvPr/>
            </p:nvSpPr>
            <p:spPr>
              <a:xfrm>
                <a:off x="-40504838" y="26223856"/>
                <a:ext cx="2694063" cy="1299038"/>
              </a:xfrm>
              <a:custGeom>
                <a:avLst/>
                <a:gdLst>
                  <a:gd name="connsiteX0" fmla="*/ 2691806 w 2694063"/>
                  <a:gd name="connsiteY0" fmla="*/ 215608 h 1299038"/>
                  <a:gd name="connsiteX1" fmla="*/ 2571630 w 2694063"/>
                  <a:gd name="connsiteY1" fmla="*/ 980717 h 1299038"/>
                  <a:gd name="connsiteX2" fmla="*/ 2190139 w 2694063"/>
                  <a:gd name="connsiteY2" fmla="*/ 1299038 h 1299038"/>
                  <a:gd name="connsiteX3" fmla="*/ 503931 w 2694063"/>
                  <a:gd name="connsiteY3" fmla="*/ 1299038 h 1299038"/>
                  <a:gd name="connsiteX4" fmla="*/ 122439 w 2694063"/>
                  <a:gd name="connsiteY4" fmla="*/ 980717 h 1299038"/>
                  <a:gd name="connsiteX5" fmla="*/ 2263 w 2694063"/>
                  <a:gd name="connsiteY5" fmla="*/ 215608 h 1299038"/>
                  <a:gd name="connsiteX6" fmla="*/ 193007 w 2694063"/>
                  <a:gd name="connsiteY6" fmla="*/ 0 h 1299038"/>
                  <a:gd name="connsiteX7" fmla="*/ 2501063 w 2694063"/>
                  <a:gd name="connsiteY7" fmla="*/ 0 h 1299038"/>
                  <a:gd name="connsiteX8" fmla="*/ 2691806 w 2694063"/>
                  <a:gd name="connsiteY8" fmla="*/ 215608 h 12990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063" h="1299038">
                    <a:moveTo>
                      <a:pt x="2691806" y="215608"/>
                    </a:moveTo>
                    <a:lnTo>
                      <a:pt x="2571630" y="980717"/>
                    </a:lnTo>
                    <a:cubicBezTo>
                      <a:pt x="2542971" y="1163685"/>
                      <a:pt x="2380883" y="1299038"/>
                      <a:pt x="2190139" y="1299038"/>
                    </a:cubicBezTo>
                    <a:lnTo>
                      <a:pt x="503931" y="1299038"/>
                    </a:lnTo>
                    <a:cubicBezTo>
                      <a:pt x="313495" y="1299038"/>
                      <a:pt x="151407" y="1163685"/>
                      <a:pt x="122439" y="980717"/>
                    </a:cubicBezTo>
                    <a:lnTo>
                      <a:pt x="2263" y="215608"/>
                    </a:lnTo>
                    <a:cubicBezTo>
                      <a:pt x="-15612" y="102114"/>
                      <a:pt x="74678" y="0"/>
                      <a:pt x="193007" y="0"/>
                    </a:cubicBezTo>
                    <a:lnTo>
                      <a:pt x="2501063" y="0"/>
                    </a:lnTo>
                    <a:cubicBezTo>
                      <a:pt x="2619083" y="0"/>
                      <a:pt x="2709682" y="102114"/>
                      <a:pt x="2691806" y="215608"/>
                    </a:cubicBezTo>
                    <a:close/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59" name="手繪多邊形: 圖案 858">
                <a:extLst>
                  <a:ext uri="{FF2B5EF4-FFF2-40B4-BE49-F238E27FC236}">
                    <a16:creationId xmlns:a16="http://schemas.microsoft.com/office/drawing/2014/main" id="{7817C8B5-EC77-39BB-A322-A335FCC7352A}"/>
                  </a:ext>
                </a:extLst>
              </p:cNvPr>
              <p:cNvSpPr/>
              <p:nvPr/>
            </p:nvSpPr>
            <p:spPr>
              <a:xfrm>
                <a:off x="-40092119" y="25830071"/>
                <a:ext cx="587951" cy="963948"/>
              </a:xfrm>
              <a:custGeom>
                <a:avLst/>
                <a:gdLst>
                  <a:gd name="connsiteX0" fmla="*/ 587952 w 587951"/>
                  <a:gd name="connsiteY0" fmla="*/ 0 h 963948"/>
                  <a:gd name="connsiteX1" fmla="*/ 587952 w 587951"/>
                  <a:gd name="connsiteY1" fmla="*/ 589030 h 963948"/>
                  <a:gd name="connsiteX2" fmla="*/ 202149 w 587951"/>
                  <a:gd name="connsiteY2" fmla="*/ 963948 h 963948"/>
                  <a:gd name="connsiteX3" fmla="*/ 0 w 587951"/>
                  <a:gd name="connsiteY3" fmla="*/ 963948 h 963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51" h="963948">
                    <a:moveTo>
                      <a:pt x="587952" y="0"/>
                    </a:moveTo>
                    <a:lnTo>
                      <a:pt x="587952" y="589030"/>
                    </a:lnTo>
                    <a:cubicBezTo>
                      <a:pt x="587952" y="795954"/>
                      <a:pt x="415079" y="963948"/>
                      <a:pt x="202149" y="963948"/>
                    </a:cubicBezTo>
                    <a:lnTo>
                      <a:pt x="0" y="963948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0" name="手繪多邊形: 圖案 859">
                <a:extLst>
                  <a:ext uri="{FF2B5EF4-FFF2-40B4-BE49-F238E27FC236}">
                    <a16:creationId xmlns:a16="http://schemas.microsoft.com/office/drawing/2014/main" id="{F621FA85-9EAC-AFDE-1D8C-EF3C2BE8E1B3}"/>
                  </a:ext>
                </a:extLst>
              </p:cNvPr>
              <p:cNvSpPr/>
              <p:nvPr/>
            </p:nvSpPr>
            <p:spPr>
              <a:xfrm>
                <a:off x="-38810210" y="25830071"/>
                <a:ext cx="558987" cy="963948"/>
              </a:xfrm>
              <a:custGeom>
                <a:avLst/>
                <a:gdLst>
                  <a:gd name="connsiteX0" fmla="*/ 0 w 558987"/>
                  <a:gd name="connsiteY0" fmla="*/ 0 h 963948"/>
                  <a:gd name="connsiteX1" fmla="*/ 0 w 558987"/>
                  <a:gd name="connsiteY1" fmla="*/ 589030 h 963948"/>
                  <a:gd name="connsiteX2" fmla="*/ 385806 w 558987"/>
                  <a:gd name="connsiteY2" fmla="*/ 963948 h 963948"/>
                  <a:gd name="connsiteX3" fmla="*/ 558987 w 558987"/>
                  <a:gd name="connsiteY3" fmla="*/ 963948 h 963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987" h="963948">
                    <a:moveTo>
                      <a:pt x="0" y="0"/>
                    </a:moveTo>
                    <a:lnTo>
                      <a:pt x="0" y="589030"/>
                    </a:lnTo>
                    <a:cubicBezTo>
                      <a:pt x="0" y="795954"/>
                      <a:pt x="172873" y="963948"/>
                      <a:pt x="385806" y="963948"/>
                    </a:cubicBezTo>
                    <a:lnTo>
                      <a:pt x="558987" y="963948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1" name="手繪多邊形: 圖案 860">
                <a:extLst>
                  <a:ext uri="{FF2B5EF4-FFF2-40B4-BE49-F238E27FC236}">
                    <a16:creationId xmlns:a16="http://schemas.microsoft.com/office/drawing/2014/main" id="{DFB91A7C-63AE-05E0-ED94-FF49C012B176}"/>
                  </a:ext>
                </a:extLst>
              </p:cNvPr>
              <p:cNvSpPr/>
              <p:nvPr/>
            </p:nvSpPr>
            <p:spPr>
              <a:xfrm>
                <a:off x="-39706621" y="27161451"/>
                <a:ext cx="1097635" cy="29945"/>
              </a:xfrm>
              <a:custGeom>
                <a:avLst/>
                <a:gdLst>
                  <a:gd name="connsiteX0" fmla="*/ 0 w 1097635"/>
                  <a:gd name="connsiteY0" fmla="*/ 0 h 29945"/>
                  <a:gd name="connsiteX1" fmla="*/ 1097636 w 1097635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635" h="29945">
                    <a:moveTo>
                      <a:pt x="0" y="0"/>
                    </a:moveTo>
                    <a:lnTo>
                      <a:pt x="1097636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62" name="圖形 19">
              <a:extLst>
                <a:ext uri="{FF2B5EF4-FFF2-40B4-BE49-F238E27FC236}">
                  <a16:creationId xmlns:a16="http://schemas.microsoft.com/office/drawing/2014/main" id="{4A84A4C0-5327-169D-1BE8-3DED6FE81510}"/>
                </a:ext>
              </a:extLst>
            </p:cNvPr>
            <p:cNvGrpSpPr/>
            <p:nvPr/>
          </p:nvGrpSpPr>
          <p:grpSpPr>
            <a:xfrm>
              <a:off x="-50470659" y="23773709"/>
              <a:ext cx="17507137" cy="60169876"/>
              <a:chOff x="-50470659" y="23773709"/>
              <a:chExt cx="17507137" cy="60169876"/>
            </a:xfrm>
            <a:noFill/>
          </p:grpSpPr>
          <p:sp>
            <p:nvSpPr>
              <p:cNvPr id="863" name="手繪多邊形: 圖案 862">
                <a:extLst>
                  <a:ext uri="{FF2B5EF4-FFF2-40B4-BE49-F238E27FC236}">
                    <a16:creationId xmlns:a16="http://schemas.microsoft.com/office/drawing/2014/main" id="{EDA9E229-85EC-D611-D5FC-EC0E2FCB2B06}"/>
                  </a:ext>
                </a:extLst>
              </p:cNvPr>
              <p:cNvSpPr/>
              <p:nvPr/>
            </p:nvSpPr>
            <p:spPr>
              <a:xfrm>
                <a:off x="-49092300" y="24495397"/>
                <a:ext cx="1651075" cy="29945"/>
              </a:xfrm>
              <a:custGeom>
                <a:avLst/>
                <a:gdLst>
                  <a:gd name="connsiteX0" fmla="*/ 2 w 1651075"/>
                  <a:gd name="connsiteY0" fmla="*/ 0 h 29945"/>
                  <a:gd name="connsiteX1" fmla="*/ 1651076 w 1651075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075" h="29945">
                    <a:moveTo>
                      <a:pt x="2" y="0"/>
                    </a:moveTo>
                    <a:lnTo>
                      <a:pt x="1651076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4" name="手繪多邊形: 圖案 863">
                <a:extLst>
                  <a:ext uri="{FF2B5EF4-FFF2-40B4-BE49-F238E27FC236}">
                    <a16:creationId xmlns:a16="http://schemas.microsoft.com/office/drawing/2014/main" id="{3B61DA24-AE3D-5D9B-ED45-3BD191E2B552}"/>
                  </a:ext>
                </a:extLst>
              </p:cNvPr>
              <p:cNvSpPr/>
              <p:nvPr/>
            </p:nvSpPr>
            <p:spPr>
              <a:xfrm>
                <a:off x="-49092300" y="27161451"/>
                <a:ext cx="1651075" cy="29945"/>
              </a:xfrm>
              <a:custGeom>
                <a:avLst/>
                <a:gdLst>
                  <a:gd name="connsiteX0" fmla="*/ 2 w 1651075"/>
                  <a:gd name="connsiteY0" fmla="*/ 0 h 29945"/>
                  <a:gd name="connsiteX1" fmla="*/ 1651076 w 1651075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075" h="29945">
                    <a:moveTo>
                      <a:pt x="2" y="0"/>
                    </a:moveTo>
                    <a:lnTo>
                      <a:pt x="1651076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5" name="手繪多邊形: 圖案 864">
                <a:extLst>
                  <a:ext uri="{FF2B5EF4-FFF2-40B4-BE49-F238E27FC236}">
                    <a16:creationId xmlns:a16="http://schemas.microsoft.com/office/drawing/2014/main" id="{F1845A54-303C-2DA0-0440-55AC9E55ACC4}"/>
                  </a:ext>
                </a:extLst>
              </p:cNvPr>
              <p:cNvSpPr/>
              <p:nvPr/>
            </p:nvSpPr>
            <p:spPr>
              <a:xfrm>
                <a:off x="-49763146" y="25457848"/>
                <a:ext cx="30815" cy="2065046"/>
              </a:xfrm>
              <a:custGeom>
                <a:avLst/>
                <a:gdLst>
                  <a:gd name="connsiteX0" fmla="*/ 1 w 30815"/>
                  <a:gd name="connsiteY0" fmla="*/ 2065046 h 2065046"/>
                  <a:gd name="connsiteX1" fmla="*/ 1 w 30815"/>
                  <a:gd name="connsiteY1" fmla="*/ 0 h 206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065046">
                    <a:moveTo>
                      <a:pt x="1" y="2065046"/>
                    </a:moveTo>
                    <a:lnTo>
                      <a:pt x="1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6" name="手繪多邊形: 圖案 865">
                <a:extLst>
                  <a:ext uri="{FF2B5EF4-FFF2-40B4-BE49-F238E27FC236}">
                    <a16:creationId xmlns:a16="http://schemas.microsoft.com/office/drawing/2014/main" id="{15091875-3576-E501-CA2A-3ADEE6E9D737}"/>
                  </a:ext>
                </a:extLst>
              </p:cNvPr>
              <p:cNvSpPr/>
              <p:nvPr/>
            </p:nvSpPr>
            <p:spPr>
              <a:xfrm>
                <a:off x="-50470659" y="23773709"/>
                <a:ext cx="1081298" cy="1635327"/>
              </a:xfrm>
              <a:custGeom>
                <a:avLst/>
                <a:gdLst>
                  <a:gd name="connsiteX0" fmla="*/ 1081299 w 1081298"/>
                  <a:gd name="connsiteY0" fmla="*/ 0 h 1635327"/>
                  <a:gd name="connsiteX1" fmla="*/ 0 w 1081298"/>
                  <a:gd name="connsiteY1" fmla="*/ 1635327 h 163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298" h="1635327">
                    <a:moveTo>
                      <a:pt x="1081299" y="0"/>
                    </a:moveTo>
                    <a:cubicBezTo>
                      <a:pt x="1081299" y="0"/>
                      <a:pt x="977456" y="1125055"/>
                      <a:pt x="0" y="1635327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67" name="圖形 19">
              <a:extLst>
                <a:ext uri="{FF2B5EF4-FFF2-40B4-BE49-F238E27FC236}">
                  <a16:creationId xmlns:a16="http://schemas.microsoft.com/office/drawing/2014/main" id="{818D725B-8DFD-652D-606E-79172E181638}"/>
                </a:ext>
              </a:extLst>
            </p:cNvPr>
            <p:cNvGrpSpPr/>
            <p:nvPr/>
          </p:nvGrpSpPr>
          <p:grpSpPr>
            <a:xfrm>
              <a:off x="-55157338" y="23801857"/>
              <a:ext cx="16721815" cy="59718119"/>
              <a:chOff x="-55157338" y="23801857"/>
              <a:chExt cx="16721815" cy="59718119"/>
            </a:xfrm>
            <a:noFill/>
          </p:grpSpPr>
          <p:sp>
            <p:nvSpPr>
              <p:cNvPr id="868" name="手繪多邊形: 圖案 867">
                <a:extLst>
                  <a:ext uri="{FF2B5EF4-FFF2-40B4-BE49-F238E27FC236}">
                    <a16:creationId xmlns:a16="http://schemas.microsoft.com/office/drawing/2014/main" id="{AA006DC3-2775-D074-24B0-BA357EB79D80}"/>
                  </a:ext>
                </a:extLst>
              </p:cNvPr>
              <p:cNvSpPr/>
              <p:nvPr/>
            </p:nvSpPr>
            <p:spPr>
              <a:xfrm>
                <a:off x="-55157338" y="24148627"/>
                <a:ext cx="2893542" cy="29945"/>
              </a:xfrm>
              <a:custGeom>
                <a:avLst/>
                <a:gdLst>
                  <a:gd name="connsiteX0" fmla="*/ -1 w 2893542"/>
                  <a:gd name="connsiteY0" fmla="*/ 0 h 29945"/>
                  <a:gd name="connsiteX1" fmla="*/ 2893539 w 289354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542" h="29945">
                    <a:moveTo>
                      <a:pt x="-1" y="0"/>
                    </a:moveTo>
                    <a:lnTo>
                      <a:pt x="2893539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69" name="手繪多邊形: 圖案 868">
                <a:extLst>
                  <a:ext uri="{FF2B5EF4-FFF2-40B4-BE49-F238E27FC236}">
                    <a16:creationId xmlns:a16="http://schemas.microsoft.com/office/drawing/2014/main" id="{C45DC3FC-59A2-EFBA-2DBE-84353F702D90}"/>
                  </a:ext>
                </a:extLst>
              </p:cNvPr>
              <p:cNvSpPr/>
              <p:nvPr/>
            </p:nvSpPr>
            <p:spPr>
              <a:xfrm>
                <a:off x="-55157338" y="25216486"/>
                <a:ext cx="2893542" cy="29945"/>
              </a:xfrm>
              <a:custGeom>
                <a:avLst/>
                <a:gdLst>
                  <a:gd name="connsiteX0" fmla="*/ -1 w 2893542"/>
                  <a:gd name="connsiteY0" fmla="*/ 0 h 29945"/>
                  <a:gd name="connsiteX1" fmla="*/ 2893539 w 289354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542" h="29945">
                    <a:moveTo>
                      <a:pt x="-1" y="0"/>
                    </a:moveTo>
                    <a:lnTo>
                      <a:pt x="2893539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0" name="手繪多邊形: 圖案 869">
                <a:extLst>
                  <a:ext uri="{FF2B5EF4-FFF2-40B4-BE49-F238E27FC236}">
                    <a16:creationId xmlns:a16="http://schemas.microsoft.com/office/drawing/2014/main" id="{6C9507B1-28EA-7C13-1A2D-323258B87EC8}"/>
                  </a:ext>
                </a:extLst>
              </p:cNvPr>
              <p:cNvSpPr/>
              <p:nvPr/>
            </p:nvSpPr>
            <p:spPr>
              <a:xfrm>
                <a:off x="-54405448" y="23801857"/>
                <a:ext cx="30815" cy="693539"/>
              </a:xfrm>
              <a:custGeom>
                <a:avLst/>
                <a:gdLst>
                  <a:gd name="connsiteX0" fmla="*/ -4 w 30815"/>
                  <a:gd name="connsiteY0" fmla="*/ 0 h 693539"/>
                  <a:gd name="connsiteX1" fmla="*/ -4 w 30815"/>
                  <a:gd name="connsiteY1" fmla="*/ 693539 h 69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539">
                    <a:moveTo>
                      <a:pt x="-4" y="0"/>
                    </a:moveTo>
                    <a:lnTo>
                      <a:pt x="-4" y="693539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1" name="手繪多邊形: 圖案 870">
                <a:extLst>
                  <a:ext uri="{FF2B5EF4-FFF2-40B4-BE49-F238E27FC236}">
                    <a16:creationId xmlns:a16="http://schemas.microsoft.com/office/drawing/2014/main" id="{026E4CA5-9B7A-8F32-CA76-32AD7BC09BE2}"/>
                  </a:ext>
                </a:extLst>
              </p:cNvPr>
              <p:cNvSpPr/>
              <p:nvPr/>
            </p:nvSpPr>
            <p:spPr>
              <a:xfrm>
                <a:off x="-52964223" y="23801857"/>
                <a:ext cx="30815" cy="693539"/>
              </a:xfrm>
              <a:custGeom>
                <a:avLst/>
                <a:gdLst>
                  <a:gd name="connsiteX0" fmla="*/ -3 w 30815"/>
                  <a:gd name="connsiteY0" fmla="*/ 0 h 693539"/>
                  <a:gd name="connsiteX1" fmla="*/ -3 w 30815"/>
                  <a:gd name="connsiteY1" fmla="*/ 693539 h 69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539">
                    <a:moveTo>
                      <a:pt x="-3" y="0"/>
                    </a:moveTo>
                    <a:lnTo>
                      <a:pt x="-3" y="693539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2" name="手繪多邊形: 圖案 871">
                <a:extLst>
                  <a:ext uri="{FF2B5EF4-FFF2-40B4-BE49-F238E27FC236}">
                    <a16:creationId xmlns:a16="http://schemas.microsoft.com/office/drawing/2014/main" id="{42EC9DE6-C597-7080-9646-FE1EAEED8D51}"/>
                  </a:ext>
                </a:extLst>
              </p:cNvPr>
              <p:cNvSpPr/>
              <p:nvPr/>
            </p:nvSpPr>
            <p:spPr>
              <a:xfrm>
                <a:off x="-53416899" y="25807313"/>
                <a:ext cx="894873" cy="1715581"/>
              </a:xfrm>
              <a:custGeom>
                <a:avLst/>
                <a:gdLst>
                  <a:gd name="connsiteX0" fmla="*/ 0 w 894873"/>
                  <a:gd name="connsiteY0" fmla="*/ 0 h 1715581"/>
                  <a:gd name="connsiteX1" fmla="*/ 316164 w 894873"/>
                  <a:gd name="connsiteY1" fmla="*/ 0 h 1715581"/>
                  <a:gd name="connsiteX2" fmla="*/ 894873 w 894873"/>
                  <a:gd name="connsiteY2" fmla="*/ 562378 h 1715581"/>
                  <a:gd name="connsiteX3" fmla="*/ 894873 w 894873"/>
                  <a:gd name="connsiteY3" fmla="*/ 1340663 h 1715581"/>
                  <a:gd name="connsiteX4" fmla="*/ 509067 w 894873"/>
                  <a:gd name="connsiteY4" fmla="*/ 1715581 h 1715581"/>
                  <a:gd name="connsiteX5" fmla="*/ 260387 w 894873"/>
                  <a:gd name="connsiteY5" fmla="*/ 1715581 h 1715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873" h="1715581">
                    <a:moveTo>
                      <a:pt x="0" y="0"/>
                    </a:moveTo>
                    <a:lnTo>
                      <a:pt x="316164" y="0"/>
                    </a:lnTo>
                    <a:cubicBezTo>
                      <a:pt x="635720" y="0"/>
                      <a:pt x="894873" y="251842"/>
                      <a:pt x="894873" y="562378"/>
                    </a:cubicBezTo>
                    <a:lnTo>
                      <a:pt x="894873" y="1340663"/>
                    </a:lnTo>
                    <a:cubicBezTo>
                      <a:pt x="894873" y="1547587"/>
                      <a:pt x="721997" y="1715581"/>
                      <a:pt x="509067" y="1715581"/>
                    </a:cubicBezTo>
                    <a:lnTo>
                      <a:pt x="260387" y="1715581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3" name="手繪多邊形: 圖案 872">
                <a:extLst>
                  <a:ext uri="{FF2B5EF4-FFF2-40B4-BE49-F238E27FC236}">
                    <a16:creationId xmlns:a16="http://schemas.microsoft.com/office/drawing/2014/main" id="{B2131938-AB48-6082-5CD3-2A53FDA52F26}"/>
                  </a:ext>
                </a:extLst>
              </p:cNvPr>
              <p:cNvSpPr/>
              <p:nvPr/>
            </p:nvSpPr>
            <p:spPr>
              <a:xfrm>
                <a:off x="-55157338" y="24820007"/>
                <a:ext cx="1446823" cy="2702886"/>
              </a:xfrm>
              <a:custGeom>
                <a:avLst/>
                <a:gdLst>
                  <a:gd name="connsiteX0" fmla="*/ 1446770 w 1446823"/>
                  <a:gd name="connsiteY0" fmla="*/ 0 h 2702886"/>
                  <a:gd name="connsiteX1" fmla="*/ 0 w 1446823"/>
                  <a:gd name="connsiteY1" fmla="*/ 2702887 h 2702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823" h="2702886">
                    <a:moveTo>
                      <a:pt x="1446770" y="0"/>
                    </a:moveTo>
                    <a:cubicBezTo>
                      <a:pt x="1446770" y="0"/>
                      <a:pt x="1478510" y="1622451"/>
                      <a:pt x="0" y="2702887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74" name="圖形 19">
              <a:extLst>
                <a:ext uri="{FF2B5EF4-FFF2-40B4-BE49-F238E27FC236}">
                  <a16:creationId xmlns:a16="http://schemas.microsoft.com/office/drawing/2014/main" id="{FABAA4FE-FABC-788F-F892-F9C28FB6AD18}"/>
                </a:ext>
              </a:extLst>
            </p:cNvPr>
            <p:cNvGrpSpPr/>
            <p:nvPr/>
          </p:nvGrpSpPr>
          <p:grpSpPr>
            <a:xfrm>
              <a:off x="-45512196" y="23773709"/>
              <a:ext cx="16723595" cy="60169860"/>
              <a:chOff x="-45512196" y="23773709"/>
              <a:chExt cx="16723595" cy="60169860"/>
            </a:xfrm>
            <a:noFill/>
          </p:grpSpPr>
          <p:sp>
            <p:nvSpPr>
              <p:cNvPr id="875" name="手繪多邊形: 圖案 874">
                <a:extLst>
                  <a:ext uri="{FF2B5EF4-FFF2-40B4-BE49-F238E27FC236}">
                    <a16:creationId xmlns:a16="http://schemas.microsoft.com/office/drawing/2014/main" id="{2D312831-2D64-9132-00A3-92A66BF45FCD}"/>
                  </a:ext>
                </a:extLst>
              </p:cNvPr>
              <p:cNvSpPr/>
              <p:nvPr/>
            </p:nvSpPr>
            <p:spPr>
              <a:xfrm>
                <a:off x="-45512196" y="25457848"/>
                <a:ext cx="2893850" cy="29945"/>
              </a:xfrm>
              <a:custGeom>
                <a:avLst/>
                <a:gdLst>
                  <a:gd name="connsiteX0" fmla="*/ -1 w 2893850"/>
                  <a:gd name="connsiteY0" fmla="*/ 0 h 29945"/>
                  <a:gd name="connsiteX1" fmla="*/ 2893851 w 2893850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850" h="29945">
                    <a:moveTo>
                      <a:pt x="-1" y="0"/>
                    </a:moveTo>
                    <a:lnTo>
                      <a:pt x="2893851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6" name="手繪多邊形: 圖案 875">
                <a:extLst>
                  <a:ext uri="{FF2B5EF4-FFF2-40B4-BE49-F238E27FC236}">
                    <a16:creationId xmlns:a16="http://schemas.microsoft.com/office/drawing/2014/main" id="{8CD5BF72-7939-B2F0-8881-499666E85563}"/>
                  </a:ext>
                </a:extLst>
              </p:cNvPr>
              <p:cNvSpPr/>
              <p:nvPr/>
            </p:nvSpPr>
            <p:spPr>
              <a:xfrm>
                <a:off x="-45240713" y="23773709"/>
                <a:ext cx="2622368" cy="1684138"/>
              </a:xfrm>
              <a:custGeom>
                <a:avLst/>
                <a:gdLst>
                  <a:gd name="connsiteX0" fmla="*/ 2622369 w 2622368"/>
                  <a:gd name="connsiteY0" fmla="*/ 0 h 1684138"/>
                  <a:gd name="connsiteX1" fmla="*/ 771609 w 2622368"/>
                  <a:gd name="connsiteY1" fmla="*/ 0 h 1684138"/>
                  <a:gd name="connsiteX2" fmla="*/ 0 w 2622368"/>
                  <a:gd name="connsiteY2" fmla="*/ 749837 h 1684138"/>
                  <a:gd name="connsiteX3" fmla="*/ 0 w 2622368"/>
                  <a:gd name="connsiteY3" fmla="*/ 1684139 h 168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368" h="1684138">
                    <a:moveTo>
                      <a:pt x="2622369" y="0"/>
                    </a:moveTo>
                    <a:lnTo>
                      <a:pt x="771609" y="0"/>
                    </a:lnTo>
                    <a:cubicBezTo>
                      <a:pt x="345437" y="0"/>
                      <a:pt x="0" y="335690"/>
                      <a:pt x="0" y="749837"/>
                    </a:cubicBezTo>
                    <a:lnTo>
                      <a:pt x="0" y="1684139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7" name="手繪多邊形: 圖案 876">
                <a:extLst>
                  <a:ext uri="{FF2B5EF4-FFF2-40B4-BE49-F238E27FC236}">
                    <a16:creationId xmlns:a16="http://schemas.microsoft.com/office/drawing/2014/main" id="{C2314DC4-82EF-2C0B-E838-D0EA7B998888}"/>
                  </a:ext>
                </a:extLst>
              </p:cNvPr>
              <p:cNvSpPr/>
              <p:nvPr/>
            </p:nvSpPr>
            <p:spPr>
              <a:xfrm>
                <a:off x="-43589022" y="24166295"/>
                <a:ext cx="650507" cy="3356598"/>
              </a:xfrm>
              <a:custGeom>
                <a:avLst/>
                <a:gdLst>
                  <a:gd name="connsiteX0" fmla="*/ 650507 w 650507"/>
                  <a:gd name="connsiteY0" fmla="*/ 0 h 3356598"/>
                  <a:gd name="connsiteX1" fmla="*/ 650507 w 650507"/>
                  <a:gd name="connsiteY1" fmla="*/ 2981680 h 3356598"/>
                  <a:gd name="connsiteX2" fmla="*/ 264701 w 650507"/>
                  <a:gd name="connsiteY2" fmla="*/ 3356599 h 3356598"/>
                  <a:gd name="connsiteX3" fmla="*/ 0 w 650507"/>
                  <a:gd name="connsiteY3" fmla="*/ 3356599 h 335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07" h="3356598">
                    <a:moveTo>
                      <a:pt x="650507" y="0"/>
                    </a:moveTo>
                    <a:lnTo>
                      <a:pt x="650507" y="2981680"/>
                    </a:lnTo>
                    <a:cubicBezTo>
                      <a:pt x="650507" y="3188604"/>
                      <a:pt x="477635" y="3356599"/>
                      <a:pt x="264701" y="3356599"/>
                    </a:cubicBezTo>
                    <a:lnTo>
                      <a:pt x="0" y="3356599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8" name="手繪多邊形: 圖案 877">
                <a:extLst>
                  <a:ext uri="{FF2B5EF4-FFF2-40B4-BE49-F238E27FC236}">
                    <a16:creationId xmlns:a16="http://schemas.microsoft.com/office/drawing/2014/main" id="{50ADB145-D1AF-68A8-9F0C-6D8D463445DC}"/>
                  </a:ext>
                </a:extLst>
              </p:cNvPr>
              <p:cNvSpPr/>
              <p:nvPr/>
            </p:nvSpPr>
            <p:spPr>
              <a:xfrm>
                <a:off x="-45512196" y="25457847"/>
                <a:ext cx="1923174" cy="2065046"/>
              </a:xfrm>
              <a:custGeom>
                <a:avLst/>
                <a:gdLst>
                  <a:gd name="connsiteX0" fmla="*/ 1923175 w 1923174"/>
                  <a:gd name="connsiteY0" fmla="*/ 0 h 2065046"/>
                  <a:gd name="connsiteX1" fmla="*/ 0 w 1923174"/>
                  <a:gd name="connsiteY1" fmla="*/ 2065046 h 206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174" h="2065046">
                    <a:moveTo>
                      <a:pt x="1923175" y="0"/>
                    </a:moveTo>
                    <a:cubicBezTo>
                      <a:pt x="1923175" y="0"/>
                      <a:pt x="1653234" y="1703604"/>
                      <a:pt x="0" y="2065046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879" name="圖形 19">
            <a:extLst>
              <a:ext uri="{FF2B5EF4-FFF2-40B4-BE49-F238E27FC236}">
                <a16:creationId xmlns:a16="http://schemas.microsoft.com/office/drawing/2014/main" id="{E6742FF6-B726-DF25-5207-5AD706832404}"/>
              </a:ext>
            </a:extLst>
          </p:cNvPr>
          <p:cNvGrpSpPr/>
          <p:nvPr/>
        </p:nvGrpSpPr>
        <p:grpSpPr>
          <a:xfrm>
            <a:off x="-17453460" y="31767080"/>
            <a:ext cx="151438361" cy="17925999"/>
            <a:chOff x="-17453460" y="31767080"/>
            <a:chExt cx="151438361" cy="17925999"/>
          </a:xfrm>
          <a:solidFill>
            <a:srgbClr val="231815"/>
          </a:solidFill>
        </p:grpSpPr>
        <p:sp>
          <p:nvSpPr>
            <p:cNvPr id="880" name="手繪多邊形: 圖案 879">
              <a:extLst>
                <a:ext uri="{FF2B5EF4-FFF2-40B4-BE49-F238E27FC236}">
                  <a16:creationId xmlns:a16="http://schemas.microsoft.com/office/drawing/2014/main" id="{1A40F62F-47AE-71D7-59AF-0648158F85C5}"/>
                </a:ext>
              </a:extLst>
            </p:cNvPr>
            <p:cNvSpPr/>
            <p:nvPr/>
          </p:nvSpPr>
          <p:spPr>
            <a:xfrm>
              <a:off x="-17453460" y="31779956"/>
              <a:ext cx="564531" cy="1090916"/>
            </a:xfrm>
            <a:custGeom>
              <a:avLst/>
              <a:gdLst>
                <a:gd name="connsiteX0" fmla="*/ 541421 w 564531"/>
                <a:gd name="connsiteY0" fmla="*/ 0 h 1090916"/>
                <a:gd name="connsiteX1" fmla="*/ 564532 w 564531"/>
                <a:gd name="connsiteY1" fmla="*/ 22459 h 1090916"/>
                <a:gd name="connsiteX2" fmla="*/ 564532 w 564531"/>
                <a:gd name="connsiteY2" fmla="*/ 68875 h 1090916"/>
                <a:gd name="connsiteX3" fmla="*/ 541421 w 564531"/>
                <a:gd name="connsiteY3" fmla="*/ 91335 h 1090916"/>
                <a:gd name="connsiteX4" fmla="*/ 207077 w 564531"/>
                <a:gd name="connsiteY4" fmla="*/ 91335 h 1090916"/>
                <a:gd name="connsiteX5" fmla="*/ 110625 w 564531"/>
                <a:gd name="connsiteY5" fmla="*/ 185064 h 1090916"/>
                <a:gd name="connsiteX6" fmla="*/ 110625 w 564531"/>
                <a:gd name="connsiteY6" fmla="*/ 476434 h 1090916"/>
                <a:gd name="connsiteX7" fmla="*/ 515228 w 564531"/>
                <a:gd name="connsiteY7" fmla="*/ 476434 h 1090916"/>
                <a:gd name="connsiteX8" fmla="*/ 538340 w 564531"/>
                <a:gd name="connsiteY8" fmla="*/ 498893 h 1090916"/>
                <a:gd name="connsiteX9" fmla="*/ 538340 w 564531"/>
                <a:gd name="connsiteY9" fmla="*/ 547106 h 1090916"/>
                <a:gd name="connsiteX10" fmla="*/ 515228 w 564531"/>
                <a:gd name="connsiteY10" fmla="*/ 569565 h 1090916"/>
                <a:gd name="connsiteX11" fmla="*/ 110625 w 564531"/>
                <a:gd name="connsiteY11" fmla="*/ 569565 h 1090916"/>
                <a:gd name="connsiteX12" fmla="*/ 110625 w 564531"/>
                <a:gd name="connsiteY12" fmla="*/ 1066961 h 1090916"/>
                <a:gd name="connsiteX13" fmla="*/ 87514 w 564531"/>
                <a:gd name="connsiteY13" fmla="*/ 1090917 h 1090916"/>
                <a:gd name="connsiteX14" fmla="*/ 23111 w 564531"/>
                <a:gd name="connsiteY14" fmla="*/ 1090917 h 1090916"/>
                <a:gd name="connsiteX15" fmla="*/ 0 w 564531"/>
                <a:gd name="connsiteY15" fmla="*/ 1066961 h 1090916"/>
                <a:gd name="connsiteX16" fmla="*/ 0 w 564531"/>
                <a:gd name="connsiteY16" fmla="*/ 185663 h 1090916"/>
                <a:gd name="connsiteX17" fmla="*/ 191052 w 564531"/>
                <a:gd name="connsiteY17" fmla="*/ 0 h 1090916"/>
                <a:gd name="connsiteX18" fmla="*/ 541421 w 564531"/>
                <a:gd name="connsiteY18" fmla="*/ 0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4531" h="1090916">
                  <a:moveTo>
                    <a:pt x="541421" y="0"/>
                  </a:moveTo>
                  <a:cubicBezTo>
                    <a:pt x="556213" y="0"/>
                    <a:pt x="564532" y="6289"/>
                    <a:pt x="564532" y="22459"/>
                  </a:cubicBezTo>
                  <a:lnTo>
                    <a:pt x="564532" y="68875"/>
                  </a:lnTo>
                  <a:cubicBezTo>
                    <a:pt x="564532" y="85045"/>
                    <a:pt x="556213" y="91335"/>
                    <a:pt x="541421" y="91335"/>
                  </a:cubicBezTo>
                  <a:lnTo>
                    <a:pt x="207077" y="91335"/>
                  </a:lnTo>
                  <a:cubicBezTo>
                    <a:pt x="153767" y="91335"/>
                    <a:pt x="110625" y="133258"/>
                    <a:pt x="110625" y="185064"/>
                  </a:cubicBezTo>
                  <a:lnTo>
                    <a:pt x="110625" y="476434"/>
                  </a:lnTo>
                  <a:lnTo>
                    <a:pt x="515228" y="476434"/>
                  </a:lnTo>
                  <a:cubicBezTo>
                    <a:pt x="531868" y="476434"/>
                    <a:pt x="538340" y="482722"/>
                    <a:pt x="538340" y="498893"/>
                  </a:cubicBezTo>
                  <a:lnTo>
                    <a:pt x="538340" y="547106"/>
                  </a:lnTo>
                  <a:cubicBezTo>
                    <a:pt x="538340" y="561479"/>
                    <a:pt x="531868" y="569565"/>
                    <a:pt x="515228" y="569565"/>
                  </a:cubicBezTo>
                  <a:lnTo>
                    <a:pt x="110625" y="569565"/>
                  </a:lnTo>
                  <a:lnTo>
                    <a:pt x="110625" y="1066961"/>
                  </a:lnTo>
                  <a:cubicBezTo>
                    <a:pt x="110625" y="1083131"/>
                    <a:pt x="104155" y="1090917"/>
                    <a:pt x="87514" y="1090917"/>
                  </a:cubicBezTo>
                  <a:lnTo>
                    <a:pt x="23111" y="1090917"/>
                  </a:lnTo>
                  <a:cubicBezTo>
                    <a:pt x="6470" y="1090917"/>
                    <a:pt x="0" y="1082833"/>
                    <a:pt x="0" y="1066961"/>
                  </a:cubicBezTo>
                  <a:lnTo>
                    <a:pt x="0" y="185663"/>
                  </a:lnTo>
                  <a:cubicBezTo>
                    <a:pt x="0" y="82950"/>
                    <a:pt x="85667" y="0"/>
                    <a:pt x="191052" y="0"/>
                  </a:cubicBezTo>
                  <a:lnTo>
                    <a:pt x="541421" y="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1" name="手繪多邊形: 圖案 880">
              <a:extLst>
                <a:ext uri="{FF2B5EF4-FFF2-40B4-BE49-F238E27FC236}">
                  <a16:creationId xmlns:a16="http://schemas.microsoft.com/office/drawing/2014/main" id="{6BFE7DFA-A5AD-BA72-826A-F5E30B7A3154}"/>
                </a:ext>
              </a:extLst>
            </p:cNvPr>
            <p:cNvSpPr/>
            <p:nvPr/>
          </p:nvSpPr>
          <p:spPr>
            <a:xfrm>
              <a:off x="-16314296" y="31779956"/>
              <a:ext cx="699953" cy="1090916"/>
            </a:xfrm>
            <a:custGeom>
              <a:avLst/>
              <a:gdLst>
                <a:gd name="connsiteX0" fmla="*/ 383103 w 699953"/>
                <a:gd name="connsiteY0" fmla="*/ 0 h 1090916"/>
                <a:gd name="connsiteX1" fmla="*/ 412686 w 699953"/>
                <a:gd name="connsiteY1" fmla="*/ 22459 h 1090916"/>
                <a:gd name="connsiteX2" fmla="*/ 698342 w 699953"/>
                <a:gd name="connsiteY2" fmla="*/ 1068458 h 1090916"/>
                <a:gd name="connsiteX3" fmla="*/ 680162 w 699953"/>
                <a:gd name="connsiteY3" fmla="*/ 1090917 h 1090916"/>
                <a:gd name="connsiteX4" fmla="*/ 614217 w 699953"/>
                <a:gd name="connsiteY4" fmla="*/ 1090917 h 1090916"/>
                <a:gd name="connsiteX5" fmla="*/ 586176 w 699953"/>
                <a:gd name="connsiteY5" fmla="*/ 1068458 h 1090916"/>
                <a:gd name="connsiteX6" fmla="*/ 506981 w 699953"/>
                <a:gd name="connsiteY6" fmla="*/ 776488 h 1090916"/>
                <a:gd name="connsiteX7" fmla="*/ 184962 w 699953"/>
                <a:gd name="connsiteY7" fmla="*/ 776488 h 1090916"/>
                <a:gd name="connsiteX8" fmla="*/ 107307 w 699953"/>
                <a:gd name="connsiteY8" fmla="*/ 1068458 h 1090916"/>
                <a:gd name="connsiteX9" fmla="*/ 80807 w 699953"/>
                <a:gd name="connsiteY9" fmla="*/ 1090917 h 1090916"/>
                <a:gd name="connsiteX10" fmla="*/ 19793 w 699953"/>
                <a:gd name="connsiteY10" fmla="*/ 1090917 h 1090916"/>
                <a:gd name="connsiteX11" fmla="*/ 1611 w 699953"/>
                <a:gd name="connsiteY11" fmla="*/ 1068458 h 1090916"/>
                <a:gd name="connsiteX12" fmla="*/ 287268 w 699953"/>
                <a:gd name="connsiteY12" fmla="*/ 22459 h 1090916"/>
                <a:gd name="connsiteX13" fmla="*/ 316852 w 699953"/>
                <a:gd name="connsiteY13" fmla="*/ 0 h 1090916"/>
                <a:gd name="connsiteX14" fmla="*/ 382795 w 699953"/>
                <a:gd name="connsiteY14" fmla="*/ 0 h 1090916"/>
                <a:gd name="connsiteX15" fmla="*/ 381563 w 699953"/>
                <a:gd name="connsiteY15" fmla="*/ 308140 h 1090916"/>
                <a:gd name="connsiteX16" fmla="*/ 347050 w 699953"/>
                <a:gd name="connsiteY16" fmla="*/ 129964 h 1090916"/>
                <a:gd name="connsiteX17" fmla="*/ 312229 w 699953"/>
                <a:gd name="connsiteY17" fmla="*/ 306344 h 1090916"/>
                <a:gd name="connsiteX18" fmla="*/ 206533 w 699953"/>
                <a:gd name="connsiteY18" fmla="*/ 689947 h 1090916"/>
                <a:gd name="connsiteX19" fmla="*/ 487259 w 699953"/>
                <a:gd name="connsiteY19" fmla="*/ 689947 h 1090916"/>
                <a:gd name="connsiteX20" fmla="*/ 381563 w 699953"/>
                <a:gd name="connsiteY20" fmla="*/ 307840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953" h="1090916">
                  <a:moveTo>
                    <a:pt x="383103" y="0"/>
                  </a:moveTo>
                  <a:cubicBezTo>
                    <a:pt x="399743" y="0"/>
                    <a:pt x="409604" y="8086"/>
                    <a:pt x="412686" y="22459"/>
                  </a:cubicBezTo>
                  <a:lnTo>
                    <a:pt x="698342" y="1068458"/>
                  </a:lnTo>
                  <a:cubicBezTo>
                    <a:pt x="703273" y="1084630"/>
                    <a:pt x="696801" y="1090917"/>
                    <a:pt x="680162" y="1090917"/>
                  </a:cubicBezTo>
                  <a:lnTo>
                    <a:pt x="614217" y="1090917"/>
                  </a:lnTo>
                  <a:cubicBezTo>
                    <a:pt x="597577" y="1090917"/>
                    <a:pt x="589565" y="1082833"/>
                    <a:pt x="586176" y="1068458"/>
                  </a:cubicBezTo>
                  <a:lnTo>
                    <a:pt x="506981" y="776488"/>
                  </a:lnTo>
                  <a:lnTo>
                    <a:pt x="184962" y="776488"/>
                  </a:lnTo>
                  <a:lnTo>
                    <a:pt x="107307" y="1068458"/>
                  </a:lnTo>
                  <a:cubicBezTo>
                    <a:pt x="103918" y="1083131"/>
                    <a:pt x="95597" y="1090917"/>
                    <a:pt x="80807" y="1090917"/>
                  </a:cubicBezTo>
                  <a:lnTo>
                    <a:pt x="19793" y="1090917"/>
                  </a:lnTo>
                  <a:cubicBezTo>
                    <a:pt x="3152" y="1090917"/>
                    <a:pt x="-3318" y="1084630"/>
                    <a:pt x="1611" y="1068458"/>
                  </a:cubicBezTo>
                  <a:lnTo>
                    <a:pt x="287268" y="22459"/>
                  </a:lnTo>
                  <a:cubicBezTo>
                    <a:pt x="290658" y="8086"/>
                    <a:pt x="300519" y="0"/>
                    <a:pt x="316852" y="0"/>
                  </a:cubicBezTo>
                  <a:lnTo>
                    <a:pt x="382795" y="0"/>
                  </a:lnTo>
                  <a:close/>
                  <a:moveTo>
                    <a:pt x="381563" y="308140"/>
                  </a:moveTo>
                  <a:cubicBezTo>
                    <a:pt x="370161" y="266516"/>
                    <a:pt x="351980" y="171888"/>
                    <a:pt x="347050" y="129964"/>
                  </a:cubicBezTo>
                  <a:cubicBezTo>
                    <a:pt x="340578" y="176380"/>
                    <a:pt x="322398" y="268013"/>
                    <a:pt x="312229" y="306344"/>
                  </a:cubicBezTo>
                  <a:lnTo>
                    <a:pt x="206533" y="689947"/>
                  </a:lnTo>
                  <a:lnTo>
                    <a:pt x="487259" y="689947"/>
                  </a:lnTo>
                  <a:lnTo>
                    <a:pt x="381563" y="30784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2" name="手繪多邊形: 圖案 881">
              <a:extLst>
                <a:ext uri="{FF2B5EF4-FFF2-40B4-BE49-F238E27FC236}">
                  <a16:creationId xmlns:a16="http://schemas.microsoft.com/office/drawing/2014/main" id="{461C2D3F-B79D-C8FB-3657-FC14B2EAAD94}"/>
                </a:ext>
              </a:extLst>
            </p:cNvPr>
            <p:cNvSpPr/>
            <p:nvPr/>
          </p:nvSpPr>
          <p:spPr>
            <a:xfrm>
              <a:off x="-14905663" y="31780256"/>
              <a:ext cx="620924" cy="1090916"/>
            </a:xfrm>
            <a:custGeom>
              <a:avLst/>
              <a:gdLst>
                <a:gd name="connsiteX0" fmla="*/ 620924 w 620924"/>
                <a:gd name="connsiteY0" fmla="*/ 1068458 h 1090916"/>
                <a:gd name="connsiteX1" fmla="*/ 599353 w 620924"/>
                <a:gd name="connsiteY1" fmla="*/ 1090917 h 1090916"/>
                <a:gd name="connsiteX2" fmla="*/ 539880 w 620924"/>
                <a:gd name="connsiteY2" fmla="*/ 1090917 h 1090916"/>
                <a:gd name="connsiteX3" fmla="*/ 515228 w 620924"/>
                <a:gd name="connsiteY3" fmla="*/ 1078041 h 1090916"/>
                <a:gd name="connsiteX4" fmla="*/ 148529 w 620924"/>
                <a:gd name="connsiteY4" fmla="*/ 335091 h 1090916"/>
                <a:gd name="connsiteX5" fmla="*/ 102307 w 620924"/>
                <a:gd name="connsiteY5" fmla="*/ 227587 h 1090916"/>
                <a:gd name="connsiteX6" fmla="*/ 102307 w 620924"/>
                <a:gd name="connsiteY6" fmla="*/ 1068458 h 1090916"/>
                <a:gd name="connsiteX7" fmla="*/ 79195 w 620924"/>
                <a:gd name="connsiteY7" fmla="*/ 1090917 h 1090916"/>
                <a:gd name="connsiteX8" fmla="*/ 23111 w 620924"/>
                <a:gd name="connsiteY8" fmla="*/ 1090917 h 1090916"/>
                <a:gd name="connsiteX9" fmla="*/ 0 w 620924"/>
                <a:gd name="connsiteY9" fmla="*/ 1068458 h 1090916"/>
                <a:gd name="connsiteX10" fmla="*/ 0 w 620924"/>
                <a:gd name="connsiteY10" fmla="*/ 22459 h 1090916"/>
                <a:gd name="connsiteX11" fmla="*/ 23111 w 620924"/>
                <a:gd name="connsiteY11" fmla="*/ 0 h 1090916"/>
                <a:gd name="connsiteX12" fmla="*/ 82584 w 620924"/>
                <a:gd name="connsiteY12" fmla="*/ 0 h 1090916"/>
                <a:gd name="connsiteX13" fmla="*/ 104155 w 620924"/>
                <a:gd name="connsiteY13" fmla="*/ 12876 h 1090916"/>
                <a:gd name="connsiteX14" fmla="*/ 477326 w 620924"/>
                <a:gd name="connsiteY14" fmla="*/ 762115 h 1090916"/>
                <a:gd name="connsiteX15" fmla="*/ 518618 w 620924"/>
                <a:gd name="connsiteY15" fmla="*/ 860036 h 1090916"/>
                <a:gd name="connsiteX16" fmla="*/ 518618 w 620924"/>
                <a:gd name="connsiteY16" fmla="*/ 22459 h 1090916"/>
                <a:gd name="connsiteX17" fmla="*/ 543271 w 620924"/>
                <a:gd name="connsiteY17" fmla="*/ 0 h 1090916"/>
                <a:gd name="connsiteX18" fmla="*/ 599353 w 620924"/>
                <a:gd name="connsiteY18" fmla="*/ 0 h 1090916"/>
                <a:gd name="connsiteX19" fmla="*/ 620924 w 620924"/>
                <a:gd name="connsiteY19" fmla="*/ 22459 h 1090916"/>
                <a:gd name="connsiteX20" fmla="*/ 620924 w 620924"/>
                <a:gd name="connsiteY20" fmla="*/ 1068458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24" h="1090916">
                  <a:moveTo>
                    <a:pt x="620924" y="1068458"/>
                  </a:moveTo>
                  <a:cubicBezTo>
                    <a:pt x="620924" y="1083131"/>
                    <a:pt x="615995" y="1090917"/>
                    <a:pt x="599353" y="1090917"/>
                  </a:cubicBezTo>
                  <a:lnTo>
                    <a:pt x="539880" y="1090917"/>
                  </a:lnTo>
                  <a:cubicBezTo>
                    <a:pt x="526630" y="1090917"/>
                    <a:pt x="520160" y="1087623"/>
                    <a:pt x="515228" y="1078041"/>
                  </a:cubicBezTo>
                  <a:lnTo>
                    <a:pt x="148529" y="335091"/>
                  </a:lnTo>
                  <a:cubicBezTo>
                    <a:pt x="131888" y="303049"/>
                    <a:pt x="112166" y="259629"/>
                    <a:pt x="102307" y="227587"/>
                  </a:cubicBezTo>
                  <a:lnTo>
                    <a:pt x="102307" y="1068458"/>
                  </a:lnTo>
                  <a:cubicBezTo>
                    <a:pt x="102307" y="1083131"/>
                    <a:pt x="95835" y="1090917"/>
                    <a:pt x="79195" y="1090917"/>
                  </a:cubicBezTo>
                  <a:lnTo>
                    <a:pt x="23111" y="1090917"/>
                  </a:lnTo>
                  <a:cubicBezTo>
                    <a:pt x="6470" y="1090917"/>
                    <a:pt x="0" y="1082831"/>
                    <a:pt x="0" y="1068458"/>
                  </a:cubicBezTo>
                  <a:lnTo>
                    <a:pt x="0" y="22459"/>
                  </a:lnTo>
                  <a:cubicBezTo>
                    <a:pt x="0" y="8085"/>
                    <a:pt x="6470" y="0"/>
                    <a:pt x="23111" y="0"/>
                  </a:cubicBezTo>
                  <a:lnTo>
                    <a:pt x="82584" y="0"/>
                  </a:lnTo>
                  <a:cubicBezTo>
                    <a:pt x="94294" y="0"/>
                    <a:pt x="99224" y="2995"/>
                    <a:pt x="104155" y="12876"/>
                  </a:cubicBezTo>
                  <a:lnTo>
                    <a:pt x="477326" y="762115"/>
                  </a:lnTo>
                  <a:cubicBezTo>
                    <a:pt x="493966" y="794157"/>
                    <a:pt x="512148" y="839076"/>
                    <a:pt x="518618" y="860036"/>
                  </a:cubicBezTo>
                  <a:lnTo>
                    <a:pt x="518618" y="22459"/>
                  </a:lnTo>
                  <a:cubicBezTo>
                    <a:pt x="518618" y="8085"/>
                    <a:pt x="526938" y="0"/>
                    <a:pt x="543271" y="0"/>
                  </a:cubicBezTo>
                  <a:lnTo>
                    <a:pt x="599353" y="0"/>
                  </a:lnTo>
                  <a:cubicBezTo>
                    <a:pt x="615995" y="0"/>
                    <a:pt x="620924" y="8085"/>
                    <a:pt x="620924" y="22459"/>
                  </a:cubicBezTo>
                  <a:lnTo>
                    <a:pt x="620924" y="1068458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3" name="手繪多邊形: 圖案 882">
              <a:extLst>
                <a:ext uri="{FF2B5EF4-FFF2-40B4-BE49-F238E27FC236}">
                  <a16:creationId xmlns:a16="http://schemas.microsoft.com/office/drawing/2014/main" id="{AE122C48-C21C-F528-CD97-806207795DE0}"/>
                </a:ext>
              </a:extLst>
            </p:cNvPr>
            <p:cNvSpPr/>
            <p:nvPr/>
          </p:nvSpPr>
          <p:spPr>
            <a:xfrm>
              <a:off x="-13499261" y="31767080"/>
              <a:ext cx="604593" cy="1116969"/>
            </a:xfrm>
            <a:custGeom>
              <a:avLst/>
              <a:gdLst>
                <a:gd name="connsiteX0" fmla="*/ 579941 w 604593"/>
                <a:gd name="connsiteY0" fmla="*/ 582442 h 1116969"/>
                <a:gd name="connsiteX1" fmla="*/ 604593 w 604593"/>
                <a:gd name="connsiteY1" fmla="*/ 603403 h 1116969"/>
                <a:gd name="connsiteX2" fmla="*/ 604593 w 604593"/>
                <a:gd name="connsiteY2" fmla="*/ 893875 h 1116969"/>
                <a:gd name="connsiteX3" fmla="*/ 302297 w 604593"/>
                <a:gd name="connsiteY3" fmla="*/ 1116970 h 1116969"/>
                <a:gd name="connsiteX4" fmla="*/ 0 w 604593"/>
                <a:gd name="connsiteY4" fmla="*/ 893875 h 1116969"/>
                <a:gd name="connsiteX5" fmla="*/ 0 w 604593"/>
                <a:gd name="connsiteY5" fmla="*/ 223095 h 1116969"/>
                <a:gd name="connsiteX6" fmla="*/ 302297 w 604593"/>
                <a:gd name="connsiteY6" fmla="*/ 0 h 1116969"/>
                <a:gd name="connsiteX7" fmla="*/ 604593 w 604593"/>
                <a:gd name="connsiteY7" fmla="*/ 223095 h 1116969"/>
                <a:gd name="connsiteX8" fmla="*/ 604593 w 604593"/>
                <a:gd name="connsiteY8" fmla="*/ 309637 h 1116969"/>
                <a:gd name="connsiteX9" fmla="*/ 583024 w 604593"/>
                <a:gd name="connsiteY9" fmla="*/ 332096 h 1116969"/>
                <a:gd name="connsiteX10" fmla="*/ 520160 w 604593"/>
                <a:gd name="connsiteY10" fmla="*/ 332096 h 1116969"/>
                <a:gd name="connsiteX11" fmla="*/ 497049 w 604593"/>
                <a:gd name="connsiteY11" fmla="*/ 309637 h 1116969"/>
                <a:gd name="connsiteX12" fmla="*/ 497049 w 604593"/>
                <a:gd name="connsiteY12" fmla="*/ 231180 h 1116969"/>
                <a:gd name="connsiteX13" fmla="*/ 302297 w 604593"/>
                <a:gd name="connsiteY13" fmla="*/ 91633 h 1116969"/>
                <a:gd name="connsiteX14" fmla="*/ 110627 w 604593"/>
                <a:gd name="connsiteY14" fmla="*/ 231180 h 1116969"/>
                <a:gd name="connsiteX15" fmla="*/ 110627 w 604593"/>
                <a:gd name="connsiteY15" fmla="*/ 885791 h 1116969"/>
                <a:gd name="connsiteX16" fmla="*/ 302297 w 604593"/>
                <a:gd name="connsiteY16" fmla="*/ 1025336 h 1116969"/>
                <a:gd name="connsiteX17" fmla="*/ 497049 w 604593"/>
                <a:gd name="connsiteY17" fmla="*/ 887287 h 1116969"/>
                <a:gd name="connsiteX18" fmla="*/ 497049 w 604593"/>
                <a:gd name="connsiteY18" fmla="*/ 673775 h 1116969"/>
                <a:gd name="connsiteX19" fmla="*/ 318629 w 604593"/>
                <a:gd name="connsiteY19" fmla="*/ 673775 h 1116969"/>
                <a:gd name="connsiteX20" fmla="*/ 295518 w 604593"/>
                <a:gd name="connsiteY20" fmla="*/ 651316 h 1116969"/>
                <a:gd name="connsiteX21" fmla="*/ 295518 w 604593"/>
                <a:gd name="connsiteY21" fmla="*/ 603104 h 1116969"/>
                <a:gd name="connsiteX22" fmla="*/ 318629 w 604593"/>
                <a:gd name="connsiteY22" fmla="*/ 582142 h 1116969"/>
                <a:gd name="connsiteX23" fmla="*/ 579633 w 604593"/>
                <a:gd name="connsiteY23" fmla="*/ 582142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4593" h="1116969">
                  <a:moveTo>
                    <a:pt x="579941" y="582442"/>
                  </a:moveTo>
                  <a:cubicBezTo>
                    <a:pt x="598123" y="582442"/>
                    <a:pt x="604593" y="588730"/>
                    <a:pt x="604593" y="603403"/>
                  </a:cubicBezTo>
                  <a:lnTo>
                    <a:pt x="604593" y="893875"/>
                  </a:lnTo>
                  <a:cubicBezTo>
                    <a:pt x="604593" y="1015753"/>
                    <a:pt x="538650" y="1116970"/>
                    <a:pt x="302297" y="1116970"/>
                  </a:cubicBezTo>
                  <a:cubicBezTo>
                    <a:pt x="65945" y="1116970"/>
                    <a:pt x="0" y="1015753"/>
                    <a:pt x="0" y="893875"/>
                  </a:cubicBezTo>
                  <a:lnTo>
                    <a:pt x="0" y="223095"/>
                  </a:lnTo>
                  <a:cubicBezTo>
                    <a:pt x="0" y="101216"/>
                    <a:pt x="65945" y="0"/>
                    <a:pt x="302297" y="0"/>
                  </a:cubicBezTo>
                  <a:cubicBezTo>
                    <a:pt x="538650" y="0"/>
                    <a:pt x="604593" y="101216"/>
                    <a:pt x="604593" y="223095"/>
                  </a:cubicBezTo>
                  <a:lnTo>
                    <a:pt x="604593" y="309637"/>
                  </a:lnTo>
                  <a:cubicBezTo>
                    <a:pt x="604593" y="324311"/>
                    <a:pt x="598123" y="332096"/>
                    <a:pt x="583024" y="332096"/>
                  </a:cubicBezTo>
                  <a:lnTo>
                    <a:pt x="520160" y="332096"/>
                  </a:lnTo>
                  <a:cubicBezTo>
                    <a:pt x="503520" y="332096"/>
                    <a:pt x="497049" y="324011"/>
                    <a:pt x="497049" y="309637"/>
                  </a:cubicBezTo>
                  <a:lnTo>
                    <a:pt x="497049" y="231180"/>
                  </a:lnTo>
                  <a:cubicBezTo>
                    <a:pt x="497049" y="147631"/>
                    <a:pt x="450826" y="91633"/>
                    <a:pt x="302297" y="91633"/>
                  </a:cubicBezTo>
                  <a:cubicBezTo>
                    <a:pt x="153769" y="91633"/>
                    <a:pt x="110627" y="147631"/>
                    <a:pt x="110627" y="231180"/>
                  </a:cubicBezTo>
                  <a:lnTo>
                    <a:pt x="110627" y="885791"/>
                  </a:lnTo>
                  <a:cubicBezTo>
                    <a:pt x="110627" y="967541"/>
                    <a:pt x="156850" y="1025336"/>
                    <a:pt x="302297" y="1025336"/>
                  </a:cubicBezTo>
                  <a:cubicBezTo>
                    <a:pt x="447745" y="1025336"/>
                    <a:pt x="497049" y="969338"/>
                    <a:pt x="497049" y="887287"/>
                  </a:cubicBezTo>
                  <a:lnTo>
                    <a:pt x="497049" y="673775"/>
                  </a:lnTo>
                  <a:lnTo>
                    <a:pt x="318629" y="673775"/>
                  </a:lnTo>
                  <a:cubicBezTo>
                    <a:pt x="301990" y="673775"/>
                    <a:pt x="295518" y="667486"/>
                    <a:pt x="295518" y="651316"/>
                  </a:cubicBezTo>
                  <a:lnTo>
                    <a:pt x="295518" y="603104"/>
                  </a:lnTo>
                  <a:cubicBezTo>
                    <a:pt x="295518" y="588430"/>
                    <a:pt x="301990" y="582142"/>
                    <a:pt x="318629" y="582142"/>
                  </a:cubicBezTo>
                  <a:lnTo>
                    <a:pt x="579633" y="582142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4" name="手繪多邊形: 圖案 883">
              <a:extLst>
                <a:ext uri="{FF2B5EF4-FFF2-40B4-BE49-F238E27FC236}">
                  <a16:creationId xmlns:a16="http://schemas.microsoft.com/office/drawing/2014/main" id="{FD3D166A-EAE8-BBEE-4C7E-0818D238DEA4}"/>
                </a:ext>
              </a:extLst>
            </p:cNvPr>
            <p:cNvSpPr/>
            <p:nvPr/>
          </p:nvSpPr>
          <p:spPr>
            <a:xfrm>
              <a:off x="-11254685" y="31780256"/>
              <a:ext cx="624614" cy="1090916"/>
            </a:xfrm>
            <a:custGeom>
              <a:avLst/>
              <a:gdLst>
                <a:gd name="connsiteX0" fmla="*/ 87516 w 624614"/>
                <a:gd name="connsiteY0" fmla="*/ 1090917 h 1090916"/>
                <a:gd name="connsiteX1" fmla="*/ 23111 w 624614"/>
                <a:gd name="connsiteY1" fmla="*/ 1090917 h 1090916"/>
                <a:gd name="connsiteX2" fmla="*/ 0 w 624614"/>
                <a:gd name="connsiteY2" fmla="*/ 1066961 h 1090916"/>
                <a:gd name="connsiteX3" fmla="*/ 0 w 624614"/>
                <a:gd name="connsiteY3" fmla="*/ 23956 h 1090916"/>
                <a:gd name="connsiteX4" fmla="*/ 21571 w 624614"/>
                <a:gd name="connsiteY4" fmla="*/ 0 h 1090916"/>
                <a:gd name="connsiteX5" fmla="*/ 302297 w 624614"/>
                <a:gd name="connsiteY5" fmla="*/ 0 h 1090916"/>
                <a:gd name="connsiteX6" fmla="*/ 612605 w 624614"/>
                <a:gd name="connsiteY6" fmla="*/ 222795 h 1090916"/>
                <a:gd name="connsiteX7" fmla="*/ 612605 w 624614"/>
                <a:gd name="connsiteY7" fmla="*/ 424928 h 1090916"/>
                <a:gd name="connsiteX8" fmla="*/ 440965 w 624614"/>
                <a:gd name="connsiteY8" fmla="*/ 630354 h 1090916"/>
                <a:gd name="connsiteX9" fmla="*/ 622775 w 624614"/>
                <a:gd name="connsiteY9" fmla="*/ 1066961 h 1090916"/>
                <a:gd name="connsiteX10" fmla="*/ 601204 w 624614"/>
                <a:gd name="connsiteY10" fmla="*/ 1090917 h 1090916"/>
                <a:gd name="connsiteX11" fmla="*/ 530329 w 624614"/>
                <a:gd name="connsiteY11" fmla="*/ 1090917 h 1090916"/>
                <a:gd name="connsiteX12" fmla="*/ 502287 w 624614"/>
                <a:gd name="connsiteY12" fmla="*/ 1066961 h 1090916"/>
                <a:gd name="connsiteX13" fmla="*/ 330646 w 624614"/>
                <a:gd name="connsiteY13" fmla="*/ 645027 h 1090916"/>
                <a:gd name="connsiteX14" fmla="*/ 109393 w 624614"/>
                <a:gd name="connsiteY14" fmla="*/ 645027 h 1090916"/>
                <a:gd name="connsiteX15" fmla="*/ 109393 w 624614"/>
                <a:gd name="connsiteY15" fmla="*/ 1066961 h 1090916"/>
                <a:gd name="connsiteX16" fmla="*/ 87822 w 624614"/>
                <a:gd name="connsiteY16" fmla="*/ 1090917 h 1090916"/>
                <a:gd name="connsiteX17" fmla="*/ 108777 w 624614"/>
                <a:gd name="connsiteY17" fmla="*/ 91035 h 1090916"/>
                <a:gd name="connsiteX18" fmla="*/ 108777 w 624614"/>
                <a:gd name="connsiteY18" fmla="*/ 553095 h 1090916"/>
                <a:gd name="connsiteX19" fmla="*/ 301988 w 624614"/>
                <a:gd name="connsiteY19" fmla="*/ 553095 h 1090916"/>
                <a:gd name="connsiteX20" fmla="*/ 503520 w 624614"/>
                <a:gd name="connsiteY20" fmla="*/ 413548 h 1090916"/>
                <a:gd name="connsiteX21" fmla="*/ 503520 w 624614"/>
                <a:gd name="connsiteY21" fmla="*/ 232078 h 1090916"/>
                <a:gd name="connsiteX22" fmla="*/ 301988 w 624614"/>
                <a:gd name="connsiteY22" fmla="*/ 90735 h 1090916"/>
                <a:gd name="connsiteX23" fmla="*/ 108777 w 624614"/>
                <a:gd name="connsiteY23" fmla="*/ 90735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614" h="1090916">
                  <a:moveTo>
                    <a:pt x="87516" y="1090917"/>
                  </a:moveTo>
                  <a:lnTo>
                    <a:pt x="23111" y="1090917"/>
                  </a:lnTo>
                  <a:cubicBezTo>
                    <a:pt x="6472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2" y="0"/>
                    <a:pt x="21571" y="0"/>
                  </a:cubicBezTo>
                  <a:lnTo>
                    <a:pt x="302297" y="0"/>
                  </a:lnTo>
                  <a:cubicBezTo>
                    <a:pt x="538340" y="0"/>
                    <a:pt x="612605" y="100916"/>
                    <a:pt x="612605" y="222795"/>
                  </a:cubicBezTo>
                  <a:lnTo>
                    <a:pt x="612605" y="424928"/>
                  </a:lnTo>
                  <a:cubicBezTo>
                    <a:pt x="612605" y="518058"/>
                    <a:pt x="567923" y="598312"/>
                    <a:pt x="440965" y="630354"/>
                  </a:cubicBezTo>
                  <a:lnTo>
                    <a:pt x="622775" y="1066961"/>
                  </a:lnTo>
                  <a:cubicBezTo>
                    <a:pt x="629245" y="1083131"/>
                    <a:pt x="617843" y="1090917"/>
                    <a:pt x="601204" y="1090917"/>
                  </a:cubicBezTo>
                  <a:lnTo>
                    <a:pt x="530329" y="1090917"/>
                  </a:lnTo>
                  <a:cubicBezTo>
                    <a:pt x="513688" y="1090917"/>
                    <a:pt x="508758" y="1081334"/>
                    <a:pt x="502287" y="1066961"/>
                  </a:cubicBezTo>
                  <a:lnTo>
                    <a:pt x="330646" y="645027"/>
                  </a:lnTo>
                  <a:lnTo>
                    <a:pt x="109393" y="645027"/>
                  </a:lnTo>
                  <a:lnTo>
                    <a:pt x="109393" y="1066961"/>
                  </a:lnTo>
                  <a:cubicBezTo>
                    <a:pt x="109393" y="1083131"/>
                    <a:pt x="104464" y="1090917"/>
                    <a:pt x="87822" y="1090917"/>
                  </a:cubicBezTo>
                  <a:close/>
                  <a:moveTo>
                    <a:pt x="108777" y="91035"/>
                  </a:moveTo>
                  <a:lnTo>
                    <a:pt x="108777" y="553095"/>
                  </a:lnTo>
                  <a:lnTo>
                    <a:pt x="301988" y="553095"/>
                  </a:lnTo>
                  <a:cubicBezTo>
                    <a:pt x="450517" y="553095"/>
                    <a:pt x="503520" y="497097"/>
                    <a:pt x="503520" y="413548"/>
                  </a:cubicBezTo>
                  <a:lnTo>
                    <a:pt x="503520" y="232078"/>
                  </a:lnTo>
                  <a:cubicBezTo>
                    <a:pt x="503520" y="148530"/>
                    <a:pt x="450826" y="90735"/>
                    <a:pt x="301988" y="90735"/>
                  </a:cubicBezTo>
                  <a:lnTo>
                    <a:pt x="108777" y="90735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5" name="手繪多邊形: 圖案 884">
              <a:extLst>
                <a:ext uri="{FF2B5EF4-FFF2-40B4-BE49-F238E27FC236}">
                  <a16:creationId xmlns:a16="http://schemas.microsoft.com/office/drawing/2014/main" id="{79F8EC03-E77D-88B3-329C-46A383E9A98E}"/>
                </a:ext>
              </a:extLst>
            </p:cNvPr>
            <p:cNvSpPr/>
            <p:nvPr/>
          </p:nvSpPr>
          <p:spPr>
            <a:xfrm>
              <a:off x="-9871084" y="31780256"/>
              <a:ext cx="544811" cy="1091216"/>
            </a:xfrm>
            <a:custGeom>
              <a:avLst/>
              <a:gdLst>
                <a:gd name="connsiteX0" fmla="*/ 21569 w 544811"/>
                <a:gd name="connsiteY0" fmla="*/ 1090917 h 1091216"/>
                <a:gd name="connsiteX1" fmla="*/ 0 w 544811"/>
                <a:gd name="connsiteY1" fmla="*/ 1066961 h 1091216"/>
                <a:gd name="connsiteX2" fmla="*/ 0 w 544811"/>
                <a:gd name="connsiteY2" fmla="*/ 23956 h 1091216"/>
                <a:gd name="connsiteX3" fmla="*/ 23111 w 544811"/>
                <a:gd name="connsiteY3" fmla="*/ 0 h 1091216"/>
                <a:gd name="connsiteX4" fmla="*/ 503519 w 544811"/>
                <a:gd name="connsiteY4" fmla="*/ 0 h 1091216"/>
                <a:gd name="connsiteX5" fmla="*/ 526630 w 544811"/>
                <a:gd name="connsiteY5" fmla="*/ 22459 h 1091216"/>
                <a:gd name="connsiteX6" fmla="*/ 526630 w 544811"/>
                <a:gd name="connsiteY6" fmla="*/ 68874 h 1091216"/>
                <a:gd name="connsiteX7" fmla="*/ 503519 w 544811"/>
                <a:gd name="connsiteY7" fmla="*/ 91334 h 1091216"/>
                <a:gd name="connsiteX8" fmla="*/ 110625 w 544811"/>
                <a:gd name="connsiteY8" fmla="*/ 91334 h 1091216"/>
                <a:gd name="connsiteX9" fmla="*/ 110625 w 544811"/>
                <a:gd name="connsiteY9" fmla="*/ 473439 h 1091216"/>
                <a:gd name="connsiteX10" fmla="*/ 478867 w 544811"/>
                <a:gd name="connsiteY10" fmla="*/ 473439 h 1091216"/>
                <a:gd name="connsiteX11" fmla="*/ 503519 w 544811"/>
                <a:gd name="connsiteY11" fmla="*/ 495899 h 1091216"/>
                <a:gd name="connsiteX12" fmla="*/ 503519 w 544811"/>
                <a:gd name="connsiteY12" fmla="*/ 540817 h 1091216"/>
                <a:gd name="connsiteX13" fmla="*/ 478867 w 544811"/>
                <a:gd name="connsiteY13" fmla="*/ 563276 h 1091216"/>
                <a:gd name="connsiteX14" fmla="*/ 110625 w 544811"/>
                <a:gd name="connsiteY14" fmla="*/ 563276 h 1091216"/>
                <a:gd name="connsiteX15" fmla="*/ 110625 w 544811"/>
                <a:gd name="connsiteY15" fmla="*/ 999883 h 1091216"/>
                <a:gd name="connsiteX16" fmla="*/ 521700 w 544811"/>
                <a:gd name="connsiteY16" fmla="*/ 999883 h 1091216"/>
                <a:gd name="connsiteX17" fmla="*/ 544812 w 544811"/>
                <a:gd name="connsiteY17" fmla="*/ 1020546 h 1091216"/>
                <a:gd name="connsiteX18" fmla="*/ 544812 w 544811"/>
                <a:gd name="connsiteY18" fmla="*/ 1068758 h 1091216"/>
                <a:gd name="connsiteX19" fmla="*/ 521700 w 544811"/>
                <a:gd name="connsiteY19" fmla="*/ 1091217 h 1091216"/>
                <a:gd name="connsiteX20" fmla="*/ 21263 w 544811"/>
                <a:gd name="connsiteY20" fmla="*/ 1091217 h 109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11" h="1091216">
                  <a:moveTo>
                    <a:pt x="21569" y="1090917"/>
                  </a:moveTo>
                  <a:cubicBezTo>
                    <a:pt x="6778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0" y="0"/>
                    <a:pt x="23111" y="0"/>
                  </a:cubicBezTo>
                  <a:lnTo>
                    <a:pt x="503519" y="0"/>
                  </a:lnTo>
                  <a:cubicBezTo>
                    <a:pt x="520158" y="0"/>
                    <a:pt x="526630" y="6288"/>
                    <a:pt x="526630" y="22459"/>
                  </a:cubicBezTo>
                  <a:lnTo>
                    <a:pt x="526630" y="68874"/>
                  </a:lnTo>
                  <a:cubicBezTo>
                    <a:pt x="526630" y="85045"/>
                    <a:pt x="520158" y="91334"/>
                    <a:pt x="503519" y="91334"/>
                  </a:cubicBezTo>
                  <a:lnTo>
                    <a:pt x="110625" y="91334"/>
                  </a:lnTo>
                  <a:lnTo>
                    <a:pt x="110625" y="473439"/>
                  </a:lnTo>
                  <a:lnTo>
                    <a:pt x="478867" y="473439"/>
                  </a:lnTo>
                  <a:cubicBezTo>
                    <a:pt x="495506" y="473439"/>
                    <a:pt x="503519" y="479728"/>
                    <a:pt x="503519" y="495899"/>
                  </a:cubicBezTo>
                  <a:lnTo>
                    <a:pt x="503519" y="540817"/>
                  </a:lnTo>
                  <a:cubicBezTo>
                    <a:pt x="503519" y="556988"/>
                    <a:pt x="495198" y="563276"/>
                    <a:pt x="478867" y="563276"/>
                  </a:cubicBezTo>
                  <a:lnTo>
                    <a:pt x="110625" y="563276"/>
                  </a:lnTo>
                  <a:lnTo>
                    <a:pt x="110625" y="999883"/>
                  </a:lnTo>
                  <a:lnTo>
                    <a:pt x="521700" y="999883"/>
                  </a:lnTo>
                  <a:cubicBezTo>
                    <a:pt x="536491" y="999883"/>
                    <a:pt x="544812" y="1004674"/>
                    <a:pt x="544812" y="1020546"/>
                  </a:cubicBezTo>
                  <a:lnTo>
                    <a:pt x="544812" y="1068758"/>
                  </a:lnTo>
                  <a:cubicBezTo>
                    <a:pt x="544812" y="1084928"/>
                    <a:pt x="536491" y="1091217"/>
                    <a:pt x="521700" y="1091217"/>
                  </a:cubicBezTo>
                  <a:lnTo>
                    <a:pt x="21263" y="109121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6" name="手繪多邊形: 圖案 885">
              <a:extLst>
                <a:ext uri="{FF2B5EF4-FFF2-40B4-BE49-F238E27FC236}">
                  <a16:creationId xmlns:a16="http://schemas.microsoft.com/office/drawing/2014/main" id="{9BC9671E-8CDD-A07C-9A7F-EFBA93FFEC30}"/>
                </a:ext>
              </a:extLst>
            </p:cNvPr>
            <p:cNvSpPr/>
            <p:nvPr/>
          </p:nvSpPr>
          <p:spPr>
            <a:xfrm>
              <a:off x="-8584860" y="31780256"/>
              <a:ext cx="620924" cy="1090916"/>
            </a:xfrm>
            <a:custGeom>
              <a:avLst/>
              <a:gdLst>
                <a:gd name="connsiteX0" fmla="*/ 620924 w 620924"/>
                <a:gd name="connsiteY0" fmla="*/ 1068458 h 1090916"/>
                <a:gd name="connsiteX1" fmla="*/ 599355 w 620924"/>
                <a:gd name="connsiteY1" fmla="*/ 1090917 h 1090916"/>
                <a:gd name="connsiteX2" fmla="*/ 539880 w 620924"/>
                <a:gd name="connsiteY2" fmla="*/ 1090917 h 1090916"/>
                <a:gd name="connsiteX3" fmla="*/ 515228 w 620924"/>
                <a:gd name="connsiteY3" fmla="*/ 1078041 h 1090916"/>
                <a:gd name="connsiteX4" fmla="*/ 148529 w 620924"/>
                <a:gd name="connsiteY4" fmla="*/ 335091 h 1090916"/>
                <a:gd name="connsiteX5" fmla="*/ 102307 w 620924"/>
                <a:gd name="connsiteY5" fmla="*/ 227587 h 1090916"/>
                <a:gd name="connsiteX6" fmla="*/ 102307 w 620924"/>
                <a:gd name="connsiteY6" fmla="*/ 1068458 h 1090916"/>
                <a:gd name="connsiteX7" fmla="*/ 79195 w 620924"/>
                <a:gd name="connsiteY7" fmla="*/ 1090917 h 1090916"/>
                <a:gd name="connsiteX8" fmla="*/ 23111 w 620924"/>
                <a:gd name="connsiteY8" fmla="*/ 1090917 h 1090916"/>
                <a:gd name="connsiteX9" fmla="*/ 0 w 620924"/>
                <a:gd name="connsiteY9" fmla="*/ 1068458 h 1090916"/>
                <a:gd name="connsiteX10" fmla="*/ 0 w 620924"/>
                <a:gd name="connsiteY10" fmla="*/ 22459 h 1090916"/>
                <a:gd name="connsiteX11" fmla="*/ 23111 w 620924"/>
                <a:gd name="connsiteY11" fmla="*/ 0 h 1090916"/>
                <a:gd name="connsiteX12" fmla="*/ 82584 w 620924"/>
                <a:gd name="connsiteY12" fmla="*/ 0 h 1090916"/>
                <a:gd name="connsiteX13" fmla="*/ 104155 w 620924"/>
                <a:gd name="connsiteY13" fmla="*/ 12876 h 1090916"/>
                <a:gd name="connsiteX14" fmla="*/ 477326 w 620924"/>
                <a:gd name="connsiteY14" fmla="*/ 762115 h 1090916"/>
                <a:gd name="connsiteX15" fmla="*/ 518618 w 620924"/>
                <a:gd name="connsiteY15" fmla="*/ 860036 h 1090916"/>
                <a:gd name="connsiteX16" fmla="*/ 518618 w 620924"/>
                <a:gd name="connsiteY16" fmla="*/ 22459 h 1090916"/>
                <a:gd name="connsiteX17" fmla="*/ 543271 w 620924"/>
                <a:gd name="connsiteY17" fmla="*/ 0 h 1090916"/>
                <a:gd name="connsiteX18" fmla="*/ 599355 w 620924"/>
                <a:gd name="connsiteY18" fmla="*/ 0 h 1090916"/>
                <a:gd name="connsiteX19" fmla="*/ 620924 w 620924"/>
                <a:gd name="connsiteY19" fmla="*/ 22459 h 1090916"/>
                <a:gd name="connsiteX20" fmla="*/ 620924 w 620924"/>
                <a:gd name="connsiteY20" fmla="*/ 1068458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24" h="1090916">
                  <a:moveTo>
                    <a:pt x="620924" y="1068458"/>
                  </a:moveTo>
                  <a:cubicBezTo>
                    <a:pt x="620924" y="1083131"/>
                    <a:pt x="615995" y="1090917"/>
                    <a:pt x="599355" y="1090917"/>
                  </a:cubicBezTo>
                  <a:lnTo>
                    <a:pt x="539880" y="1090917"/>
                  </a:lnTo>
                  <a:cubicBezTo>
                    <a:pt x="526630" y="1090917"/>
                    <a:pt x="520160" y="1087623"/>
                    <a:pt x="515228" y="1078041"/>
                  </a:cubicBezTo>
                  <a:lnTo>
                    <a:pt x="148529" y="335091"/>
                  </a:lnTo>
                  <a:cubicBezTo>
                    <a:pt x="131888" y="303049"/>
                    <a:pt x="112166" y="259629"/>
                    <a:pt x="102307" y="227587"/>
                  </a:cubicBezTo>
                  <a:lnTo>
                    <a:pt x="102307" y="1068458"/>
                  </a:lnTo>
                  <a:cubicBezTo>
                    <a:pt x="102307" y="1083131"/>
                    <a:pt x="95835" y="1090917"/>
                    <a:pt x="79195" y="1090917"/>
                  </a:cubicBezTo>
                  <a:lnTo>
                    <a:pt x="23111" y="1090917"/>
                  </a:lnTo>
                  <a:cubicBezTo>
                    <a:pt x="6470" y="1090917"/>
                    <a:pt x="0" y="1082831"/>
                    <a:pt x="0" y="1068458"/>
                  </a:cubicBezTo>
                  <a:lnTo>
                    <a:pt x="0" y="22459"/>
                  </a:lnTo>
                  <a:cubicBezTo>
                    <a:pt x="0" y="8085"/>
                    <a:pt x="6470" y="0"/>
                    <a:pt x="23111" y="0"/>
                  </a:cubicBezTo>
                  <a:lnTo>
                    <a:pt x="82584" y="0"/>
                  </a:lnTo>
                  <a:cubicBezTo>
                    <a:pt x="93986" y="0"/>
                    <a:pt x="99224" y="2995"/>
                    <a:pt x="104155" y="12876"/>
                  </a:cubicBezTo>
                  <a:lnTo>
                    <a:pt x="477326" y="762115"/>
                  </a:lnTo>
                  <a:cubicBezTo>
                    <a:pt x="493966" y="794157"/>
                    <a:pt x="511839" y="839076"/>
                    <a:pt x="518618" y="860036"/>
                  </a:cubicBezTo>
                  <a:lnTo>
                    <a:pt x="518618" y="22459"/>
                  </a:lnTo>
                  <a:cubicBezTo>
                    <a:pt x="518618" y="8085"/>
                    <a:pt x="526938" y="0"/>
                    <a:pt x="543271" y="0"/>
                  </a:cubicBezTo>
                  <a:lnTo>
                    <a:pt x="599355" y="0"/>
                  </a:lnTo>
                  <a:cubicBezTo>
                    <a:pt x="615995" y="0"/>
                    <a:pt x="620924" y="8085"/>
                    <a:pt x="620924" y="22459"/>
                  </a:cubicBezTo>
                  <a:lnTo>
                    <a:pt x="620924" y="1068458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7" name="手繪多邊形: 圖案 886">
              <a:extLst>
                <a:ext uri="{FF2B5EF4-FFF2-40B4-BE49-F238E27FC236}">
                  <a16:creationId xmlns:a16="http://schemas.microsoft.com/office/drawing/2014/main" id="{846509AC-1FA2-342C-531B-B51A1511DD9A}"/>
                </a:ext>
              </a:extLst>
            </p:cNvPr>
            <p:cNvSpPr/>
            <p:nvPr/>
          </p:nvSpPr>
          <p:spPr>
            <a:xfrm>
              <a:off x="-6297760" y="31780256"/>
              <a:ext cx="618768" cy="1090916"/>
            </a:xfrm>
            <a:custGeom>
              <a:avLst/>
              <a:gdLst>
                <a:gd name="connsiteX0" fmla="*/ 19722 w 618768"/>
                <a:gd name="connsiteY0" fmla="*/ 1090917 h 1090916"/>
                <a:gd name="connsiteX1" fmla="*/ 0 w 618768"/>
                <a:gd name="connsiteY1" fmla="*/ 1066961 h 1090916"/>
                <a:gd name="connsiteX2" fmla="*/ 0 w 618768"/>
                <a:gd name="connsiteY2" fmla="*/ 23956 h 1090916"/>
                <a:gd name="connsiteX3" fmla="*/ 21263 w 618768"/>
                <a:gd name="connsiteY3" fmla="*/ 0 h 1090916"/>
                <a:gd name="connsiteX4" fmla="*/ 308460 w 618768"/>
                <a:gd name="connsiteY4" fmla="*/ 0 h 1090916"/>
                <a:gd name="connsiteX5" fmla="*/ 618769 w 618768"/>
                <a:gd name="connsiteY5" fmla="*/ 222795 h 1090916"/>
                <a:gd name="connsiteX6" fmla="*/ 618769 w 618768"/>
                <a:gd name="connsiteY6" fmla="*/ 867822 h 1090916"/>
                <a:gd name="connsiteX7" fmla="*/ 308460 w 618768"/>
                <a:gd name="connsiteY7" fmla="*/ 1090917 h 1090916"/>
                <a:gd name="connsiteX8" fmla="*/ 19414 w 618768"/>
                <a:gd name="connsiteY8" fmla="*/ 1090917 h 1090916"/>
                <a:gd name="connsiteX9" fmla="*/ 110627 w 618768"/>
                <a:gd name="connsiteY9" fmla="*/ 91035 h 1090916"/>
                <a:gd name="connsiteX10" fmla="*/ 110627 w 618768"/>
                <a:gd name="connsiteY10" fmla="*/ 999284 h 1090916"/>
                <a:gd name="connsiteX11" fmla="*/ 307228 w 618768"/>
                <a:gd name="connsiteY11" fmla="*/ 999284 h 1090916"/>
                <a:gd name="connsiteX12" fmla="*/ 508758 w 618768"/>
                <a:gd name="connsiteY12" fmla="*/ 856443 h 1090916"/>
                <a:gd name="connsiteX13" fmla="*/ 508758 w 618768"/>
                <a:gd name="connsiteY13" fmla="*/ 233875 h 1090916"/>
                <a:gd name="connsiteX14" fmla="*/ 307228 w 618768"/>
                <a:gd name="connsiteY14" fmla="*/ 91035 h 1090916"/>
                <a:gd name="connsiteX15" fmla="*/ 110627 w 618768"/>
                <a:gd name="connsiteY15" fmla="*/ 91035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768" h="1090916">
                  <a:moveTo>
                    <a:pt x="19722" y="1090917"/>
                  </a:moveTo>
                  <a:cubicBezTo>
                    <a:pt x="6472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2" y="0"/>
                    <a:pt x="21263" y="0"/>
                  </a:cubicBezTo>
                  <a:lnTo>
                    <a:pt x="308460" y="0"/>
                  </a:lnTo>
                  <a:cubicBezTo>
                    <a:pt x="544503" y="0"/>
                    <a:pt x="618769" y="100916"/>
                    <a:pt x="618769" y="222795"/>
                  </a:cubicBezTo>
                  <a:lnTo>
                    <a:pt x="618769" y="867822"/>
                  </a:lnTo>
                  <a:cubicBezTo>
                    <a:pt x="618769" y="989701"/>
                    <a:pt x="544503" y="1090917"/>
                    <a:pt x="308460" y="1090917"/>
                  </a:cubicBezTo>
                  <a:lnTo>
                    <a:pt x="19414" y="1090917"/>
                  </a:lnTo>
                  <a:close/>
                  <a:moveTo>
                    <a:pt x="110627" y="91035"/>
                  </a:moveTo>
                  <a:lnTo>
                    <a:pt x="110627" y="999284"/>
                  </a:lnTo>
                  <a:lnTo>
                    <a:pt x="307228" y="999284"/>
                  </a:lnTo>
                  <a:cubicBezTo>
                    <a:pt x="455757" y="999284"/>
                    <a:pt x="508758" y="941489"/>
                    <a:pt x="508758" y="856443"/>
                  </a:cubicBezTo>
                  <a:lnTo>
                    <a:pt x="508758" y="233875"/>
                  </a:lnTo>
                  <a:cubicBezTo>
                    <a:pt x="508758" y="148830"/>
                    <a:pt x="456064" y="91035"/>
                    <a:pt x="307228" y="91035"/>
                  </a:cubicBezTo>
                  <a:lnTo>
                    <a:pt x="110627" y="91035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8" name="手繪多邊形: 圖案 887">
              <a:extLst>
                <a:ext uri="{FF2B5EF4-FFF2-40B4-BE49-F238E27FC236}">
                  <a16:creationId xmlns:a16="http://schemas.microsoft.com/office/drawing/2014/main" id="{51383407-5F97-7999-74DF-9EFDB6F4DE80}"/>
                </a:ext>
              </a:extLst>
            </p:cNvPr>
            <p:cNvSpPr/>
            <p:nvPr/>
          </p:nvSpPr>
          <p:spPr>
            <a:xfrm>
              <a:off x="-4892588" y="31780256"/>
              <a:ext cx="544811" cy="1091216"/>
            </a:xfrm>
            <a:custGeom>
              <a:avLst/>
              <a:gdLst>
                <a:gd name="connsiteX0" fmla="*/ 21263 w 544811"/>
                <a:gd name="connsiteY0" fmla="*/ 1090917 h 1091216"/>
                <a:gd name="connsiteX1" fmla="*/ 0 w 544811"/>
                <a:gd name="connsiteY1" fmla="*/ 1066961 h 1091216"/>
                <a:gd name="connsiteX2" fmla="*/ 0 w 544811"/>
                <a:gd name="connsiteY2" fmla="*/ 23956 h 1091216"/>
                <a:gd name="connsiteX3" fmla="*/ 23111 w 544811"/>
                <a:gd name="connsiteY3" fmla="*/ 0 h 1091216"/>
                <a:gd name="connsiteX4" fmla="*/ 503519 w 544811"/>
                <a:gd name="connsiteY4" fmla="*/ 0 h 1091216"/>
                <a:gd name="connsiteX5" fmla="*/ 526630 w 544811"/>
                <a:gd name="connsiteY5" fmla="*/ 22459 h 1091216"/>
                <a:gd name="connsiteX6" fmla="*/ 526630 w 544811"/>
                <a:gd name="connsiteY6" fmla="*/ 68874 h 1091216"/>
                <a:gd name="connsiteX7" fmla="*/ 503519 w 544811"/>
                <a:gd name="connsiteY7" fmla="*/ 91334 h 1091216"/>
                <a:gd name="connsiteX8" fmla="*/ 110625 w 544811"/>
                <a:gd name="connsiteY8" fmla="*/ 91334 h 1091216"/>
                <a:gd name="connsiteX9" fmla="*/ 110625 w 544811"/>
                <a:gd name="connsiteY9" fmla="*/ 473439 h 1091216"/>
                <a:gd name="connsiteX10" fmla="*/ 478867 w 544811"/>
                <a:gd name="connsiteY10" fmla="*/ 473439 h 1091216"/>
                <a:gd name="connsiteX11" fmla="*/ 503519 w 544811"/>
                <a:gd name="connsiteY11" fmla="*/ 495899 h 1091216"/>
                <a:gd name="connsiteX12" fmla="*/ 503519 w 544811"/>
                <a:gd name="connsiteY12" fmla="*/ 540817 h 1091216"/>
                <a:gd name="connsiteX13" fmla="*/ 478867 w 544811"/>
                <a:gd name="connsiteY13" fmla="*/ 563276 h 1091216"/>
                <a:gd name="connsiteX14" fmla="*/ 110625 w 544811"/>
                <a:gd name="connsiteY14" fmla="*/ 563276 h 1091216"/>
                <a:gd name="connsiteX15" fmla="*/ 110625 w 544811"/>
                <a:gd name="connsiteY15" fmla="*/ 999883 h 1091216"/>
                <a:gd name="connsiteX16" fmla="*/ 521700 w 544811"/>
                <a:gd name="connsiteY16" fmla="*/ 999883 h 1091216"/>
                <a:gd name="connsiteX17" fmla="*/ 544812 w 544811"/>
                <a:gd name="connsiteY17" fmla="*/ 1020546 h 1091216"/>
                <a:gd name="connsiteX18" fmla="*/ 544812 w 544811"/>
                <a:gd name="connsiteY18" fmla="*/ 1068758 h 1091216"/>
                <a:gd name="connsiteX19" fmla="*/ 521700 w 544811"/>
                <a:gd name="connsiteY19" fmla="*/ 1091217 h 1091216"/>
                <a:gd name="connsiteX20" fmla="*/ 21263 w 544811"/>
                <a:gd name="connsiteY20" fmla="*/ 1091217 h 10912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11" h="1091216">
                  <a:moveTo>
                    <a:pt x="21263" y="1090917"/>
                  </a:moveTo>
                  <a:cubicBezTo>
                    <a:pt x="6470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0" y="0"/>
                    <a:pt x="23111" y="0"/>
                  </a:cubicBezTo>
                  <a:lnTo>
                    <a:pt x="503519" y="0"/>
                  </a:lnTo>
                  <a:cubicBezTo>
                    <a:pt x="520160" y="0"/>
                    <a:pt x="526630" y="6288"/>
                    <a:pt x="526630" y="22459"/>
                  </a:cubicBezTo>
                  <a:lnTo>
                    <a:pt x="526630" y="68874"/>
                  </a:lnTo>
                  <a:cubicBezTo>
                    <a:pt x="526630" y="85045"/>
                    <a:pt x="519851" y="91334"/>
                    <a:pt x="503519" y="91334"/>
                  </a:cubicBezTo>
                  <a:lnTo>
                    <a:pt x="110625" y="91334"/>
                  </a:lnTo>
                  <a:lnTo>
                    <a:pt x="110625" y="473439"/>
                  </a:lnTo>
                  <a:lnTo>
                    <a:pt x="478867" y="473439"/>
                  </a:lnTo>
                  <a:cubicBezTo>
                    <a:pt x="495506" y="473439"/>
                    <a:pt x="503519" y="479728"/>
                    <a:pt x="503519" y="495899"/>
                  </a:cubicBezTo>
                  <a:lnTo>
                    <a:pt x="503519" y="540817"/>
                  </a:lnTo>
                  <a:cubicBezTo>
                    <a:pt x="503519" y="556988"/>
                    <a:pt x="495198" y="563276"/>
                    <a:pt x="478867" y="563276"/>
                  </a:cubicBezTo>
                  <a:lnTo>
                    <a:pt x="110625" y="563276"/>
                  </a:lnTo>
                  <a:lnTo>
                    <a:pt x="110625" y="999883"/>
                  </a:lnTo>
                  <a:lnTo>
                    <a:pt x="521700" y="999883"/>
                  </a:lnTo>
                  <a:cubicBezTo>
                    <a:pt x="536491" y="999883"/>
                    <a:pt x="544812" y="1004674"/>
                    <a:pt x="544812" y="1020546"/>
                  </a:cubicBezTo>
                  <a:lnTo>
                    <a:pt x="544812" y="1068758"/>
                  </a:lnTo>
                  <a:cubicBezTo>
                    <a:pt x="544812" y="1084928"/>
                    <a:pt x="536491" y="1091217"/>
                    <a:pt x="521700" y="1091217"/>
                  </a:cubicBezTo>
                  <a:lnTo>
                    <a:pt x="21263" y="109121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89" name="手繪多邊形: 圖案 888">
              <a:extLst>
                <a:ext uri="{FF2B5EF4-FFF2-40B4-BE49-F238E27FC236}">
                  <a16:creationId xmlns:a16="http://schemas.microsoft.com/office/drawing/2014/main" id="{2065FC7E-4A4B-01FA-F998-8A82CE46B08A}"/>
                </a:ext>
              </a:extLst>
            </p:cNvPr>
            <p:cNvSpPr/>
            <p:nvPr/>
          </p:nvSpPr>
          <p:spPr>
            <a:xfrm>
              <a:off x="-3606364" y="31780256"/>
              <a:ext cx="620924" cy="1090916"/>
            </a:xfrm>
            <a:custGeom>
              <a:avLst/>
              <a:gdLst>
                <a:gd name="connsiteX0" fmla="*/ 620924 w 620924"/>
                <a:gd name="connsiteY0" fmla="*/ 1068458 h 1090916"/>
                <a:gd name="connsiteX1" fmla="*/ 599355 w 620924"/>
                <a:gd name="connsiteY1" fmla="*/ 1090917 h 1090916"/>
                <a:gd name="connsiteX2" fmla="*/ 539880 w 620924"/>
                <a:gd name="connsiteY2" fmla="*/ 1090917 h 1090916"/>
                <a:gd name="connsiteX3" fmla="*/ 515228 w 620924"/>
                <a:gd name="connsiteY3" fmla="*/ 1078041 h 1090916"/>
                <a:gd name="connsiteX4" fmla="*/ 148529 w 620924"/>
                <a:gd name="connsiteY4" fmla="*/ 335091 h 1090916"/>
                <a:gd name="connsiteX5" fmla="*/ 102307 w 620924"/>
                <a:gd name="connsiteY5" fmla="*/ 227587 h 1090916"/>
                <a:gd name="connsiteX6" fmla="*/ 102307 w 620924"/>
                <a:gd name="connsiteY6" fmla="*/ 1068458 h 1090916"/>
                <a:gd name="connsiteX7" fmla="*/ 79195 w 620924"/>
                <a:gd name="connsiteY7" fmla="*/ 1090917 h 1090916"/>
                <a:gd name="connsiteX8" fmla="*/ 23111 w 620924"/>
                <a:gd name="connsiteY8" fmla="*/ 1090917 h 1090916"/>
                <a:gd name="connsiteX9" fmla="*/ 0 w 620924"/>
                <a:gd name="connsiteY9" fmla="*/ 1068458 h 1090916"/>
                <a:gd name="connsiteX10" fmla="*/ 0 w 620924"/>
                <a:gd name="connsiteY10" fmla="*/ 22459 h 1090916"/>
                <a:gd name="connsiteX11" fmla="*/ 23111 w 620924"/>
                <a:gd name="connsiteY11" fmla="*/ 0 h 1090916"/>
                <a:gd name="connsiteX12" fmla="*/ 82584 w 620924"/>
                <a:gd name="connsiteY12" fmla="*/ 0 h 1090916"/>
                <a:gd name="connsiteX13" fmla="*/ 104155 w 620924"/>
                <a:gd name="connsiteY13" fmla="*/ 12876 h 1090916"/>
                <a:gd name="connsiteX14" fmla="*/ 477326 w 620924"/>
                <a:gd name="connsiteY14" fmla="*/ 762115 h 1090916"/>
                <a:gd name="connsiteX15" fmla="*/ 518618 w 620924"/>
                <a:gd name="connsiteY15" fmla="*/ 860036 h 1090916"/>
                <a:gd name="connsiteX16" fmla="*/ 518618 w 620924"/>
                <a:gd name="connsiteY16" fmla="*/ 22459 h 1090916"/>
                <a:gd name="connsiteX17" fmla="*/ 543271 w 620924"/>
                <a:gd name="connsiteY17" fmla="*/ 0 h 1090916"/>
                <a:gd name="connsiteX18" fmla="*/ 599355 w 620924"/>
                <a:gd name="connsiteY18" fmla="*/ 0 h 1090916"/>
                <a:gd name="connsiteX19" fmla="*/ 620924 w 620924"/>
                <a:gd name="connsiteY19" fmla="*/ 22459 h 1090916"/>
                <a:gd name="connsiteX20" fmla="*/ 620924 w 620924"/>
                <a:gd name="connsiteY20" fmla="*/ 1068458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24" h="1090916">
                  <a:moveTo>
                    <a:pt x="620924" y="1068458"/>
                  </a:moveTo>
                  <a:cubicBezTo>
                    <a:pt x="620924" y="1083131"/>
                    <a:pt x="615995" y="1090917"/>
                    <a:pt x="599355" y="1090917"/>
                  </a:cubicBezTo>
                  <a:lnTo>
                    <a:pt x="539880" y="1090917"/>
                  </a:lnTo>
                  <a:cubicBezTo>
                    <a:pt x="526630" y="1090917"/>
                    <a:pt x="520160" y="1087623"/>
                    <a:pt x="515228" y="1078041"/>
                  </a:cubicBezTo>
                  <a:lnTo>
                    <a:pt x="148529" y="335091"/>
                  </a:lnTo>
                  <a:cubicBezTo>
                    <a:pt x="131888" y="303049"/>
                    <a:pt x="112168" y="259629"/>
                    <a:pt x="102307" y="227587"/>
                  </a:cubicBezTo>
                  <a:lnTo>
                    <a:pt x="102307" y="1068458"/>
                  </a:lnTo>
                  <a:cubicBezTo>
                    <a:pt x="102307" y="1083131"/>
                    <a:pt x="95835" y="1090917"/>
                    <a:pt x="79195" y="1090917"/>
                  </a:cubicBezTo>
                  <a:lnTo>
                    <a:pt x="23111" y="1090917"/>
                  </a:lnTo>
                  <a:cubicBezTo>
                    <a:pt x="6470" y="1090917"/>
                    <a:pt x="0" y="1082831"/>
                    <a:pt x="0" y="1068458"/>
                  </a:cubicBezTo>
                  <a:lnTo>
                    <a:pt x="0" y="22459"/>
                  </a:lnTo>
                  <a:cubicBezTo>
                    <a:pt x="0" y="8085"/>
                    <a:pt x="6470" y="0"/>
                    <a:pt x="23111" y="0"/>
                  </a:cubicBezTo>
                  <a:lnTo>
                    <a:pt x="82584" y="0"/>
                  </a:lnTo>
                  <a:cubicBezTo>
                    <a:pt x="93986" y="0"/>
                    <a:pt x="99224" y="2995"/>
                    <a:pt x="104155" y="12876"/>
                  </a:cubicBezTo>
                  <a:lnTo>
                    <a:pt x="477326" y="762115"/>
                  </a:lnTo>
                  <a:cubicBezTo>
                    <a:pt x="493966" y="794157"/>
                    <a:pt x="511839" y="839076"/>
                    <a:pt x="518618" y="860036"/>
                  </a:cubicBezTo>
                  <a:lnTo>
                    <a:pt x="518618" y="22459"/>
                  </a:lnTo>
                  <a:cubicBezTo>
                    <a:pt x="518618" y="8085"/>
                    <a:pt x="526938" y="0"/>
                    <a:pt x="543271" y="0"/>
                  </a:cubicBezTo>
                  <a:lnTo>
                    <a:pt x="599355" y="0"/>
                  </a:lnTo>
                  <a:cubicBezTo>
                    <a:pt x="615995" y="0"/>
                    <a:pt x="620924" y="8085"/>
                    <a:pt x="620924" y="22459"/>
                  </a:cubicBezTo>
                  <a:lnTo>
                    <a:pt x="620924" y="1068458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0" name="手繪多邊形: 圖案 889">
              <a:extLst>
                <a:ext uri="{FF2B5EF4-FFF2-40B4-BE49-F238E27FC236}">
                  <a16:creationId xmlns:a16="http://schemas.microsoft.com/office/drawing/2014/main" id="{DB4F10AE-F106-B895-2EE5-78976C5DB081}"/>
                </a:ext>
              </a:extLst>
            </p:cNvPr>
            <p:cNvSpPr/>
            <p:nvPr/>
          </p:nvSpPr>
          <p:spPr>
            <a:xfrm>
              <a:off x="-2281930" y="31779956"/>
              <a:ext cx="635716" cy="1090916"/>
            </a:xfrm>
            <a:custGeom>
              <a:avLst/>
              <a:gdLst>
                <a:gd name="connsiteX0" fmla="*/ 612605 w 635716"/>
                <a:gd name="connsiteY0" fmla="*/ 0 h 1090916"/>
                <a:gd name="connsiteX1" fmla="*/ 635717 w 635716"/>
                <a:gd name="connsiteY1" fmla="*/ 22459 h 1090916"/>
                <a:gd name="connsiteX2" fmla="*/ 635717 w 635716"/>
                <a:gd name="connsiteY2" fmla="*/ 68875 h 1090916"/>
                <a:gd name="connsiteX3" fmla="*/ 612605 w 635716"/>
                <a:gd name="connsiteY3" fmla="*/ 91335 h 1090916"/>
                <a:gd name="connsiteX4" fmla="*/ 373171 w 635716"/>
                <a:gd name="connsiteY4" fmla="*/ 91335 h 1090916"/>
                <a:gd name="connsiteX5" fmla="*/ 373171 w 635716"/>
                <a:gd name="connsiteY5" fmla="*/ 1066961 h 1090916"/>
                <a:gd name="connsiteX6" fmla="*/ 351602 w 635716"/>
                <a:gd name="connsiteY6" fmla="*/ 1090917 h 1090916"/>
                <a:gd name="connsiteX7" fmla="*/ 285657 w 635716"/>
                <a:gd name="connsiteY7" fmla="*/ 1090917 h 1090916"/>
                <a:gd name="connsiteX8" fmla="*/ 262546 w 635716"/>
                <a:gd name="connsiteY8" fmla="*/ 1066961 h 1090916"/>
                <a:gd name="connsiteX9" fmla="*/ 262546 w 635716"/>
                <a:gd name="connsiteY9" fmla="*/ 91335 h 1090916"/>
                <a:gd name="connsiteX10" fmla="*/ 23111 w 635716"/>
                <a:gd name="connsiteY10" fmla="*/ 91335 h 1090916"/>
                <a:gd name="connsiteX11" fmla="*/ 0 w 635716"/>
                <a:gd name="connsiteY11" fmla="*/ 68875 h 1090916"/>
                <a:gd name="connsiteX12" fmla="*/ 0 w 635716"/>
                <a:gd name="connsiteY12" fmla="*/ 22459 h 1090916"/>
                <a:gd name="connsiteX13" fmla="*/ 23111 w 635716"/>
                <a:gd name="connsiteY13" fmla="*/ 0 h 1090916"/>
                <a:gd name="connsiteX14" fmla="*/ 612605 w 635716"/>
                <a:gd name="connsiteY14" fmla="*/ 0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5716" h="1090916">
                  <a:moveTo>
                    <a:pt x="612605" y="0"/>
                  </a:moveTo>
                  <a:cubicBezTo>
                    <a:pt x="627396" y="0"/>
                    <a:pt x="635717" y="6289"/>
                    <a:pt x="635717" y="22459"/>
                  </a:cubicBezTo>
                  <a:lnTo>
                    <a:pt x="635717" y="68875"/>
                  </a:lnTo>
                  <a:cubicBezTo>
                    <a:pt x="635717" y="85045"/>
                    <a:pt x="627396" y="91335"/>
                    <a:pt x="612605" y="91335"/>
                  </a:cubicBezTo>
                  <a:lnTo>
                    <a:pt x="373171" y="91335"/>
                  </a:lnTo>
                  <a:lnTo>
                    <a:pt x="373171" y="1066961"/>
                  </a:lnTo>
                  <a:cubicBezTo>
                    <a:pt x="373171" y="1083131"/>
                    <a:pt x="366393" y="1090917"/>
                    <a:pt x="351602" y="1090917"/>
                  </a:cubicBezTo>
                  <a:lnTo>
                    <a:pt x="285657" y="1090917"/>
                  </a:lnTo>
                  <a:cubicBezTo>
                    <a:pt x="269016" y="1090917"/>
                    <a:pt x="262546" y="1082833"/>
                    <a:pt x="262546" y="1066961"/>
                  </a:cubicBezTo>
                  <a:lnTo>
                    <a:pt x="262546" y="91335"/>
                  </a:lnTo>
                  <a:lnTo>
                    <a:pt x="23111" y="91335"/>
                  </a:lnTo>
                  <a:cubicBezTo>
                    <a:pt x="6472" y="91335"/>
                    <a:pt x="0" y="85045"/>
                    <a:pt x="0" y="68875"/>
                  </a:cubicBezTo>
                  <a:lnTo>
                    <a:pt x="0" y="22459"/>
                  </a:lnTo>
                  <a:cubicBezTo>
                    <a:pt x="0" y="6289"/>
                    <a:pt x="6472" y="0"/>
                    <a:pt x="23111" y="0"/>
                  </a:cubicBezTo>
                  <a:lnTo>
                    <a:pt x="612605" y="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1" name="手繪多邊形: 圖案 890">
              <a:extLst>
                <a:ext uri="{FF2B5EF4-FFF2-40B4-BE49-F238E27FC236}">
                  <a16:creationId xmlns:a16="http://schemas.microsoft.com/office/drawing/2014/main" id="{7B672E2B-EE34-C3E8-27D7-22BA2425A21B}"/>
                </a:ext>
              </a:extLst>
            </p:cNvPr>
            <p:cNvSpPr/>
            <p:nvPr/>
          </p:nvSpPr>
          <p:spPr>
            <a:xfrm>
              <a:off x="-1114723" y="31779956"/>
              <a:ext cx="699954" cy="1090916"/>
            </a:xfrm>
            <a:custGeom>
              <a:avLst/>
              <a:gdLst>
                <a:gd name="connsiteX0" fmla="*/ 383103 w 699954"/>
                <a:gd name="connsiteY0" fmla="*/ 0 h 1090916"/>
                <a:gd name="connsiteX1" fmla="*/ 412686 w 699954"/>
                <a:gd name="connsiteY1" fmla="*/ 22459 h 1090916"/>
                <a:gd name="connsiteX2" fmla="*/ 698342 w 699954"/>
                <a:gd name="connsiteY2" fmla="*/ 1068458 h 1090916"/>
                <a:gd name="connsiteX3" fmla="*/ 680162 w 699954"/>
                <a:gd name="connsiteY3" fmla="*/ 1090917 h 1090916"/>
                <a:gd name="connsiteX4" fmla="*/ 614217 w 699954"/>
                <a:gd name="connsiteY4" fmla="*/ 1090917 h 1090916"/>
                <a:gd name="connsiteX5" fmla="*/ 586175 w 699954"/>
                <a:gd name="connsiteY5" fmla="*/ 1068458 h 1090916"/>
                <a:gd name="connsiteX6" fmla="*/ 506981 w 699954"/>
                <a:gd name="connsiteY6" fmla="*/ 776488 h 1090916"/>
                <a:gd name="connsiteX7" fmla="*/ 184962 w 699954"/>
                <a:gd name="connsiteY7" fmla="*/ 776488 h 1090916"/>
                <a:gd name="connsiteX8" fmla="*/ 107308 w 699954"/>
                <a:gd name="connsiteY8" fmla="*/ 1068458 h 1090916"/>
                <a:gd name="connsiteX9" fmla="*/ 80807 w 699954"/>
                <a:gd name="connsiteY9" fmla="*/ 1090917 h 1090916"/>
                <a:gd name="connsiteX10" fmla="*/ 19793 w 699954"/>
                <a:gd name="connsiteY10" fmla="*/ 1090917 h 1090916"/>
                <a:gd name="connsiteX11" fmla="*/ 1611 w 699954"/>
                <a:gd name="connsiteY11" fmla="*/ 1068458 h 1090916"/>
                <a:gd name="connsiteX12" fmla="*/ 287268 w 699954"/>
                <a:gd name="connsiteY12" fmla="*/ 22459 h 1090916"/>
                <a:gd name="connsiteX13" fmla="*/ 316851 w 699954"/>
                <a:gd name="connsiteY13" fmla="*/ 0 h 1090916"/>
                <a:gd name="connsiteX14" fmla="*/ 382796 w 699954"/>
                <a:gd name="connsiteY14" fmla="*/ 0 h 1090916"/>
                <a:gd name="connsiteX15" fmla="*/ 381563 w 699954"/>
                <a:gd name="connsiteY15" fmla="*/ 308140 h 1090916"/>
                <a:gd name="connsiteX16" fmla="*/ 346741 w 699954"/>
                <a:gd name="connsiteY16" fmla="*/ 129964 h 1090916"/>
                <a:gd name="connsiteX17" fmla="*/ 311920 w 699954"/>
                <a:gd name="connsiteY17" fmla="*/ 306344 h 1090916"/>
                <a:gd name="connsiteX18" fmla="*/ 206224 w 699954"/>
                <a:gd name="connsiteY18" fmla="*/ 689947 h 1090916"/>
                <a:gd name="connsiteX19" fmla="*/ 486950 w 699954"/>
                <a:gd name="connsiteY19" fmla="*/ 689947 h 1090916"/>
                <a:gd name="connsiteX20" fmla="*/ 381254 w 699954"/>
                <a:gd name="connsiteY20" fmla="*/ 307840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954" h="1090916">
                  <a:moveTo>
                    <a:pt x="383103" y="0"/>
                  </a:moveTo>
                  <a:cubicBezTo>
                    <a:pt x="399744" y="0"/>
                    <a:pt x="409605" y="8086"/>
                    <a:pt x="412686" y="22459"/>
                  </a:cubicBezTo>
                  <a:lnTo>
                    <a:pt x="698342" y="1068458"/>
                  </a:lnTo>
                  <a:cubicBezTo>
                    <a:pt x="703273" y="1084630"/>
                    <a:pt x="696801" y="1090917"/>
                    <a:pt x="680162" y="1090917"/>
                  </a:cubicBezTo>
                  <a:lnTo>
                    <a:pt x="614217" y="1090917"/>
                  </a:lnTo>
                  <a:cubicBezTo>
                    <a:pt x="597577" y="1090917"/>
                    <a:pt x="589565" y="1082833"/>
                    <a:pt x="586175" y="1068458"/>
                  </a:cubicBezTo>
                  <a:lnTo>
                    <a:pt x="506981" y="776488"/>
                  </a:lnTo>
                  <a:lnTo>
                    <a:pt x="184962" y="776488"/>
                  </a:lnTo>
                  <a:lnTo>
                    <a:pt x="107308" y="1068458"/>
                  </a:lnTo>
                  <a:cubicBezTo>
                    <a:pt x="103918" y="1083131"/>
                    <a:pt x="95906" y="1090917"/>
                    <a:pt x="80807" y="1090917"/>
                  </a:cubicBezTo>
                  <a:lnTo>
                    <a:pt x="19793" y="1090917"/>
                  </a:lnTo>
                  <a:cubicBezTo>
                    <a:pt x="3153" y="1090917"/>
                    <a:pt x="-3318" y="1084630"/>
                    <a:pt x="1611" y="1068458"/>
                  </a:cubicBezTo>
                  <a:lnTo>
                    <a:pt x="287268" y="22459"/>
                  </a:lnTo>
                  <a:cubicBezTo>
                    <a:pt x="290658" y="8086"/>
                    <a:pt x="300519" y="0"/>
                    <a:pt x="316851" y="0"/>
                  </a:cubicBezTo>
                  <a:lnTo>
                    <a:pt x="382796" y="0"/>
                  </a:lnTo>
                  <a:close/>
                  <a:moveTo>
                    <a:pt x="381563" y="308140"/>
                  </a:moveTo>
                  <a:cubicBezTo>
                    <a:pt x="369853" y="266516"/>
                    <a:pt x="351980" y="171888"/>
                    <a:pt x="346741" y="129964"/>
                  </a:cubicBezTo>
                  <a:cubicBezTo>
                    <a:pt x="339962" y="176380"/>
                    <a:pt x="322090" y="268013"/>
                    <a:pt x="311920" y="306344"/>
                  </a:cubicBezTo>
                  <a:lnTo>
                    <a:pt x="206224" y="689947"/>
                  </a:lnTo>
                  <a:lnTo>
                    <a:pt x="486950" y="689947"/>
                  </a:lnTo>
                  <a:lnTo>
                    <a:pt x="381254" y="30784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2" name="手繪多邊形: 圖案 891">
              <a:extLst>
                <a:ext uri="{FF2B5EF4-FFF2-40B4-BE49-F238E27FC236}">
                  <a16:creationId xmlns:a16="http://schemas.microsoft.com/office/drawing/2014/main" id="{F2F8C0F7-D858-ED21-3E77-371CB7B2AE7C}"/>
                </a:ext>
              </a:extLst>
            </p:cNvPr>
            <p:cNvSpPr/>
            <p:nvPr/>
          </p:nvSpPr>
          <p:spPr>
            <a:xfrm>
              <a:off x="293907" y="31779956"/>
              <a:ext cx="521701" cy="1090916"/>
            </a:xfrm>
            <a:custGeom>
              <a:avLst/>
              <a:gdLst>
                <a:gd name="connsiteX0" fmla="*/ 110626 w 521701"/>
                <a:gd name="connsiteY0" fmla="*/ 999583 h 1090916"/>
                <a:gd name="connsiteX1" fmla="*/ 498590 w 521701"/>
                <a:gd name="connsiteY1" fmla="*/ 999583 h 1090916"/>
                <a:gd name="connsiteX2" fmla="*/ 521701 w 521701"/>
                <a:gd name="connsiteY2" fmla="*/ 1020246 h 1090916"/>
                <a:gd name="connsiteX3" fmla="*/ 521701 w 521701"/>
                <a:gd name="connsiteY3" fmla="*/ 1068458 h 1090916"/>
                <a:gd name="connsiteX4" fmla="*/ 498590 w 521701"/>
                <a:gd name="connsiteY4" fmla="*/ 1090917 h 1090916"/>
                <a:gd name="connsiteX5" fmla="*/ 19722 w 521701"/>
                <a:gd name="connsiteY5" fmla="*/ 1090917 h 1090916"/>
                <a:gd name="connsiteX6" fmla="*/ 0 w 521701"/>
                <a:gd name="connsiteY6" fmla="*/ 1066961 h 1090916"/>
                <a:gd name="connsiteX7" fmla="*/ 0 w 521701"/>
                <a:gd name="connsiteY7" fmla="*/ 23957 h 1090916"/>
                <a:gd name="connsiteX8" fmla="*/ 23111 w 521701"/>
                <a:gd name="connsiteY8" fmla="*/ 0 h 1090916"/>
                <a:gd name="connsiteX9" fmla="*/ 87515 w 521701"/>
                <a:gd name="connsiteY9" fmla="*/ 0 h 1090916"/>
                <a:gd name="connsiteX10" fmla="*/ 110626 w 521701"/>
                <a:gd name="connsiteY10" fmla="*/ 23957 h 1090916"/>
                <a:gd name="connsiteX11" fmla="*/ 110626 w 521701"/>
                <a:gd name="connsiteY11" fmla="*/ 999583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01" h="1090916">
                  <a:moveTo>
                    <a:pt x="110626" y="999583"/>
                  </a:moveTo>
                  <a:lnTo>
                    <a:pt x="498590" y="999583"/>
                  </a:lnTo>
                  <a:cubicBezTo>
                    <a:pt x="513381" y="999583"/>
                    <a:pt x="521701" y="1004376"/>
                    <a:pt x="521701" y="1020246"/>
                  </a:cubicBezTo>
                  <a:lnTo>
                    <a:pt x="521701" y="1068458"/>
                  </a:lnTo>
                  <a:cubicBezTo>
                    <a:pt x="521701" y="1084630"/>
                    <a:pt x="513381" y="1090917"/>
                    <a:pt x="498590" y="1090917"/>
                  </a:cubicBezTo>
                  <a:lnTo>
                    <a:pt x="19722" y="1090917"/>
                  </a:lnTo>
                  <a:cubicBezTo>
                    <a:pt x="6472" y="1090917"/>
                    <a:pt x="0" y="1082833"/>
                    <a:pt x="0" y="1066961"/>
                  </a:cubicBezTo>
                  <a:lnTo>
                    <a:pt x="0" y="23957"/>
                  </a:lnTo>
                  <a:cubicBezTo>
                    <a:pt x="0" y="7786"/>
                    <a:pt x="6472" y="0"/>
                    <a:pt x="23111" y="0"/>
                  </a:cubicBezTo>
                  <a:lnTo>
                    <a:pt x="87515" y="0"/>
                  </a:lnTo>
                  <a:cubicBezTo>
                    <a:pt x="104155" y="0"/>
                    <a:pt x="110626" y="8086"/>
                    <a:pt x="110626" y="23957"/>
                  </a:cubicBezTo>
                  <a:lnTo>
                    <a:pt x="110626" y="999583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3" name="手繪多邊形: 圖案 892">
              <a:extLst>
                <a:ext uri="{FF2B5EF4-FFF2-40B4-BE49-F238E27FC236}">
                  <a16:creationId xmlns:a16="http://schemas.microsoft.com/office/drawing/2014/main" id="{CC5150D0-E889-18C2-32D7-A705548E9F47}"/>
                </a:ext>
              </a:extLst>
            </p:cNvPr>
            <p:cNvSpPr/>
            <p:nvPr/>
          </p:nvSpPr>
          <p:spPr>
            <a:xfrm>
              <a:off x="2341575" y="31767080"/>
              <a:ext cx="604284" cy="1116969"/>
            </a:xfrm>
            <a:custGeom>
              <a:avLst/>
              <a:gdLst>
                <a:gd name="connsiteX0" fmla="*/ 604285 w 604284"/>
                <a:gd name="connsiteY0" fmla="*/ 893875 h 1116969"/>
                <a:gd name="connsiteX1" fmla="*/ 302297 w 604284"/>
                <a:gd name="connsiteY1" fmla="*/ 1116970 h 1116969"/>
                <a:gd name="connsiteX2" fmla="*/ 0 w 604284"/>
                <a:gd name="connsiteY2" fmla="*/ 893875 h 1116969"/>
                <a:gd name="connsiteX3" fmla="*/ 0 w 604284"/>
                <a:gd name="connsiteY3" fmla="*/ 223095 h 1116969"/>
                <a:gd name="connsiteX4" fmla="*/ 302297 w 604284"/>
                <a:gd name="connsiteY4" fmla="*/ 0 h 1116969"/>
                <a:gd name="connsiteX5" fmla="*/ 604285 w 604284"/>
                <a:gd name="connsiteY5" fmla="*/ 223095 h 1116969"/>
                <a:gd name="connsiteX6" fmla="*/ 604285 w 604284"/>
                <a:gd name="connsiteY6" fmla="*/ 314429 h 1116969"/>
                <a:gd name="connsiteX7" fmla="*/ 581173 w 604284"/>
                <a:gd name="connsiteY7" fmla="*/ 338385 h 1116969"/>
                <a:gd name="connsiteX8" fmla="*/ 520160 w 604284"/>
                <a:gd name="connsiteY8" fmla="*/ 338385 h 1116969"/>
                <a:gd name="connsiteX9" fmla="*/ 495507 w 604284"/>
                <a:gd name="connsiteY9" fmla="*/ 314429 h 1116969"/>
                <a:gd name="connsiteX10" fmla="*/ 495507 w 604284"/>
                <a:gd name="connsiteY10" fmla="*/ 230880 h 1116969"/>
                <a:gd name="connsiteX11" fmla="*/ 302297 w 604284"/>
                <a:gd name="connsiteY11" fmla="*/ 91334 h 1116969"/>
                <a:gd name="connsiteX12" fmla="*/ 110626 w 604284"/>
                <a:gd name="connsiteY12" fmla="*/ 230880 h 1116969"/>
                <a:gd name="connsiteX13" fmla="*/ 110626 w 604284"/>
                <a:gd name="connsiteY13" fmla="*/ 885491 h 1116969"/>
                <a:gd name="connsiteX14" fmla="*/ 302297 w 604284"/>
                <a:gd name="connsiteY14" fmla="*/ 1025036 h 1116969"/>
                <a:gd name="connsiteX15" fmla="*/ 495507 w 604284"/>
                <a:gd name="connsiteY15" fmla="*/ 885491 h 1116969"/>
                <a:gd name="connsiteX16" fmla="*/ 495507 w 604284"/>
                <a:gd name="connsiteY16" fmla="*/ 781281 h 1116969"/>
                <a:gd name="connsiteX17" fmla="*/ 520160 w 604284"/>
                <a:gd name="connsiteY17" fmla="*/ 758822 h 1116969"/>
                <a:gd name="connsiteX18" fmla="*/ 581173 w 604284"/>
                <a:gd name="connsiteY18" fmla="*/ 758822 h 1116969"/>
                <a:gd name="connsiteX19" fmla="*/ 604285 w 604284"/>
                <a:gd name="connsiteY19" fmla="*/ 781281 h 1116969"/>
                <a:gd name="connsiteX20" fmla="*/ 604285 w 604284"/>
                <a:gd name="connsiteY20" fmla="*/ 893577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284" h="1116969">
                  <a:moveTo>
                    <a:pt x="604285" y="893875"/>
                  </a:moveTo>
                  <a:cubicBezTo>
                    <a:pt x="604285" y="1015753"/>
                    <a:pt x="538341" y="1116970"/>
                    <a:pt x="302297" y="1116970"/>
                  </a:cubicBezTo>
                  <a:cubicBezTo>
                    <a:pt x="66252" y="1116970"/>
                    <a:pt x="0" y="1015753"/>
                    <a:pt x="0" y="893875"/>
                  </a:cubicBezTo>
                  <a:lnTo>
                    <a:pt x="0" y="223095"/>
                  </a:lnTo>
                  <a:cubicBezTo>
                    <a:pt x="0" y="101216"/>
                    <a:pt x="65944" y="0"/>
                    <a:pt x="302297" y="0"/>
                  </a:cubicBezTo>
                  <a:cubicBezTo>
                    <a:pt x="538649" y="0"/>
                    <a:pt x="604285" y="101216"/>
                    <a:pt x="604285" y="223095"/>
                  </a:cubicBezTo>
                  <a:lnTo>
                    <a:pt x="604285" y="314429"/>
                  </a:lnTo>
                  <a:cubicBezTo>
                    <a:pt x="604285" y="330599"/>
                    <a:pt x="597814" y="338385"/>
                    <a:pt x="581173" y="338385"/>
                  </a:cubicBezTo>
                  <a:lnTo>
                    <a:pt x="520160" y="338385"/>
                  </a:lnTo>
                  <a:cubicBezTo>
                    <a:pt x="501979" y="338385"/>
                    <a:pt x="495507" y="330300"/>
                    <a:pt x="495507" y="314429"/>
                  </a:cubicBezTo>
                  <a:lnTo>
                    <a:pt x="495507" y="230880"/>
                  </a:lnTo>
                  <a:cubicBezTo>
                    <a:pt x="495507" y="147333"/>
                    <a:pt x="450826" y="91334"/>
                    <a:pt x="302297" y="91334"/>
                  </a:cubicBezTo>
                  <a:cubicBezTo>
                    <a:pt x="153767" y="91334"/>
                    <a:pt x="110626" y="147333"/>
                    <a:pt x="110626" y="230880"/>
                  </a:cubicBezTo>
                  <a:lnTo>
                    <a:pt x="110626" y="885491"/>
                  </a:lnTo>
                  <a:cubicBezTo>
                    <a:pt x="110626" y="969038"/>
                    <a:pt x="155309" y="1025036"/>
                    <a:pt x="302297" y="1025036"/>
                  </a:cubicBezTo>
                  <a:cubicBezTo>
                    <a:pt x="449284" y="1025036"/>
                    <a:pt x="495507" y="969038"/>
                    <a:pt x="495507" y="885491"/>
                  </a:cubicBezTo>
                  <a:lnTo>
                    <a:pt x="495507" y="781281"/>
                  </a:lnTo>
                  <a:cubicBezTo>
                    <a:pt x="495507" y="765109"/>
                    <a:pt x="502287" y="758822"/>
                    <a:pt x="520160" y="758822"/>
                  </a:cubicBezTo>
                  <a:lnTo>
                    <a:pt x="581173" y="758822"/>
                  </a:lnTo>
                  <a:cubicBezTo>
                    <a:pt x="597814" y="758822"/>
                    <a:pt x="604285" y="765109"/>
                    <a:pt x="604285" y="781281"/>
                  </a:cubicBezTo>
                  <a:lnTo>
                    <a:pt x="604285" y="89357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4" name="手繪多邊形: 圖案 893">
              <a:extLst>
                <a:ext uri="{FF2B5EF4-FFF2-40B4-BE49-F238E27FC236}">
                  <a16:creationId xmlns:a16="http://schemas.microsoft.com/office/drawing/2014/main" id="{27C5642E-9894-C2B0-C6A5-E6AB732D92A0}"/>
                </a:ext>
              </a:extLst>
            </p:cNvPr>
            <p:cNvSpPr/>
            <p:nvPr/>
          </p:nvSpPr>
          <p:spPr>
            <a:xfrm>
              <a:off x="3693743" y="31779956"/>
              <a:ext cx="521700" cy="1090916"/>
            </a:xfrm>
            <a:custGeom>
              <a:avLst/>
              <a:gdLst>
                <a:gd name="connsiteX0" fmla="*/ 110626 w 521700"/>
                <a:gd name="connsiteY0" fmla="*/ 999583 h 1090916"/>
                <a:gd name="connsiteX1" fmla="*/ 498589 w 521700"/>
                <a:gd name="connsiteY1" fmla="*/ 999583 h 1090916"/>
                <a:gd name="connsiteX2" fmla="*/ 521700 w 521700"/>
                <a:gd name="connsiteY2" fmla="*/ 1020246 h 1090916"/>
                <a:gd name="connsiteX3" fmla="*/ 521700 w 521700"/>
                <a:gd name="connsiteY3" fmla="*/ 1068458 h 1090916"/>
                <a:gd name="connsiteX4" fmla="*/ 498589 w 521700"/>
                <a:gd name="connsiteY4" fmla="*/ 1090917 h 1090916"/>
                <a:gd name="connsiteX5" fmla="*/ 19721 w 521700"/>
                <a:gd name="connsiteY5" fmla="*/ 1090917 h 1090916"/>
                <a:gd name="connsiteX6" fmla="*/ 0 w 521700"/>
                <a:gd name="connsiteY6" fmla="*/ 1066961 h 1090916"/>
                <a:gd name="connsiteX7" fmla="*/ 0 w 521700"/>
                <a:gd name="connsiteY7" fmla="*/ 23957 h 1090916"/>
                <a:gd name="connsiteX8" fmla="*/ 23111 w 521700"/>
                <a:gd name="connsiteY8" fmla="*/ 0 h 1090916"/>
                <a:gd name="connsiteX9" fmla="*/ 87515 w 521700"/>
                <a:gd name="connsiteY9" fmla="*/ 0 h 1090916"/>
                <a:gd name="connsiteX10" fmla="*/ 110626 w 521700"/>
                <a:gd name="connsiteY10" fmla="*/ 23957 h 1090916"/>
                <a:gd name="connsiteX11" fmla="*/ 110626 w 521700"/>
                <a:gd name="connsiteY11" fmla="*/ 999583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00" h="1090916">
                  <a:moveTo>
                    <a:pt x="110626" y="999583"/>
                  </a:moveTo>
                  <a:lnTo>
                    <a:pt x="498589" y="999583"/>
                  </a:lnTo>
                  <a:cubicBezTo>
                    <a:pt x="513381" y="999583"/>
                    <a:pt x="521700" y="1004376"/>
                    <a:pt x="521700" y="1020246"/>
                  </a:cubicBezTo>
                  <a:lnTo>
                    <a:pt x="521700" y="1068458"/>
                  </a:lnTo>
                  <a:cubicBezTo>
                    <a:pt x="521700" y="1084630"/>
                    <a:pt x="513381" y="1090917"/>
                    <a:pt x="498589" y="1090917"/>
                  </a:cubicBezTo>
                  <a:lnTo>
                    <a:pt x="19721" y="1090917"/>
                  </a:lnTo>
                  <a:cubicBezTo>
                    <a:pt x="6471" y="1090917"/>
                    <a:pt x="0" y="1082833"/>
                    <a:pt x="0" y="1066961"/>
                  </a:cubicBezTo>
                  <a:lnTo>
                    <a:pt x="0" y="23957"/>
                  </a:lnTo>
                  <a:cubicBezTo>
                    <a:pt x="0" y="7786"/>
                    <a:pt x="6471" y="0"/>
                    <a:pt x="23111" y="0"/>
                  </a:cubicBezTo>
                  <a:lnTo>
                    <a:pt x="87515" y="0"/>
                  </a:lnTo>
                  <a:cubicBezTo>
                    <a:pt x="104155" y="0"/>
                    <a:pt x="110626" y="8086"/>
                    <a:pt x="110626" y="23957"/>
                  </a:cubicBezTo>
                  <a:lnTo>
                    <a:pt x="110626" y="999583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5" name="手繪多邊形: 圖案 894">
              <a:extLst>
                <a:ext uri="{FF2B5EF4-FFF2-40B4-BE49-F238E27FC236}">
                  <a16:creationId xmlns:a16="http://schemas.microsoft.com/office/drawing/2014/main" id="{799CAE8C-EA42-740B-6554-CD81E83AB9DA}"/>
                </a:ext>
              </a:extLst>
            </p:cNvPr>
            <p:cNvSpPr/>
            <p:nvPr/>
          </p:nvSpPr>
          <p:spPr>
            <a:xfrm>
              <a:off x="4914024" y="31780256"/>
              <a:ext cx="110626" cy="1090916"/>
            </a:xfrm>
            <a:custGeom>
              <a:avLst/>
              <a:gdLst>
                <a:gd name="connsiteX0" fmla="*/ 110626 w 110626"/>
                <a:gd name="connsiteY0" fmla="*/ 1066961 h 1090916"/>
                <a:gd name="connsiteX1" fmla="*/ 87515 w 110626"/>
                <a:gd name="connsiteY1" fmla="*/ 1090917 h 1090916"/>
                <a:gd name="connsiteX2" fmla="*/ 23111 w 110626"/>
                <a:gd name="connsiteY2" fmla="*/ 1090917 h 1090916"/>
                <a:gd name="connsiteX3" fmla="*/ 0 w 110626"/>
                <a:gd name="connsiteY3" fmla="*/ 1066961 h 1090916"/>
                <a:gd name="connsiteX4" fmla="*/ 0 w 110626"/>
                <a:gd name="connsiteY4" fmla="*/ 23956 h 1090916"/>
                <a:gd name="connsiteX5" fmla="*/ 23111 w 110626"/>
                <a:gd name="connsiteY5" fmla="*/ 0 h 1090916"/>
                <a:gd name="connsiteX6" fmla="*/ 87515 w 110626"/>
                <a:gd name="connsiteY6" fmla="*/ 0 h 1090916"/>
                <a:gd name="connsiteX7" fmla="*/ 110626 w 110626"/>
                <a:gd name="connsiteY7" fmla="*/ 23956 h 1090916"/>
                <a:gd name="connsiteX8" fmla="*/ 110626 w 110626"/>
                <a:gd name="connsiteY8" fmla="*/ 1066961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6" h="1090916">
                  <a:moveTo>
                    <a:pt x="110626" y="1066961"/>
                  </a:moveTo>
                  <a:cubicBezTo>
                    <a:pt x="110626" y="1083131"/>
                    <a:pt x="104154" y="1090917"/>
                    <a:pt x="87515" y="1090917"/>
                  </a:cubicBezTo>
                  <a:lnTo>
                    <a:pt x="23111" y="1090917"/>
                  </a:lnTo>
                  <a:cubicBezTo>
                    <a:pt x="6471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1" y="0"/>
                    <a:pt x="23111" y="0"/>
                  </a:cubicBezTo>
                  <a:lnTo>
                    <a:pt x="87515" y="0"/>
                  </a:lnTo>
                  <a:cubicBezTo>
                    <a:pt x="104154" y="0"/>
                    <a:pt x="110626" y="8085"/>
                    <a:pt x="110626" y="23956"/>
                  </a:cubicBezTo>
                  <a:lnTo>
                    <a:pt x="110626" y="1066961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6" name="手繪多邊形: 圖案 895">
              <a:extLst>
                <a:ext uri="{FF2B5EF4-FFF2-40B4-BE49-F238E27FC236}">
                  <a16:creationId xmlns:a16="http://schemas.microsoft.com/office/drawing/2014/main" id="{11D6005A-7612-F45D-C5C0-22746B544BC8}"/>
                </a:ext>
              </a:extLst>
            </p:cNvPr>
            <p:cNvSpPr/>
            <p:nvPr/>
          </p:nvSpPr>
          <p:spPr>
            <a:xfrm>
              <a:off x="5827076" y="31780256"/>
              <a:ext cx="620926" cy="1090916"/>
            </a:xfrm>
            <a:custGeom>
              <a:avLst/>
              <a:gdLst>
                <a:gd name="connsiteX0" fmla="*/ 620926 w 620926"/>
                <a:gd name="connsiteY0" fmla="*/ 1068458 h 1090916"/>
                <a:gd name="connsiteX1" fmla="*/ 599355 w 620926"/>
                <a:gd name="connsiteY1" fmla="*/ 1090917 h 1090916"/>
                <a:gd name="connsiteX2" fmla="*/ 539882 w 620926"/>
                <a:gd name="connsiteY2" fmla="*/ 1090917 h 1090916"/>
                <a:gd name="connsiteX3" fmla="*/ 515229 w 620926"/>
                <a:gd name="connsiteY3" fmla="*/ 1078041 h 1090916"/>
                <a:gd name="connsiteX4" fmla="*/ 148529 w 620926"/>
                <a:gd name="connsiteY4" fmla="*/ 335091 h 1090916"/>
                <a:gd name="connsiteX5" fmla="*/ 102307 w 620926"/>
                <a:gd name="connsiteY5" fmla="*/ 227587 h 1090916"/>
                <a:gd name="connsiteX6" fmla="*/ 102307 w 620926"/>
                <a:gd name="connsiteY6" fmla="*/ 1068458 h 1090916"/>
                <a:gd name="connsiteX7" fmla="*/ 79195 w 620926"/>
                <a:gd name="connsiteY7" fmla="*/ 1090917 h 1090916"/>
                <a:gd name="connsiteX8" fmla="*/ 23111 w 620926"/>
                <a:gd name="connsiteY8" fmla="*/ 1090917 h 1090916"/>
                <a:gd name="connsiteX9" fmla="*/ 0 w 620926"/>
                <a:gd name="connsiteY9" fmla="*/ 1068458 h 1090916"/>
                <a:gd name="connsiteX10" fmla="*/ 0 w 620926"/>
                <a:gd name="connsiteY10" fmla="*/ 22459 h 1090916"/>
                <a:gd name="connsiteX11" fmla="*/ 23111 w 620926"/>
                <a:gd name="connsiteY11" fmla="*/ 0 h 1090916"/>
                <a:gd name="connsiteX12" fmla="*/ 82585 w 620926"/>
                <a:gd name="connsiteY12" fmla="*/ 0 h 1090916"/>
                <a:gd name="connsiteX13" fmla="*/ 104155 w 620926"/>
                <a:gd name="connsiteY13" fmla="*/ 12876 h 1090916"/>
                <a:gd name="connsiteX14" fmla="*/ 477327 w 620926"/>
                <a:gd name="connsiteY14" fmla="*/ 762115 h 1090916"/>
                <a:gd name="connsiteX15" fmla="*/ 518620 w 620926"/>
                <a:gd name="connsiteY15" fmla="*/ 860036 h 1090916"/>
                <a:gd name="connsiteX16" fmla="*/ 518620 w 620926"/>
                <a:gd name="connsiteY16" fmla="*/ 22459 h 1090916"/>
                <a:gd name="connsiteX17" fmla="*/ 543271 w 620926"/>
                <a:gd name="connsiteY17" fmla="*/ 0 h 1090916"/>
                <a:gd name="connsiteX18" fmla="*/ 599355 w 620926"/>
                <a:gd name="connsiteY18" fmla="*/ 0 h 1090916"/>
                <a:gd name="connsiteX19" fmla="*/ 620926 w 620926"/>
                <a:gd name="connsiteY19" fmla="*/ 22459 h 1090916"/>
                <a:gd name="connsiteX20" fmla="*/ 620926 w 620926"/>
                <a:gd name="connsiteY20" fmla="*/ 1068458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26" h="1090916">
                  <a:moveTo>
                    <a:pt x="620926" y="1068458"/>
                  </a:moveTo>
                  <a:cubicBezTo>
                    <a:pt x="620926" y="1083131"/>
                    <a:pt x="615996" y="1090917"/>
                    <a:pt x="599355" y="1090917"/>
                  </a:cubicBezTo>
                  <a:lnTo>
                    <a:pt x="539882" y="1090917"/>
                  </a:lnTo>
                  <a:cubicBezTo>
                    <a:pt x="526631" y="1090917"/>
                    <a:pt x="520160" y="1087623"/>
                    <a:pt x="515229" y="1078041"/>
                  </a:cubicBezTo>
                  <a:lnTo>
                    <a:pt x="148529" y="335091"/>
                  </a:lnTo>
                  <a:cubicBezTo>
                    <a:pt x="131889" y="303049"/>
                    <a:pt x="112168" y="259629"/>
                    <a:pt x="102307" y="227587"/>
                  </a:cubicBezTo>
                  <a:lnTo>
                    <a:pt x="102307" y="1068458"/>
                  </a:lnTo>
                  <a:cubicBezTo>
                    <a:pt x="102307" y="1083131"/>
                    <a:pt x="95836" y="1090917"/>
                    <a:pt x="79195" y="1090917"/>
                  </a:cubicBezTo>
                  <a:lnTo>
                    <a:pt x="23111" y="1090917"/>
                  </a:lnTo>
                  <a:cubicBezTo>
                    <a:pt x="6472" y="1090917"/>
                    <a:pt x="0" y="1082831"/>
                    <a:pt x="0" y="1068458"/>
                  </a:cubicBezTo>
                  <a:lnTo>
                    <a:pt x="0" y="22459"/>
                  </a:lnTo>
                  <a:cubicBezTo>
                    <a:pt x="0" y="8085"/>
                    <a:pt x="6472" y="0"/>
                    <a:pt x="23111" y="0"/>
                  </a:cubicBezTo>
                  <a:lnTo>
                    <a:pt x="82585" y="0"/>
                  </a:lnTo>
                  <a:cubicBezTo>
                    <a:pt x="93987" y="0"/>
                    <a:pt x="99225" y="2995"/>
                    <a:pt x="104155" y="12876"/>
                  </a:cubicBezTo>
                  <a:lnTo>
                    <a:pt x="477327" y="762115"/>
                  </a:lnTo>
                  <a:cubicBezTo>
                    <a:pt x="493967" y="794157"/>
                    <a:pt x="511840" y="839076"/>
                    <a:pt x="518620" y="860036"/>
                  </a:cubicBezTo>
                  <a:lnTo>
                    <a:pt x="518620" y="22459"/>
                  </a:lnTo>
                  <a:cubicBezTo>
                    <a:pt x="518620" y="8085"/>
                    <a:pt x="526939" y="0"/>
                    <a:pt x="543271" y="0"/>
                  </a:cubicBezTo>
                  <a:lnTo>
                    <a:pt x="599355" y="0"/>
                  </a:lnTo>
                  <a:cubicBezTo>
                    <a:pt x="615996" y="0"/>
                    <a:pt x="620926" y="8085"/>
                    <a:pt x="620926" y="22459"/>
                  </a:cubicBezTo>
                  <a:lnTo>
                    <a:pt x="620926" y="1068458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7" name="手繪多邊形: 圖案 896">
              <a:extLst>
                <a:ext uri="{FF2B5EF4-FFF2-40B4-BE49-F238E27FC236}">
                  <a16:creationId xmlns:a16="http://schemas.microsoft.com/office/drawing/2014/main" id="{A325C601-827A-8AE7-4593-5680B2AE4646}"/>
                </a:ext>
              </a:extLst>
            </p:cNvPr>
            <p:cNvSpPr/>
            <p:nvPr/>
          </p:nvSpPr>
          <p:spPr>
            <a:xfrm>
              <a:off x="7250428" y="31780256"/>
              <a:ext cx="110626" cy="1090916"/>
            </a:xfrm>
            <a:custGeom>
              <a:avLst/>
              <a:gdLst>
                <a:gd name="connsiteX0" fmla="*/ 110626 w 110626"/>
                <a:gd name="connsiteY0" fmla="*/ 1066961 h 1090916"/>
                <a:gd name="connsiteX1" fmla="*/ 87515 w 110626"/>
                <a:gd name="connsiteY1" fmla="*/ 1090917 h 1090916"/>
                <a:gd name="connsiteX2" fmla="*/ 23111 w 110626"/>
                <a:gd name="connsiteY2" fmla="*/ 1090917 h 1090916"/>
                <a:gd name="connsiteX3" fmla="*/ 0 w 110626"/>
                <a:gd name="connsiteY3" fmla="*/ 1066961 h 1090916"/>
                <a:gd name="connsiteX4" fmla="*/ 0 w 110626"/>
                <a:gd name="connsiteY4" fmla="*/ 23956 h 1090916"/>
                <a:gd name="connsiteX5" fmla="*/ 23111 w 110626"/>
                <a:gd name="connsiteY5" fmla="*/ 0 h 1090916"/>
                <a:gd name="connsiteX6" fmla="*/ 87515 w 110626"/>
                <a:gd name="connsiteY6" fmla="*/ 0 h 1090916"/>
                <a:gd name="connsiteX7" fmla="*/ 110626 w 110626"/>
                <a:gd name="connsiteY7" fmla="*/ 23956 h 1090916"/>
                <a:gd name="connsiteX8" fmla="*/ 110626 w 110626"/>
                <a:gd name="connsiteY8" fmla="*/ 1066961 h 1090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26" h="1090916">
                  <a:moveTo>
                    <a:pt x="110626" y="1066961"/>
                  </a:moveTo>
                  <a:cubicBezTo>
                    <a:pt x="110626" y="1083131"/>
                    <a:pt x="104155" y="1090917"/>
                    <a:pt x="87515" y="1090917"/>
                  </a:cubicBezTo>
                  <a:lnTo>
                    <a:pt x="23111" y="1090917"/>
                  </a:lnTo>
                  <a:cubicBezTo>
                    <a:pt x="6471" y="1090917"/>
                    <a:pt x="0" y="1082831"/>
                    <a:pt x="0" y="1066961"/>
                  </a:cubicBezTo>
                  <a:lnTo>
                    <a:pt x="0" y="23956"/>
                  </a:lnTo>
                  <a:cubicBezTo>
                    <a:pt x="0" y="7786"/>
                    <a:pt x="6471" y="0"/>
                    <a:pt x="23111" y="0"/>
                  </a:cubicBezTo>
                  <a:lnTo>
                    <a:pt x="87515" y="0"/>
                  </a:lnTo>
                  <a:cubicBezTo>
                    <a:pt x="104155" y="0"/>
                    <a:pt x="110626" y="8085"/>
                    <a:pt x="110626" y="23956"/>
                  </a:cubicBezTo>
                  <a:lnTo>
                    <a:pt x="110626" y="1066961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98" name="手繪多邊形: 圖案 897">
              <a:extLst>
                <a:ext uri="{FF2B5EF4-FFF2-40B4-BE49-F238E27FC236}">
                  <a16:creationId xmlns:a16="http://schemas.microsoft.com/office/drawing/2014/main" id="{1ED3A4DA-21E8-C152-E3FF-CECD6291A2E8}"/>
                </a:ext>
              </a:extLst>
            </p:cNvPr>
            <p:cNvSpPr/>
            <p:nvPr/>
          </p:nvSpPr>
          <p:spPr>
            <a:xfrm>
              <a:off x="8147149" y="31767080"/>
              <a:ext cx="604285" cy="1116969"/>
            </a:xfrm>
            <a:custGeom>
              <a:avLst/>
              <a:gdLst>
                <a:gd name="connsiteX0" fmla="*/ 604285 w 604285"/>
                <a:gd name="connsiteY0" fmla="*/ 893875 h 1116969"/>
                <a:gd name="connsiteX1" fmla="*/ 302297 w 604285"/>
                <a:gd name="connsiteY1" fmla="*/ 1116970 h 1116969"/>
                <a:gd name="connsiteX2" fmla="*/ 0 w 604285"/>
                <a:gd name="connsiteY2" fmla="*/ 893875 h 1116969"/>
                <a:gd name="connsiteX3" fmla="*/ 0 w 604285"/>
                <a:gd name="connsiteY3" fmla="*/ 223095 h 1116969"/>
                <a:gd name="connsiteX4" fmla="*/ 302297 w 604285"/>
                <a:gd name="connsiteY4" fmla="*/ 0 h 1116969"/>
                <a:gd name="connsiteX5" fmla="*/ 604285 w 604285"/>
                <a:gd name="connsiteY5" fmla="*/ 223095 h 1116969"/>
                <a:gd name="connsiteX6" fmla="*/ 604285 w 604285"/>
                <a:gd name="connsiteY6" fmla="*/ 314429 h 1116969"/>
                <a:gd name="connsiteX7" fmla="*/ 581174 w 604285"/>
                <a:gd name="connsiteY7" fmla="*/ 338385 h 1116969"/>
                <a:gd name="connsiteX8" fmla="*/ 520160 w 604285"/>
                <a:gd name="connsiteY8" fmla="*/ 338385 h 1116969"/>
                <a:gd name="connsiteX9" fmla="*/ 495508 w 604285"/>
                <a:gd name="connsiteY9" fmla="*/ 314429 h 1116969"/>
                <a:gd name="connsiteX10" fmla="*/ 495508 w 604285"/>
                <a:gd name="connsiteY10" fmla="*/ 230880 h 1116969"/>
                <a:gd name="connsiteX11" fmla="*/ 302297 w 604285"/>
                <a:gd name="connsiteY11" fmla="*/ 91334 h 1116969"/>
                <a:gd name="connsiteX12" fmla="*/ 110626 w 604285"/>
                <a:gd name="connsiteY12" fmla="*/ 230880 h 1116969"/>
                <a:gd name="connsiteX13" fmla="*/ 110626 w 604285"/>
                <a:gd name="connsiteY13" fmla="*/ 885491 h 1116969"/>
                <a:gd name="connsiteX14" fmla="*/ 302297 w 604285"/>
                <a:gd name="connsiteY14" fmla="*/ 1025036 h 1116969"/>
                <a:gd name="connsiteX15" fmla="*/ 495508 w 604285"/>
                <a:gd name="connsiteY15" fmla="*/ 885491 h 1116969"/>
                <a:gd name="connsiteX16" fmla="*/ 495508 w 604285"/>
                <a:gd name="connsiteY16" fmla="*/ 781281 h 1116969"/>
                <a:gd name="connsiteX17" fmla="*/ 520160 w 604285"/>
                <a:gd name="connsiteY17" fmla="*/ 758822 h 1116969"/>
                <a:gd name="connsiteX18" fmla="*/ 581174 w 604285"/>
                <a:gd name="connsiteY18" fmla="*/ 758822 h 1116969"/>
                <a:gd name="connsiteX19" fmla="*/ 604285 w 604285"/>
                <a:gd name="connsiteY19" fmla="*/ 781281 h 1116969"/>
                <a:gd name="connsiteX20" fmla="*/ 604285 w 604285"/>
                <a:gd name="connsiteY20" fmla="*/ 893577 h 1116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285" h="1116969">
                  <a:moveTo>
                    <a:pt x="604285" y="893875"/>
                  </a:moveTo>
                  <a:cubicBezTo>
                    <a:pt x="604285" y="1015753"/>
                    <a:pt x="538341" y="1116970"/>
                    <a:pt x="302297" y="1116970"/>
                  </a:cubicBezTo>
                  <a:cubicBezTo>
                    <a:pt x="66253" y="1116970"/>
                    <a:pt x="0" y="1015753"/>
                    <a:pt x="0" y="893875"/>
                  </a:cubicBezTo>
                  <a:lnTo>
                    <a:pt x="0" y="223095"/>
                  </a:lnTo>
                  <a:cubicBezTo>
                    <a:pt x="0" y="101216"/>
                    <a:pt x="65944" y="0"/>
                    <a:pt x="302297" y="0"/>
                  </a:cubicBezTo>
                  <a:cubicBezTo>
                    <a:pt x="538649" y="0"/>
                    <a:pt x="604285" y="101216"/>
                    <a:pt x="604285" y="223095"/>
                  </a:cubicBezTo>
                  <a:lnTo>
                    <a:pt x="604285" y="314429"/>
                  </a:lnTo>
                  <a:cubicBezTo>
                    <a:pt x="604285" y="330599"/>
                    <a:pt x="597814" y="338385"/>
                    <a:pt x="581174" y="338385"/>
                  </a:cubicBezTo>
                  <a:lnTo>
                    <a:pt x="520160" y="338385"/>
                  </a:lnTo>
                  <a:cubicBezTo>
                    <a:pt x="501979" y="338385"/>
                    <a:pt x="495508" y="330300"/>
                    <a:pt x="495508" y="314429"/>
                  </a:cubicBezTo>
                  <a:lnTo>
                    <a:pt x="495508" y="230880"/>
                  </a:lnTo>
                  <a:cubicBezTo>
                    <a:pt x="495508" y="147333"/>
                    <a:pt x="450826" y="91334"/>
                    <a:pt x="302297" y="91334"/>
                  </a:cubicBezTo>
                  <a:cubicBezTo>
                    <a:pt x="153768" y="91334"/>
                    <a:pt x="110626" y="147333"/>
                    <a:pt x="110626" y="230880"/>
                  </a:cubicBezTo>
                  <a:lnTo>
                    <a:pt x="110626" y="885491"/>
                  </a:lnTo>
                  <a:cubicBezTo>
                    <a:pt x="110626" y="969038"/>
                    <a:pt x="155309" y="1025036"/>
                    <a:pt x="302297" y="1025036"/>
                  </a:cubicBezTo>
                  <a:cubicBezTo>
                    <a:pt x="449285" y="1025036"/>
                    <a:pt x="495508" y="969038"/>
                    <a:pt x="495508" y="885491"/>
                  </a:cubicBezTo>
                  <a:lnTo>
                    <a:pt x="495508" y="781281"/>
                  </a:lnTo>
                  <a:cubicBezTo>
                    <a:pt x="495508" y="765109"/>
                    <a:pt x="502287" y="758822"/>
                    <a:pt x="520160" y="758822"/>
                  </a:cubicBezTo>
                  <a:lnTo>
                    <a:pt x="581174" y="758822"/>
                  </a:lnTo>
                  <a:cubicBezTo>
                    <a:pt x="597814" y="758822"/>
                    <a:pt x="604285" y="765109"/>
                    <a:pt x="604285" y="781281"/>
                  </a:cubicBezTo>
                  <a:lnTo>
                    <a:pt x="604285" y="89357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99" name="圖形 19">
            <a:extLst>
              <a:ext uri="{FF2B5EF4-FFF2-40B4-BE49-F238E27FC236}">
                <a16:creationId xmlns:a16="http://schemas.microsoft.com/office/drawing/2014/main" id="{A54B3942-55E9-9EDB-3DE2-696EFAF52532}"/>
              </a:ext>
            </a:extLst>
          </p:cNvPr>
          <p:cNvGrpSpPr/>
          <p:nvPr/>
        </p:nvGrpSpPr>
        <p:grpSpPr>
          <a:xfrm>
            <a:off x="-17453151" y="26417304"/>
            <a:ext cx="151436581" cy="17743363"/>
            <a:chOff x="-17453151" y="26417304"/>
            <a:chExt cx="151436581" cy="17743363"/>
          </a:xfrm>
          <a:solidFill>
            <a:srgbClr val="231815"/>
          </a:solidFill>
        </p:grpSpPr>
        <p:sp>
          <p:nvSpPr>
            <p:cNvPr id="900" name="手繪多邊形: 圖案 899">
              <a:extLst>
                <a:ext uri="{FF2B5EF4-FFF2-40B4-BE49-F238E27FC236}">
                  <a16:creationId xmlns:a16="http://schemas.microsoft.com/office/drawing/2014/main" id="{A6AAC730-9345-BC22-2717-78B5C0F48893}"/>
                </a:ext>
              </a:extLst>
            </p:cNvPr>
            <p:cNvSpPr/>
            <p:nvPr/>
          </p:nvSpPr>
          <p:spPr>
            <a:xfrm>
              <a:off x="-17453151" y="26429880"/>
              <a:ext cx="586411" cy="1080136"/>
            </a:xfrm>
            <a:custGeom>
              <a:avLst/>
              <a:gdLst>
                <a:gd name="connsiteX0" fmla="*/ 548816 w 586411"/>
                <a:gd name="connsiteY0" fmla="*/ 0 h 1080136"/>
                <a:gd name="connsiteX1" fmla="*/ 586411 w 586411"/>
                <a:gd name="connsiteY1" fmla="*/ 36534 h 1080136"/>
                <a:gd name="connsiteX2" fmla="*/ 586411 w 586411"/>
                <a:gd name="connsiteY2" fmla="*/ 130263 h 1080136"/>
                <a:gd name="connsiteX3" fmla="*/ 548816 w 586411"/>
                <a:gd name="connsiteY3" fmla="*/ 166797 h 1080136"/>
                <a:gd name="connsiteX4" fmla="*/ 298289 w 586411"/>
                <a:gd name="connsiteY4" fmla="*/ 166797 h 1080136"/>
                <a:gd name="connsiteX5" fmla="*/ 205535 w 586411"/>
                <a:gd name="connsiteY5" fmla="*/ 256934 h 1080136"/>
                <a:gd name="connsiteX6" fmla="*/ 205535 w 586411"/>
                <a:gd name="connsiteY6" fmla="*/ 440200 h 1080136"/>
                <a:gd name="connsiteX7" fmla="*/ 526013 w 586411"/>
                <a:gd name="connsiteY7" fmla="*/ 440200 h 1080136"/>
                <a:gd name="connsiteX8" fmla="*/ 563608 w 586411"/>
                <a:gd name="connsiteY8" fmla="*/ 476734 h 1080136"/>
                <a:gd name="connsiteX9" fmla="*/ 563608 w 586411"/>
                <a:gd name="connsiteY9" fmla="*/ 570464 h 1080136"/>
                <a:gd name="connsiteX10" fmla="*/ 524473 w 586411"/>
                <a:gd name="connsiteY10" fmla="*/ 608494 h 1080136"/>
                <a:gd name="connsiteX11" fmla="*/ 205843 w 586411"/>
                <a:gd name="connsiteY11" fmla="*/ 608494 h 1080136"/>
                <a:gd name="connsiteX12" fmla="*/ 205843 w 586411"/>
                <a:gd name="connsiteY12" fmla="*/ 1042106 h 1080136"/>
                <a:gd name="connsiteX13" fmla="*/ 166707 w 586411"/>
                <a:gd name="connsiteY13" fmla="*/ 1080137 h 1080136"/>
                <a:gd name="connsiteX14" fmla="*/ 37594 w 586411"/>
                <a:gd name="connsiteY14" fmla="*/ 1080137 h 1080136"/>
                <a:gd name="connsiteX15" fmla="*/ 0 w 586411"/>
                <a:gd name="connsiteY15" fmla="*/ 1042106 h 1080136"/>
                <a:gd name="connsiteX16" fmla="*/ 0 w 586411"/>
                <a:gd name="connsiteY16" fmla="*/ 252142 h 1080136"/>
                <a:gd name="connsiteX17" fmla="*/ 259461 w 586411"/>
                <a:gd name="connsiteY17" fmla="*/ 0 h 1080136"/>
                <a:gd name="connsiteX18" fmla="*/ 549433 w 586411"/>
                <a:gd name="connsiteY18" fmla="*/ 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86411" h="1080136">
                  <a:moveTo>
                    <a:pt x="548816" y="0"/>
                  </a:moveTo>
                  <a:cubicBezTo>
                    <a:pt x="569463" y="0"/>
                    <a:pt x="586411" y="16471"/>
                    <a:pt x="586411" y="36534"/>
                  </a:cubicBezTo>
                  <a:lnTo>
                    <a:pt x="586411" y="130263"/>
                  </a:lnTo>
                  <a:cubicBezTo>
                    <a:pt x="586411" y="150327"/>
                    <a:pt x="569463" y="166797"/>
                    <a:pt x="548816" y="166797"/>
                  </a:cubicBezTo>
                  <a:lnTo>
                    <a:pt x="298289" y="166797"/>
                  </a:lnTo>
                  <a:cubicBezTo>
                    <a:pt x="247138" y="166797"/>
                    <a:pt x="205535" y="207224"/>
                    <a:pt x="205535" y="256934"/>
                  </a:cubicBezTo>
                  <a:lnTo>
                    <a:pt x="205535" y="440200"/>
                  </a:lnTo>
                  <a:lnTo>
                    <a:pt x="526013" y="440200"/>
                  </a:lnTo>
                  <a:cubicBezTo>
                    <a:pt x="552207" y="440200"/>
                    <a:pt x="563608" y="449783"/>
                    <a:pt x="563608" y="476734"/>
                  </a:cubicBezTo>
                  <a:lnTo>
                    <a:pt x="563608" y="570464"/>
                  </a:lnTo>
                  <a:cubicBezTo>
                    <a:pt x="563608" y="591425"/>
                    <a:pt x="546044" y="608494"/>
                    <a:pt x="524473" y="608494"/>
                  </a:cubicBezTo>
                  <a:lnTo>
                    <a:pt x="205843" y="608494"/>
                  </a:lnTo>
                  <a:lnTo>
                    <a:pt x="205843" y="1042106"/>
                  </a:lnTo>
                  <a:cubicBezTo>
                    <a:pt x="205843" y="1063068"/>
                    <a:pt x="188280" y="1080137"/>
                    <a:pt x="166707" y="1080137"/>
                  </a:cubicBezTo>
                  <a:lnTo>
                    <a:pt x="37594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252142"/>
                  </a:lnTo>
                  <a:cubicBezTo>
                    <a:pt x="0" y="112895"/>
                    <a:pt x="116174" y="0"/>
                    <a:pt x="259461" y="0"/>
                  </a:cubicBezTo>
                  <a:lnTo>
                    <a:pt x="549433" y="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1" name="手繪多邊形: 圖案 900">
              <a:extLst>
                <a:ext uri="{FF2B5EF4-FFF2-40B4-BE49-F238E27FC236}">
                  <a16:creationId xmlns:a16="http://schemas.microsoft.com/office/drawing/2014/main" id="{399FBF7E-0C54-751E-6664-281C1ABD8A2A}"/>
                </a:ext>
              </a:extLst>
            </p:cNvPr>
            <p:cNvSpPr/>
            <p:nvPr/>
          </p:nvSpPr>
          <p:spPr>
            <a:xfrm>
              <a:off x="-16312763" y="26429880"/>
              <a:ext cx="759336" cy="1080136"/>
            </a:xfrm>
            <a:custGeom>
              <a:avLst/>
              <a:gdLst>
                <a:gd name="connsiteX0" fmla="*/ 448132 w 759336"/>
                <a:gd name="connsiteY0" fmla="*/ 0 h 1080136"/>
                <a:gd name="connsiteX1" fmla="*/ 495587 w 759336"/>
                <a:gd name="connsiteY1" fmla="*/ 38031 h 1080136"/>
                <a:gd name="connsiteX2" fmla="*/ 757207 w 759336"/>
                <a:gd name="connsiteY2" fmla="*/ 1042106 h 1080136"/>
                <a:gd name="connsiteX3" fmla="*/ 729473 w 759336"/>
                <a:gd name="connsiteY3" fmla="*/ 1080137 h 1080136"/>
                <a:gd name="connsiteX4" fmla="*/ 596968 w 759336"/>
                <a:gd name="connsiteY4" fmla="*/ 1080137 h 1080136"/>
                <a:gd name="connsiteX5" fmla="*/ 551054 w 759336"/>
                <a:gd name="connsiteY5" fmla="*/ 1042106 h 1080136"/>
                <a:gd name="connsiteX6" fmla="*/ 500516 w 759336"/>
                <a:gd name="connsiteY6" fmla="*/ 835482 h 1080136"/>
                <a:gd name="connsiteX7" fmla="*/ 248757 w 759336"/>
                <a:gd name="connsiteY7" fmla="*/ 835482 h 1080136"/>
                <a:gd name="connsiteX8" fmla="*/ 198220 w 759336"/>
                <a:gd name="connsiteY8" fmla="*/ 1042106 h 1080136"/>
                <a:gd name="connsiteX9" fmla="*/ 154154 w 759336"/>
                <a:gd name="connsiteY9" fmla="*/ 1080137 h 1080136"/>
                <a:gd name="connsiteX10" fmla="*/ 31511 w 759336"/>
                <a:gd name="connsiteY10" fmla="*/ 1080137 h 1080136"/>
                <a:gd name="connsiteX11" fmla="*/ 2236 w 759336"/>
                <a:gd name="connsiteY11" fmla="*/ 1042106 h 1080136"/>
                <a:gd name="connsiteX12" fmla="*/ 265397 w 759336"/>
                <a:gd name="connsiteY12" fmla="*/ 38031 h 1080136"/>
                <a:gd name="connsiteX13" fmla="*/ 312853 w 759336"/>
                <a:gd name="connsiteY13" fmla="*/ 0 h 1080136"/>
                <a:gd name="connsiteX14" fmla="*/ 448439 w 759336"/>
                <a:gd name="connsiteY14" fmla="*/ 0 h 1080136"/>
                <a:gd name="connsiteX15" fmla="*/ 415468 w 759336"/>
                <a:gd name="connsiteY15" fmla="*/ 484520 h 1080136"/>
                <a:gd name="connsiteX16" fmla="*/ 376332 w 759336"/>
                <a:gd name="connsiteY16" fmla="*/ 233576 h 1080136"/>
                <a:gd name="connsiteX17" fmla="*/ 335348 w 759336"/>
                <a:gd name="connsiteY17" fmla="*/ 484520 h 1080136"/>
                <a:gd name="connsiteX18" fmla="*/ 286353 w 759336"/>
                <a:gd name="connsiteY18" fmla="*/ 676770 h 1080136"/>
                <a:gd name="connsiteX19" fmla="*/ 462923 w 759336"/>
                <a:gd name="connsiteY19" fmla="*/ 676770 h 1080136"/>
                <a:gd name="connsiteX20" fmla="*/ 415468 w 759336"/>
                <a:gd name="connsiteY20" fmla="*/ 48452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36" h="1080136">
                  <a:moveTo>
                    <a:pt x="448132" y="0"/>
                  </a:moveTo>
                  <a:cubicBezTo>
                    <a:pt x="474324" y="0"/>
                    <a:pt x="489115" y="12578"/>
                    <a:pt x="495587" y="38031"/>
                  </a:cubicBezTo>
                  <a:lnTo>
                    <a:pt x="757207" y="1042106"/>
                  </a:lnTo>
                  <a:cubicBezTo>
                    <a:pt x="763679" y="1067560"/>
                    <a:pt x="755667" y="1080137"/>
                    <a:pt x="729473" y="1080137"/>
                  </a:cubicBezTo>
                  <a:lnTo>
                    <a:pt x="596968" y="1080137"/>
                  </a:lnTo>
                  <a:cubicBezTo>
                    <a:pt x="569235" y="1080137"/>
                    <a:pt x="557834" y="1065764"/>
                    <a:pt x="551054" y="1042106"/>
                  </a:cubicBezTo>
                  <a:lnTo>
                    <a:pt x="500516" y="835482"/>
                  </a:lnTo>
                  <a:lnTo>
                    <a:pt x="248757" y="835482"/>
                  </a:lnTo>
                  <a:lnTo>
                    <a:pt x="198220" y="1042106"/>
                  </a:lnTo>
                  <a:cubicBezTo>
                    <a:pt x="191750" y="1066063"/>
                    <a:pt x="180348" y="1080137"/>
                    <a:pt x="154154" y="1080137"/>
                  </a:cubicBezTo>
                  <a:lnTo>
                    <a:pt x="31511" y="1080137"/>
                  </a:lnTo>
                  <a:cubicBezTo>
                    <a:pt x="3776" y="1080137"/>
                    <a:pt x="-4543" y="1067560"/>
                    <a:pt x="2236" y="1042106"/>
                  </a:cubicBezTo>
                  <a:lnTo>
                    <a:pt x="265397" y="38031"/>
                  </a:lnTo>
                  <a:cubicBezTo>
                    <a:pt x="271868" y="12578"/>
                    <a:pt x="286659" y="0"/>
                    <a:pt x="312853" y="0"/>
                  </a:cubicBezTo>
                  <a:lnTo>
                    <a:pt x="448439" y="0"/>
                  </a:lnTo>
                  <a:close/>
                  <a:moveTo>
                    <a:pt x="415468" y="484520"/>
                  </a:moveTo>
                  <a:cubicBezTo>
                    <a:pt x="399135" y="421036"/>
                    <a:pt x="379413" y="265318"/>
                    <a:pt x="376332" y="233576"/>
                  </a:cubicBezTo>
                  <a:cubicBezTo>
                    <a:pt x="371401" y="271607"/>
                    <a:pt x="351681" y="422533"/>
                    <a:pt x="335348" y="484520"/>
                  </a:cubicBezTo>
                  <a:lnTo>
                    <a:pt x="286353" y="676770"/>
                  </a:lnTo>
                  <a:lnTo>
                    <a:pt x="462923" y="676770"/>
                  </a:lnTo>
                  <a:lnTo>
                    <a:pt x="415468" y="48452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2" name="手繪多邊形: 圖案 901">
              <a:extLst>
                <a:ext uri="{FF2B5EF4-FFF2-40B4-BE49-F238E27FC236}">
                  <a16:creationId xmlns:a16="http://schemas.microsoft.com/office/drawing/2014/main" id="{385AC41F-B715-5770-D424-8C6AB6163004}"/>
                </a:ext>
              </a:extLst>
            </p:cNvPr>
            <p:cNvSpPr/>
            <p:nvPr/>
          </p:nvSpPr>
          <p:spPr>
            <a:xfrm>
              <a:off x="-14895187" y="26429880"/>
              <a:ext cx="694881" cy="1080136"/>
            </a:xfrm>
            <a:custGeom>
              <a:avLst/>
              <a:gdLst>
                <a:gd name="connsiteX0" fmla="*/ 694881 w 694881"/>
                <a:gd name="connsiteY0" fmla="*/ 1042106 h 1080136"/>
                <a:gd name="connsiteX1" fmla="*/ 658828 w 694881"/>
                <a:gd name="connsiteY1" fmla="*/ 1080137 h 1080136"/>
                <a:gd name="connsiteX2" fmla="*/ 537725 w 694881"/>
                <a:gd name="connsiteY2" fmla="*/ 1080137 h 1080136"/>
                <a:gd name="connsiteX3" fmla="*/ 500131 w 694881"/>
                <a:gd name="connsiteY3" fmla="*/ 1057978 h 1080136"/>
                <a:gd name="connsiteX4" fmla="*/ 241900 w 694881"/>
                <a:gd name="connsiteY4" fmla="*/ 536925 h 1080136"/>
                <a:gd name="connsiteX5" fmla="*/ 189514 w 694881"/>
                <a:gd name="connsiteY5" fmla="*/ 416244 h 1080136"/>
                <a:gd name="connsiteX6" fmla="*/ 189514 w 694881"/>
                <a:gd name="connsiteY6" fmla="*/ 1042106 h 1080136"/>
                <a:gd name="connsiteX7" fmla="*/ 153461 w 694881"/>
                <a:gd name="connsiteY7" fmla="*/ 1080137 h 1080136"/>
                <a:gd name="connsiteX8" fmla="*/ 39136 w 694881"/>
                <a:gd name="connsiteY8" fmla="*/ 1080137 h 1080136"/>
                <a:gd name="connsiteX9" fmla="*/ 0 w 694881"/>
                <a:gd name="connsiteY9" fmla="*/ 1042106 h 1080136"/>
                <a:gd name="connsiteX10" fmla="*/ 0 w 694881"/>
                <a:gd name="connsiteY10" fmla="*/ 38031 h 1080136"/>
                <a:gd name="connsiteX11" fmla="*/ 39136 w 694881"/>
                <a:gd name="connsiteY11" fmla="*/ 0 h 1080136"/>
                <a:gd name="connsiteX12" fmla="*/ 161780 w 694881"/>
                <a:gd name="connsiteY12" fmla="*/ 0 h 1080136"/>
                <a:gd name="connsiteX13" fmla="*/ 195984 w 694881"/>
                <a:gd name="connsiteY13" fmla="*/ 20663 h 1080136"/>
                <a:gd name="connsiteX14" fmla="*/ 462536 w 694881"/>
                <a:gd name="connsiteY14" fmla="*/ 552796 h 1080136"/>
                <a:gd name="connsiteX15" fmla="*/ 506601 w 694881"/>
                <a:gd name="connsiteY15" fmla="*/ 660899 h 1080136"/>
                <a:gd name="connsiteX16" fmla="*/ 506601 w 694881"/>
                <a:gd name="connsiteY16" fmla="*/ 38031 h 1080136"/>
                <a:gd name="connsiteX17" fmla="*/ 544197 w 694881"/>
                <a:gd name="connsiteY17" fmla="*/ 0 h 1080136"/>
                <a:gd name="connsiteX18" fmla="*/ 658520 w 694881"/>
                <a:gd name="connsiteY18" fmla="*/ 0 h 1080136"/>
                <a:gd name="connsiteX19" fmla="*/ 694575 w 694881"/>
                <a:gd name="connsiteY19" fmla="*/ 38031 h 1080136"/>
                <a:gd name="connsiteX20" fmla="*/ 694575 w 694881"/>
                <a:gd name="connsiteY20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81" h="1080136">
                  <a:moveTo>
                    <a:pt x="694881" y="1042106"/>
                  </a:moveTo>
                  <a:cubicBezTo>
                    <a:pt x="694881" y="1069057"/>
                    <a:pt x="686562" y="1080137"/>
                    <a:pt x="658828" y="1080137"/>
                  </a:cubicBezTo>
                  <a:lnTo>
                    <a:pt x="537725" y="1080137"/>
                  </a:lnTo>
                  <a:cubicBezTo>
                    <a:pt x="516462" y="1080137"/>
                    <a:pt x="508450" y="1073849"/>
                    <a:pt x="500131" y="1057978"/>
                  </a:cubicBezTo>
                  <a:lnTo>
                    <a:pt x="241900" y="536925"/>
                  </a:lnTo>
                  <a:cubicBezTo>
                    <a:pt x="222178" y="498893"/>
                    <a:pt x="202764" y="455772"/>
                    <a:pt x="189514" y="416244"/>
                  </a:cubicBezTo>
                  <a:lnTo>
                    <a:pt x="189514" y="1042106"/>
                  </a:lnTo>
                  <a:cubicBezTo>
                    <a:pt x="189514" y="1069057"/>
                    <a:pt x="179653" y="1080137"/>
                    <a:pt x="153461" y="1080137"/>
                  </a:cubicBezTo>
                  <a:lnTo>
                    <a:pt x="39136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9136" y="0"/>
                  </a:cubicBezTo>
                  <a:lnTo>
                    <a:pt x="161780" y="0"/>
                  </a:lnTo>
                  <a:cubicBezTo>
                    <a:pt x="179653" y="0"/>
                    <a:pt x="187974" y="6289"/>
                    <a:pt x="195984" y="20663"/>
                  </a:cubicBezTo>
                  <a:lnTo>
                    <a:pt x="462536" y="552796"/>
                  </a:lnTo>
                  <a:cubicBezTo>
                    <a:pt x="478869" y="584538"/>
                    <a:pt x="495200" y="627360"/>
                    <a:pt x="506601" y="660899"/>
                  </a:cubicBezTo>
                  <a:lnTo>
                    <a:pt x="506601" y="38031"/>
                  </a:lnTo>
                  <a:cubicBezTo>
                    <a:pt x="506601" y="11081"/>
                    <a:pt x="518003" y="0"/>
                    <a:pt x="544197" y="0"/>
                  </a:cubicBezTo>
                  <a:lnTo>
                    <a:pt x="658520" y="0"/>
                  </a:lnTo>
                  <a:cubicBezTo>
                    <a:pt x="686254" y="0"/>
                    <a:pt x="694575" y="11081"/>
                    <a:pt x="694575" y="38031"/>
                  </a:cubicBezTo>
                  <a:lnTo>
                    <a:pt x="694575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3" name="手繪多邊形: 圖案 902">
              <a:extLst>
                <a:ext uri="{FF2B5EF4-FFF2-40B4-BE49-F238E27FC236}">
                  <a16:creationId xmlns:a16="http://schemas.microsoft.com/office/drawing/2014/main" id="{3ED27589-0640-9F22-C854-DCCD0925E43E}"/>
                </a:ext>
              </a:extLst>
            </p:cNvPr>
            <p:cNvSpPr/>
            <p:nvPr/>
          </p:nvSpPr>
          <p:spPr>
            <a:xfrm>
              <a:off x="-13476457" y="26417304"/>
              <a:ext cx="670536" cy="1105589"/>
            </a:xfrm>
            <a:custGeom>
              <a:avLst/>
              <a:gdLst>
                <a:gd name="connsiteX0" fmla="*/ 631402 w 670536"/>
                <a:gd name="connsiteY0" fmla="*/ 532133 h 1105589"/>
                <a:gd name="connsiteX1" fmla="*/ 670536 w 670536"/>
                <a:gd name="connsiteY1" fmla="*/ 568666 h 1105589"/>
                <a:gd name="connsiteX2" fmla="*/ 670536 w 670536"/>
                <a:gd name="connsiteY2" fmla="*/ 860935 h 1105589"/>
                <a:gd name="connsiteX3" fmla="*/ 335267 w 670536"/>
                <a:gd name="connsiteY3" fmla="*/ 1105590 h 1105589"/>
                <a:gd name="connsiteX4" fmla="*/ 0 w 670536"/>
                <a:gd name="connsiteY4" fmla="*/ 860935 h 1105589"/>
                <a:gd name="connsiteX5" fmla="*/ 0 w 670536"/>
                <a:gd name="connsiteY5" fmla="*/ 244655 h 1105589"/>
                <a:gd name="connsiteX6" fmla="*/ 335267 w 670536"/>
                <a:gd name="connsiteY6" fmla="*/ 0 h 1105589"/>
                <a:gd name="connsiteX7" fmla="*/ 670536 w 670536"/>
                <a:gd name="connsiteY7" fmla="*/ 244655 h 1105589"/>
                <a:gd name="connsiteX8" fmla="*/ 670536 w 670536"/>
                <a:gd name="connsiteY8" fmla="*/ 319220 h 1105589"/>
                <a:gd name="connsiteX9" fmla="*/ 634483 w 670536"/>
                <a:gd name="connsiteY9" fmla="*/ 357250 h 1105589"/>
                <a:gd name="connsiteX10" fmla="*/ 508757 w 670536"/>
                <a:gd name="connsiteY10" fmla="*/ 357250 h 1105589"/>
                <a:gd name="connsiteX11" fmla="*/ 471163 w 670536"/>
                <a:gd name="connsiteY11" fmla="*/ 319220 h 1105589"/>
                <a:gd name="connsiteX12" fmla="*/ 471163 w 670536"/>
                <a:gd name="connsiteY12" fmla="*/ 265317 h 1105589"/>
                <a:gd name="connsiteX13" fmla="*/ 337118 w 670536"/>
                <a:gd name="connsiteY13" fmla="*/ 166797 h 1105589"/>
                <a:gd name="connsiteX14" fmla="*/ 204611 w 670536"/>
                <a:gd name="connsiteY14" fmla="*/ 265317 h 1105589"/>
                <a:gd name="connsiteX15" fmla="*/ 204611 w 670536"/>
                <a:gd name="connsiteY15" fmla="*/ 840273 h 1105589"/>
                <a:gd name="connsiteX16" fmla="*/ 337118 w 670536"/>
                <a:gd name="connsiteY16" fmla="*/ 938794 h 1105589"/>
                <a:gd name="connsiteX17" fmla="*/ 471163 w 670536"/>
                <a:gd name="connsiteY17" fmla="*/ 841770 h 1105589"/>
                <a:gd name="connsiteX18" fmla="*/ 471163 w 670536"/>
                <a:gd name="connsiteY18" fmla="*/ 698930 h 1105589"/>
                <a:gd name="connsiteX19" fmla="*/ 350060 w 670536"/>
                <a:gd name="connsiteY19" fmla="*/ 698930 h 1105589"/>
                <a:gd name="connsiteX20" fmla="*/ 312464 w 670536"/>
                <a:gd name="connsiteY20" fmla="*/ 662396 h 1105589"/>
                <a:gd name="connsiteX21" fmla="*/ 312464 w 670536"/>
                <a:gd name="connsiteY21" fmla="*/ 568666 h 1105589"/>
                <a:gd name="connsiteX22" fmla="*/ 350060 w 670536"/>
                <a:gd name="connsiteY22" fmla="*/ 532133 h 1105589"/>
                <a:gd name="connsiteX23" fmla="*/ 631094 w 670536"/>
                <a:gd name="connsiteY23" fmla="*/ 532133 h 110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0536" h="1105589">
                  <a:moveTo>
                    <a:pt x="631402" y="532133"/>
                  </a:moveTo>
                  <a:cubicBezTo>
                    <a:pt x="657594" y="532133"/>
                    <a:pt x="670536" y="543212"/>
                    <a:pt x="670536" y="568666"/>
                  </a:cubicBezTo>
                  <a:lnTo>
                    <a:pt x="670536" y="860935"/>
                  </a:lnTo>
                  <a:cubicBezTo>
                    <a:pt x="670536" y="987904"/>
                    <a:pt x="593807" y="1105590"/>
                    <a:pt x="335267" y="1105590"/>
                  </a:cubicBezTo>
                  <a:cubicBezTo>
                    <a:pt x="76729" y="1105590"/>
                    <a:pt x="0" y="987904"/>
                    <a:pt x="0" y="860935"/>
                  </a:cubicBezTo>
                  <a:lnTo>
                    <a:pt x="0" y="244655"/>
                  </a:lnTo>
                  <a:cubicBezTo>
                    <a:pt x="0" y="117686"/>
                    <a:pt x="75189" y="0"/>
                    <a:pt x="335267" y="0"/>
                  </a:cubicBezTo>
                  <a:cubicBezTo>
                    <a:pt x="595347" y="0"/>
                    <a:pt x="670536" y="117686"/>
                    <a:pt x="670536" y="244655"/>
                  </a:cubicBezTo>
                  <a:lnTo>
                    <a:pt x="670536" y="319220"/>
                  </a:lnTo>
                  <a:cubicBezTo>
                    <a:pt x="670536" y="346171"/>
                    <a:pt x="662217" y="357250"/>
                    <a:pt x="634483" y="357250"/>
                  </a:cubicBezTo>
                  <a:lnTo>
                    <a:pt x="508757" y="357250"/>
                  </a:lnTo>
                  <a:cubicBezTo>
                    <a:pt x="481024" y="357250"/>
                    <a:pt x="471163" y="346171"/>
                    <a:pt x="471163" y="319220"/>
                  </a:cubicBezTo>
                  <a:lnTo>
                    <a:pt x="471163" y="265317"/>
                  </a:lnTo>
                  <a:cubicBezTo>
                    <a:pt x="471163" y="200036"/>
                    <a:pt x="427098" y="166797"/>
                    <a:pt x="337118" y="166797"/>
                  </a:cubicBezTo>
                  <a:cubicBezTo>
                    <a:pt x="247136" y="166797"/>
                    <a:pt x="204611" y="200036"/>
                    <a:pt x="204611" y="265317"/>
                  </a:cubicBezTo>
                  <a:lnTo>
                    <a:pt x="204611" y="840273"/>
                  </a:lnTo>
                  <a:cubicBezTo>
                    <a:pt x="204611" y="905554"/>
                    <a:pt x="248677" y="938794"/>
                    <a:pt x="337118" y="938794"/>
                  </a:cubicBezTo>
                  <a:cubicBezTo>
                    <a:pt x="425557" y="938794"/>
                    <a:pt x="471163" y="905554"/>
                    <a:pt x="471163" y="841770"/>
                  </a:cubicBezTo>
                  <a:lnTo>
                    <a:pt x="471163" y="698930"/>
                  </a:lnTo>
                  <a:lnTo>
                    <a:pt x="350060" y="698930"/>
                  </a:lnTo>
                  <a:cubicBezTo>
                    <a:pt x="323866" y="698930"/>
                    <a:pt x="312464" y="687850"/>
                    <a:pt x="312464" y="662396"/>
                  </a:cubicBezTo>
                  <a:lnTo>
                    <a:pt x="312464" y="568666"/>
                  </a:lnTo>
                  <a:cubicBezTo>
                    <a:pt x="312464" y="543212"/>
                    <a:pt x="323866" y="532133"/>
                    <a:pt x="350060" y="532133"/>
                  </a:cubicBezTo>
                  <a:lnTo>
                    <a:pt x="631094" y="532133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4" name="手繪多邊形: 圖案 903">
              <a:extLst>
                <a:ext uri="{FF2B5EF4-FFF2-40B4-BE49-F238E27FC236}">
                  <a16:creationId xmlns:a16="http://schemas.microsoft.com/office/drawing/2014/main" id="{227A6051-3F61-8F1A-2E2E-0F1F39B5372A}"/>
                </a:ext>
              </a:extLst>
            </p:cNvPr>
            <p:cNvSpPr/>
            <p:nvPr/>
          </p:nvSpPr>
          <p:spPr>
            <a:xfrm>
              <a:off x="-11275948" y="26429880"/>
              <a:ext cx="682239" cy="1080436"/>
            </a:xfrm>
            <a:custGeom>
              <a:avLst/>
              <a:gdLst>
                <a:gd name="connsiteX0" fmla="*/ 37594 w 682239"/>
                <a:gd name="connsiteY0" fmla="*/ 1080137 h 1080436"/>
                <a:gd name="connsiteX1" fmla="*/ 0 w 682239"/>
                <a:gd name="connsiteY1" fmla="*/ 1042106 h 1080436"/>
                <a:gd name="connsiteX2" fmla="*/ 0 w 682239"/>
                <a:gd name="connsiteY2" fmla="*/ 38031 h 1080436"/>
                <a:gd name="connsiteX3" fmla="*/ 37594 w 682239"/>
                <a:gd name="connsiteY3" fmla="*/ 0 h 1080436"/>
                <a:gd name="connsiteX4" fmla="*/ 335269 w 682239"/>
                <a:gd name="connsiteY4" fmla="*/ 0 h 1080436"/>
                <a:gd name="connsiteX5" fmla="*/ 680091 w 682239"/>
                <a:gd name="connsiteY5" fmla="*/ 244656 h 1080436"/>
                <a:gd name="connsiteX6" fmla="*/ 680091 w 682239"/>
                <a:gd name="connsiteY6" fmla="*/ 421036 h 1080436"/>
                <a:gd name="connsiteX7" fmla="*/ 529713 w 682239"/>
                <a:gd name="connsiteY7" fmla="*/ 632451 h 1080436"/>
                <a:gd name="connsiteX8" fmla="*/ 680091 w 682239"/>
                <a:gd name="connsiteY8" fmla="*/ 1042406 h 1080436"/>
                <a:gd name="connsiteX9" fmla="*/ 644037 w 682239"/>
                <a:gd name="connsiteY9" fmla="*/ 1080437 h 1080436"/>
                <a:gd name="connsiteX10" fmla="*/ 503520 w 682239"/>
                <a:gd name="connsiteY10" fmla="*/ 1080437 h 1080436"/>
                <a:gd name="connsiteX11" fmla="*/ 460995 w 682239"/>
                <a:gd name="connsiteY11" fmla="*/ 1042406 h 1080436"/>
                <a:gd name="connsiteX12" fmla="*/ 328489 w 682239"/>
                <a:gd name="connsiteY12" fmla="*/ 664193 h 1080436"/>
                <a:gd name="connsiteX13" fmla="*/ 204305 w 682239"/>
                <a:gd name="connsiteY13" fmla="*/ 664193 h 1080436"/>
                <a:gd name="connsiteX14" fmla="*/ 204305 w 682239"/>
                <a:gd name="connsiteY14" fmla="*/ 1042406 h 1080436"/>
                <a:gd name="connsiteX15" fmla="*/ 168251 w 682239"/>
                <a:gd name="connsiteY15" fmla="*/ 1080437 h 1080436"/>
                <a:gd name="connsiteX16" fmla="*/ 37594 w 682239"/>
                <a:gd name="connsiteY16" fmla="*/ 1080437 h 1080436"/>
                <a:gd name="connsiteX17" fmla="*/ 204613 w 682239"/>
                <a:gd name="connsiteY17" fmla="*/ 166797 h 1080436"/>
                <a:gd name="connsiteX18" fmla="*/ 204613 w 682239"/>
                <a:gd name="connsiteY18" fmla="*/ 498893 h 1080436"/>
                <a:gd name="connsiteX19" fmla="*/ 335269 w 682239"/>
                <a:gd name="connsiteY19" fmla="*/ 498893 h 1080436"/>
                <a:gd name="connsiteX20" fmla="*/ 477635 w 682239"/>
                <a:gd name="connsiteY20" fmla="*/ 398875 h 1080436"/>
                <a:gd name="connsiteX21" fmla="*/ 477635 w 682239"/>
                <a:gd name="connsiteY21" fmla="*/ 267115 h 1080436"/>
                <a:gd name="connsiteX22" fmla="*/ 335269 w 682239"/>
                <a:gd name="connsiteY22" fmla="*/ 167097 h 1080436"/>
                <a:gd name="connsiteX23" fmla="*/ 204613 w 682239"/>
                <a:gd name="connsiteY23" fmla="*/ 167097 h 1080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2239" h="1080436">
                  <a:moveTo>
                    <a:pt x="37594" y="1080137"/>
                  </a:move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4" y="0"/>
                  </a:cubicBezTo>
                  <a:lnTo>
                    <a:pt x="335269" y="0"/>
                  </a:lnTo>
                  <a:cubicBezTo>
                    <a:pt x="593500" y="0"/>
                    <a:pt x="680091" y="117687"/>
                    <a:pt x="680091" y="244656"/>
                  </a:cubicBezTo>
                  <a:lnTo>
                    <a:pt x="680091" y="421036"/>
                  </a:lnTo>
                  <a:cubicBezTo>
                    <a:pt x="680091" y="506679"/>
                    <a:pt x="639106" y="589330"/>
                    <a:pt x="529713" y="632451"/>
                  </a:cubicBezTo>
                  <a:lnTo>
                    <a:pt x="680091" y="1042406"/>
                  </a:lnTo>
                  <a:cubicBezTo>
                    <a:pt x="688411" y="1066362"/>
                    <a:pt x="671770" y="1080437"/>
                    <a:pt x="644037" y="1080437"/>
                  </a:cubicBezTo>
                  <a:lnTo>
                    <a:pt x="503520" y="1080437"/>
                  </a:lnTo>
                  <a:cubicBezTo>
                    <a:pt x="477326" y="1080437"/>
                    <a:pt x="469314" y="1066063"/>
                    <a:pt x="460995" y="1042406"/>
                  </a:cubicBezTo>
                  <a:lnTo>
                    <a:pt x="328489" y="664193"/>
                  </a:lnTo>
                  <a:lnTo>
                    <a:pt x="204305" y="664193"/>
                  </a:lnTo>
                  <a:lnTo>
                    <a:pt x="204305" y="1042406"/>
                  </a:lnTo>
                  <a:cubicBezTo>
                    <a:pt x="204305" y="1069357"/>
                    <a:pt x="195984" y="1080437"/>
                    <a:pt x="168251" y="1080437"/>
                  </a:cubicBezTo>
                  <a:lnTo>
                    <a:pt x="37594" y="1080437"/>
                  </a:lnTo>
                  <a:close/>
                  <a:moveTo>
                    <a:pt x="204613" y="166797"/>
                  </a:moveTo>
                  <a:lnTo>
                    <a:pt x="204613" y="498893"/>
                  </a:lnTo>
                  <a:lnTo>
                    <a:pt x="335269" y="498893"/>
                  </a:lnTo>
                  <a:cubicBezTo>
                    <a:pt x="425249" y="498893"/>
                    <a:pt x="477635" y="463858"/>
                    <a:pt x="477635" y="398875"/>
                  </a:cubicBezTo>
                  <a:lnTo>
                    <a:pt x="477635" y="267115"/>
                  </a:lnTo>
                  <a:cubicBezTo>
                    <a:pt x="477635" y="200336"/>
                    <a:pt x="425249" y="167097"/>
                    <a:pt x="335269" y="167097"/>
                  </a:cubicBezTo>
                  <a:lnTo>
                    <a:pt x="204613" y="16709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5" name="手繪多邊形: 圖案 904">
              <a:extLst>
                <a:ext uri="{FF2B5EF4-FFF2-40B4-BE49-F238E27FC236}">
                  <a16:creationId xmlns:a16="http://schemas.microsoft.com/office/drawing/2014/main" id="{41C10947-F34A-1205-519E-DCA166FF8FCC}"/>
                </a:ext>
              </a:extLst>
            </p:cNvPr>
            <p:cNvSpPr/>
            <p:nvPr/>
          </p:nvSpPr>
          <p:spPr>
            <a:xfrm>
              <a:off x="-9888034" y="26429880"/>
              <a:ext cx="568539" cy="1080136"/>
            </a:xfrm>
            <a:custGeom>
              <a:avLst/>
              <a:gdLst>
                <a:gd name="connsiteX0" fmla="*/ 37595 w 568539"/>
                <a:gd name="connsiteY0" fmla="*/ 1080137 h 1080136"/>
                <a:gd name="connsiteX1" fmla="*/ 0 w 568539"/>
                <a:gd name="connsiteY1" fmla="*/ 1042106 h 1080136"/>
                <a:gd name="connsiteX2" fmla="*/ 0 w 568539"/>
                <a:gd name="connsiteY2" fmla="*/ 38031 h 1080136"/>
                <a:gd name="connsiteX3" fmla="*/ 37595 w 568539"/>
                <a:gd name="connsiteY3" fmla="*/ 0 h 1080136"/>
                <a:gd name="connsiteX4" fmla="*/ 516462 w 568539"/>
                <a:gd name="connsiteY4" fmla="*/ 0 h 1080136"/>
                <a:gd name="connsiteX5" fmla="*/ 554058 w 568539"/>
                <a:gd name="connsiteY5" fmla="*/ 35037 h 1080136"/>
                <a:gd name="connsiteX6" fmla="*/ 554058 w 568539"/>
                <a:gd name="connsiteY6" fmla="*/ 130263 h 1080136"/>
                <a:gd name="connsiteX7" fmla="*/ 516462 w 568539"/>
                <a:gd name="connsiteY7" fmla="*/ 166797 h 1080136"/>
                <a:gd name="connsiteX8" fmla="*/ 205845 w 568539"/>
                <a:gd name="connsiteY8" fmla="*/ 166797 h 1080136"/>
                <a:gd name="connsiteX9" fmla="*/ 205845 w 568539"/>
                <a:gd name="connsiteY9" fmla="*/ 439901 h 1080136"/>
                <a:gd name="connsiteX10" fmla="*/ 491810 w 568539"/>
                <a:gd name="connsiteY10" fmla="*/ 439901 h 1080136"/>
                <a:gd name="connsiteX11" fmla="*/ 530946 w 568539"/>
                <a:gd name="connsiteY11" fmla="*/ 474937 h 1080136"/>
                <a:gd name="connsiteX12" fmla="*/ 530946 w 568539"/>
                <a:gd name="connsiteY12" fmla="*/ 563876 h 1080136"/>
                <a:gd name="connsiteX13" fmla="*/ 491810 w 568539"/>
                <a:gd name="connsiteY13" fmla="*/ 600409 h 1080136"/>
                <a:gd name="connsiteX14" fmla="*/ 205845 w 568539"/>
                <a:gd name="connsiteY14" fmla="*/ 600409 h 1080136"/>
                <a:gd name="connsiteX15" fmla="*/ 205845 w 568539"/>
                <a:gd name="connsiteY15" fmla="*/ 913340 h 1080136"/>
                <a:gd name="connsiteX16" fmla="*/ 529404 w 568539"/>
                <a:gd name="connsiteY16" fmla="*/ 913340 h 1080136"/>
                <a:gd name="connsiteX17" fmla="*/ 568540 w 568539"/>
                <a:gd name="connsiteY17" fmla="*/ 948377 h 1080136"/>
                <a:gd name="connsiteX18" fmla="*/ 568540 w 568539"/>
                <a:gd name="connsiteY18" fmla="*/ 1043603 h 1080136"/>
                <a:gd name="connsiteX19" fmla="*/ 529404 w 568539"/>
                <a:gd name="connsiteY19" fmla="*/ 1080137 h 1080136"/>
                <a:gd name="connsiteX20" fmla="*/ 37287 w 568539"/>
                <a:gd name="connsiteY20" fmla="*/ 1080137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39" h="1080136">
                  <a:moveTo>
                    <a:pt x="37595" y="1080137"/>
                  </a:move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5" y="0"/>
                  </a:cubicBezTo>
                  <a:lnTo>
                    <a:pt x="516462" y="0"/>
                  </a:lnTo>
                  <a:cubicBezTo>
                    <a:pt x="542656" y="0"/>
                    <a:pt x="554058" y="9583"/>
                    <a:pt x="554058" y="35037"/>
                  </a:cubicBezTo>
                  <a:lnTo>
                    <a:pt x="554058" y="130263"/>
                  </a:lnTo>
                  <a:cubicBezTo>
                    <a:pt x="554058" y="155717"/>
                    <a:pt x="542656" y="166797"/>
                    <a:pt x="516462" y="166797"/>
                  </a:cubicBezTo>
                  <a:lnTo>
                    <a:pt x="205845" y="166797"/>
                  </a:lnTo>
                  <a:lnTo>
                    <a:pt x="205845" y="439901"/>
                  </a:lnTo>
                  <a:lnTo>
                    <a:pt x="491810" y="439901"/>
                  </a:lnTo>
                  <a:cubicBezTo>
                    <a:pt x="519545" y="439901"/>
                    <a:pt x="530946" y="449483"/>
                    <a:pt x="530946" y="474937"/>
                  </a:cubicBezTo>
                  <a:lnTo>
                    <a:pt x="530946" y="563876"/>
                  </a:lnTo>
                  <a:cubicBezTo>
                    <a:pt x="530946" y="589330"/>
                    <a:pt x="519545" y="600409"/>
                    <a:pt x="491810" y="600409"/>
                  </a:cubicBezTo>
                  <a:lnTo>
                    <a:pt x="205845" y="600409"/>
                  </a:lnTo>
                  <a:lnTo>
                    <a:pt x="205845" y="913340"/>
                  </a:lnTo>
                  <a:lnTo>
                    <a:pt x="529404" y="913340"/>
                  </a:lnTo>
                  <a:cubicBezTo>
                    <a:pt x="557138" y="913340"/>
                    <a:pt x="568540" y="922923"/>
                    <a:pt x="568540" y="948377"/>
                  </a:cubicBezTo>
                  <a:lnTo>
                    <a:pt x="568540" y="1043603"/>
                  </a:lnTo>
                  <a:cubicBezTo>
                    <a:pt x="568540" y="1070554"/>
                    <a:pt x="557138" y="1080137"/>
                    <a:pt x="529404" y="1080137"/>
                  </a:cubicBezTo>
                  <a:lnTo>
                    <a:pt x="37287" y="108013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6" name="手繪多邊形: 圖案 905">
              <a:extLst>
                <a:ext uri="{FF2B5EF4-FFF2-40B4-BE49-F238E27FC236}">
                  <a16:creationId xmlns:a16="http://schemas.microsoft.com/office/drawing/2014/main" id="{FC0D2A8C-DCBA-1C09-BE26-9A160A3D1A76}"/>
                </a:ext>
              </a:extLst>
            </p:cNvPr>
            <p:cNvSpPr/>
            <p:nvPr/>
          </p:nvSpPr>
          <p:spPr>
            <a:xfrm>
              <a:off x="-8626153" y="26429880"/>
              <a:ext cx="694881" cy="1080136"/>
            </a:xfrm>
            <a:custGeom>
              <a:avLst/>
              <a:gdLst>
                <a:gd name="connsiteX0" fmla="*/ 694881 w 694881"/>
                <a:gd name="connsiteY0" fmla="*/ 1042106 h 1080136"/>
                <a:gd name="connsiteX1" fmla="*/ 658828 w 694881"/>
                <a:gd name="connsiteY1" fmla="*/ 1080137 h 1080136"/>
                <a:gd name="connsiteX2" fmla="*/ 537725 w 694881"/>
                <a:gd name="connsiteY2" fmla="*/ 1080137 h 1080136"/>
                <a:gd name="connsiteX3" fmla="*/ 500129 w 694881"/>
                <a:gd name="connsiteY3" fmla="*/ 1057978 h 1080136"/>
                <a:gd name="connsiteX4" fmla="*/ 241900 w 694881"/>
                <a:gd name="connsiteY4" fmla="*/ 536925 h 1080136"/>
                <a:gd name="connsiteX5" fmla="*/ 189514 w 694881"/>
                <a:gd name="connsiteY5" fmla="*/ 416244 h 1080136"/>
                <a:gd name="connsiteX6" fmla="*/ 189514 w 694881"/>
                <a:gd name="connsiteY6" fmla="*/ 1042106 h 1080136"/>
                <a:gd name="connsiteX7" fmla="*/ 153459 w 694881"/>
                <a:gd name="connsiteY7" fmla="*/ 1080137 h 1080136"/>
                <a:gd name="connsiteX8" fmla="*/ 39136 w 694881"/>
                <a:gd name="connsiteY8" fmla="*/ 1080137 h 1080136"/>
                <a:gd name="connsiteX9" fmla="*/ 0 w 694881"/>
                <a:gd name="connsiteY9" fmla="*/ 1042106 h 1080136"/>
                <a:gd name="connsiteX10" fmla="*/ 0 w 694881"/>
                <a:gd name="connsiteY10" fmla="*/ 38031 h 1080136"/>
                <a:gd name="connsiteX11" fmla="*/ 39136 w 694881"/>
                <a:gd name="connsiteY11" fmla="*/ 0 h 1080136"/>
                <a:gd name="connsiteX12" fmla="*/ 161780 w 694881"/>
                <a:gd name="connsiteY12" fmla="*/ 0 h 1080136"/>
                <a:gd name="connsiteX13" fmla="*/ 195984 w 694881"/>
                <a:gd name="connsiteY13" fmla="*/ 20663 h 1080136"/>
                <a:gd name="connsiteX14" fmla="*/ 462536 w 694881"/>
                <a:gd name="connsiteY14" fmla="*/ 552796 h 1080136"/>
                <a:gd name="connsiteX15" fmla="*/ 506601 w 694881"/>
                <a:gd name="connsiteY15" fmla="*/ 660899 h 1080136"/>
                <a:gd name="connsiteX16" fmla="*/ 506601 w 694881"/>
                <a:gd name="connsiteY16" fmla="*/ 38031 h 1080136"/>
                <a:gd name="connsiteX17" fmla="*/ 544197 w 694881"/>
                <a:gd name="connsiteY17" fmla="*/ 0 h 1080136"/>
                <a:gd name="connsiteX18" fmla="*/ 658520 w 694881"/>
                <a:gd name="connsiteY18" fmla="*/ 0 h 1080136"/>
                <a:gd name="connsiteX19" fmla="*/ 694575 w 694881"/>
                <a:gd name="connsiteY19" fmla="*/ 38031 h 1080136"/>
                <a:gd name="connsiteX20" fmla="*/ 694575 w 694881"/>
                <a:gd name="connsiteY20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81" h="1080136">
                  <a:moveTo>
                    <a:pt x="694881" y="1042106"/>
                  </a:moveTo>
                  <a:cubicBezTo>
                    <a:pt x="694881" y="1069057"/>
                    <a:pt x="686562" y="1080137"/>
                    <a:pt x="658828" y="1080137"/>
                  </a:cubicBezTo>
                  <a:lnTo>
                    <a:pt x="537725" y="1080137"/>
                  </a:lnTo>
                  <a:cubicBezTo>
                    <a:pt x="516462" y="1080137"/>
                    <a:pt x="508450" y="1073849"/>
                    <a:pt x="500129" y="1057978"/>
                  </a:cubicBezTo>
                  <a:lnTo>
                    <a:pt x="241900" y="536925"/>
                  </a:lnTo>
                  <a:cubicBezTo>
                    <a:pt x="222178" y="498893"/>
                    <a:pt x="202764" y="455772"/>
                    <a:pt x="189514" y="416244"/>
                  </a:cubicBezTo>
                  <a:lnTo>
                    <a:pt x="189514" y="1042106"/>
                  </a:lnTo>
                  <a:cubicBezTo>
                    <a:pt x="189514" y="1069057"/>
                    <a:pt x="179653" y="1080137"/>
                    <a:pt x="153459" y="1080137"/>
                  </a:cubicBezTo>
                  <a:lnTo>
                    <a:pt x="39136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9136" y="0"/>
                  </a:cubicBezTo>
                  <a:lnTo>
                    <a:pt x="161780" y="0"/>
                  </a:lnTo>
                  <a:cubicBezTo>
                    <a:pt x="179653" y="0"/>
                    <a:pt x="187974" y="6289"/>
                    <a:pt x="195984" y="20663"/>
                  </a:cubicBezTo>
                  <a:lnTo>
                    <a:pt x="462536" y="552796"/>
                  </a:lnTo>
                  <a:cubicBezTo>
                    <a:pt x="478869" y="584538"/>
                    <a:pt x="495200" y="627360"/>
                    <a:pt x="506601" y="660899"/>
                  </a:cubicBezTo>
                  <a:lnTo>
                    <a:pt x="506601" y="38031"/>
                  </a:lnTo>
                  <a:cubicBezTo>
                    <a:pt x="506601" y="11081"/>
                    <a:pt x="518003" y="0"/>
                    <a:pt x="544197" y="0"/>
                  </a:cubicBezTo>
                  <a:lnTo>
                    <a:pt x="658520" y="0"/>
                  </a:lnTo>
                  <a:cubicBezTo>
                    <a:pt x="686254" y="0"/>
                    <a:pt x="694575" y="11081"/>
                    <a:pt x="694575" y="38031"/>
                  </a:cubicBezTo>
                  <a:lnTo>
                    <a:pt x="694575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7" name="手繪多邊形: 圖案 906">
              <a:extLst>
                <a:ext uri="{FF2B5EF4-FFF2-40B4-BE49-F238E27FC236}">
                  <a16:creationId xmlns:a16="http://schemas.microsoft.com/office/drawing/2014/main" id="{60ADD24A-4A27-E52D-6F93-5FB157614FBE}"/>
                </a:ext>
              </a:extLst>
            </p:cNvPr>
            <p:cNvSpPr/>
            <p:nvPr/>
          </p:nvSpPr>
          <p:spPr>
            <a:xfrm>
              <a:off x="-6378188" y="26429880"/>
              <a:ext cx="693340" cy="1080136"/>
            </a:xfrm>
            <a:custGeom>
              <a:avLst/>
              <a:gdLst>
                <a:gd name="connsiteX0" fmla="*/ 32664 w 693340"/>
                <a:gd name="connsiteY0" fmla="*/ 1080137 h 1080136"/>
                <a:gd name="connsiteX1" fmla="*/ 0 w 693340"/>
                <a:gd name="connsiteY1" fmla="*/ 1042106 h 1080136"/>
                <a:gd name="connsiteX2" fmla="*/ 0 w 693340"/>
                <a:gd name="connsiteY2" fmla="*/ 38031 h 1080136"/>
                <a:gd name="connsiteX3" fmla="*/ 37594 w 693340"/>
                <a:gd name="connsiteY3" fmla="*/ 0 h 1080136"/>
                <a:gd name="connsiteX4" fmla="*/ 346670 w 693340"/>
                <a:gd name="connsiteY4" fmla="*/ 0 h 1080136"/>
                <a:gd name="connsiteX5" fmla="*/ 693341 w 693340"/>
                <a:gd name="connsiteY5" fmla="*/ 244656 h 1080136"/>
                <a:gd name="connsiteX6" fmla="*/ 693341 w 693340"/>
                <a:gd name="connsiteY6" fmla="*/ 835482 h 1080136"/>
                <a:gd name="connsiteX7" fmla="*/ 346670 w 693340"/>
                <a:gd name="connsiteY7" fmla="*/ 1080137 h 1080136"/>
                <a:gd name="connsiteX8" fmla="*/ 32664 w 693340"/>
                <a:gd name="connsiteY8" fmla="*/ 1080137 h 1080136"/>
                <a:gd name="connsiteX9" fmla="*/ 206153 w 693340"/>
                <a:gd name="connsiteY9" fmla="*/ 166797 h 1080136"/>
                <a:gd name="connsiteX10" fmla="*/ 206153 w 693340"/>
                <a:gd name="connsiteY10" fmla="*/ 913340 h 1080136"/>
                <a:gd name="connsiteX11" fmla="*/ 345130 w 693340"/>
                <a:gd name="connsiteY11" fmla="*/ 913340 h 1080136"/>
                <a:gd name="connsiteX12" fmla="*/ 489036 w 693340"/>
                <a:gd name="connsiteY12" fmla="*/ 811525 h 1080136"/>
                <a:gd name="connsiteX13" fmla="*/ 489036 w 693340"/>
                <a:gd name="connsiteY13" fmla="*/ 268313 h 1080136"/>
                <a:gd name="connsiteX14" fmla="*/ 345130 w 693340"/>
                <a:gd name="connsiteY14" fmla="*/ 166498 h 1080136"/>
                <a:gd name="connsiteX15" fmla="*/ 206153 w 693340"/>
                <a:gd name="connsiteY15" fmla="*/ 166498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340" h="1080136">
                  <a:moveTo>
                    <a:pt x="32664" y="1080137"/>
                  </a:moveTo>
                  <a:cubicBezTo>
                    <a:pt x="9861" y="1080137"/>
                    <a:pt x="0" y="1067560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4" y="0"/>
                  </a:cubicBezTo>
                  <a:lnTo>
                    <a:pt x="346670" y="0"/>
                  </a:lnTo>
                  <a:cubicBezTo>
                    <a:pt x="604902" y="0"/>
                    <a:pt x="693341" y="117687"/>
                    <a:pt x="693341" y="244656"/>
                  </a:cubicBezTo>
                  <a:lnTo>
                    <a:pt x="693341" y="835482"/>
                  </a:lnTo>
                  <a:cubicBezTo>
                    <a:pt x="693341" y="962451"/>
                    <a:pt x="605210" y="1080137"/>
                    <a:pt x="346670" y="1080137"/>
                  </a:cubicBezTo>
                  <a:lnTo>
                    <a:pt x="32664" y="1080137"/>
                  </a:lnTo>
                  <a:close/>
                  <a:moveTo>
                    <a:pt x="206153" y="166797"/>
                  </a:moveTo>
                  <a:lnTo>
                    <a:pt x="206153" y="913340"/>
                  </a:lnTo>
                  <a:lnTo>
                    <a:pt x="345130" y="913340"/>
                  </a:lnTo>
                  <a:cubicBezTo>
                    <a:pt x="436650" y="913340"/>
                    <a:pt x="489036" y="878304"/>
                    <a:pt x="489036" y="811525"/>
                  </a:cubicBezTo>
                  <a:lnTo>
                    <a:pt x="489036" y="268313"/>
                  </a:lnTo>
                  <a:cubicBezTo>
                    <a:pt x="489036" y="201534"/>
                    <a:pt x="436650" y="166498"/>
                    <a:pt x="345130" y="166498"/>
                  </a:cubicBezTo>
                  <a:lnTo>
                    <a:pt x="206153" y="166498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8" name="手繪多邊形: 圖案 907">
              <a:extLst>
                <a:ext uri="{FF2B5EF4-FFF2-40B4-BE49-F238E27FC236}">
                  <a16:creationId xmlns:a16="http://schemas.microsoft.com/office/drawing/2014/main" id="{940C8698-A2CC-7F0A-F25D-41D64006ED47}"/>
                </a:ext>
              </a:extLst>
            </p:cNvPr>
            <p:cNvSpPr/>
            <p:nvPr/>
          </p:nvSpPr>
          <p:spPr>
            <a:xfrm>
              <a:off x="-4964080" y="26429880"/>
              <a:ext cx="568539" cy="1080136"/>
            </a:xfrm>
            <a:custGeom>
              <a:avLst/>
              <a:gdLst>
                <a:gd name="connsiteX0" fmla="*/ 37594 w 568539"/>
                <a:gd name="connsiteY0" fmla="*/ 1080137 h 1080136"/>
                <a:gd name="connsiteX1" fmla="*/ 0 w 568539"/>
                <a:gd name="connsiteY1" fmla="*/ 1042106 h 1080136"/>
                <a:gd name="connsiteX2" fmla="*/ 0 w 568539"/>
                <a:gd name="connsiteY2" fmla="*/ 38031 h 1080136"/>
                <a:gd name="connsiteX3" fmla="*/ 37594 w 568539"/>
                <a:gd name="connsiteY3" fmla="*/ 0 h 1080136"/>
                <a:gd name="connsiteX4" fmla="*/ 516462 w 568539"/>
                <a:gd name="connsiteY4" fmla="*/ 0 h 1080136"/>
                <a:gd name="connsiteX5" fmla="*/ 554056 w 568539"/>
                <a:gd name="connsiteY5" fmla="*/ 35037 h 1080136"/>
                <a:gd name="connsiteX6" fmla="*/ 554056 w 568539"/>
                <a:gd name="connsiteY6" fmla="*/ 130263 h 1080136"/>
                <a:gd name="connsiteX7" fmla="*/ 516462 w 568539"/>
                <a:gd name="connsiteY7" fmla="*/ 166797 h 1080136"/>
                <a:gd name="connsiteX8" fmla="*/ 205845 w 568539"/>
                <a:gd name="connsiteY8" fmla="*/ 166797 h 1080136"/>
                <a:gd name="connsiteX9" fmla="*/ 205845 w 568539"/>
                <a:gd name="connsiteY9" fmla="*/ 439901 h 1080136"/>
                <a:gd name="connsiteX10" fmla="*/ 491809 w 568539"/>
                <a:gd name="connsiteY10" fmla="*/ 439901 h 1080136"/>
                <a:gd name="connsiteX11" fmla="*/ 530944 w 568539"/>
                <a:gd name="connsiteY11" fmla="*/ 474937 h 1080136"/>
                <a:gd name="connsiteX12" fmla="*/ 530944 w 568539"/>
                <a:gd name="connsiteY12" fmla="*/ 563876 h 1080136"/>
                <a:gd name="connsiteX13" fmla="*/ 491809 w 568539"/>
                <a:gd name="connsiteY13" fmla="*/ 600409 h 1080136"/>
                <a:gd name="connsiteX14" fmla="*/ 205845 w 568539"/>
                <a:gd name="connsiteY14" fmla="*/ 600409 h 1080136"/>
                <a:gd name="connsiteX15" fmla="*/ 205845 w 568539"/>
                <a:gd name="connsiteY15" fmla="*/ 913340 h 1080136"/>
                <a:gd name="connsiteX16" fmla="*/ 529404 w 568539"/>
                <a:gd name="connsiteY16" fmla="*/ 913340 h 1080136"/>
                <a:gd name="connsiteX17" fmla="*/ 568540 w 568539"/>
                <a:gd name="connsiteY17" fmla="*/ 948377 h 1080136"/>
                <a:gd name="connsiteX18" fmla="*/ 568540 w 568539"/>
                <a:gd name="connsiteY18" fmla="*/ 1043603 h 1080136"/>
                <a:gd name="connsiteX19" fmla="*/ 529404 w 568539"/>
                <a:gd name="connsiteY19" fmla="*/ 1080137 h 1080136"/>
                <a:gd name="connsiteX20" fmla="*/ 37285 w 568539"/>
                <a:gd name="connsiteY20" fmla="*/ 1080137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39" h="1080136">
                  <a:moveTo>
                    <a:pt x="37594" y="1080137"/>
                  </a:move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4" y="0"/>
                  </a:cubicBezTo>
                  <a:lnTo>
                    <a:pt x="516462" y="0"/>
                  </a:lnTo>
                  <a:cubicBezTo>
                    <a:pt x="542654" y="0"/>
                    <a:pt x="554056" y="9583"/>
                    <a:pt x="554056" y="35037"/>
                  </a:cubicBezTo>
                  <a:lnTo>
                    <a:pt x="554056" y="130263"/>
                  </a:lnTo>
                  <a:cubicBezTo>
                    <a:pt x="554056" y="155717"/>
                    <a:pt x="542654" y="166797"/>
                    <a:pt x="516462" y="166797"/>
                  </a:cubicBezTo>
                  <a:lnTo>
                    <a:pt x="205845" y="166797"/>
                  </a:lnTo>
                  <a:lnTo>
                    <a:pt x="205845" y="439901"/>
                  </a:lnTo>
                  <a:lnTo>
                    <a:pt x="491809" y="439901"/>
                  </a:lnTo>
                  <a:cubicBezTo>
                    <a:pt x="519543" y="439901"/>
                    <a:pt x="530944" y="449483"/>
                    <a:pt x="530944" y="474937"/>
                  </a:cubicBezTo>
                  <a:lnTo>
                    <a:pt x="530944" y="563876"/>
                  </a:lnTo>
                  <a:cubicBezTo>
                    <a:pt x="530944" y="589330"/>
                    <a:pt x="519543" y="600409"/>
                    <a:pt x="491809" y="600409"/>
                  </a:cubicBezTo>
                  <a:lnTo>
                    <a:pt x="205845" y="600409"/>
                  </a:lnTo>
                  <a:lnTo>
                    <a:pt x="205845" y="913340"/>
                  </a:lnTo>
                  <a:lnTo>
                    <a:pt x="529404" y="913340"/>
                  </a:lnTo>
                  <a:cubicBezTo>
                    <a:pt x="557137" y="913340"/>
                    <a:pt x="568540" y="922923"/>
                    <a:pt x="568540" y="948377"/>
                  </a:cubicBezTo>
                  <a:lnTo>
                    <a:pt x="568540" y="1043603"/>
                  </a:lnTo>
                  <a:cubicBezTo>
                    <a:pt x="568540" y="1070554"/>
                    <a:pt x="557137" y="1080137"/>
                    <a:pt x="529404" y="1080137"/>
                  </a:cubicBezTo>
                  <a:lnTo>
                    <a:pt x="37285" y="1080137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09" name="手繪多邊形: 圖案 908">
              <a:extLst>
                <a:ext uri="{FF2B5EF4-FFF2-40B4-BE49-F238E27FC236}">
                  <a16:creationId xmlns:a16="http://schemas.microsoft.com/office/drawing/2014/main" id="{B6D9E84F-43A9-D4B7-2B9F-7FDB8025B388}"/>
                </a:ext>
              </a:extLst>
            </p:cNvPr>
            <p:cNvSpPr/>
            <p:nvPr/>
          </p:nvSpPr>
          <p:spPr>
            <a:xfrm>
              <a:off x="-3702199" y="26429880"/>
              <a:ext cx="694881" cy="1080136"/>
            </a:xfrm>
            <a:custGeom>
              <a:avLst/>
              <a:gdLst>
                <a:gd name="connsiteX0" fmla="*/ 694881 w 694881"/>
                <a:gd name="connsiteY0" fmla="*/ 1042106 h 1080136"/>
                <a:gd name="connsiteX1" fmla="*/ 658826 w 694881"/>
                <a:gd name="connsiteY1" fmla="*/ 1080137 h 1080136"/>
                <a:gd name="connsiteX2" fmla="*/ 537723 w 694881"/>
                <a:gd name="connsiteY2" fmla="*/ 1080137 h 1080136"/>
                <a:gd name="connsiteX3" fmla="*/ 500129 w 694881"/>
                <a:gd name="connsiteY3" fmla="*/ 1057978 h 1080136"/>
                <a:gd name="connsiteX4" fmla="*/ 241898 w 694881"/>
                <a:gd name="connsiteY4" fmla="*/ 536925 h 1080136"/>
                <a:gd name="connsiteX5" fmla="*/ 189512 w 694881"/>
                <a:gd name="connsiteY5" fmla="*/ 416244 h 1080136"/>
                <a:gd name="connsiteX6" fmla="*/ 189512 w 694881"/>
                <a:gd name="connsiteY6" fmla="*/ 1042106 h 1080136"/>
                <a:gd name="connsiteX7" fmla="*/ 153459 w 694881"/>
                <a:gd name="connsiteY7" fmla="*/ 1080137 h 1080136"/>
                <a:gd name="connsiteX8" fmla="*/ 39134 w 694881"/>
                <a:gd name="connsiteY8" fmla="*/ 1080137 h 1080136"/>
                <a:gd name="connsiteX9" fmla="*/ 0 w 694881"/>
                <a:gd name="connsiteY9" fmla="*/ 1042106 h 1080136"/>
                <a:gd name="connsiteX10" fmla="*/ 0 w 694881"/>
                <a:gd name="connsiteY10" fmla="*/ 38031 h 1080136"/>
                <a:gd name="connsiteX11" fmla="*/ 39134 w 694881"/>
                <a:gd name="connsiteY11" fmla="*/ 0 h 1080136"/>
                <a:gd name="connsiteX12" fmla="*/ 161780 w 694881"/>
                <a:gd name="connsiteY12" fmla="*/ 0 h 1080136"/>
                <a:gd name="connsiteX13" fmla="*/ 195984 w 694881"/>
                <a:gd name="connsiteY13" fmla="*/ 20663 h 1080136"/>
                <a:gd name="connsiteX14" fmla="*/ 462534 w 694881"/>
                <a:gd name="connsiteY14" fmla="*/ 552796 h 1080136"/>
                <a:gd name="connsiteX15" fmla="*/ 506599 w 694881"/>
                <a:gd name="connsiteY15" fmla="*/ 660899 h 1080136"/>
                <a:gd name="connsiteX16" fmla="*/ 506599 w 694881"/>
                <a:gd name="connsiteY16" fmla="*/ 38031 h 1080136"/>
                <a:gd name="connsiteX17" fmla="*/ 544195 w 694881"/>
                <a:gd name="connsiteY17" fmla="*/ 0 h 1080136"/>
                <a:gd name="connsiteX18" fmla="*/ 658520 w 694881"/>
                <a:gd name="connsiteY18" fmla="*/ 0 h 1080136"/>
                <a:gd name="connsiteX19" fmla="*/ 694573 w 694881"/>
                <a:gd name="connsiteY19" fmla="*/ 38031 h 1080136"/>
                <a:gd name="connsiteX20" fmla="*/ 694573 w 694881"/>
                <a:gd name="connsiteY20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81" h="1080136">
                  <a:moveTo>
                    <a:pt x="694881" y="1042106"/>
                  </a:moveTo>
                  <a:cubicBezTo>
                    <a:pt x="694881" y="1069057"/>
                    <a:pt x="686561" y="1080137"/>
                    <a:pt x="658826" y="1080137"/>
                  </a:cubicBezTo>
                  <a:lnTo>
                    <a:pt x="537723" y="1080137"/>
                  </a:lnTo>
                  <a:cubicBezTo>
                    <a:pt x="516460" y="1080137"/>
                    <a:pt x="508450" y="1073849"/>
                    <a:pt x="500129" y="1057978"/>
                  </a:cubicBezTo>
                  <a:lnTo>
                    <a:pt x="241898" y="536925"/>
                  </a:lnTo>
                  <a:cubicBezTo>
                    <a:pt x="222176" y="498893"/>
                    <a:pt x="202762" y="455772"/>
                    <a:pt x="189512" y="416244"/>
                  </a:cubicBezTo>
                  <a:lnTo>
                    <a:pt x="189512" y="1042106"/>
                  </a:lnTo>
                  <a:cubicBezTo>
                    <a:pt x="189512" y="1069057"/>
                    <a:pt x="179651" y="1080137"/>
                    <a:pt x="153459" y="1080137"/>
                  </a:cubicBezTo>
                  <a:lnTo>
                    <a:pt x="39134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9134" y="0"/>
                  </a:cubicBezTo>
                  <a:lnTo>
                    <a:pt x="161780" y="0"/>
                  </a:lnTo>
                  <a:cubicBezTo>
                    <a:pt x="179651" y="0"/>
                    <a:pt x="187972" y="6289"/>
                    <a:pt x="195984" y="20663"/>
                  </a:cubicBezTo>
                  <a:lnTo>
                    <a:pt x="462534" y="552796"/>
                  </a:lnTo>
                  <a:cubicBezTo>
                    <a:pt x="478867" y="584538"/>
                    <a:pt x="495198" y="627360"/>
                    <a:pt x="506599" y="660899"/>
                  </a:cubicBezTo>
                  <a:lnTo>
                    <a:pt x="506599" y="38031"/>
                  </a:lnTo>
                  <a:cubicBezTo>
                    <a:pt x="506599" y="11081"/>
                    <a:pt x="518003" y="0"/>
                    <a:pt x="544195" y="0"/>
                  </a:cubicBezTo>
                  <a:lnTo>
                    <a:pt x="658520" y="0"/>
                  </a:lnTo>
                  <a:cubicBezTo>
                    <a:pt x="686252" y="0"/>
                    <a:pt x="694573" y="11081"/>
                    <a:pt x="694573" y="38031"/>
                  </a:cubicBezTo>
                  <a:lnTo>
                    <a:pt x="694573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0" name="手繪多邊形: 圖案 909">
              <a:extLst>
                <a:ext uri="{FF2B5EF4-FFF2-40B4-BE49-F238E27FC236}">
                  <a16:creationId xmlns:a16="http://schemas.microsoft.com/office/drawing/2014/main" id="{36F60377-7406-AEE2-602A-0E85C9F35347}"/>
                </a:ext>
              </a:extLst>
            </p:cNvPr>
            <p:cNvSpPr/>
            <p:nvPr/>
          </p:nvSpPr>
          <p:spPr>
            <a:xfrm>
              <a:off x="-2350032" y="26429880"/>
              <a:ext cx="663759" cy="1080136"/>
            </a:xfrm>
            <a:custGeom>
              <a:avLst/>
              <a:gdLst>
                <a:gd name="connsiteX0" fmla="*/ 626164 w 663759"/>
                <a:gd name="connsiteY0" fmla="*/ 0 h 1080136"/>
                <a:gd name="connsiteX1" fmla="*/ 663760 w 663759"/>
                <a:gd name="connsiteY1" fmla="*/ 35037 h 1080136"/>
                <a:gd name="connsiteX2" fmla="*/ 663760 w 663759"/>
                <a:gd name="connsiteY2" fmla="*/ 130263 h 1080136"/>
                <a:gd name="connsiteX3" fmla="*/ 626164 w 663759"/>
                <a:gd name="connsiteY3" fmla="*/ 166797 h 1080136"/>
                <a:gd name="connsiteX4" fmla="*/ 434803 w 663759"/>
                <a:gd name="connsiteY4" fmla="*/ 166797 h 1080136"/>
                <a:gd name="connsiteX5" fmla="*/ 434803 w 663759"/>
                <a:gd name="connsiteY5" fmla="*/ 1042106 h 1080136"/>
                <a:gd name="connsiteX6" fmla="*/ 398748 w 663759"/>
                <a:gd name="connsiteY6" fmla="*/ 1080137 h 1080136"/>
                <a:gd name="connsiteX7" fmla="*/ 268092 w 663759"/>
                <a:gd name="connsiteY7" fmla="*/ 1080137 h 1080136"/>
                <a:gd name="connsiteX8" fmla="*/ 230499 w 663759"/>
                <a:gd name="connsiteY8" fmla="*/ 1042106 h 1080136"/>
                <a:gd name="connsiteX9" fmla="*/ 230499 w 663759"/>
                <a:gd name="connsiteY9" fmla="*/ 166797 h 1080136"/>
                <a:gd name="connsiteX10" fmla="*/ 39136 w 663759"/>
                <a:gd name="connsiteY10" fmla="*/ 166797 h 1080136"/>
                <a:gd name="connsiteX11" fmla="*/ 0 w 663759"/>
                <a:gd name="connsiteY11" fmla="*/ 130263 h 1080136"/>
                <a:gd name="connsiteX12" fmla="*/ 0 w 663759"/>
                <a:gd name="connsiteY12" fmla="*/ 35037 h 1080136"/>
                <a:gd name="connsiteX13" fmla="*/ 39136 w 663759"/>
                <a:gd name="connsiteY13" fmla="*/ 0 h 1080136"/>
                <a:gd name="connsiteX14" fmla="*/ 626164 w 663759"/>
                <a:gd name="connsiteY14" fmla="*/ 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3759" h="1080136">
                  <a:moveTo>
                    <a:pt x="626164" y="0"/>
                  </a:moveTo>
                  <a:cubicBezTo>
                    <a:pt x="652358" y="0"/>
                    <a:pt x="663760" y="9583"/>
                    <a:pt x="663760" y="35037"/>
                  </a:cubicBezTo>
                  <a:lnTo>
                    <a:pt x="663760" y="130263"/>
                  </a:lnTo>
                  <a:cubicBezTo>
                    <a:pt x="663760" y="155717"/>
                    <a:pt x="652358" y="166797"/>
                    <a:pt x="626164" y="166797"/>
                  </a:cubicBezTo>
                  <a:lnTo>
                    <a:pt x="434803" y="166797"/>
                  </a:lnTo>
                  <a:lnTo>
                    <a:pt x="434803" y="1042106"/>
                  </a:lnTo>
                  <a:cubicBezTo>
                    <a:pt x="434803" y="1069057"/>
                    <a:pt x="424942" y="1080137"/>
                    <a:pt x="398748" y="1080137"/>
                  </a:cubicBezTo>
                  <a:lnTo>
                    <a:pt x="268092" y="1080137"/>
                  </a:lnTo>
                  <a:cubicBezTo>
                    <a:pt x="240360" y="1080137"/>
                    <a:pt x="230499" y="1069057"/>
                    <a:pt x="230499" y="1042106"/>
                  </a:cubicBezTo>
                  <a:lnTo>
                    <a:pt x="230499" y="166797"/>
                  </a:lnTo>
                  <a:lnTo>
                    <a:pt x="39136" y="166797"/>
                  </a:lnTo>
                  <a:cubicBezTo>
                    <a:pt x="11403" y="166797"/>
                    <a:pt x="0" y="155717"/>
                    <a:pt x="0" y="130263"/>
                  </a:cubicBezTo>
                  <a:lnTo>
                    <a:pt x="0" y="35037"/>
                  </a:lnTo>
                  <a:cubicBezTo>
                    <a:pt x="0" y="9583"/>
                    <a:pt x="11403" y="0"/>
                    <a:pt x="39136" y="0"/>
                  </a:cubicBezTo>
                  <a:lnTo>
                    <a:pt x="626164" y="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1" name="手繪多邊形: 圖案 910">
              <a:extLst>
                <a:ext uri="{FF2B5EF4-FFF2-40B4-BE49-F238E27FC236}">
                  <a16:creationId xmlns:a16="http://schemas.microsoft.com/office/drawing/2014/main" id="{DF0D9C10-8000-8C63-E590-B14997DA701E}"/>
                </a:ext>
              </a:extLst>
            </p:cNvPr>
            <p:cNvSpPr/>
            <p:nvPr/>
          </p:nvSpPr>
          <p:spPr>
            <a:xfrm>
              <a:off x="-1178210" y="26429880"/>
              <a:ext cx="759336" cy="1080136"/>
            </a:xfrm>
            <a:custGeom>
              <a:avLst/>
              <a:gdLst>
                <a:gd name="connsiteX0" fmla="*/ 448132 w 759336"/>
                <a:gd name="connsiteY0" fmla="*/ 0 h 1080136"/>
                <a:gd name="connsiteX1" fmla="*/ 495587 w 759336"/>
                <a:gd name="connsiteY1" fmla="*/ 38031 h 1080136"/>
                <a:gd name="connsiteX2" fmla="*/ 757208 w 759336"/>
                <a:gd name="connsiteY2" fmla="*/ 1042106 h 1080136"/>
                <a:gd name="connsiteX3" fmla="*/ 729473 w 759336"/>
                <a:gd name="connsiteY3" fmla="*/ 1080137 h 1080136"/>
                <a:gd name="connsiteX4" fmla="*/ 596969 w 759336"/>
                <a:gd name="connsiteY4" fmla="*/ 1080137 h 1080136"/>
                <a:gd name="connsiteX5" fmla="*/ 551054 w 759336"/>
                <a:gd name="connsiteY5" fmla="*/ 1042106 h 1080136"/>
                <a:gd name="connsiteX6" fmla="*/ 500517 w 759336"/>
                <a:gd name="connsiteY6" fmla="*/ 835482 h 1080136"/>
                <a:gd name="connsiteX7" fmla="*/ 248758 w 759336"/>
                <a:gd name="connsiteY7" fmla="*/ 835482 h 1080136"/>
                <a:gd name="connsiteX8" fmla="*/ 198221 w 759336"/>
                <a:gd name="connsiteY8" fmla="*/ 1042106 h 1080136"/>
                <a:gd name="connsiteX9" fmla="*/ 154155 w 759336"/>
                <a:gd name="connsiteY9" fmla="*/ 1080137 h 1080136"/>
                <a:gd name="connsiteX10" fmla="*/ 31511 w 759336"/>
                <a:gd name="connsiteY10" fmla="*/ 1080137 h 1080136"/>
                <a:gd name="connsiteX11" fmla="*/ 2237 w 759336"/>
                <a:gd name="connsiteY11" fmla="*/ 1042106 h 1080136"/>
                <a:gd name="connsiteX12" fmla="*/ 265397 w 759336"/>
                <a:gd name="connsiteY12" fmla="*/ 38031 h 1080136"/>
                <a:gd name="connsiteX13" fmla="*/ 312853 w 759336"/>
                <a:gd name="connsiteY13" fmla="*/ 0 h 1080136"/>
                <a:gd name="connsiteX14" fmla="*/ 448439 w 759336"/>
                <a:gd name="connsiteY14" fmla="*/ 0 h 1080136"/>
                <a:gd name="connsiteX15" fmla="*/ 415468 w 759336"/>
                <a:gd name="connsiteY15" fmla="*/ 484520 h 1080136"/>
                <a:gd name="connsiteX16" fmla="*/ 376332 w 759336"/>
                <a:gd name="connsiteY16" fmla="*/ 233576 h 1080136"/>
                <a:gd name="connsiteX17" fmla="*/ 335348 w 759336"/>
                <a:gd name="connsiteY17" fmla="*/ 484520 h 1080136"/>
                <a:gd name="connsiteX18" fmla="*/ 286352 w 759336"/>
                <a:gd name="connsiteY18" fmla="*/ 676770 h 1080136"/>
                <a:gd name="connsiteX19" fmla="*/ 462923 w 759336"/>
                <a:gd name="connsiteY19" fmla="*/ 676770 h 1080136"/>
                <a:gd name="connsiteX20" fmla="*/ 415468 w 759336"/>
                <a:gd name="connsiteY20" fmla="*/ 48452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36" h="1080136">
                  <a:moveTo>
                    <a:pt x="448132" y="0"/>
                  </a:moveTo>
                  <a:cubicBezTo>
                    <a:pt x="474324" y="0"/>
                    <a:pt x="489116" y="12578"/>
                    <a:pt x="495587" y="38031"/>
                  </a:cubicBezTo>
                  <a:lnTo>
                    <a:pt x="757208" y="1042106"/>
                  </a:lnTo>
                  <a:cubicBezTo>
                    <a:pt x="763679" y="1067560"/>
                    <a:pt x="755667" y="1080137"/>
                    <a:pt x="729473" y="1080137"/>
                  </a:cubicBezTo>
                  <a:lnTo>
                    <a:pt x="596969" y="1080137"/>
                  </a:lnTo>
                  <a:cubicBezTo>
                    <a:pt x="569235" y="1080137"/>
                    <a:pt x="557834" y="1065764"/>
                    <a:pt x="551054" y="1042106"/>
                  </a:cubicBezTo>
                  <a:lnTo>
                    <a:pt x="500517" y="835482"/>
                  </a:lnTo>
                  <a:lnTo>
                    <a:pt x="248758" y="835482"/>
                  </a:lnTo>
                  <a:lnTo>
                    <a:pt x="198221" y="1042106"/>
                  </a:lnTo>
                  <a:cubicBezTo>
                    <a:pt x="191750" y="1066063"/>
                    <a:pt x="180348" y="1080137"/>
                    <a:pt x="154155" y="1080137"/>
                  </a:cubicBezTo>
                  <a:lnTo>
                    <a:pt x="31511" y="1080137"/>
                  </a:lnTo>
                  <a:cubicBezTo>
                    <a:pt x="3777" y="1080137"/>
                    <a:pt x="-4544" y="1067560"/>
                    <a:pt x="2237" y="1042106"/>
                  </a:cubicBezTo>
                  <a:lnTo>
                    <a:pt x="265397" y="38031"/>
                  </a:lnTo>
                  <a:cubicBezTo>
                    <a:pt x="271869" y="12578"/>
                    <a:pt x="286660" y="0"/>
                    <a:pt x="312853" y="0"/>
                  </a:cubicBezTo>
                  <a:lnTo>
                    <a:pt x="448439" y="0"/>
                  </a:lnTo>
                  <a:close/>
                  <a:moveTo>
                    <a:pt x="415468" y="484520"/>
                  </a:moveTo>
                  <a:cubicBezTo>
                    <a:pt x="399136" y="421036"/>
                    <a:pt x="379414" y="265318"/>
                    <a:pt x="376332" y="233576"/>
                  </a:cubicBezTo>
                  <a:cubicBezTo>
                    <a:pt x="371402" y="271607"/>
                    <a:pt x="351680" y="422533"/>
                    <a:pt x="335348" y="484520"/>
                  </a:cubicBezTo>
                  <a:lnTo>
                    <a:pt x="286352" y="676770"/>
                  </a:lnTo>
                  <a:lnTo>
                    <a:pt x="462923" y="676770"/>
                  </a:lnTo>
                  <a:lnTo>
                    <a:pt x="415468" y="48452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2" name="手繪多邊形: 圖案 911">
              <a:extLst>
                <a:ext uri="{FF2B5EF4-FFF2-40B4-BE49-F238E27FC236}">
                  <a16:creationId xmlns:a16="http://schemas.microsoft.com/office/drawing/2014/main" id="{5B51587E-871B-FD0B-6747-5DF3767D204C}"/>
                </a:ext>
              </a:extLst>
            </p:cNvPr>
            <p:cNvSpPr/>
            <p:nvPr/>
          </p:nvSpPr>
          <p:spPr>
            <a:xfrm>
              <a:off x="239365" y="26429880"/>
              <a:ext cx="542654" cy="1080136"/>
            </a:xfrm>
            <a:custGeom>
              <a:avLst/>
              <a:gdLst>
                <a:gd name="connsiteX0" fmla="*/ 205845 w 542654"/>
                <a:gd name="connsiteY0" fmla="*/ 913340 h 1080136"/>
                <a:gd name="connsiteX1" fmla="*/ 503519 w 542654"/>
                <a:gd name="connsiteY1" fmla="*/ 913340 h 1080136"/>
                <a:gd name="connsiteX2" fmla="*/ 542654 w 542654"/>
                <a:gd name="connsiteY2" fmla="*/ 948377 h 1080136"/>
                <a:gd name="connsiteX3" fmla="*/ 542654 w 542654"/>
                <a:gd name="connsiteY3" fmla="*/ 1043603 h 1080136"/>
                <a:gd name="connsiteX4" fmla="*/ 503519 w 542654"/>
                <a:gd name="connsiteY4" fmla="*/ 1080137 h 1080136"/>
                <a:gd name="connsiteX5" fmla="*/ 32664 w 542654"/>
                <a:gd name="connsiteY5" fmla="*/ 1080137 h 1080136"/>
                <a:gd name="connsiteX6" fmla="*/ 0 w 542654"/>
                <a:gd name="connsiteY6" fmla="*/ 1042106 h 1080136"/>
                <a:gd name="connsiteX7" fmla="*/ 0 w 542654"/>
                <a:gd name="connsiteY7" fmla="*/ 38031 h 1080136"/>
                <a:gd name="connsiteX8" fmla="*/ 37595 w 542654"/>
                <a:gd name="connsiteY8" fmla="*/ 0 h 1080136"/>
                <a:gd name="connsiteX9" fmla="*/ 170099 w 542654"/>
                <a:gd name="connsiteY9" fmla="*/ 0 h 1080136"/>
                <a:gd name="connsiteX10" fmla="*/ 206153 w 542654"/>
                <a:gd name="connsiteY10" fmla="*/ 38031 h 1080136"/>
                <a:gd name="connsiteX11" fmla="*/ 206153 w 542654"/>
                <a:gd name="connsiteY11" fmla="*/ 91334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54" h="1080136">
                  <a:moveTo>
                    <a:pt x="205845" y="913340"/>
                  </a:moveTo>
                  <a:lnTo>
                    <a:pt x="503519" y="913340"/>
                  </a:lnTo>
                  <a:cubicBezTo>
                    <a:pt x="529713" y="913340"/>
                    <a:pt x="542654" y="922923"/>
                    <a:pt x="542654" y="948377"/>
                  </a:cubicBezTo>
                  <a:lnTo>
                    <a:pt x="542654" y="1043603"/>
                  </a:lnTo>
                  <a:cubicBezTo>
                    <a:pt x="542654" y="1070554"/>
                    <a:pt x="529713" y="1080137"/>
                    <a:pt x="503519" y="1080137"/>
                  </a:cubicBezTo>
                  <a:lnTo>
                    <a:pt x="32664" y="1080137"/>
                  </a:lnTo>
                  <a:cubicBezTo>
                    <a:pt x="11401" y="1080137"/>
                    <a:pt x="0" y="1067560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5" y="0"/>
                  </a:cubicBezTo>
                  <a:lnTo>
                    <a:pt x="170099" y="0"/>
                  </a:lnTo>
                  <a:cubicBezTo>
                    <a:pt x="197833" y="0"/>
                    <a:pt x="206153" y="11081"/>
                    <a:pt x="206153" y="38031"/>
                  </a:cubicBezTo>
                  <a:lnTo>
                    <a:pt x="206153" y="91334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3" name="手繪多邊形: 圖案 912">
              <a:extLst>
                <a:ext uri="{FF2B5EF4-FFF2-40B4-BE49-F238E27FC236}">
                  <a16:creationId xmlns:a16="http://schemas.microsoft.com/office/drawing/2014/main" id="{E310F34C-B449-1D7C-04BB-F7E79866E24D}"/>
                </a:ext>
              </a:extLst>
            </p:cNvPr>
            <p:cNvSpPr/>
            <p:nvPr/>
          </p:nvSpPr>
          <p:spPr>
            <a:xfrm>
              <a:off x="2217390" y="26417304"/>
              <a:ext cx="668688" cy="1105589"/>
            </a:xfrm>
            <a:custGeom>
              <a:avLst/>
              <a:gdLst>
                <a:gd name="connsiteX0" fmla="*/ 668688 w 668688"/>
                <a:gd name="connsiteY0" fmla="*/ 860935 h 1105589"/>
                <a:gd name="connsiteX1" fmla="*/ 333420 w 668688"/>
                <a:gd name="connsiteY1" fmla="*/ 1105590 h 1105589"/>
                <a:gd name="connsiteX2" fmla="*/ 0 w 668688"/>
                <a:gd name="connsiteY2" fmla="*/ 860935 h 1105589"/>
                <a:gd name="connsiteX3" fmla="*/ 0 w 668688"/>
                <a:gd name="connsiteY3" fmla="*/ 244655 h 1105589"/>
                <a:gd name="connsiteX4" fmla="*/ 333420 w 668688"/>
                <a:gd name="connsiteY4" fmla="*/ 0 h 1105589"/>
                <a:gd name="connsiteX5" fmla="*/ 668688 w 668688"/>
                <a:gd name="connsiteY5" fmla="*/ 244655 h 1105589"/>
                <a:gd name="connsiteX6" fmla="*/ 668688 w 668688"/>
                <a:gd name="connsiteY6" fmla="*/ 332096 h 1105589"/>
                <a:gd name="connsiteX7" fmla="*/ 632635 w 668688"/>
                <a:gd name="connsiteY7" fmla="*/ 370127 h 1105589"/>
                <a:gd name="connsiteX8" fmla="*/ 506909 w 668688"/>
                <a:gd name="connsiteY8" fmla="*/ 370127 h 1105589"/>
                <a:gd name="connsiteX9" fmla="*/ 469314 w 668688"/>
                <a:gd name="connsiteY9" fmla="*/ 332096 h 1105589"/>
                <a:gd name="connsiteX10" fmla="*/ 469314 w 668688"/>
                <a:gd name="connsiteY10" fmla="*/ 265317 h 1105589"/>
                <a:gd name="connsiteX11" fmla="*/ 336809 w 668688"/>
                <a:gd name="connsiteY11" fmla="*/ 166797 h 1105589"/>
                <a:gd name="connsiteX12" fmla="*/ 204305 w 668688"/>
                <a:gd name="connsiteY12" fmla="*/ 265317 h 1105589"/>
                <a:gd name="connsiteX13" fmla="*/ 204305 w 668688"/>
                <a:gd name="connsiteY13" fmla="*/ 840273 h 1105589"/>
                <a:gd name="connsiteX14" fmla="*/ 336809 w 668688"/>
                <a:gd name="connsiteY14" fmla="*/ 938794 h 1105589"/>
                <a:gd name="connsiteX15" fmla="*/ 469314 w 668688"/>
                <a:gd name="connsiteY15" fmla="*/ 840273 h 1105589"/>
                <a:gd name="connsiteX16" fmla="*/ 469314 w 668688"/>
                <a:gd name="connsiteY16" fmla="*/ 751334 h 1105589"/>
                <a:gd name="connsiteX17" fmla="*/ 506909 w 668688"/>
                <a:gd name="connsiteY17" fmla="*/ 714801 h 1105589"/>
                <a:gd name="connsiteX18" fmla="*/ 632635 w 668688"/>
                <a:gd name="connsiteY18" fmla="*/ 714801 h 1105589"/>
                <a:gd name="connsiteX19" fmla="*/ 668688 w 668688"/>
                <a:gd name="connsiteY19" fmla="*/ 751334 h 1105589"/>
                <a:gd name="connsiteX20" fmla="*/ 668688 w 668688"/>
                <a:gd name="connsiteY20" fmla="*/ 860935 h 110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688" h="1105589">
                  <a:moveTo>
                    <a:pt x="668688" y="860935"/>
                  </a:moveTo>
                  <a:cubicBezTo>
                    <a:pt x="668688" y="987904"/>
                    <a:pt x="593500" y="1105590"/>
                    <a:pt x="333420" y="1105590"/>
                  </a:cubicBezTo>
                  <a:cubicBezTo>
                    <a:pt x="73340" y="1105590"/>
                    <a:pt x="0" y="987904"/>
                    <a:pt x="0" y="860935"/>
                  </a:cubicBezTo>
                  <a:lnTo>
                    <a:pt x="0" y="244655"/>
                  </a:lnTo>
                  <a:cubicBezTo>
                    <a:pt x="0" y="117686"/>
                    <a:pt x="76729" y="0"/>
                    <a:pt x="333420" y="0"/>
                  </a:cubicBezTo>
                  <a:cubicBezTo>
                    <a:pt x="590110" y="0"/>
                    <a:pt x="668688" y="117686"/>
                    <a:pt x="668688" y="244655"/>
                  </a:cubicBezTo>
                  <a:lnTo>
                    <a:pt x="668688" y="332096"/>
                  </a:lnTo>
                  <a:cubicBezTo>
                    <a:pt x="668688" y="359047"/>
                    <a:pt x="658828" y="370127"/>
                    <a:pt x="632635" y="370127"/>
                  </a:cubicBezTo>
                  <a:lnTo>
                    <a:pt x="506909" y="370127"/>
                  </a:lnTo>
                  <a:cubicBezTo>
                    <a:pt x="479175" y="370127"/>
                    <a:pt x="469314" y="359047"/>
                    <a:pt x="469314" y="332096"/>
                  </a:cubicBezTo>
                  <a:lnTo>
                    <a:pt x="469314" y="265317"/>
                  </a:lnTo>
                  <a:cubicBezTo>
                    <a:pt x="469314" y="200036"/>
                    <a:pt x="425249" y="166797"/>
                    <a:pt x="336809" y="166797"/>
                  </a:cubicBezTo>
                  <a:cubicBezTo>
                    <a:pt x="248370" y="166797"/>
                    <a:pt x="204305" y="200036"/>
                    <a:pt x="204305" y="265317"/>
                  </a:cubicBezTo>
                  <a:lnTo>
                    <a:pt x="204305" y="840273"/>
                  </a:lnTo>
                  <a:cubicBezTo>
                    <a:pt x="204305" y="905554"/>
                    <a:pt x="246830" y="938794"/>
                    <a:pt x="336809" y="938794"/>
                  </a:cubicBezTo>
                  <a:cubicBezTo>
                    <a:pt x="426790" y="938794"/>
                    <a:pt x="469314" y="905554"/>
                    <a:pt x="469314" y="840273"/>
                  </a:cubicBezTo>
                  <a:lnTo>
                    <a:pt x="469314" y="751334"/>
                  </a:lnTo>
                  <a:cubicBezTo>
                    <a:pt x="469314" y="724383"/>
                    <a:pt x="479175" y="714801"/>
                    <a:pt x="506909" y="714801"/>
                  </a:cubicBezTo>
                  <a:lnTo>
                    <a:pt x="632635" y="714801"/>
                  </a:lnTo>
                  <a:cubicBezTo>
                    <a:pt x="658828" y="714801"/>
                    <a:pt x="668688" y="724383"/>
                    <a:pt x="668688" y="751334"/>
                  </a:cubicBezTo>
                  <a:lnTo>
                    <a:pt x="668688" y="860935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4" name="手繪多邊形: 圖案 913">
              <a:extLst>
                <a:ext uri="{FF2B5EF4-FFF2-40B4-BE49-F238E27FC236}">
                  <a16:creationId xmlns:a16="http://schemas.microsoft.com/office/drawing/2014/main" id="{52D9D389-D0EA-7A72-C5D0-C1C0D825ED41}"/>
                </a:ext>
              </a:extLst>
            </p:cNvPr>
            <p:cNvSpPr/>
            <p:nvPr/>
          </p:nvSpPr>
          <p:spPr>
            <a:xfrm>
              <a:off x="3580960" y="26429880"/>
              <a:ext cx="542654" cy="1080136"/>
            </a:xfrm>
            <a:custGeom>
              <a:avLst/>
              <a:gdLst>
                <a:gd name="connsiteX0" fmla="*/ 205845 w 542654"/>
                <a:gd name="connsiteY0" fmla="*/ 913340 h 1080136"/>
                <a:gd name="connsiteX1" fmla="*/ 503519 w 542654"/>
                <a:gd name="connsiteY1" fmla="*/ 913340 h 1080136"/>
                <a:gd name="connsiteX2" fmla="*/ 542654 w 542654"/>
                <a:gd name="connsiteY2" fmla="*/ 948377 h 1080136"/>
                <a:gd name="connsiteX3" fmla="*/ 542654 w 542654"/>
                <a:gd name="connsiteY3" fmla="*/ 1043603 h 1080136"/>
                <a:gd name="connsiteX4" fmla="*/ 503519 w 542654"/>
                <a:gd name="connsiteY4" fmla="*/ 1080137 h 1080136"/>
                <a:gd name="connsiteX5" fmla="*/ 32664 w 542654"/>
                <a:gd name="connsiteY5" fmla="*/ 1080137 h 1080136"/>
                <a:gd name="connsiteX6" fmla="*/ 0 w 542654"/>
                <a:gd name="connsiteY6" fmla="*/ 1042106 h 1080136"/>
                <a:gd name="connsiteX7" fmla="*/ 0 w 542654"/>
                <a:gd name="connsiteY7" fmla="*/ 38031 h 1080136"/>
                <a:gd name="connsiteX8" fmla="*/ 37595 w 542654"/>
                <a:gd name="connsiteY8" fmla="*/ 0 h 1080136"/>
                <a:gd name="connsiteX9" fmla="*/ 170099 w 542654"/>
                <a:gd name="connsiteY9" fmla="*/ 0 h 1080136"/>
                <a:gd name="connsiteX10" fmla="*/ 206153 w 542654"/>
                <a:gd name="connsiteY10" fmla="*/ 38031 h 1080136"/>
                <a:gd name="connsiteX11" fmla="*/ 206153 w 542654"/>
                <a:gd name="connsiteY11" fmla="*/ 913340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54" h="1080136">
                  <a:moveTo>
                    <a:pt x="205845" y="913340"/>
                  </a:moveTo>
                  <a:lnTo>
                    <a:pt x="503519" y="913340"/>
                  </a:lnTo>
                  <a:cubicBezTo>
                    <a:pt x="529713" y="913340"/>
                    <a:pt x="542654" y="922923"/>
                    <a:pt x="542654" y="948377"/>
                  </a:cubicBezTo>
                  <a:lnTo>
                    <a:pt x="542654" y="1043603"/>
                  </a:lnTo>
                  <a:cubicBezTo>
                    <a:pt x="542654" y="1070554"/>
                    <a:pt x="529713" y="1080137"/>
                    <a:pt x="503519" y="1080137"/>
                  </a:cubicBezTo>
                  <a:lnTo>
                    <a:pt x="32664" y="1080137"/>
                  </a:lnTo>
                  <a:cubicBezTo>
                    <a:pt x="11401" y="1080137"/>
                    <a:pt x="0" y="1067560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5" y="0"/>
                  </a:cubicBezTo>
                  <a:lnTo>
                    <a:pt x="170099" y="0"/>
                  </a:lnTo>
                  <a:cubicBezTo>
                    <a:pt x="197833" y="0"/>
                    <a:pt x="206153" y="11081"/>
                    <a:pt x="206153" y="38031"/>
                  </a:cubicBezTo>
                  <a:lnTo>
                    <a:pt x="206153" y="913340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5" name="手繪多邊形: 圖案 914">
              <a:extLst>
                <a:ext uri="{FF2B5EF4-FFF2-40B4-BE49-F238E27FC236}">
                  <a16:creationId xmlns:a16="http://schemas.microsoft.com/office/drawing/2014/main" id="{3DAD41DA-3CD0-698D-7582-CB46B19B2739}"/>
                </a:ext>
              </a:extLst>
            </p:cNvPr>
            <p:cNvSpPr/>
            <p:nvPr/>
          </p:nvSpPr>
          <p:spPr>
            <a:xfrm>
              <a:off x="4777204" y="26429880"/>
              <a:ext cx="206153" cy="1080136"/>
            </a:xfrm>
            <a:custGeom>
              <a:avLst/>
              <a:gdLst>
                <a:gd name="connsiteX0" fmla="*/ 206153 w 206153"/>
                <a:gd name="connsiteY0" fmla="*/ 1042106 h 1080136"/>
                <a:gd name="connsiteX1" fmla="*/ 170099 w 206153"/>
                <a:gd name="connsiteY1" fmla="*/ 1080137 h 1080136"/>
                <a:gd name="connsiteX2" fmla="*/ 37595 w 206153"/>
                <a:gd name="connsiteY2" fmla="*/ 1080137 h 1080136"/>
                <a:gd name="connsiteX3" fmla="*/ 0 w 206153"/>
                <a:gd name="connsiteY3" fmla="*/ 1042106 h 1080136"/>
                <a:gd name="connsiteX4" fmla="*/ 0 w 206153"/>
                <a:gd name="connsiteY4" fmla="*/ 38031 h 1080136"/>
                <a:gd name="connsiteX5" fmla="*/ 37595 w 206153"/>
                <a:gd name="connsiteY5" fmla="*/ 0 h 1080136"/>
                <a:gd name="connsiteX6" fmla="*/ 170099 w 206153"/>
                <a:gd name="connsiteY6" fmla="*/ 0 h 1080136"/>
                <a:gd name="connsiteX7" fmla="*/ 206153 w 206153"/>
                <a:gd name="connsiteY7" fmla="*/ 38031 h 1080136"/>
                <a:gd name="connsiteX8" fmla="*/ 206153 w 206153"/>
                <a:gd name="connsiteY8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53" h="1080136">
                  <a:moveTo>
                    <a:pt x="206153" y="1042106"/>
                  </a:moveTo>
                  <a:cubicBezTo>
                    <a:pt x="206153" y="1069057"/>
                    <a:pt x="197833" y="1080137"/>
                    <a:pt x="170099" y="1080137"/>
                  </a:cubicBezTo>
                  <a:lnTo>
                    <a:pt x="37595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5" y="0"/>
                  </a:cubicBezTo>
                  <a:lnTo>
                    <a:pt x="170099" y="0"/>
                  </a:lnTo>
                  <a:cubicBezTo>
                    <a:pt x="197833" y="0"/>
                    <a:pt x="206153" y="11081"/>
                    <a:pt x="206153" y="38031"/>
                  </a:cubicBezTo>
                  <a:lnTo>
                    <a:pt x="206153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6" name="手繪多邊形: 圖案 915">
              <a:extLst>
                <a:ext uri="{FF2B5EF4-FFF2-40B4-BE49-F238E27FC236}">
                  <a16:creationId xmlns:a16="http://schemas.microsoft.com/office/drawing/2014/main" id="{8354F793-6FFC-8172-184B-F46FA17D32A3}"/>
                </a:ext>
              </a:extLst>
            </p:cNvPr>
            <p:cNvSpPr/>
            <p:nvPr/>
          </p:nvSpPr>
          <p:spPr>
            <a:xfrm>
              <a:off x="5720456" y="26429880"/>
              <a:ext cx="694881" cy="1080136"/>
            </a:xfrm>
            <a:custGeom>
              <a:avLst/>
              <a:gdLst>
                <a:gd name="connsiteX0" fmla="*/ 694881 w 694881"/>
                <a:gd name="connsiteY0" fmla="*/ 1042106 h 1080136"/>
                <a:gd name="connsiteX1" fmla="*/ 658828 w 694881"/>
                <a:gd name="connsiteY1" fmla="*/ 1080137 h 1080136"/>
                <a:gd name="connsiteX2" fmla="*/ 537725 w 694881"/>
                <a:gd name="connsiteY2" fmla="*/ 1080137 h 1080136"/>
                <a:gd name="connsiteX3" fmla="*/ 500130 w 694881"/>
                <a:gd name="connsiteY3" fmla="*/ 1057978 h 1080136"/>
                <a:gd name="connsiteX4" fmla="*/ 241899 w 694881"/>
                <a:gd name="connsiteY4" fmla="*/ 536925 h 1080136"/>
                <a:gd name="connsiteX5" fmla="*/ 189513 w 694881"/>
                <a:gd name="connsiteY5" fmla="*/ 416244 h 1080136"/>
                <a:gd name="connsiteX6" fmla="*/ 189513 w 694881"/>
                <a:gd name="connsiteY6" fmla="*/ 1042106 h 1080136"/>
                <a:gd name="connsiteX7" fmla="*/ 153460 w 694881"/>
                <a:gd name="connsiteY7" fmla="*/ 1080137 h 1080136"/>
                <a:gd name="connsiteX8" fmla="*/ 39135 w 694881"/>
                <a:gd name="connsiteY8" fmla="*/ 1080137 h 1080136"/>
                <a:gd name="connsiteX9" fmla="*/ 0 w 694881"/>
                <a:gd name="connsiteY9" fmla="*/ 1042106 h 1080136"/>
                <a:gd name="connsiteX10" fmla="*/ 0 w 694881"/>
                <a:gd name="connsiteY10" fmla="*/ 38031 h 1080136"/>
                <a:gd name="connsiteX11" fmla="*/ 39135 w 694881"/>
                <a:gd name="connsiteY11" fmla="*/ 0 h 1080136"/>
                <a:gd name="connsiteX12" fmla="*/ 161780 w 694881"/>
                <a:gd name="connsiteY12" fmla="*/ 0 h 1080136"/>
                <a:gd name="connsiteX13" fmla="*/ 195985 w 694881"/>
                <a:gd name="connsiteY13" fmla="*/ 20663 h 1080136"/>
                <a:gd name="connsiteX14" fmla="*/ 462536 w 694881"/>
                <a:gd name="connsiteY14" fmla="*/ 552796 h 1080136"/>
                <a:gd name="connsiteX15" fmla="*/ 506601 w 694881"/>
                <a:gd name="connsiteY15" fmla="*/ 660899 h 1080136"/>
                <a:gd name="connsiteX16" fmla="*/ 506601 w 694881"/>
                <a:gd name="connsiteY16" fmla="*/ 38031 h 1080136"/>
                <a:gd name="connsiteX17" fmla="*/ 544196 w 694881"/>
                <a:gd name="connsiteY17" fmla="*/ 0 h 1080136"/>
                <a:gd name="connsiteX18" fmla="*/ 658520 w 694881"/>
                <a:gd name="connsiteY18" fmla="*/ 0 h 1080136"/>
                <a:gd name="connsiteX19" fmla="*/ 694574 w 694881"/>
                <a:gd name="connsiteY19" fmla="*/ 38031 h 1080136"/>
                <a:gd name="connsiteX20" fmla="*/ 694574 w 694881"/>
                <a:gd name="connsiteY20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881" h="1080136">
                  <a:moveTo>
                    <a:pt x="694881" y="1042106"/>
                  </a:moveTo>
                  <a:cubicBezTo>
                    <a:pt x="694881" y="1069057"/>
                    <a:pt x="686562" y="1080137"/>
                    <a:pt x="658828" y="1080137"/>
                  </a:cubicBezTo>
                  <a:lnTo>
                    <a:pt x="537725" y="1080137"/>
                  </a:lnTo>
                  <a:cubicBezTo>
                    <a:pt x="516462" y="1080137"/>
                    <a:pt x="508450" y="1073849"/>
                    <a:pt x="500130" y="1057978"/>
                  </a:cubicBezTo>
                  <a:lnTo>
                    <a:pt x="241899" y="536925"/>
                  </a:lnTo>
                  <a:cubicBezTo>
                    <a:pt x="222177" y="498893"/>
                    <a:pt x="202764" y="455772"/>
                    <a:pt x="189513" y="416244"/>
                  </a:cubicBezTo>
                  <a:lnTo>
                    <a:pt x="189513" y="1042106"/>
                  </a:lnTo>
                  <a:cubicBezTo>
                    <a:pt x="189513" y="1069057"/>
                    <a:pt x="179653" y="1080137"/>
                    <a:pt x="153460" y="1080137"/>
                  </a:cubicBezTo>
                  <a:lnTo>
                    <a:pt x="39135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9135" y="0"/>
                  </a:cubicBezTo>
                  <a:lnTo>
                    <a:pt x="161780" y="0"/>
                  </a:lnTo>
                  <a:cubicBezTo>
                    <a:pt x="179653" y="0"/>
                    <a:pt x="187973" y="6289"/>
                    <a:pt x="195985" y="20663"/>
                  </a:cubicBezTo>
                  <a:lnTo>
                    <a:pt x="462536" y="552796"/>
                  </a:lnTo>
                  <a:cubicBezTo>
                    <a:pt x="478868" y="584538"/>
                    <a:pt x="495200" y="627360"/>
                    <a:pt x="506601" y="660899"/>
                  </a:cubicBezTo>
                  <a:lnTo>
                    <a:pt x="506601" y="38031"/>
                  </a:lnTo>
                  <a:cubicBezTo>
                    <a:pt x="506601" y="11081"/>
                    <a:pt x="518003" y="0"/>
                    <a:pt x="544196" y="0"/>
                  </a:cubicBezTo>
                  <a:lnTo>
                    <a:pt x="658520" y="0"/>
                  </a:lnTo>
                  <a:cubicBezTo>
                    <a:pt x="686253" y="0"/>
                    <a:pt x="694574" y="11081"/>
                    <a:pt x="694574" y="38031"/>
                  </a:cubicBezTo>
                  <a:lnTo>
                    <a:pt x="694574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7" name="手繪多邊形: 圖案 916">
              <a:extLst>
                <a:ext uri="{FF2B5EF4-FFF2-40B4-BE49-F238E27FC236}">
                  <a16:creationId xmlns:a16="http://schemas.microsoft.com/office/drawing/2014/main" id="{E8E77DE2-A13B-05B7-FCFC-D8A2289EDB5A}"/>
                </a:ext>
              </a:extLst>
            </p:cNvPr>
            <p:cNvSpPr/>
            <p:nvPr/>
          </p:nvSpPr>
          <p:spPr>
            <a:xfrm>
              <a:off x="7152436" y="26429880"/>
              <a:ext cx="206153" cy="1080136"/>
            </a:xfrm>
            <a:custGeom>
              <a:avLst/>
              <a:gdLst>
                <a:gd name="connsiteX0" fmla="*/ 206153 w 206153"/>
                <a:gd name="connsiteY0" fmla="*/ 1042106 h 1080136"/>
                <a:gd name="connsiteX1" fmla="*/ 170100 w 206153"/>
                <a:gd name="connsiteY1" fmla="*/ 1080137 h 1080136"/>
                <a:gd name="connsiteX2" fmla="*/ 37595 w 206153"/>
                <a:gd name="connsiteY2" fmla="*/ 1080137 h 1080136"/>
                <a:gd name="connsiteX3" fmla="*/ 0 w 206153"/>
                <a:gd name="connsiteY3" fmla="*/ 1042106 h 1080136"/>
                <a:gd name="connsiteX4" fmla="*/ 0 w 206153"/>
                <a:gd name="connsiteY4" fmla="*/ 38031 h 1080136"/>
                <a:gd name="connsiteX5" fmla="*/ 37595 w 206153"/>
                <a:gd name="connsiteY5" fmla="*/ 0 h 1080136"/>
                <a:gd name="connsiteX6" fmla="*/ 170100 w 206153"/>
                <a:gd name="connsiteY6" fmla="*/ 0 h 1080136"/>
                <a:gd name="connsiteX7" fmla="*/ 206153 w 206153"/>
                <a:gd name="connsiteY7" fmla="*/ 38031 h 1080136"/>
                <a:gd name="connsiteX8" fmla="*/ 206153 w 206153"/>
                <a:gd name="connsiteY8" fmla="*/ 1042106 h 1080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53" h="1080136">
                  <a:moveTo>
                    <a:pt x="206153" y="1042106"/>
                  </a:moveTo>
                  <a:cubicBezTo>
                    <a:pt x="206153" y="1069057"/>
                    <a:pt x="197833" y="1080137"/>
                    <a:pt x="170100" y="1080137"/>
                  </a:cubicBezTo>
                  <a:lnTo>
                    <a:pt x="37595" y="1080137"/>
                  </a:lnTo>
                  <a:cubicBezTo>
                    <a:pt x="11401" y="1080137"/>
                    <a:pt x="0" y="1069057"/>
                    <a:pt x="0" y="1042106"/>
                  </a:cubicBezTo>
                  <a:lnTo>
                    <a:pt x="0" y="38031"/>
                  </a:lnTo>
                  <a:cubicBezTo>
                    <a:pt x="0" y="11081"/>
                    <a:pt x="11401" y="0"/>
                    <a:pt x="37595" y="0"/>
                  </a:cubicBezTo>
                  <a:lnTo>
                    <a:pt x="170100" y="0"/>
                  </a:lnTo>
                  <a:cubicBezTo>
                    <a:pt x="197833" y="0"/>
                    <a:pt x="206153" y="11081"/>
                    <a:pt x="206153" y="38031"/>
                  </a:cubicBezTo>
                  <a:lnTo>
                    <a:pt x="206153" y="1042106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918" name="手繪多邊形: 圖案 917">
              <a:extLst>
                <a:ext uri="{FF2B5EF4-FFF2-40B4-BE49-F238E27FC236}">
                  <a16:creationId xmlns:a16="http://schemas.microsoft.com/office/drawing/2014/main" id="{5DAFC7AC-32FD-93EF-9986-7EA992D0AEC2}"/>
                </a:ext>
              </a:extLst>
            </p:cNvPr>
            <p:cNvSpPr/>
            <p:nvPr/>
          </p:nvSpPr>
          <p:spPr>
            <a:xfrm>
              <a:off x="8082745" y="26417304"/>
              <a:ext cx="668688" cy="1105589"/>
            </a:xfrm>
            <a:custGeom>
              <a:avLst/>
              <a:gdLst>
                <a:gd name="connsiteX0" fmla="*/ 668689 w 668688"/>
                <a:gd name="connsiteY0" fmla="*/ 860935 h 1105589"/>
                <a:gd name="connsiteX1" fmla="*/ 333420 w 668688"/>
                <a:gd name="connsiteY1" fmla="*/ 1105590 h 1105589"/>
                <a:gd name="connsiteX2" fmla="*/ 0 w 668688"/>
                <a:gd name="connsiteY2" fmla="*/ 860935 h 1105589"/>
                <a:gd name="connsiteX3" fmla="*/ 0 w 668688"/>
                <a:gd name="connsiteY3" fmla="*/ 244655 h 1105589"/>
                <a:gd name="connsiteX4" fmla="*/ 333420 w 668688"/>
                <a:gd name="connsiteY4" fmla="*/ 0 h 1105589"/>
                <a:gd name="connsiteX5" fmla="*/ 668689 w 668688"/>
                <a:gd name="connsiteY5" fmla="*/ 244655 h 1105589"/>
                <a:gd name="connsiteX6" fmla="*/ 668689 w 668688"/>
                <a:gd name="connsiteY6" fmla="*/ 332096 h 1105589"/>
                <a:gd name="connsiteX7" fmla="*/ 632635 w 668688"/>
                <a:gd name="connsiteY7" fmla="*/ 370127 h 1105589"/>
                <a:gd name="connsiteX8" fmla="*/ 506909 w 668688"/>
                <a:gd name="connsiteY8" fmla="*/ 370127 h 1105589"/>
                <a:gd name="connsiteX9" fmla="*/ 469315 w 668688"/>
                <a:gd name="connsiteY9" fmla="*/ 332096 h 1105589"/>
                <a:gd name="connsiteX10" fmla="*/ 469315 w 668688"/>
                <a:gd name="connsiteY10" fmla="*/ 265317 h 1105589"/>
                <a:gd name="connsiteX11" fmla="*/ 336809 w 668688"/>
                <a:gd name="connsiteY11" fmla="*/ 166797 h 1105589"/>
                <a:gd name="connsiteX12" fmla="*/ 204305 w 668688"/>
                <a:gd name="connsiteY12" fmla="*/ 265317 h 1105589"/>
                <a:gd name="connsiteX13" fmla="*/ 204305 w 668688"/>
                <a:gd name="connsiteY13" fmla="*/ 840273 h 1105589"/>
                <a:gd name="connsiteX14" fmla="*/ 336809 w 668688"/>
                <a:gd name="connsiteY14" fmla="*/ 938794 h 1105589"/>
                <a:gd name="connsiteX15" fmla="*/ 469315 w 668688"/>
                <a:gd name="connsiteY15" fmla="*/ 840273 h 1105589"/>
                <a:gd name="connsiteX16" fmla="*/ 469315 w 668688"/>
                <a:gd name="connsiteY16" fmla="*/ 751334 h 1105589"/>
                <a:gd name="connsiteX17" fmla="*/ 506909 w 668688"/>
                <a:gd name="connsiteY17" fmla="*/ 714801 h 1105589"/>
                <a:gd name="connsiteX18" fmla="*/ 632635 w 668688"/>
                <a:gd name="connsiteY18" fmla="*/ 714801 h 1105589"/>
                <a:gd name="connsiteX19" fmla="*/ 668689 w 668688"/>
                <a:gd name="connsiteY19" fmla="*/ 751334 h 1105589"/>
                <a:gd name="connsiteX20" fmla="*/ 668689 w 668688"/>
                <a:gd name="connsiteY20" fmla="*/ 860935 h 1105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688" h="1105589">
                  <a:moveTo>
                    <a:pt x="668689" y="860935"/>
                  </a:moveTo>
                  <a:cubicBezTo>
                    <a:pt x="668689" y="987904"/>
                    <a:pt x="593500" y="1105590"/>
                    <a:pt x="333420" y="1105590"/>
                  </a:cubicBezTo>
                  <a:cubicBezTo>
                    <a:pt x="73340" y="1105590"/>
                    <a:pt x="0" y="987904"/>
                    <a:pt x="0" y="860935"/>
                  </a:cubicBezTo>
                  <a:lnTo>
                    <a:pt x="0" y="244655"/>
                  </a:lnTo>
                  <a:cubicBezTo>
                    <a:pt x="0" y="117686"/>
                    <a:pt x="76730" y="0"/>
                    <a:pt x="333420" y="0"/>
                  </a:cubicBezTo>
                  <a:cubicBezTo>
                    <a:pt x="590110" y="0"/>
                    <a:pt x="668689" y="117686"/>
                    <a:pt x="668689" y="244655"/>
                  </a:cubicBezTo>
                  <a:lnTo>
                    <a:pt x="668689" y="332096"/>
                  </a:lnTo>
                  <a:cubicBezTo>
                    <a:pt x="668689" y="359047"/>
                    <a:pt x="658828" y="370127"/>
                    <a:pt x="632635" y="370127"/>
                  </a:cubicBezTo>
                  <a:lnTo>
                    <a:pt x="506909" y="370127"/>
                  </a:lnTo>
                  <a:cubicBezTo>
                    <a:pt x="479176" y="370127"/>
                    <a:pt x="469315" y="359047"/>
                    <a:pt x="469315" y="332096"/>
                  </a:cubicBezTo>
                  <a:lnTo>
                    <a:pt x="469315" y="265317"/>
                  </a:lnTo>
                  <a:cubicBezTo>
                    <a:pt x="469315" y="200036"/>
                    <a:pt x="425249" y="166797"/>
                    <a:pt x="336809" y="166797"/>
                  </a:cubicBezTo>
                  <a:cubicBezTo>
                    <a:pt x="248370" y="166797"/>
                    <a:pt x="204305" y="200036"/>
                    <a:pt x="204305" y="265317"/>
                  </a:cubicBezTo>
                  <a:lnTo>
                    <a:pt x="204305" y="840273"/>
                  </a:lnTo>
                  <a:cubicBezTo>
                    <a:pt x="204305" y="905554"/>
                    <a:pt x="246829" y="938794"/>
                    <a:pt x="336809" y="938794"/>
                  </a:cubicBezTo>
                  <a:cubicBezTo>
                    <a:pt x="426790" y="938794"/>
                    <a:pt x="469315" y="905554"/>
                    <a:pt x="469315" y="840273"/>
                  </a:cubicBezTo>
                  <a:lnTo>
                    <a:pt x="469315" y="751334"/>
                  </a:lnTo>
                  <a:cubicBezTo>
                    <a:pt x="469315" y="724383"/>
                    <a:pt x="479176" y="714801"/>
                    <a:pt x="506909" y="714801"/>
                  </a:cubicBezTo>
                  <a:lnTo>
                    <a:pt x="632635" y="714801"/>
                  </a:lnTo>
                  <a:cubicBezTo>
                    <a:pt x="658828" y="714801"/>
                    <a:pt x="668689" y="724383"/>
                    <a:pt x="668689" y="751334"/>
                  </a:cubicBezTo>
                  <a:lnTo>
                    <a:pt x="668689" y="860935"/>
                  </a:lnTo>
                  <a:close/>
                </a:path>
              </a:pathLst>
            </a:custGeom>
            <a:solidFill>
              <a:srgbClr val="231815"/>
            </a:solidFill>
            <a:ln w="532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919" name="圖形 19">
            <a:extLst>
              <a:ext uri="{FF2B5EF4-FFF2-40B4-BE49-F238E27FC236}">
                <a16:creationId xmlns:a16="http://schemas.microsoft.com/office/drawing/2014/main" id="{DEB52780-B518-2782-D231-CB292D31ED22}"/>
              </a:ext>
            </a:extLst>
          </p:cNvPr>
          <p:cNvGrpSpPr/>
          <p:nvPr/>
        </p:nvGrpSpPr>
        <p:grpSpPr>
          <a:xfrm>
            <a:off x="-55157338" y="31767080"/>
            <a:ext cx="156066695" cy="60169876"/>
            <a:chOff x="-55157338" y="31767080"/>
            <a:chExt cx="156066695" cy="60169876"/>
          </a:xfrm>
          <a:noFill/>
        </p:grpSpPr>
        <p:grpSp>
          <p:nvGrpSpPr>
            <p:cNvPr id="920" name="圖形 19">
              <a:extLst>
                <a:ext uri="{FF2B5EF4-FFF2-40B4-BE49-F238E27FC236}">
                  <a16:creationId xmlns:a16="http://schemas.microsoft.com/office/drawing/2014/main" id="{53D1C528-E892-79F0-FB96-99C76D817ACD}"/>
                </a:ext>
              </a:extLst>
            </p:cNvPr>
            <p:cNvGrpSpPr/>
            <p:nvPr/>
          </p:nvGrpSpPr>
          <p:grpSpPr>
            <a:xfrm>
              <a:off x="-40706573" y="31767080"/>
              <a:ext cx="17448387" cy="60169876"/>
              <a:chOff x="-40706573" y="31767080"/>
              <a:chExt cx="17448387" cy="60169876"/>
            </a:xfrm>
            <a:noFill/>
          </p:grpSpPr>
          <p:grpSp>
            <p:nvGrpSpPr>
              <p:cNvPr id="921" name="圖形 19">
                <a:extLst>
                  <a:ext uri="{FF2B5EF4-FFF2-40B4-BE49-F238E27FC236}">
                    <a16:creationId xmlns:a16="http://schemas.microsoft.com/office/drawing/2014/main" id="{821EBB7D-83DA-A3F7-E751-CD4709854C12}"/>
                  </a:ext>
                </a:extLst>
              </p:cNvPr>
              <p:cNvGrpSpPr/>
              <p:nvPr/>
            </p:nvGrpSpPr>
            <p:grpSpPr>
              <a:xfrm>
                <a:off x="-40706573" y="31767080"/>
                <a:ext cx="17448387" cy="27292697"/>
                <a:chOff x="-40706573" y="31767080"/>
                <a:chExt cx="17448387" cy="27292697"/>
              </a:xfrm>
              <a:noFill/>
            </p:grpSpPr>
            <p:sp>
              <p:nvSpPr>
                <p:cNvPr id="922" name="手繪多邊形: 圖案 921">
                  <a:extLst>
                    <a:ext uri="{FF2B5EF4-FFF2-40B4-BE49-F238E27FC236}">
                      <a16:creationId xmlns:a16="http://schemas.microsoft.com/office/drawing/2014/main" id="{95193F1F-FC91-6513-E324-BBA4E75D3397}"/>
                    </a:ext>
                  </a:extLst>
                </p:cNvPr>
                <p:cNvSpPr/>
                <p:nvPr/>
              </p:nvSpPr>
              <p:spPr>
                <a:xfrm>
                  <a:off x="-40706573" y="31767080"/>
                  <a:ext cx="1476045" cy="29945"/>
                </a:xfrm>
                <a:custGeom>
                  <a:avLst/>
                  <a:gdLst>
                    <a:gd name="connsiteX0" fmla="*/ 2 w 1476045"/>
                    <a:gd name="connsiteY0" fmla="*/ 0 h 29945"/>
                    <a:gd name="connsiteX1" fmla="*/ 1476044 w 1476045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045" h="29945">
                      <a:moveTo>
                        <a:pt x="2" y="0"/>
                      </a:moveTo>
                      <a:lnTo>
                        <a:pt x="1476044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3" name="手繪多邊形: 圖案 922">
                  <a:extLst>
                    <a:ext uri="{FF2B5EF4-FFF2-40B4-BE49-F238E27FC236}">
                      <a16:creationId xmlns:a16="http://schemas.microsoft.com/office/drawing/2014/main" id="{4C1165B3-7CF3-A4DE-2CB7-92FA05297031}"/>
                    </a:ext>
                  </a:extLst>
                </p:cNvPr>
                <p:cNvSpPr/>
                <p:nvPr/>
              </p:nvSpPr>
              <p:spPr>
                <a:xfrm>
                  <a:off x="-40524456" y="31767080"/>
                  <a:ext cx="1293927" cy="1700608"/>
                </a:xfrm>
                <a:custGeom>
                  <a:avLst/>
                  <a:gdLst>
                    <a:gd name="connsiteX0" fmla="*/ 1293928 w 1293927"/>
                    <a:gd name="connsiteY0" fmla="*/ 1700608 h 1700608"/>
                    <a:gd name="connsiteX1" fmla="*/ 385806 w 1293927"/>
                    <a:gd name="connsiteY1" fmla="*/ 1700608 h 1700608"/>
                    <a:gd name="connsiteX2" fmla="*/ 0 w 1293927"/>
                    <a:gd name="connsiteY2" fmla="*/ 1325691 h 1700608"/>
                    <a:gd name="connsiteX3" fmla="*/ 0 w 1293927"/>
                    <a:gd name="connsiteY3" fmla="*/ 0 h 1700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3927" h="1700608">
                      <a:moveTo>
                        <a:pt x="1293928" y="1700608"/>
                      </a:moveTo>
                      <a:lnTo>
                        <a:pt x="385806" y="1700608"/>
                      </a:lnTo>
                      <a:cubicBezTo>
                        <a:pt x="172873" y="1700608"/>
                        <a:pt x="0" y="1532614"/>
                        <a:pt x="0" y="132569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4" name="手繪多邊形: 圖案 923">
                  <a:extLst>
                    <a:ext uri="{FF2B5EF4-FFF2-40B4-BE49-F238E27FC236}">
                      <a16:creationId xmlns:a16="http://schemas.microsoft.com/office/drawing/2014/main" id="{DD8410DC-A603-BFA4-6751-18C406D8E097}"/>
                    </a:ext>
                  </a:extLst>
                </p:cNvPr>
                <p:cNvSpPr/>
                <p:nvPr/>
              </p:nvSpPr>
              <p:spPr>
                <a:xfrm>
                  <a:off x="-40174395" y="32159666"/>
                  <a:ext cx="821223" cy="29945"/>
                </a:xfrm>
                <a:custGeom>
                  <a:avLst/>
                  <a:gdLst>
                    <a:gd name="connsiteX0" fmla="*/ -2 w 821223"/>
                    <a:gd name="connsiteY0" fmla="*/ 0 h 29945"/>
                    <a:gd name="connsiteX1" fmla="*/ 821223 w 821223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23" h="29945">
                      <a:moveTo>
                        <a:pt x="-2" y="0"/>
                      </a:moveTo>
                      <a:lnTo>
                        <a:pt x="821223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5" name="手繪多邊形: 圖案 924">
                  <a:extLst>
                    <a:ext uri="{FF2B5EF4-FFF2-40B4-BE49-F238E27FC236}">
                      <a16:creationId xmlns:a16="http://schemas.microsoft.com/office/drawing/2014/main" id="{AFB4ACAD-665A-3858-58FE-4720E5EE6EEB}"/>
                    </a:ext>
                  </a:extLst>
                </p:cNvPr>
                <p:cNvSpPr/>
                <p:nvPr/>
              </p:nvSpPr>
              <p:spPr>
                <a:xfrm>
                  <a:off x="-40236026" y="32609149"/>
                  <a:ext cx="882854" cy="29945"/>
                </a:xfrm>
                <a:custGeom>
                  <a:avLst/>
                  <a:gdLst>
                    <a:gd name="connsiteX0" fmla="*/ -2 w 882854"/>
                    <a:gd name="connsiteY0" fmla="*/ 0 h 29945"/>
                    <a:gd name="connsiteX1" fmla="*/ 882853 w 882854"/>
                    <a:gd name="connsiteY1" fmla="*/ 0 h 2994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854" h="29945">
                      <a:moveTo>
                        <a:pt x="-2" y="0"/>
                      </a:moveTo>
                      <a:lnTo>
                        <a:pt x="882853" y="0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6" name="手繪多邊形: 圖案 925">
                  <a:extLst>
                    <a:ext uri="{FF2B5EF4-FFF2-40B4-BE49-F238E27FC236}">
                      <a16:creationId xmlns:a16="http://schemas.microsoft.com/office/drawing/2014/main" id="{2793E8FF-7D77-2B27-A3CA-B4D97FEC35A3}"/>
                    </a:ext>
                  </a:extLst>
                </p:cNvPr>
                <p:cNvSpPr/>
                <p:nvPr/>
              </p:nvSpPr>
              <p:spPr>
                <a:xfrm>
                  <a:off x="-38843797" y="31767080"/>
                  <a:ext cx="1156493" cy="495000"/>
                </a:xfrm>
                <a:custGeom>
                  <a:avLst/>
                  <a:gdLst>
                    <a:gd name="connsiteX0" fmla="*/ 1156494 w 1156493"/>
                    <a:gd name="connsiteY0" fmla="*/ 495000 h 495000"/>
                    <a:gd name="connsiteX1" fmla="*/ 1136154 w 1156493"/>
                    <a:gd name="connsiteY1" fmla="*/ 495000 h 495000"/>
                    <a:gd name="connsiteX2" fmla="*/ 943251 w 1156493"/>
                    <a:gd name="connsiteY2" fmla="*/ 307541 h 495000"/>
                    <a:gd name="connsiteX3" fmla="*/ 943251 w 1156493"/>
                    <a:gd name="connsiteY3" fmla="*/ 0 h 495000"/>
                    <a:gd name="connsiteX4" fmla="*/ 0 w 1156493"/>
                    <a:gd name="connsiteY4" fmla="*/ 0 h 495000"/>
                    <a:gd name="connsiteX5" fmla="*/ 0 w 1156493"/>
                    <a:gd name="connsiteY5" fmla="*/ 206325 h 4950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493" h="495000">
                      <a:moveTo>
                        <a:pt x="1156494" y="495000"/>
                      </a:moveTo>
                      <a:lnTo>
                        <a:pt x="1136154" y="495000"/>
                      </a:lnTo>
                      <a:cubicBezTo>
                        <a:pt x="1029535" y="495000"/>
                        <a:pt x="943251" y="411153"/>
                        <a:pt x="943251" y="307541"/>
                      </a:cubicBezTo>
                      <a:lnTo>
                        <a:pt x="943251" y="0"/>
                      </a:lnTo>
                      <a:lnTo>
                        <a:pt x="0" y="0"/>
                      </a:lnTo>
                      <a:lnTo>
                        <a:pt x="0" y="206325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7" name="手繪多邊形: 圖案 926">
                  <a:extLst>
                    <a:ext uri="{FF2B5EF4-FFF2-40B4-BE49-F238E27FC236}">
                      <a16:creationId xmlns:a16="http://schemas.microsoft.com/office/drawing/2014/main" id="{1A5E6B5E-C43E-9E84-B14A-310D6FCE18FE}"/>
                    </a:ext>
                  </a:extLst>
                </p:cNvPr>
                <p:cNvSpPr/>
                <p:nvPr/>
              </p:nvSpPr>
              <p:spPr>
                <a:xfrm>
                  <a:off x="-39662862" y="32890039"/>
                  <a:ext cx="283806" cy="281189"/>
                </a:xfrm>
                <a:custGeom>
                  <a:avLst/>
                  <a:gdLst>
                    <a:gd name="connsiteX0" fmla="*/ 0 w 283806"/>
                    <a:gd name="connsiteY0" fmla="*/ 0 h 281189"/>
                    <a:gd name="connsiteX1" fmla="*/ 0 w 283806"/>
                    <a:gd name="connsiteY1" fmla="*/ 93730 h 281189"/>
                    <a:gd name="connsiteX2" fmla="*/ 192903 w 283806"/>
                    <a:gd name="connsiteY2" fmla="*/ 281189 h 281189"/>
                    <a:gd name="connsiteX3" fmla="*/ 283806 w 283806"/>
                    <a:gd name="connsiteY3" fmla="*/ 281189 h 2811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06" h="281189">
                      <a:moveTo>
                        <a:pt x="0" y="0"/>
                      </a:moveTo>
                      <a:lnTo>
                        <a:pt x="0" y="93730"/>
                      </a:lnTo>
                      <a:cubicBezTo>
                        <a:pt x="0" y="197342"/>
                        <a:pt x="86280" y="281189"/>
                        <a:pt x="192903" y="281189"/>
                      </a:cubicBezTo>
                      <a:lnTo>
                        <a:pt x="283806" y="281189"/>
                      </a:ln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8" name="手繪多邊形: 圖案 927">
                  <a:extLst>
                    <a:ext uri="{FF2B5EF4-FFF2-40B4-BE49-F238E27FC236}">
                      <a16:creationId xmlns:a16="http://schemas.microsoft.com/office/drawing/2014/main" id="{D6BB959D-FDA1-CADB-2AE0-55DA156C389F}"/>
                    </a:ext>
                  </a:extLst>
                </p:cNvPr>
                <p:cNvSpPr/>
                <p:nvPr/>
              </p:nvSpPr>
              <p:spPr>
                <a:xfrm>
                  <a:off x="-38912206" y="32609149"/>
                  <a:ext cx="1133378" cy="858539"/>
                </a:xfrm>
                <a:custGeom>
                  <a:avLst/>
                  <a:gdLst>
                    <a:gd name="connsiteX0" fmla="*/ 1133378 w 1133378"/>
                    <a:gd name="connsiteY0" fmla="*/ 858539 h 858539"/>
                    <a:gd name="connsiteX1" fmla="*/ 68409 w 1133378"/>
                    <a:gd name="connsiteY1" fmla="*/ 0 h 858539"/>
                    <a:gd name="connsiteX2" fmla="*/ 1068359 w 1133378"/>
                    <a:gd name="connsiteY2" fmla="*/ 0 h 858539"/>
                    <a:gd name="connsiteX3" fmla="*/ 0 w 1133378"/>
                    <a:gd name="connsiteY3" fmla="*/ 858539 h 8585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378" h="858539">
                      <a:moveTo>
                        <a:pt x="1133378" y="858539"/>
                      </a:moveTo>
                      <a:cubicBezTo>
                        <a:pt x="646810" y="858539"/>
                        <a:pt x="82891" y="515364"/>
                        <a:pt x="68409" y="0"/>
                      </a:cubicBezTo>
                      <a:lnTo>
                        <a:pt x="1068359" y="0"/>
                      </a:lnTo>
                      <a:cubicBezTo>
                        <a:pt x="1056341" y="512668"/>
                        <a:pt x="467155" y="858539"/>
                        <a:pt x="0" y="858539"/>
                      </a:cubicBezTo>
                    </a:path>
                  </a:pathLst>
                </a:custGeom>
                <a:noFill/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29" name="手繪多邊形: 圖案 928">
                  <a:extLst>
                    <a:ext uri="{FF2B5EF4-FFF2-40B4-BE49-F238E27FC236}">
                      <a16:creationId xmlns:a16="http://schemas.microsoft.com/office/drawing/2014/main" id="{70F1DFA0-6B4C-BAD7-B317-0C403C65BA06}"/>
                    </a:ext>
                  </a:extLst>
                </p:cNvPr>
                <p:cNvSpPr/>
                <p:nvPr/>
              </p:nvSpPr>
              <p:spPr>
                <a:xfrm>
                  <a:off x="-40141115" y="32159666"/>
                  <a:ext cx="416620" cy="1011860"/>
                </a:xfrm>
                <a:custGeom>
                  <a:avLst/>
                  <a:gdLst>
                    <a:gd name="connsiteX0" fmla="*/ 416622 w 416620"/>
                    <a:gd name="connsiteY0" fmla="*/ 0 h 1011860"/>
                    <a:gd name="connsiteX1" fmla="*/ 1 w 416620"/>
                    <a:gd name="connsiteY1" fmla="*/ 1011862 h 10118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20" h="1011860">
                      <a:moveTo>
                        <a:pt x="416622" y="0"/>
                      </a:moveTo>
                      <a:lnTo>
                        <a:pt x="1" y="1011862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30" name="手繪多邊形: 圖案 929">
                  <a:extLst>
                    <a:ext uri="{FF2B5EF4-FFF2-40B4-BE49-F238E27FC236}">
                      <a16:creationId xmlns:a16="http://schemas.microsoft.com/office/drawing/2014/main" id="{A7FD6A5B-3224-9E46-9042-E11D7A184029}"/>
                    </a:ext>
                  </a:extLst>
                </p:cNvPr>
                <p:cNvSpPr/>
                <p:nvPr/>
              </p:nvSpPr>
              <p:spPr>
                <a:xfrm>
                  <a:off x="-38962435" y="31973704"/>
                  <a:ext cx="118638" cy="288375"/>
                </a:xfrm>
                <a:custGeom>
                  <a:avLst/>
                  <a:gdLst>
                    <a:gd name="connsiteX0" fmla="*/ 118638 w 118638"/>
                    <a:gd name="connsiteY0" fmla="*/ 0 h 288375"/>
                    <a:gd name="connsiteX1" fmla="*/ 1 w 118638"/>
                    <a:gd name="connsiteY1" fmla="*/ 288376 h 2883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38" h="288375">
                      <a:moveTo>
                        <a:pt x="118638" y="0"/>
                      </a:moveTo>
                      <a:lnTo>
                        <a:pt x="1" y="288376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931" name="手繪多邊形: 圖案 930">
                  <a:extLst>
                    <a:ext uri="{FF2B5EF4-FFF2-40B4-BE49-F238E27FC236}">
                      <a16:creationId xmlns:a16="http://schemas.microsoft.com/office/drawing/2014/main" id="{6A3D41BE-AA83-88D1-3168-902A7E395B1E}"/>
                    </a:ext>
                  </a:extLst>
                </p:cNvPr>
                <p:cNvSpPr/>
                <p:nvPr/>
              </p:nvSpPr>
              <p:spPr>
                <a:xfrm>
                  <a:off x="-40236026" y="31767080"/>
                  <a:ext cx="223409" cy="542314"/>
                </a:xfrm>
                <a:custGeom>
                  <a:avLst/>
                  <a:gdLst>
                    <a:gd name="connsiteX0" fmla="*/ 223408 w 223409"/>
                    <a:gd name="connsiteY0" fmla="*/ 0 h 542314"/>
                    <a:gd name="connsiteX1" fmla="*/ -2 w 223409"/>
                    <a:gd name="connsiteY1" fmla="*/ 542315 h 5423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09" h="542314">
                      <a:moveTo>
                        <a:pt x="223408" y="0"/>
                      </a:moveTo>
                      <a:lnTo>
                        <a:pt x="-2" y="542315"/>
                      </a:lnTo>
                    </a:path>
                  </a:pathLst>
                </a:custGeom>
                <a:ln w="37284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932" name="手繪多邊形: 圖案 931">
                <a:extLst>
                  <a:ext uri="{FF2B5EF4-FFF2-40B4-BE49-F238E27FC236}">
                    <a16:creationId xmlns:a16="http://schemas.microsoft.com/office/drawing/2014/main" id="{06E4884C-0AC8-7C48-A44C-B76DBA52DEC4}"/>
                  </a:ext>
                </a:extLst>
              </p:cNvPr>
              <p:cNvSpPr/>
              <p:nvPr/>
            </p:nvSpPr>
            <p:spPr>
              <a:xfrm>
                <a:off x="-40604575" y="33823442"/>
                <a:ext cx="2893234" cy="29945"/>
              </a:xfrm>
              <a:custGeom>
                <a:avLst/>
                <a:gdLst>
                  <a:gd name="connsiteX0" fmla="*/ 0 w 2893234"/>
                  <a:gd name="connsiteY0" fmla="*/ -1 h 29945"/>
                  <a:gd name="connsiteX1" fmla="*/ 2893235 w 2893234"/>
                  <a:gd name="connsiteY1" fmla="*/ -1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234" h="29945">
                    <a:moveTo>
                      <a:pt x="0" y="-1"/>
                    </a:moveTo>
                    <a:lnTo>
                      <a:pt x="2893235" y="-1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33" name="手繪多邊形: 圖案 932">
                <a:extLst>
                  <a:ext uri="{FF2B5EF4-FFF2-40B4-BE49-F238E27FC236}">
                    <a16:creationId xmlns:a16="http://schemas.microsoft.com/office/drawing/2014/main" id="{688A315E-FDFB-51AF-CF9C-618B4B00D838}"/>
                  </a:ext>
                </a:extLst>
              </p:cNvPr>
              <p:cNvSpPr/>
              <p:nvPr/>
            </p:nvSpPr>
            <p:spPr>
              <a:xfrm>
                <a:off x="-40504838" y="34217227"/>
                <a:ext cx="2694063" cy="1299039"/>
              </a:xfrm>
              <a:custGeom>
                <a:avLst/>
                <a:gdLst>
                  <a:gd name="connsiteX0" fmla="*/ 2691806 w 2694063"/>
                  <a:gd name="connsiteY0" fmla="*/ 215608 h 1299039"/>
                  <a:gd name="connsiteX1" fmla="*/ 2571630 w 2694063"/>
                  <a:gd name="connsiteY1" fmla="*/ 980717 h 1299039"/>
                  <a:gd name="connsiteX2" fmla="*/ 2190139 w 2694063"/>
                  <a:gd name="connsiteY2" fmla="*/ 1299039 h 1299039"/>
                  <a:gd name="connsiteX3" fmla="*/ 503931 w 2694063"/>
                  <a:gd name="connsiteY3" fmla="*/ 1299039 h 1299039"/>
                  <a:gd name="connsiteX4" fmla="*/ 122439 w 2694063"/>
                  <a:gd name="connsiteY4" fmla="*/ 980717 h 1299039"/>
                  <a:gd name="connsiteX5" fmla="*/ 2263 w 2694063"/>
                  <a:gd name="connsiteY5" fmla="*/ 215608 h 1299039"/>
                  <a:gd name="connsiteX6" fmla="*/ 193007 w 2694063"/>
                  <a:gd name="connsiteY6" fmla="*/ 0 h 1299039"/>
                  <a:gd name="connsiteX7" fmla="*/ 2501063 w 2694063"/>
                  <a:gd name="connsiteY7" fmla="*/ 0 h 1299039"/>
                  <a:gd name="connsiteX8" fmla="*/ 2691806 w 2694063"/>
                  <a:gd name="connsiteY8" fmla="*/ 215608 h 1299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063" h="1299039">
                    <a:moveTo>
                      <a:pt x="2691806" y="215608"/>
                    </a:moveTo>
                    <a:lnTo>
                      <a:pt x="2571630" y="980717"/>
                    </a:lnTo>
                    <a:cubicBezTo>
                      <a:pt x="2542971" y="1163685"/>
                      <a:pt x="2380883" y="1299039"/>
                      <a:pt x="2190139" y="1299039"/>
                    </a:cubicBezTo>
                    <a:lnTo>
                      <a:pt x="503931" y="1299039"/>
                    </a:lnTo>
                    <a:cubicBezTo>
                      <a:pt x="313495" y="1299039"/>
                      <a:pt x="151407" y="1163685"/>
                      <a:pt x="122439" y="980717"/>
                    </a:cubicBezTo>
                    <a:lnTo>
                      <a:pt x="2263" y="215608"/>
                    </a:lnTo>
                    <a:cubicBezTo>
                      <a:pt x="-15612" y="102114"/>
                      <a:pt x="74678" y="0"/>
                      <a:pt x="193007" y="0"/>
                    </a:cubicBezTo>
                    <a:lnTo>
                      <a:pt x="2501063" y="0"/>
                    </a:lnTo>
                    <a:cubicBezTo>
                      <a:pt x="2619083" y="0"/>
                      <a:pt x="2709682" y="102114"/>
                      <a:pt x="2691806" y="215608"/>
                    </a:cubicBezTo>
                    <a:close/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34" name="手繪多邊形: 圖案 933">
                <a:extLst>
                  <a:ext uri="{FF2B5EF4-FFF2-40B4-BE49-F238E27FC236}">
                    <a16:creationId xmlns:a16="http://schemas.microsoft.com/office/drawing/2014/main" id="{CF6C6B31-D3EF-BBC0-9FAC-621645A6FC8C}"/>
                  </a:ext>
                </a:extLst>
              </p:cNvPr>
              <p:cNvSpPr/>
              <p:nvPr/>
            </p:nvSpPr>
            <p:spPr>
              <a:xfrm>
                <a:off x="-40092119" y="33823442"/>
                <a:ext cx="587951" cy="963948"/>
              </a:xfrm>
              <a:custGeom>
                <a:avLst/>
                <a:gdLst>
                  <a:gd name="connsiteX0" fmla="*/ 587952 w 587951"/>
                  <a:gd name="connsiteY0" fmla="*/ 0 h 963948"/>
                  <a:gd name="connsiteX1" fmla="*/ 587952 w 587951"/>
                  <a:gd name="connsiteY1" fmla="*/ 589031 h 963948"/>
                  <a:gd name="connsiteX2" fmla="*/ 202149 w 587951"/>
                  <a:gd name="connsiteY2" fmla="*/ 963948 h 963948"/>
                  <a:gd name="connsiteX3" fmla="*/ 0 w 587951"/>
                  <a:gd name="connsiteY3" fmla="*/ 963948 h 963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51" h="963948">
                    <a:moveTo>
                      <a:pt x="587952" y="0"/>
                    </a:moveTo>
                    <a:lnTo>
                      <a:pt x="587952" y="589031"/>
                    </a:lnTo>
                    <a:cubicBezTo>
                      <a:pt x="587952" y="795954"/>
                      <a:pt x="415079" y="963948"/>
                      <a:pt x="202149" y="963948"/>
                    </a:cubicBezTo>
                    <a:lnTo>
                      <a:pt x="0" y="963948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35" name="手繪多邊形: 圖案 934">
                <a:extLst>
                  <a:ext uri="{FF2B5EF4-FFF2-40B4-BE49-F238E27FC236}">
                    <a16:creationId xmlns:a16="http://schemas.microsoft.com/office/drawing/2014/main" id="{634C8C0B-BD4C-CCDC-AFDF-C4006AAF385B}"/>
                  </a:ext>
                </a:extLst>
              </p:cNvPr>
              <p:cNvSpPr/>
              <p:nvPr/>
            </p:nvSpPr>
            <p:spPr>
              <a:xfrm>
                <a:off x="-38810210" y="33823442"/>
                <a:ext cx="558987" cy="963948"/>
              </a:xfrm>
              <a:custGeom>
                <a:avLst/>
                <a:gdLst>
                  <a:gd name="connsiteX0" fmla="*/ 0 w 558987"/>
                  <a:gd name="connsiteY0" fmla="*/ 0 h 963948"/>
                  <a:gd name="connsiteX1" fmla="*/ 0 w 558987"/>
                  <a:gd name="connsiteY1" fmla="*/ 589031 h 963948"/>
                  <a:gd name="connsiteX2" fmla="*/ 385806 w 558987"/>
                  <a:gd name="connsiteY2" fmla="*/ 963948 h 963948"/>
                  <a:gd name="connsiteX3" fmla="*/ 558987 w 558987"/>
                  <a:gd name="connsiteY3" fmla="*/ 963948 h 9639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8987" h="963948">
                    <a:moveTo>
                      <a:pt x="0" y="0"/>
                    </a:moveTo>
                    <a:lnTo>
                      <a:pt x="0" y="589031"/>
                    </a:lnTo>
                    <a:cubicBezTo>
                      <a:pt x="0" y="795954"/>
                      <a:pt x="172873" y="963948"/>
                      <a:pt x="385806" y="963948"/>
                    </a:cubicBezTo>
                    <a:lnTo>
                      <a:pt x="558987" y="963948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36" name="手繪多邊形: 圖案 935">
                <a:extLst>
                  <a:ext uri="{FF2B5EF4-FFF2-40B4-BE49-F238E27FC236}">
                    <a16:creationId xmlns:a16="http://schemas.microsoft.com/office/drawing/2014/main" id="{1AA1436D-F2DF-0698-EA8F-01041092D147}"/>
                  </a:ext>
                </a:extLst>
              </p:cNvPr>
              <p:cNvSpPr/>
              <p:nvPr/>
            </p:nvSpPr>
            <p:spPr>
              <a:xfrm>
                <a:off x="-39706621" y="35154822"/>
                <a:ext cx="1097635" cy="29945"/>
              </a:xfrm>
              <a:custGeom>
                <a:avLst/>
                <a:gdLst>
                  <a:gd name="connsiteX0" fmla="*/ 0 w 1097635"/>
                  <a:gd name="connsiteY0" fmla="*/ 0 h 29945"/>
                  <a:gd name="connsiteX1" fmla="*/ 1097636 w 1097635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635" h="29945">
                    <a:moveTo>
                      <a:pt x="0" y="0"/>
                    </a:moveTo>
                    <a:lnTo>
                      <a:pt x="1097636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37" name="圖形 19">
              <a:extLst>
                <a:ext uri="{FF2B5EF4-FFF2-40B4-BE49-F238E27FC236}">
                  <a16:creationId xmlns:a16="http://schemas.microsoft.com/office/drawing/2014/main" id="{EFB9BB8F-B6E3-601C-2DA9-7487FCCB7C01}"/>
                </a:ext>
              </a:extLst>
            </p:cNvPr>
            <p:cNvGrpSpPr/>
            <p:nvPr/>
          </p:nvGrpSpPr>
          <p:grpSpPr>
            <a:xfrm>
              <a:off x="-50470659" y="31767080"/>
              <a:ext cx="17507137" cy="60169876"/>
              <a:chOff x="-50470659" y="31767080"/>
              <a:chExt cx="17507137" cy="60169876"/>
            </a:xfrm>
            <a:noFill/>
          </p:grpSpPr>
          <p:sp>
            <p:nvSpPr>
              <p:cNvPr id="938" name="手繪多邊形: 圖案 937">
                <a:extLst>
                  <a:ext uri="{FF2B5EF4-FFF2-40B4-BE49-F238E27FC236}">
                    <a16:creationId xmlns:a16="http://schemas.microsoft.com/office/drawing/2014/main" id="{075ADD30-4128-0C79-3BA6-DCFA255C419C}"/>
                  </a:ext>
                </a:extLst>
              </p:cNvPr>
              <p:cNvSpPr/>
              <p:nvPr/>
            </p:nvSpPr>
            <p:spPr>
              <a:xfrm>
                <a:off x="-49092300" y="32488768"/>
                <a:ext cx="1651075" cy="29945"/>
              </a:xfrm>
              <a:custGeom>
                <a:avLst/>
                <a:gdLst>
                  <a:gd name="connsiteX0" fmla="*/ 2 w 1651075"/>
                  <a:gd name="connsiteY0" fmla="*/ -1 h 29945"/>
                  <a:gd name="connsiteX1" fmla="*/ 1651076 w 1651075"/>
                  <a:gd name="connsiteY1" fmla="*/ -1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075" h="29945">
                    <a:moveTo>
                      <a:pt x="2" y="-1"/>
                    </a:moveTo>
                    <a:lnTo>
                      <a:pt x="1651076" y="-1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39" name="手繪多邊形: 圖案 938">
                <a:extLst>
                  <a:ext uri="{FF2B5EF4-FFF2-40B4-BE49-F238E27FC236}">
                    <a16:creationId xmlns:a16="http://schemas.microsoft.com/office/drawing/2014/main" id="{24C31256-93CA-A5F7-2F37-E1EAFB31C23B}"/>
                  </a:ext>
                </a:extLst>
              </p:cNvPr>
              <p:cNvSpPr/>
              <p:nvPr/>
            </p:nvSpPr>
            <p:spPr>
              <a:xfrm>
                <a:off x="-49092300" y="35154822"/>
                <a:ext cx="1651075" cy="29945"/>
              </a:xfrm>
              <a:custGeom>
                <a:avLst/>
                <a:gdLst>
                  <a:gd name="connsiteX0" fmla="*/ 2 w 1651075"/>
                  <a:gd name="connsiteY0" fmla="*/ 0 h 29945"/>
                  <a:gd name="connsiteX1" fmla="*/ 1651076 w 1651075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075" h="29945">
                    <a:moveTo>
                      <a:pt x="2" y="0"/>
                    </a:moveTo>
                    <a:lnTo>
                      <a:pt x="1651076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0" name="手繪多邊形: 圖案 939">
                <a:extLst>
                  <a:ext uri="{FF2B5EF4-FFF2-40B4-BE49-F238E27FC236}">
                    <a16:creationId xmlns:a16="http://schemas.microsoft.com/office/drawing/2014/main" id="{EC148774-1A25-AEE6-0E79-CDC63A6597B8}"/>
                  </a:ext>
                </a:extLst>
              </p:cNvPr>
              <p:cNvSpPr/>
              <p:nvPr/>
            </p:nvSpPr>
            <p:spPr>
              <a:xfrm>
                <a:off x="-49763146" y="33451219"/>
                <a:ext cx="30815" cy="2065046"/>
              </a:xfrm>
              <a:custGeom>
                <a:avLst/>
                <a:gdLst>
                  <a:gd name="connsiteX0" fmla="*/ 1 w 30815"/>
                  <a:gd name="connsiteY0" fmla="*/ 2065047 h 2065046"/>
                  <a:gd name="connsiteX1" fmla="*/ 1 w 30815"/>
                  <a:gd name="connsiteY1" fmla="*/ 0 h 20650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065046">
                    <a:moveTo>
                      <a:pt x="1" y="2065047"/>
                    </a:moveTo>
                    <a:lnTo>
                      <a:pt x="1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1" name="手繪多邊形: 圖案 940">
                <a:extLst>
                  <a:ext uri="{FF2B5EF4-FFF2-40B4-BE49-F238E27FC236}">
                    <a16:creationId xmlns:a16="http://schemas.microsoft.com/office/drawing/2014/main" id="{ABB636A2-AFA1-3622-27EA-E7B853BB9D51}"/>
                  </a:ext>
                </a:extLst>
              </p:cNvPr>
              <p:cNvSpPr/>
              <p:nvPr/>
            </p:nvSpPr>
            <p:spPr>
              <a:xfrm>
                <a:off x="-50470659" y="31767080"/>
                <a:ext cx="1081298" cy="1635327"/>
              </a:xfrm>
              <a:custGeom>
                <a:avLst/>
                <a:gdLst>
                  <a:gd name="connsiteX0" fmla="*/ 1081299 w 1081298"/>
                  <a:gd name="connsiteY0" fmla="*/ 0 h 1635327"/>
                  <a:gd name="connsiteX1" fmla="*/ 0 w 1081298"/>
                  <a:gd name="connsiteY1" fmla="*/ 1635327 h 16353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298" h="1635327">
                    <a:moveTo>
                      <a:pt x="1081299" y="0"/>
                    </a:moveTo>
                    <a:cubicBezTo>
                      <a:pt x="1081299" y="0"/>
                      <a:pt x="977456" y="1125055"/>
                      <a:pt x="0" y="1635327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42" name="圖形 19">
              <a:extLst>
                <a:ext uri="{FF2B5EF4-FFF2-40B4-BE49-F238E27FC236}">
                  <a16:creationId xmlns:a16="http://schemas.microsoft.com/office/drawing/2014/main" id="{0D964B9E-2A01-744F-577F-FC0FFDD351E5}"/>
                </a:ext>
              </a:extLst>
            </p:cNvPr>
            <p:cNvGrpSpPr/>
            <p:nvPr/>
          </p:nvGrpSpPr>
          <p:grpSpPr>
            <a:xfrm>
              <a:off x="-55157338" y="31795229"/>
              <a:ext cx="16721815" cy="59718119"/>
              <a:chOff x="-55157338" y="31795229"/>
              <a:chExt cx="16721815" cy="59718119"/>
            </a:xfrm>
            <a:noFill/>
          </p:grpSpPr>
          <p:sp>
            <p:nvSpPr>
              <p:cNvPr id="943" name="手繪多邊形: 圖案 942">
                <a:extLst>
                  <a:ext uri="{FF2B5EF4-FFF2-40B4-BE49-F238E27FC236}">
                    <a16:creationId xmlns:a16="http://schemas.microsoft.com/office/drawing/2014/main" id="{961D4579-C68B-2133-508C-E3FE795F7C4E}"/>
                  </a:ext>
                </a:extLst>
              </p:cNvPr>
              <p:cNvSpPr/>
              <p:nvPr/>
            </p:nvSpPr>
            <p:spPr>
              <a:xfrm>
                <a:off x="-55157338" y="32141999"/>
                <a:ext cx="2893542" cy="29945"/>
              </a:xfrm>
              <a:custGeom>
                <a:avLst/>
                <a:gdLst>
                  <a:gd name="connsiteX0" fmla="*/ -1 w 2893542"/>
                  <a:gd name="connsiteY0" fmla="*/ 0 h 29945"/>
                  <a:gd name="connsiteX1" fmla="*/ 2893539 w 289354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542" h="29945">
                    <a:moveTo>
                      <a:pt x="-1" y="0"/>
                    </a:moveTo>
                    <a:lnTo>
                      <a:pt x="2893539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4" name="手繪多邊形: 圖案 943">
                <a:extLst>
                  <a:ext uri="{FF2B5EF4-FFF2-40B4-BE49-F238E27FC236}">
                    <a16:creationId xmlns:a16="http://schemas.microsoft.com/office/drawing/2014/main" id="{BC26E132-A7E9-7491-F614-F3BB2AEB4FAA}"/>
                  </a:ext>
                </a:extLst>
              </p:cNvPr>
              <p:cNvSpPr/>
              <p:nvPr/>
            </p:nvSpPr>
            <p:spPr>
              <a:xfrm>
                <a:off x="-55157338" y="33209858"/>
                <a:ext cx="2893542" cy="29945"/>
              </a:xfrm>
              <a:custGeom>
                <a:avLst/>
                <a:gdLst>
                  <a:gd name="connsiteX0" fmla="*/ -1 w 2893542"/>
                  <a:gd name="connsiteY0" fmla="*/ 0 h 29945"/>
                  <a:gd name="connsiteX1" fmla="*/ 2893539 w 2893542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542" h="29945">
                    <a:moveTo>
                      <a:pt x="-1" y="0"/>
                    </a:moveTo>
                    <a:lnTo>
                      <a:pt x="2893539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5" name="手繪多邊形: 圖案 944">
                <a:extLst>
                  <a:ext uri="{FF2B5EF4-FFF2-40B4-BE49-F238E27FC236}">
                    <a16:creationId xmlns:a16="http://schemas.microsoft.com/office/drawing/2014/main" id="{34E899A5-F203-CC3E-17BF-A58E5674E834}"/>
                  </a:ext>
                </a:extLst>
              </p:cNvPr>
              <p:cNvSpPr/>
              <p:nvPr/>
            </p:nvSpPr>
            <p:spPr>
              <a:xfrm>
                <a:off x="-54405448" y="31795229"/>
                <a:ext cx="30815" cy="693539"/>
              </a:xfrm>
              <a:custGeom>
                <a:avLst/>
                <a:gdLst>
                  <a:gd name="connsiteX0" fmla="*/ -4 w 30815"/>
                  <a:gd name="connsiteY0" fmla="*/ 0 h 693539"/>
                  <a:gd name="connsiteX1" fmla="*/ -4 w 30815"/>
                  <a:gd name="connsiteY1" fmla="*/ 693539 h 69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539">
                    <a:moveTo>
                      <a:pt x="-4" y="0"/>
                    </a:moveTo>
                    <a:lnTo>
                      <a:pt x="-4" y="693539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6" name="手繪多邊形: 圖案 945">
                <a:extLst>
                  <a:ext uri="{FF2B5EF4-FFF2-40B4-BE49-F238E27FC236}">
                    <a16:creationId xmlns:a16="http://schemas.microsoft.com/office/drawing/2014/main" id="{74ED299C-C287-216F-96B0-0F63467E5780}"/>
                  </a:ext>
                </a:extLst>
              </p:cNvPr>
              <p:cNvSpPr/>
              <p:nvPr/>
            </p:nvSpPr>
            <p:spPr>
              <a:xfrm>
                <a:off x="-52964223" y="31795229"/>
                <a:ext cx="30815" cy="693539"/>
              </a:xfrm>
              <a:custGeom>
                <a:avLst/>
                <a:gdLst>
                  <a:gd name="connsiteX0" fmla="*/ -3 w 30815"/>
                  <a:gd name="connsiteY0" fmla="*/ 0 h 693539"/>
                  <a:gd name="connsiteX1" fmla="*/ -3 w 30815"/>
                  <a:gd name="connsiteY1" fmla="*/ 693539 h 693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693539">
                    <a:moveTo>
                      <a:pt x="-3" y="0"/>
                    </a:moveTo>
                    <a:lnTo>
                      <a:pt x="-3" y="693539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7" name="手繪多邊形: 圖案 946">
                <a:extLst>
                  <a:ext uri="{FF2B5EF4-FFF2-40B4-BE49-F238E27FC236}">
                    <a16:creationId xmlns:a16="http://schemas.microsoft.com/office/drawing/2014/main" id="{6705C70C-CEA3-91A7-966B-FC716BB3CB4C}"/>
                  </a:ext>
                </a:extLst>
              </p:cNvPr>
              <p:cNvSpPr/>
              <p:nvPr/>
            </p:nvSpPr>
            <p:spPr>
              <a:xfrm>
                <a:off x="-53416899" y="33800683"/>
                <a:ext cx="894873" cy="1715582"/>
              </a:xfrm>
              <a:custGeom>
                <a:avLst/>
                <a:gdLst>
                  <a:gd name="connsiteX0" fmla="*/ 0 w 894873"/>
                  <a:gd name="connsiteY0" fmla="*/ 0 h 1715582"/>
                  <a:gd name="connsiteX1" fmla="*/ 316164 w 894873"/>
                  <a:gd name="connsiteY1" fmla="*/ 0 h 1715582"/>
                  <a:gd name="connsiteX2" fmla="*/ 894873 w 894873"/>
                  <a:gd name="connsiteY2" fmla="*/ 562379 h 1715582"/>
                  <a:gd name="connsiteX3" fmla="*/ 894873 w 894873"/>
                  <a:gd name="connsiteY3" fmla="*/ 1340664 h 1715582"/>
                  <a:gd name="connsiteX4" fmla="*/ 509067 w 894873"/>
                  <a:gd name="connsiteY4" fmla="*/ 1715583 h 1715582"/>
                  <a:gd name="connsiteX5" fmla="*/ 260387 w 894873"/>
                  <a:gd name="connsiteY5" fmla="*/ 1715583 h 171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873" h="1715582">
                    <a:moveTo>
                      <a:pt x="0" y="0"/>
                    </a:moveTo>
                    <a:lnTo>
                      <a:pt x="316164" y="0"/>
                    </a:lnTo>
                    <a:cubicBezTo>
                      <a:pt x="635720" y="0"/>
                      <a:pt x="894873" y="251843"/>
                      <a:pt x="894873" y="562379"/>
                    </a:cubicBezTo>
                    <a:lnTo>
                      <a:pt x="894873" y="1340664"/>
                    </a:lnTo>
                    <a:cubicBezTo>
                      <a:pt x="894873" y="1547589"/>
                      <a:pt x="721997" y="1715583"/>
                      <a:pt x="509067" y="1715583"/>
                    </a:cubicBezTo>
                    <a:lnTo>
                      <a:pt x="260387" y="1715583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48" name="手繪多邊形: 圖案 947">
                <a:extLst>
                  <a:ext uri="{FF2B5EF4-FFF2-40B4-BE49-F238E27FC236}">
                    <a16:creationId xmlns:a16="http://schemas.microsoft.com/office/drawing/2014/main" id="{00699E3E-5757-4211-BF59-287321A33179}"/>
                  </a:ext>
                </a:extLst>
              </p:cNvPr>
              <p:cNvSpPr/>
              <p:nvPr/>
            </p:nvSpPr>
            <p:spPr>
              <a:xfrm>
                <a:off x="-55157338" y="32813078"/>
                <a:ext cx="1446823" cy="2702887"/>
              </a:xfrm>
              <a:custGeom>
                <a:avLst/>
                <a:gdLst>
                  <a:gd name="connsiteX0" fmla="*/ 1446770 w 1446823"/>
                  <a:gd name="connsiteY0" fmla="*/ 0 h 2702887"/>
                  <a:gd name="connsiteX1" fmla="*/ 0 w 1446823"/>
                  <a:gd name="connsiteY1" fmla="*/ 2702888 h 2702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823" h="2702887">
                    <a:moveTo>
                      <a:pt x="1446770" y="0"/>
                    </a:moveTo>
                    <a:cubicBezTo>
                      <a:pt x="1446770" y="0"/>
                      <a:pt x="1478510" y="1622451"/>
                      <a:pt x="0" y="2702888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49" name="圖形 19">
              <a:extLst>
                <a:ext uri="{FF2B5EF4-FFF2-40B4-BE49-F238E27FC236}">
                  <a16:creationId xmlns:a16="http://schemas.microsoft.com/office/drawing/2014/main" id="{5E47DC68-6EC3-77A5-29C1-29187A86FBB6}"/>
                </a:ext>
              </a:extLst>
            </p:cNvPr>
            <p:cNvGrpSpPr/>
            <p:nvPr/>
          </p:nvGrpSpPr>
          <p:grpSpPr>
            <a:xfrm>
              <a:off x="-45512196" y="31767080"/>
              <a:ext cx="16723595" cy="60169876"/>
              <a:chOff x="-45512196" y="31767080"/>
              <a:chExt cx="16723595" cy="60169876"/>
            </a:xfrm>
            <a:noFill/>
          </p:grpSpPr>
          <p:sp>
            <p:nvSpPr>
              <p:cNvPr id="950" name="手繪多邊形: 圖案 949">
                <a:extLst>
                  <a:ext uri="{FF2B5EF4-FFF2-40B4-BE49-F238E27FC236}">
                    <a16:creationId xmlns:a16="http://schemas.microsoft.com/office/drawing/2014/main" id="{A6A836AA-0E3E-66A8-1284-EE8625B4178D}"/>
                  </a:ext>
                </a:extLst>
              </p:cNvPr>
              <p:cNvSpPr/>
              <p:nvPr/>
            </p:nvSpPr>
            <p:spPr>
              <a:xfrm>
                <a:off x="-45512196" y="33451219"/>
                <a:ext cx="2893850" cy="29945"/>
              </a:xfrm>
              <a:custGeom>
                <a:avLst/>
                <a:gdLst>
                  <a:gd name="connsiteX0" fmla="*/ -1 w 2893850"/>
                  <a:gd name="connsiteY0" fmla="*/ 0 h 29945"/>
                  <a:gd name="connsiteX1" fmla="*/ 2893851 w 2893850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850" h="29945">
                    <a:moveTo>
                      <a:pt x="-1" y="0"/>
                    </a:moveTo>
                    <a:lnTo>
                      <a:pt x="2893851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1" name="手繪多邊形: 圖案 950">
                <a:extLst>
                  <a:ext uri="{FF2B5EF4-FFF2-40B4-BE49-F238E27FC236}">
                    <a16:creationId xmlns:a16="http://schemas.microsoft.com/office/drawing/2014/main" id="{6DCDF790-0CA6-FFE9-D4B8-D98245F45BAE}"/>
                  </a:ext>
                </a:extLst>
              </p:cNvPr>
              <p:cNvSpPr/>
              <p:nvPr/>
            </p:nvSpPr>
            <p:spPr>
              <a:xfrm>
                <a:off x="-45240713" y="31767080"/>
                <a:ext cx="2622368" cy="1684138"/>
              </a:xfrm>
              <a:custGeom>
                <a:avLst/>
                <a:gdLst>
                  <a:gd name="connsiteX0" fmla="*/ 2622369 w 2622368"/>
                  <a:gd name="connsiteY0" fmla="*/ 0 h 1684138"/>
                  <a:gd name="connsiteX1" fmla="*/ 771609 w 2622368"/>
                  <a:gd name="connsiteY1" fmla="*/ 0 h 1684138"/>
                  <a:gd name="connsiteX2" fmla="*/ 0 w 2622368"/>
                  <a:gd name="connsiteY2" fmla="*/ 749836 h 1684138"/>
                  <a:gd name="connsiteX3" fmla="*/ 0 w 2622368"/>
                  <a:gd name="connsiteY3" fmla="*/ 1684139 h 1684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368" h="1684138">
                    <a:moveTo>
                      <a:pt x="2622369" y="0"/>
                    </a:moveTo>
                    <a:lnTo>
                      <a:pt x="771609" y="0"/>
                    </a:lnTo>
                    <a:cubicBezTo>
                      <a:pt x="345437" y="0"/>
                      <a:pt x="0" y="335690"/>
                      <a:pt x="0" y="749836"/>
                    </a:cubicBezTo>
                    <a:lnTo>
                      <a:pt x="0" y="1684139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2" name="手繪多邊形: 圖案 951">
                <a:extLst>
                  <a:ext uri="{FF2B5EF4-FFF2-40B4-BE49-F238E27FC236}">
                    <a16:creationId xmlns:a16="http://schemas.microsoft.com/office/drawing/2014/main" id="{813D801E-B619-B7C9-31EB-D9680B625333}"/>
                  </a:ext>
                </a:extLst>
              </p:cNvPr>
              <p:cNvSpPr/>
              <p:nvPr/>
            </p:nvSpPr>
            <p:spPr>
              <a:xfrm>
                <a:off x="-43589022" y="32159667"/>
                <a:ext cx="650507" cy="3356598"/>
              </a:xfrm>
              <a:custGeom>
                <a:avLst/>
                <a:gdLst>
                  <a:gd name="connsiteX0" fmla="*/ 650507 w 650507"/>
                  <a:gd name="connsiteY0" fmla="*/ 0 h 3356598"/>
                  <a:gd name="connsiteX1" fmla="*/ 650507 w 650507"/>
                  <a:gd name="connsiteY1" fmla="*/ 2981680 h 3356598"/>
                  <a:gd name="connsiteX2" fmla="*/ 264701 w 650507"/>
                  <a:gd name="connsiteY2" fmla="*/ 3356599 h 3356598"/>
                  <a:gd name="connsiteX3" fmla="*/ 0 w 650507"/>
                  <a:gd name="connsiteY3" fmla="*/ 3356599 h 335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07" h="3356598">
                    <a:moveTo>
                      <a:pt x="650507" y="0"/>
                    </a:moveTo>
                    <a:lnTo>
                      <a:pt x="650507" y="2981680"/>
                    </a:lnTo>
                    <a:cubicBezTo>
                      <a:pt x="650507" y="3188605"/>
                      <a:pt x="477635" y="3356599"/>
                      <a:pt x="264701" y="3356599"/>
                    </a:cubicBezTo>
                    <a:lnTo>
                      <a:pt x="0" y="3356599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3" name="手繪多邊形: 圖案 952">
                <a:extLst>
                  <a:ext uri="{FF2B5EF4-FFF2-40B4-BE49-F238E27FC236}">
                    <a16:creationId xmlns:a16="http://schemas.microsoft.com/office/drawing/2014/main" id="{9D162084-254B-B9DB-0A33-9C2E3FFCC4AB}"/>
                  </a:ext>
                </a:extLst>
              </p:cNvPr>
              <p:cNvSpPr/>
              <p:nvPr/>
            </p:nvSpPr>
            <p:spPr>
              <a:xfrm>
                <a:off x="-45512196" y="33451219"/>
                <a:ext cx="1923174" cy="2065047"/>
              </a:xfrm>
              <a:custGeom>
                <a:avLst/>
                <a:gdLst>
                  <a:gd name="connsiteX0" fmla="*/ 1923175 w 1923174"/>
                  <a:gd name="connsiteY0" fmla="*/ 0 h 2065047"/>
                  <a:gd name="connsiteX1" fmla="*/ 0 w 1923174"/>
                  <a:gd name="connsiteY1" fmla="*/ 2065047 h 20650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174" h="2065047">
                    <a:moveTo>
                      <a:pt x="1923175" y="0"/>
                    </a:moveTo>
                    <a:cubicBezTo>
                      <a:pt x="1923175" y="0"/>
                      <a:pt x="1653234" y="1703604"/>
                      <a:pt x="0" y="2065047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54" name="圖形 19">
              <a:extLst>
                <a:ext uri="{FF2B5EF4-FFF2-40B4-BE49-F238E27FC236}">
                  <a16:creationId xmlns:a16="http://schemas.microsoft.com/office/drawing/2014/main" id="{AF5F6A61-D645-D0F4-32A1-9CDD71074CB5}"/>
                </a:ext>
              </a:extLst>
            </p:cNvPr>
            <p:cNvGrpSpPr/>
            <p:nvPr/>
          </p:nvGrpSpPr>
          <p:grpSpPr>
            <a:xfrm>
              <a:off x="-31112892" y="31767080"/>
              <a:ext cx="17113586" cy="60169876"/>
              <a:chOff x="-31112892" y="31767080"/>
              <a:chExt cx="17113586" cy="60169876"/>
            </a:xfrm>
            <a:noFill/>
          </p:grpSpPr>
          <p:sp>
            <p:nvSpPr>
              <p:cNvPr id="955" name="手繪多邊形: 圖案 954">
                <a:extLst>
                  <a:ext uri="{FF2B5EF4-FFF2-40B4-BE49-F238E27FC236}">
                    <a16:creationId xmlns:a16="http://schemas.microsoft.com/office/drawing/2014/main" id="{1B42DACC-F8E2-F82D-2F6B-E0C612550852}"/>
                  </a:ext>
                </a:extLst>
              </p:cNvPr>
              <p:cNvSpPr/>
              <p:nvPr/>
            </p:nvSpPr>
            <p:spPr>
              <a:xfrm>
                <a:off x="-31112892" y="31767080"/>
                <a:ext cx="1123519" cy="3749185"/>
              </a:xfrm>
              <a:custGeom>
                <a:avLst/>
                <a:gdLst>
                  <a:gd name="connsiteX0" fmla="*/ 0 w 1123519"/>
                  <a:gd name="connsiteY0" fmla="*/ 3749186 h 3749185"/>
                  <a:gd name="connsiteX1" fmla="*/ 0 w 1123519"/>
                  <a:gd name="connsiteY1" fmla="*/ 562378 h 3749185"/>
                  <a:gd name="connsiteX2" fmla="*/ 578709 w 1123519"/>
                  <a:gd name="connsiteY2" fmla="*/ 0 h 3749185"/>
                  <a:gd name="connsiteX3" fmla="*/ 1123519 w 1123519"/>
                  <a:gd name="connsiteY3" fmla="*/ 0 h 37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3519" h="3749185">
                    <a:moveTo>
                      <a:pt x="0" y="3749186"/>
                    </a:moveTo>
                    <a:lnTo>
                      <a:pt x="0" y="562378"/>
                    </a:lnTo>
                    <a:cubicBezTo>
                      <a:pt x="0" y="251842"/>
                      <a:pt x="259156" y="0"/>
                      <a:pt x="578709" y="0"/>
                    </a:cubicBezTo>
                    <a:lnTo>
                      <a:pt x="1123519" y="0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6" name="手繪多邊形: 圖案 955">
                <a:extLst>
                  <a:ext uri="{FF2B5EF4-FFF2-40B4-BE49-F238E27FC236}">
                    <a16:creationId xmlns:a16="http://schemas.microsoft.com/office/drawing/2014/main" id="{5876906E-4507-7E9E-A371-B5F396347F75}"/>
                  </a:ext>
                </a:extLst>
              </p:cNvPr>
              <p:cNvSpPr/>
              <p:nvPr/>
            </p:nvSpPr>
            <p:spPr>
              <a:xfrm>
                <a:off x="-29464590" y="32981373"/>
                <a:ext cx="1313033" cy="29945"/>
              </a:xfrm>
              <a:custGeom>
                <a:avLst/>
                <a:gdLst>
                  <a:gd name="connsiteX0" fmla="*/ 0 w 1313033"/>
                  <a:gd name="connsiteY0" fmla="*/ 0 h 29945"/>
                  <a:gd name="connsiteX1" fmla="*/ 1313033 w 1313033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3033" h="29945">
                    <a:moveTo>
                      <a:pt x="0" y="0"/>
                    </a:moveTo>
                    <a:lnTo>
                      <a:pt x="1313033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7" name="手繪多邊形: 圖案 956">
                <a:extLst>
                  <a:ext uri="{FF2B5EF4-FFF2-40B4-BE49-F238E27FC236}">
                    <a16:creationId xmlns:a16="http://schemas.microsoft.com/office/drawing/2014/main" id="{1BBA949A-EE7C-A5C0-9509-462C1FB47F95}"/>
                  </a:ext>
                </a:extLst>
              </p:cNvPr>
              <p:cNvSpPr/>
              <p:nvPr/>
            </p:nvSpPr>
            <p:spPr>
              <a:xfrm>
                <a:off x="-29464590" y="31767080"/>
                <a:ext cx="1148789" cy="3749185"/>
              </a:xfrm>
              <a:custGeom>
                <a:avLst/>
                <a:gdLst>
                  <a:gd name="connsiteX0" fmla="*/ 0 w 1148789"/>
                  <a:gd name="connsiteY0" fmla="*/ 3749186 h 3749185"/>
                  <a:gd name="connsiteX1" fmla="*/ 0 w 1148789"/>
                  <a:gd name="connsiteY1" fmla="*/ 562378 h 3749185"/>
                  <a:gd name="connsiteX2" fmla="*/ 578709 w 1148789"/>
                  <a:gd name="connsiteY2" fmla="*/ 0 h 3749185"/>
                  <a:gd name="connsiteX3" fmla="*/ 1148790 w 1148789"/>
                  <a:gd name="connsiteY3" fmla="*/ 0 h 3749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8789" h="3749185">
                    <a:moveTo>
                      <a:pt x="0" y="3749186"/>
                    </a:moveTo>
                    <a:lnTo>
                      <a:pt x="0" y="562378"/>
                    </a:lnTo>
                    <a:cubicBezTo>
                      <a:pt x="0" y="251842"/>
                      <a:pt x="259156" y="0"/>
                      <a:pt x="578709" y="0"/>
                    </a:cubicBezTo>
                    <a:lnTo>
                      <a:pt x="1148790" y="0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8" name="手繪多邊形: 圖案 957">
                <a:extLst>
                  <a:ext uri="{FF2B5EF4-FFF2-40B4-BE49-F238E27FC236}">
                    <a16:creationId xmlns:a16="http://schemas.microsoft.com/office/drawing/2014/main" id="{7E7991B2-2570-8079-DD88-19B2CD576421}"/>
                  </a:ext>
                </a:extLst>
              </p:cNvPr>
              <p:cNvSpPr/>
              <p:nvPr/>
            </p:nvSpPr>
            <p:spPr>
              <a:xfrm>
                <a:off x="-28578654" y="32981373"/>
                <a:ext cx="30815" cy="2534892"/>
              </a:xfrm>
              <a:custGeom>
                <a:avLst/>
                <a:gdLst>
                  <a:gd name="connsiteX0" fmla="*/ 0 w 30815"/>
                  <a:gd name="connsiteY0" fmla="*/ 0 h 2534892"/>
                  <a:gd name="connsiteX1" fmla="*/ 0 w 30815"/>
                  <a:gd name="connsiteY1" fmla="*/ 2534893 h 25348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2534892">
                    <a:moveTo>
                      <a:pt x="0" y="0"/>
                    </a:moveTo>
                    <a:lnTo>
                      <a:pt x="0" y="2534893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59" name="手繪多邊形: 圖案 958">
                <a:extLst>
                  <a:ext uri="{FF2B5EF4-FFF2-40B4-BE49-F238E27FC236}">
                    <a16:creationId xmlns:a16="http://schemas.microsoft.com/office/drawing/2014/main" id="{45E3B68D-1396-3F04-D09A-51018AB90676}"/>
                  </a:ext>
                </a:extLst>
              </p:cNvPr>
              <p:cNvSpPr/>
              <p:nvPr/>
            </p:nvSpPr>
            <p:spPr>
              <a:xfrm>
                <a:off x="-31112892" y="32632208"/>
                <a:ext cx="1092187" cy="1465236"/>
              </a:xfrm>
              <a:custGeom>
                <a:avLst/>
                <a:gdLst>
                  <a:gd name="connsiteX0" fmla="*/ 0 w 1092187"/>
                  <a:gd name="connsiteY0" fmla="*/ 0 h 1465236"/>
                  <a:gd name="connsiteX1" fmla="*/ 899184 w 1092187"/>
                  <a:gd name="connsiteY1" fmla="*/ 0 h 1465236"/>
                  <a:gd name="connsiteX2" fmla="*/ 1089932 w 1092187"/>
                  <a:gd name="connsiteY2" fmla="*/ 215608 h 1465236"/>
                  <a:gd name="connsiteX3" fmla="*/ 918598 w 1092187"/>
                  <a:gd name="connsiteY3" fmla="*/ 1306226 h 1465236"/>
                  <a:gd name="connsiteX4" fmla="*/ 727854 w 1092187"/>
                  <a:gd name="connsiteY4" fmla="*/ 1465237 h 1465236"/>
                  <a:gd name="connsiteX5" fmla="*/ 0 w 1092187"/>
                  <a:gd name="connsiteY5" fmla="*/ 1465237 h 1465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2187" h="1465236">
                    <a:moveTo>
                      <a:pt x="0" y="0"/>
                    </a:moveTo>
                    <a:lnTo>
                      <a:pt x="899184" y="0"/>
                    </a:lnTo>
                    <a:cubicBezTo>
                      <a:pt x="1017208" y="0"/>
                      <a:pt x="1107803" y="102114"/>
                      <a:pt x="1089932" y="215608"/>
                    </a:cubicBezTo>
                    <a:lnTo>
                      <a:pt x="918598" y="1306226"/>
                    </a:lnTo>
                    <a:cubicBezTo>
                      <a:pt x="904115" y="1397859"/>
                      <a:pt x="823071" y="1465237"/>
                      <a:pt x="727854" y="1465237"/>
                    </a:cubicBezTo>
                    <a:lnTo>
                      <a:pt x="0" y="1465237"/>
                    </a:ln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60" name="圖形 19">
              <a:extLst>
                <a:ext uri="{FF2B5EF4-FFF2-40B4-BE49-F238E27FC236}">
                  <a16:creationId xmlns:a16="http://schemas.microsoft.com/office/drawing/2014/main" id="{7F01C17F-FFC4-B05C-8C0B-69413A5D68AC}"/>
                </a:ext>
              </a:extLst>
            </p:cNvPr>
            <p:cNvGrpSpPr/>
            <p:nvPr/>
          </p:nvGrpSpPr>
          <p:grpSpPr>
            <a:xfrm>
              <a:off x="-35935463" y="31767080"/>
              <a:ext cx="18438522" cy="60169876"/>
              <a:chOff x="-35935463" y="31767080"/>
              <a:chExt cx="18438522" cy="60169876"/>
            </a:xfrm>
            <a:noFill/>
          </p:grpSpPr>
          <p:sp>
            <p:nvSpPr>
              <p:cNvPr id="961" name="手繪多邊形: 圖案 960">
                <a:extLst>
                  <a:ext uri="{FF2B5EF4-FFF2-40B4-BE49-F238E27FC236}">
                    <a16:creationId xmlns:a16="http://schemas.microsoft.com/office/drawing/2014/main" id="{46C6A1AA-728B-935A-1431-81A05D42ACDD}"/>
                  </a:ext>
                </a:extLst>
              </p:cNvPr>
              <p:cNvSpPr/>
              <p:nvPr/>
            </p:nvSpPr>
            <p:spPr>
              <a:xfrm>
                <a:off x="-35935463" y="32110855"/>
                <a:ext cx="949414" cy="29945"/>
              </a:xfrm>
              <a:custGeom>
                <a:avLst/>
                <a:gdLst>
                  <a:gd name="connsiteX0" fmla="*/ 0 w 949414"/>
                  <a:gd name="connsiteY0" fmla="*/ 0 h 29945"/>
                  <a:gd name="connsiteX1" fmla="*/ 949413 w 949414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14" h="29945">
                    <a:moveTo>
                      <a:pt x="0" y="0"/>
                    </a:moveTo>
                    <a:lnTo>
                      <a:pt x="949413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2" name="手繪多邊形: 圖案 961">
                <a:extLst>
                  <a:ext uri="{FF2B5EF4-FFF2-40B4-BE49-F238E27FC236}">
                    <a16:creationId xmlns:a16="http://schemas.microsoft.com/office/drawing/2014/main" id="{17937550-291F-B233-C554-2745F592C7DA}"/>
                  </a:ext>
                </a:extLst>
              </p:cNvPr>
              <p:cNvSpPr/>
              <p:nvPr/>
            </p:nvSpPr>
            <p:spPr>
              <a:xfrm>
                <a:off x="-35935463" y="32812779"/>
                <a:ext cx="949414" cy="29945"/>
              </a:xfrm>
              <a:custGeom>
                <a:avLst/>
                <a:gdLst>
                  <a:gd name="connsiteX0" fmla="*/ 0 w 949414"/>
                  <a:gd name="connsiteY0" fmla="*/ -1 h 29945"/>
                  <a:gd name="connsiteX1" fmla="*/ 949413 w 949414"/>
                  <a:gd name="connsiteY1" fmla="*/ -1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14" h="29945">
                    <a:moveTo>
                      <a:pt x="0" y="-1"/>
                    </a:moveTo>
                    <a:lnTo>
                      <a:pt x="949413" y="-1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3" name="手繪多邊形: 圖案 962">
                <a:extLst>
                  <a:ext uri="{FF2B5EF4-FFF2-40B4-BE49-F238E27FC236}">
                    <a16:creationId xmlns:a16="http://schemas.microsoft.com/office/drawing/2014/main" id="{57CB5D8A-B8AA-8E1E-F5E9-0315E8C3BFAD}"/>
                  </a:ext>
                </a:extLst>
              </p:cNvPr>
              <p:cNvSpPr/>
              <p:nvPr/>
            </p:nvSpPr>
            <p:spPr>
              <a:xfrm>
                <a:off x="-35935463" y="33515003"/>
                <a:ext cx="949414" cy="29945"/>
              </a:xfrm>
              <a:custGeom>
                <a:avLst/>
                <a:gdLst>
                  <a:gd name="connsiteX0" fmla="*/ 0 w 949414"/>
                  <a:gd name="connsiteY0" fmla="*/ 0 h 29945"/>
                  <a:gd name="connsiteX1" fmla="*/ 949413 w 949414"/>
                  <a:gd name="connsiteY1" fmla="*/ 0 h 29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14" h="29945">
                    <a:moveTo>
                      <a:pt x="0" y="0"/>
                    </a:moveTo>
                    <a:lnTo>
                      <a:pt x="949413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4" name="手繪多邊形: 圖案 963">
                <a:extLst>
                  <a:ext uri="{FF2B5EF4-FFF2-40B4-BE49-F238E27FC236}">
                    <a16:creationId xmlns:a16="http://schemas.microsoft.com/office/drawing/2014/main" id="{1B71536E-283F-0F5B-6E45-C1FA05777E3B}"/>
                  </a:ext>
                </a:extLst>
              </p:cNvPr>
              <p:cNvSpPr/>
              <p:nvPr/>
            </p:nvSpPr>
            <p:spPr>
              <a:xfrm>
                <a:off x="-35935463" y="34216927"/>
                <a:ext cx="949414" cy="1299338"/>
              </a:xfrm>
              <a:custGeom>
                <a:avLst/>
                <a:gdLst>
                  <a:gd name="connsiteX0" fmla="*/ 25272122 w 949414"/>
                  <a:gd name="connsiteY0" fmla="*/ 0 h 1299338"/>
                  <a:gd name="connsiteX1" fmla="*/ 49594828 w 949414"/>
                  <a:gd name="connsiteY1" fmla="*/ 23636340 h 1299338"/>
                  <a:gd name="connsiteX2" fmla="*/ 49594828 w 949414"/>
                  <a:gd name="connsiteY2" fmla="*/ 72208352 h 1299338"/>
                  <a:gd name="connsiteX3" fmla="*/ 25272122 w 949414"/>
                  <a:gd name="connsiteY3" fmla="*/ 95844696 h 1299338"/>
                  <a:gd name="connsiteX4" fmla="*/ -24322708 w 949414"/>
                  <a:gd name="connsiteY4" fmla="*/ 95844696 h 1299338"/>
                  <a:gd name="connsiteX5" fmla="*/ -48645416 w 949414"/>
                  <a:gd name="connsiteY5" fmla="*/ 72208352 h 1299338"/>
                  <a:gd name="connsiteX6" fmla="*/ -48645416 w 949414"/>
                  <a:gd name="connsiteY6" fmla="*/ 23636336 h 1299338"/>
                  <a:gd name="connsiteX7" fmla="*/ -24322708 w 949414"/>
                  <a:gd name="connsiteY7" fmla="*/ -2 h 1299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9414" h="1299338">
                    <a:moveTo>
                      <a:pt x="25272122" y="0"/>
                    </a:moveTo>
                    <a:cubicBezTo>
                      <a:pt x="38705180" y="0"/>
                      <a:pt x="49594828" y="10582349"/>
                      <a:pt x="49594828" y="23636340"/>
                    </a:cubicBezTo>
                    <a:lnTo>
                      <a:pt x="49594828" y="72208352"/>
                    </a:lnTo>
                    <a:cubicBezTo>
                      <a:pt x="49594828" y="85262344"/>
                      <a:pt x="38705180" y="95844696"/>
                      <a:pt x="25272122" y="95844696"/>
                    </a:cubicBezTo>
                    <a:lnTo>
                      <a:pt x="-24322708" y="95844696"/>
                    </a:lnTo>
                    <a:cubicBezTo>
                      <a:pt x="-37755764" y="95844696"/>
                      <a:pt x="-48645416" y="85262344"/>
                      <a:pt x="-48645416" y="72208352"/>
                    </a:cubicBezTo>
                    <a:lnTo>
                      <a:pt x="-48645416" y="23636336"/>
                    </a:lnTo>
                    <a:cubicBezTo>
                      <a:pt x="-48645416" y="10582347"/>
                      <a:pt x="-37755764" y="-2"/>
                      <a:pt x="-24322708" y="-2"/>
                    </a:cubicBezTo>
                    <a:close/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5" name="手繪多邊形: 圖案 964">
                <a:extLst>
                  <a:ext uri="{FF2B5EF4-FFF2-40B4-BE49-F238E27FC236}">
                    <a16:creationId xmlns:a16="http://schemas.microsoft.com/office/drawing/2014/main" id="{3507BDB7-7A08-847E-10AB-EB99A83D9FE0}"/>
                  </a:ext>
                </a:extLst>
              </p:cNvPr>
              <p:cNvSpPr/>
              <p:nvPr/>
            </p:nvSpPr>
            <p:spPr>
              <a:xfrm>
                <a:off x="-34479139" y="32890039"/>
                <a:ext cx="912436" cy="624664"/>
              </a:xfrm>
              <a:custGeom>
                <a:avLst/>
                <a:gdLst>
                  <a:gd name="connsiteX0" fmla="*/ 912436 w 912436"/>
                  <a:gd name="connsiteY0" fmla="*/ 0 h 624664"/>
                  <a:gd name="connsiteX1" fmla="*/ 0 w 912436"/>
                  <a:gd name="connsiteY1" fmla="*/ 624664 h 624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2436" h="624664">
                    <a:moveTo>
                      <a:pt x="912436" y="0"/>
                    </a:moveTo>
                    <a:cubicBezTo>
                      <a:pt x="912436" y="0"/>
                      <a:pt x="617842" y="560880"/>
                      <a:pt x="0" y="624664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6" name="手繪多邊形: 圖案 965">
                <a:extLst>
                  <a:ext uri="{FF2B5EF4-FFF2-40B4-BE49-F238E27FC236}">
                    <a16:creationId xmlns:a16="http://schemas.microsoft.com/office/drawing/2014/main" id="{315E1ECD-5058-A9DD-4E8A-7B3403667CBF}"/>
                  </a:ext>
                </a:extLst>
              </p:cNvPr>
              <p:cNvSpPr/>
              <p:nvPr/>
            </p:nvSpPr>
            <p:spPr>
              <a:xfrm>
                <a:off x="-34479139" y="33579386"/>
                <a:ext cx="1235995" cy="856442"/>
              </a:xfrm>
              <a:custGeom>
                <a:avLst/>
                <a:gdLst>
                  <a:gd name="connsiteX0" fmla="*/ 1235995 w 1235995"/>
                  <a:gd name="connsiteY0" fmla="*/ 0 h 856442"/>
                  <a:gd name="connsiteX1" fmla="*/ 0 w 1235995"/>
                  <a:gd name="connsiteY1" fmla="*/ 856443 h 85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5995" h="856442">
                    <a:moveTo>
                      <a:pt x="1235995" y="0"/>
                    </a:moveTo>
                    <a:cubicBezTo>
                      <a:pt x="1235995" y="0"/>
                      <a:pt x="883163" y="726180"/>
                      <a:pt x="0" y="856443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7" name="手繪多邊形: 圖案 966">
                <a:extLst>
                  <a:ext uri="{FF2B5EF4-FFF2-40B4-BE49-F238E27FC236}">
                    <a16:creationId xmlns:a16="http://schemas.microsoft.com/office/drawing/2014/main" id="{390E1E0D-9308-5666-55B8-F87522EFA21A}"/>
                  </a:ext>
                </a:extLst>
              </p:cNvPr>
              <p:cNvSpPr/>
              <p:nvPr/>
            </p:nvSpPr>
            <p:spPr>
              <a:xfrm>
                <a:off x="-34479139" y="34364858"/>
                <a:ext cx="1606393" cy="1151407"/>
              </a:xfrm>
              <a:custGeom>
                <a:avLst/>
                <a:gdLst>
                  <a:gd name="connsiteX0" fmla="*/ 1606394 w 1606393"/>
                  <a:gd name="connsiteY0" fmla="*/ 0 h 1151407"/>
                  <a:gd name="connsiteX1" fmla="*/ 0 w 1606393"/>
                  <a:gd name="connsiteY1" fmla="*/ 1151408 h 115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06393" h="1151407">
                    <a:moveTo>
                      <a:pt x="1606394" y="0"/>
                    </a:moveTo>
                    <a:cubicBezTo>
                      <a:pt x="1606394" y="0"/>
                      <a:pt x="1090857" y="880998"/>
                      <a:pt x="0" y="1151408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8" name="手繪多邊形: 圖案 967">
                <a:extLst>
                  <a:ext uri="{FF2B5EF4-FFF2-40B4-BE49-F238E27FC236}">
                    <a16:creationId xmlns:a16="http://schemas.microsoft.com/office/drawing/2014/main" id="{E60B13C6-7CD9-B005-566F-B9BFE55BC1C6}"/>
                  </a:ext>
                </a:extLst>
              </p:cNvPr>
              <p:cNvSpPr/>
              <p:nvPr/>
            </p:nvSpPr>
            <p:spPr>
              <a:xfrm>
                <a:off x="-34642769" y="31767080"/>
                <a:ext cx="1897907" cy="1045698"/>
              </a:xfrm>
              <a:custGeom>
                <a:avLst/>
                <a:gdLst>
                  <a:gd name="connsiteX0" fmla="*/ 0 w 1897907"/>
                  <a:gd name="connsiteY0" fmla="*/ 1045699 h 1045698"/>
                  <a:gd name="connsiteX1" fmla="*/ 945410 w 1897907"/>
                  <a:gd name="connsiteY1" fmla="*/ 0 h 1045698"/>
                  <a:gd name="connsiteX2" fmla="*/ 1897908 w 1897907"/>
                  <a:gd name="connsiteY2" fmla="*/ 1045699 h 1045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7907" h="1045698">
                    <a:moveTo>
                      <a:pt x="0" y="1045699"/>
                    </a:moveTo>
                    <a:cubicBezTo>
                      <a:pt x="762983" y="876208"/>
                      <a:pt x="945410" y="0"/>
                      <a:pt x="945410" y="0"/>
                    </a:cubicBezTo>
                    <a:cubicBezTo>
                      <a:pt x="945410" y="0"/>
                      <a:pt x="1128142" y="808530"/>
                      <a:pt x="1897908" y="1045699"/>
                    </a:cubicBezTo>
                  </a:path>
                </a:pathLst>
              </a:custGeom>
              <a:noFill/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69" name="手繪多邊形: 圖案 968">
                <a:extLst>
                  <a:ext uri="{FF2B5EF4-FFF2-40B4-BE49-F238E27FC236}">
                    <a16:creationId xmlns:a16="http://schemas.microsoft.com/office/drawing/2014/main" id="{8493A855-A988-771A-E5D5-21CCBBDD9F7C}"/>
                  </a:ext>
                </a:extLst>
              </p:cNvPr>
              <p:cNvSpPr/>
              <p:nvPr/>
            </p:nvSpPr>
            <p:spPr>
              <a:xfrm>
                <a:off x="-35460602" y="31767080"/>
                <a:ext cx="30815" cy="343775"/>
              </a:xfrm>
              <a:custGeom>
                <a:avLst/>
                <a:gdLst>
                  <a:gd name="connsiteX0" fmla="*/ 1 w 30815"/>
                  <a:gd name="connsiteY0" fmla="*/ 343775 h 343775"/>
                  <a:gd name="connsiteX1" fmla="*/ 1 w 30815"/>
                  <a:gd name="connsiteY1" fmla="*/ 0 h 343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5" h="343775">
                    <a:moveTo>
                      <a:pt x="1" y="343775"/>
                    </a:moveTo>
                    <a:lnTo>
                      <a:pt x="1" y="0"/>
                    </a:lnTo>
                  </a:path>
                </a:pathLst>
              </a:custGeom>
              <a:ln w="37284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16" name="圖形 15">
            <a:extLst>
              <a:ext uri="{FF2B5EF4-FFF2-40B4-BE49-F238E27FC236}">
                <a16:creationId xmlns:a16="http://schemas.microsoft.com/office/drawing/2014/main" id="{2313D521-6320-3E21-60DE-447169E52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256" t="38393" r="70029" b="55966"/>
          <a:stretch/>
        </p:blipFill>
        <p:spPr>
          <a:xfrm>
            <a:off x="21771369" y="17241796"/>
            <a:ext cx="6134699" cy="1422496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BF0B0BF1-D652-59C3-1B38-CE11C179C059}"/>
              </a:ext>
            </a:extLst>
          </p:cNvPr>
          <p:cNvGrpSpPr/>
          <p:nvPr/>
        </p:nvGrpSpPr>
        <p:grpSpPr>
          <a:xfrm>
            <a:off x="4786160" y="10057048"/>
            <a:ext cx="18814463" cy="5526850"/>
            <a:chOff x="5396932" y="4093549"/>
            <a:chExt cx="18931652" cy="5561275"/>
          </a:xfrm>
        </p:grpSpPr>
        <p:pic>
          <p:nvPicPr>
            <p:cNvPr id="4" name="圖形 3">
              <a:extLst>
                <a:ext uri="{FF2B5EF4-FFF2-40B4-BE49-F238E27FC236}">
                  <a16:creationId xmlns:a16="http://schemas.microsoft.com/office/drawing/2014/main" id="{44851B7B-C793-E433-2C44-B28F20245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1142" t="52812" r="35452" b="20547"/>
            <a:stretch/>
          </p:blipFill>
          <p:spPr>
            <a:xfrm>
              <a:off x="5396932" y="4093549"/>
              <a:ext cx="15769388" cy="5561275"/>
            </a:xfrm>
            <a:prstGeom prst="rect">
              <a:avLst/>
            </a:prstGeom>
          </p:spPr>
        </p:pic>
        <p:pic>
          <p:nvPicPr>
            <p:cNvPr id="5" name="圖形 4">
              <a:extLst>
                <a:ext uri="{FF2B5EF4-FFF2-40B4-BE49-F238E27FC236}">
                  <a16:creationId xmlns:a16="http://schemas.microsoft.com/office/drawing/2014/main" id="{A9E15D30-68F9-657E-72F1-0A2F38D8A01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76983" t="44857" r="12074" b="20495"/>
            <a:stretch/>
          </p:blipFill>
          <p:spPr>
            <a:xfrm>
              <a:off x="22652750" y="5329755"/>
              <a:ext cx="1675834" cy="3751362"/>
            </a:xfrm>
            <a:prstGeom prst="rect">
              <a:avLst/>
            </a:prstGeom>
          </p:spPr>
        </p:pic>
        <p:pic>
          <p:nvPicPr>
            <p:cNvPr id="6" name="圖形 5">
              <a:extLst>
                <a:ext uri="{FF2B5EF4-FFF2-40B4-BE49-F238E27FC236}">
                  <a16:creationId xmlns:a16="http://schemas.microsoft.com/office/drawing/2014/main" id="{DB1083F6-3367-3AB9-7608-D30081C335F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64548" t="44857" r="23017" b="20495"/>
            <a:stretch/>
          </p:blipFill>
          <p:spPr>
            <a:xfrm>
              <a:off x="20742974" y="5319092"/>
              <a:ext cx="1909775" cy="3762025"/>
            </a:xfrm>
            <a:prstGeom prst="rect">
              <a:avLst/>
            </a:prstGeom>
          </p:spPr>
        </p:pic>
      </p:grpSp>
      <p:pic>
        <p:nvPicPr>
          <p:cNvPr id="7" name="圖形 6">
            <a:extLst>
              <a:ext uri="{FF2B5EF4-FFF2-40B4-BE49-F238E27FC236}">
                <a16:creationId xmlns:a16="http://schemas.microsoft.com/office/drawing/2014/main" id="{8E8293AF-28DC-58F1-5FF4-3BAD142CB47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53092" b="31387"/>
          <a:stretch/>
        </p:blipFill>
        <p:spPr>
          <a:xfrm>
            <a:off x="2200202" y="14258728"/>
            <a:ext cx="24400021" cy="26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40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462B-4E79-1BF2-E0EB-310BAB04B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圖形 17">
            <a:extLst>
              <a:ext uri="{FF2B5EF4-FFF2-40B4-BE49-F238E27FC236}">
                <a16:creationId xmlns:a16="http://schemas.microsoft.com/office/drawing/2014/main" id="{2BBF4CCD-C92F-4169-07BB-13DF2A7239B3}"/>
              </a:ext>
            </a:extLst>
          </p:cNvPr>
          <p:cNvGrpSpPr/>
          <p:nvPr/>
        </p:nvGrpSpPr>
        <p:grpSpPr>
          <a:xfrm>
            <a:off x="14870893" y="32794886"/>
            <a:ext cx="52258931" cy="150493634"/>
            <a:chOff x="14963518" y="18419554"/>
            <a:chExt cx="52584433" cy="151431005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6A873315-81B3-F99E-E512-6D1DCEE47065}"/>
                </a:ext>
              </a:extLst>
            </p:cNvPr>
            <p:cNvSpPr/>
            <p:nvPr/>
          </p:nvSpPr>
          <p:spPr>
            <a:xfrm>
              <a:off x="14963518" y="18419554"/>
              <a:ext cx="8789488" cy="8542223"/>
            </a:xfrm>
            <a:custGeom>
              <a:avLst/>
              <a:gdLst>
                <a:gd name="connsiteX0" fmla="*/ 8789488 w 8789488"/>
                <a:gd name="connsiteY0" fmla="*/ 4271112 h 8542223"/>
                <a:gd name="connsiteX1" fmla="*/ 4394745 w 8789488"/>
                <a:gd name="connsiteY1" fmla="*/ 8542223 h 8542223"/>
                <a:gd name="connsiteX2" fmla="*/ 1 w 8789488"/>
                <a:gd name="connsiteY2" fmla="*/ 4271111 h 8542223"/>
                <a:gd name="connsiteX3" fmla="*/ 4394745 w 8789488"/>
                <a:gd name="connsiteY3" fmla="*/ -1 h 8542223"/>
                <a:gd name="connsiteX4" fmla="*/ 8789488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8" y="4271112"/>
                  </a:moveTo>
                  <a:cubicBezTo>
                    <a:pt x="8789488" y="6629983"/>
                    <a:pt x="6821894" y="8542223"/>
                    <a:pt x="4394745" y="8542223"/>
                  </a:cubicBezTo>
                  <a:cubicBezTo>
                    <a:pt x="1967595" y="8542223"/>
                    <a:pt x="1" y="6629982"/>
                    <a:pt x="1" y="4271111"/>
                  </a:cubicBezTo>
                  <a:cubicBezTo>
                    <a:pt x="1" y="1912241"/>
                    <a:pt x="1967595" y="-1"/>
                    <a:pt x="4394745" y="-1"/>
                  </a:cubicBezTo>
                  <a:cubicBezTo>
                    <a:pt x="6821896" y="-1"/>
                    <a:pt x="8789488" y="1912241"/>
                    <a:pt x="8789488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10" name="圖形 17">
              <a:extLst>
                <a:ext uri="{FF2B5EF4-FFF2-40B4-BE49-F238E27FC236}">
                  <a16:creationId xmlns:a16="http://schemas.microsoft.com/office/drawing/2014/main" id="{1DF8B9B6-62A9-00EF-7FC8-CBC8F1D68906}"/>
                </a:ext>
              </a:extLst>
            </p:cNvPr>
            <p:cNvGrpSpPr/>
            <p:nvPr/>
          </p:nvGrpSpPr>
          <p:grpSpPr>
            <a:xfrm>
              <a:off x="16281351" y="20661410"/>
              <a:ext cx="36812437" cy="71953288"/>
              <a:chOff x="16281351" y="20661410"/>
              <a:chExt cx="36812437" cy="71953288"/>
            </a:xfrm>
          </p:grpSpPr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CA4E86BB-07DE-BCAA-6214-A45E51683342}"/>
                  </a:ext>
                </a:extLst>
              </p:cNvPr>
              <p:cNvSpPr/>
              <p:nvPr/>
            </p:nvSpPr>
            <p:spPr>
              <a:xfrm>
                <a:off x="18415933" y="20950941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893FEACC-CD69-5498-465A-92A97DCC988C}"/>
                  </a:ext>
                </a:extLst>
              </p:cNvPr>
              <p:cNvSpPr/>
              <p:nvPr/>
            </p:nvSpPr>
            <p:spPr>
              <a:xfrm>
                <a:off x="18415933" y="21879719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84FEF98C-AF4B-C557-CAA6-42C44052A2A1}"/>
                  </a:ext>
                </a:extLst>
              </p:cNvPr>
              <p:cNvSpPr/>
              <p:nvPr/>
            </p:nvSpPr>
            <p:spPr>
              <a:xfrm>
                <a:off x="18158568" y="21355360"/>
                <a:ext cx="31007" cy="650325"/>
              </a:xfrm>
              <a:custGeom>
                <a:avLst/>
                <a:gdLst>
                  <a:gd name="connsiteX0" fmla="*/ 1 w 31007"/>
                  <a:gd name="connsiteY0" fmla="*/ 650325 h 650325"/>
                  <a:gd name="connsiteX1" fmla="*/ 1 w 31007"/>
                  <a:gd name="connsiteY1" fmla="*/ 0 h 650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50325">
                    <a:moveTo>
                      <a:pt x="1" y="650325"/>
                    </a:moveTo>
                    <a:lnTo>
                      <a:pt x="1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664C2348-31A7-1996-8DBE-882209D65E1C}"/>
                  </a:ext>
                </a:extLst>
              </p:cNvPr>
              <p:cNvSpPr/>
              <p:nvPr/>
            </p:nvSpPr>
            <p:spPr>
              <a:xfrm>
                <a:off x="17911745" y="20699610"/>
                <a:ext cx="376746" cy="569561"/>
              </a:xfrm>
              <a:custGeom>
                <a:avLst/>
                <a:gdLst>
                  <a:gd name="connsiteX0" fmla="*/ 376746 w 376746"/>
                  <a:gd name="connsiteY0" fmla="*/ 0 h 569561"/>
                  <a:gd name="connsiteX1" fmla="*/ 0 w 376746"/>
                  <a:gd name="connsiteY1" fmla="*/ 569562 h 56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6746" h="569561">
                    <a:moveTo>
                      <a:pt x="376746" y="0"/>
                    </a:moveTo>
                    <a:cubicBezTo>
                      <a:pt x="376746" y="0"/>
                      <a:pt x="340466" y="391762"/>
                      <a:pt x="0" y="569562"/>
                    </a:cubicBezTo>
                  </a:path>
                </a:pathLst>
              </a:custGeom>
              <a:noFill/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grpSp>
            <p:nvGrpSpPr>
              <p:cNvPr id="21" name="圖形 17">
                <a:extLst>
                  <a:ext uri="{FF2B5EF4-FFF2-40B4-BE49-F238E27FC236}">
                    <a16:creationId xmlns:a16="http://schemas.microsoft.com/office/drawing/2014/main" id="{9037CE49-F2CE-CCB2-56A2-3DC0B5A45B2A}"/>
                  </a:ext>
                </a:extLst>
              </p:cNvPr>
              <p:cNvGrpSpPr/>
              <p:nvPr/>
            </p:nvGrpSpPr>
            <p:grpSpPr>
              <a:xfrm>
                <a:off x="16334685" y="20709555"/>
                <a:ext cx="6029045" cy="22976936"/>
                <a:chOff x="16334685" y="20709555"/>
                <a:chExt cx="6029045" cy="22976936"/>
              </a:xfrm>
              <a:noFill/>
            </p:grpSpPr>
            <p:sp>
              <p:nvSpPr>
                <p:cNvPr id="22" name="手繪多邊形: 圖案 21">
                  <a:extLst>
                    <a:ext uri="{FF2B5EF4-FFF2-40B4-BE49-F238E27FC236}">
                      <a16:creationId xmlns:a16="http://schemas.microsoft.com/office/drawing/2014/main" id="{842D3DF5-22FE-F485-54BA-55CC1F040ED6}"/>
                    </a:ext>
                  </a:extLst>
                </p:cNvPr>
                <p:cNvSpPr/>
                <p:nvPr/>
              </p:nvSpPr>
              <p:spPr>
                <a:xfrm>
                  <a:off x="16334685" y="20830399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3" name="手繪多邊形: 圖案 22">
                  <a:extLst>
                    <a:ext uri="{FF2B5EF4-FFF2-40B4-BE49-F238E27FC236}">
                      <a16:creationId xmlns:a16="http://schemas.microsoft.com/office/drawing/2014/main" id="{6F59C916-294B-8D54-794E-3E6040F1D293}"/>
                    </a:ext>
                  </a:extLst>
                </p:cNvPr>
                <p:cNvSpPr/>
                <p:nvPr/>
              </p:nvSpPr>
              <p:spPr>
                <a:xfrm>
                  <a:off x="16334685" y="21202271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4" name="手繪多邊形: 圖案 23">
                  <a:extLst>
                    <a:ext uri="{FF2B5EF4-FFF2-40B4-BE49-F238E27FC236}">
                      <a16:creationId xmlns:a16="http://schemas.microsoft.com/office/drawing/2014/main" id="{A3A22A6A-45E8-114A-38D3-728B32AE9213}"/>
                    </a:ext>
                  </a:extLst>
                </p:cNvPr>
                <p:cNvSpPr/>
                <p:nvPr/>
              </p:nvSpPr>
              <p:spPr>
                <a:xfrm>
                  <a:off x="16596392" y="20709555"/>
                  <a:ext cx="31007" cy="241385"/>
                </a:xfrm>
                <a:custGeom>
                  <a:avLst/>
                  <a:gdLst>
                    <a:gd name="connsiteX0" fmla="*/ 0 w 31007"/>
                    <a:gd name="connsiteY0" fmla="*/ 0 h 241385"/>
                    <a:gd name="connsiteX1" fmla="*/ 0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0" y="0"/>
                      </a:moveTo>
                      <a:lnTo>
                        <a:pt x="0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5" name="手繪多邊形: 圖案 24">
                  <a:extLst>
                    <a:ext uri="{FF2B5EF4-FFF2-40B4-BE49-F238E27FC236}">
                      <a16:creationId xmlns:a16="http://schemas.microsoft.com/office/drawing/2014/main" id="{34B48C79-D7C6-8E4A-8D26-822FD84B8685}"/>
                    </a:ext>
                  </a:extLst>
                </p:cNvPr>
                <p:cNvSpPr/>
                <p:nvPr/>
              </p:nvSpPr>
              <p:spPr>
                <a:xfrm>
                  <a:off x="17098409" y="20709555"/>
                  <a:ext cx="31007" cy="241385"/>
                </a:xfrm>
                <a:custGeom>
                  <a:avLst/>
                  <a:gdLst>
                    <a:gd name="connsiteX0" fmla="*/ 1 w 31007"/>
                    <a:gd name="connsiteY0" fmla="*/ 0 h 241385"/>
                    <a:gd name="connsiteX1" fmla="*/ 1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1" y="0"/>
                      </a:moveTo>
                      <a:lnTo>
                        <a:pt x="1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E27CE6EB-6F21-1F05-6C84-EA15129D0819}"/>
                    </a:ext>
                  </a:extLst>
                </p:cNvPr>
                <p:cNvSpPr/>
                <p:nvPr/>
              </p:nvSpPr>
              <p:spPr>
                <a:xfrm>
                  <a:off x="16988330" y="21408097"/>
                  <a:ext cx="264187" cy="597587"/>
                </a:xfrm>
                <a:custGeom>
                  <a:avLst/>
                  <a:gdLst>
                    <a:gd name="connsiteX0" fmla="*/ 0 w 264187"/>
                    <a:gd name="connsiteY0" fmla="*/ 0 h 597587"/>
                    <a:gd name="connsiteX1" fmla="*/ 62636 w 264187"/>
                    <a:gd name="connsiteY1" fmla="*/ 0 h 597587"/>
                    <a:gd name="connsiteX2" fmla="*/ 264188 w 264187"/>
                    <a:gd name="connsiteY2" fmla="*/ 195881 h 597587"/>
                    <a:gd name="connsiteX3" fmla="*/ 264188 w 264187"/>
                    <a:gd name="connsiteY3" fmla="*/ 467101 h 597587"/>
                    <a:gd name="connsiteX4" fmla="*/ 129923 w 264187"/>
                    <a:gd name="connsiteY4" fmla="*/ 597588 h 597587"/>
                    <a:gd name="connsiteX5" fmla="*/ 43412 w 264187"/>
                    <a:gd name="connsiteY5" fmla="*/ 597588 h 59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4187" h="597587">
                      <a:moveTo>
                        <a:pt x="0" y="0"/>
                      </a:moveTo>
                      <a:lnTo>
                        <a:pt x="62636" y="0"/>
                      </a:lnTo>
                      <a:cubicBezTo>
                        <a:pt x="173956" y="0"/>
                        <a:pt x="264188" y="87695"/>
                        <a:pt x="264188" y="195881"/>
                      </a:cubicBezTo>
                      <a:lnTo>
                        <a:pt x="264188" y="467101"/>
                      </a:lnTo>
                      <a:cubicBezTo>
                        <a:pt x="264188" y="539125"/>
                        <a:pt x="204032" y="597588"/>
                        <a:pt x="129923" y="597588"/>
                      </a:cubicBezTo>
                      <a:lnTo>
                        <a:pt x="43412" y="597588"/>
                      </a:ln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C90FA334-FC5A-565D-11BF-69CDF126F2E9}"/>
                    </a:ext>
                  </a:extLst>
                </p:cNvPr>
                <p:cNvSpPr/>
                <p:nvPr/>
              </p:nvSpPr>
              <p:spPr>
                <a:xfrm>
                  <a:off x="16334685" y="21064250"/>
                  <a:ext cx="503897" cy="941434"/>
                </a:xfrm>
                <a:custGeom>
                  <a:avLst/>
                  <a:gdLst>
                    <a:gd name="connsiteX0" fmla="*/ 503879 w 503897"/>
                    <a:gd name="connsiteY0" fmla="*/ 0 h 941434"/>
                    <a:gd name="connsiteX1" fmla="*/ 0 w 503897"/>
                    <a:gd name="connsiteY1" fmla="*/ 941434 h 94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3897" h="941434">
                      <a:moveTo>
                        <a:pt x="503879" y="0"/>
                      </a:moveTo>
                      <a:cubicBezTo>
                        <a:pt x="503879" y="0"/>
                        <a:pt x="515041" y="565343"/>
                        <a:pt x="0" y="941434"/>
                      </a:cubicBez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28" name="圖形 17">
                <a:extLst>
                  <a:ext uri="{FF2B5EF4-FFF2-40B4-BE49-F238E27FC236}">
                    <a16:creationId xmlns:a16="http://schemas.microsoft.com/office/drawing/2014/main" id="{9955C326-E6E4-084A-7231-D2446D4D3AEE}"/>
                  </a:ext>
                </a:extLst>
              </p:cNvPr>
              <p:cNvGrpSpPr/>
              <p:nvPr/>
            </p:nvGrpSpPr>
            <p:grpSpPr>
              <a:xfrm>
                <a:off x="16334685" y="22619546"/>
                <a:ext cx="36176147" cy="23158588"/>
                <a:chOff x="16334685" y="22619546"/>
                <a:chExt cx="36176147" cy="23158588"/>
              </a:xfrm>
              <a:noFill/>
            </p:grpSpPr>
            <p:grpSp>
              <p:nvGrpSpPr>
                <p:cNvPr id="29" name="圖形 17">
                  <a:extLst>
                    <a:ext uri="{FF2B5EF4-FFF2-40B4-BE49-F238E27FC236}">
                      <a16:creationId xmlns:a16="http://schemas.microsoft.com/office/drawing/2014/main" id="{FF6F6B12-28BB-9C11-F7DA-0B602A5ECC02}"/>
                    </a:ext>
                  </a:extLst>
                </p:cNvPr>
                <p:cNvGrpSpPr/>
                <p:nvPr/>
              </p:nvGrpSpPr>
              <p:grpSpPr>
                <a:xfrm>
                  <a:off x="18008490" y="22619848"/>
                  <a:ext cx="6292467" cy="23153235"/>
                  <a:chOff x="18008490" y="22619848"/>
                  <a:chExt cx="6292467" cy="23153235"/>
                </a:xfrm>
                <a:noFill/>
              </p:grpSpPr>
              <p:grpSp>
                <p:nvGrpSpPr>
                  <p:cNvPr id="30" name="圖形 17">
                    <a:extLst>
                      <a:ext uri="{FF2B5EF4-FFF2-40B4-BE49-F238E27FC236}">
                        <a16:creationId xmlns:a16="http://schemas.microsoft.com/office/drawing/2014/main" id="{B4BE700A-16A1-10B6-92A4-864E2206D1D1}"/>
                      </a:ext>
                    </a:extLst>
                  </p:cNvPr>
                  <p:cNvGrpSpPr/>
                  <p:nvPr/>
                </p:nvGrpSpPr>
                <p:grpSpPr>
                  <a:xfrm>
                    <a:off x="18008490" y="22619848"/>
                    <a:ext cx="6292467" cy="10502836"/>
                    <a:chOff x="18008490" y="22619848"/>
                    <a:chExt cx="6292467" cy="10502836"/>
                  </a:xfrm>
                  <a:noFill/>
                </p:grpSpPr>
                <p:sp>
                  <p:nvSpPr>
                    <p:cNvPr id="31" name="手繪多邊形: 圖案 30">
                      <a:extLst>
                        <a:ext uri="{FF2B5EF4-FFF2-40B4-BE49-F238E27FC236}">
                          <a16:creationId xmlns:a16="http://schemas.microsoft.com/office/drawing/2014/main" id="{CEFF529F-1A9B-5176-E0B0-22A005F1B7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08490" y="22619848"/>
                      <a:ext cx="514110" cy="30135"/>
                    </a:xfrm>
                    <a:custGeom>
                      <a:avLst/>
                      <a:gdLst>
                        <a:gd name="connsiteX0" fmla="*/ 0 w 514110"/>
                        <a:gd name="connsiteY0" fmla="*/ 0 h 30135"/>
                        <a:gd name="connsiteX1" fmla="*/ 514111 w 514110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4110" h="30135">
                          <a:moveTo>
                            <a:pt x="0" y="0"/>
                          </a:moveTo>
                          <a:lnTo>
                            <a:pt x="514111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2" name="手繪多邊形: 圖案 31">
                      <a:extLst>
                        <a:ext uri="{FF2B5EF4-FFF2-40B4-BE49-F238E27FC236}">
                          <a16:creationId xmlns:a16="http://schemas.microsoft.com/office/drawing/2014/main" id="{EADCED6E-8125-78E0-0F02-DAA5479C63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72055" y="22619848"/>
                      <a:ext cx="450545" cy="592465"/>
                    </a:xfrm>
                    <a:custGeom>
                      <a:avLst/>
                      <a:gdLst>
                        <a:gd name="connsiteX0" fmla="*/ 450545 w 450545"/>
                        <a:gd name="connsiteY0" fmla="*/ 592465 h 592465"/>
                        <a:gd name="connsiteX1" fmla="*/ 134265 w 450545"/>
                        <a:gd name="connsiteY1" fmla="*/ 592465 h 592465"/>
                        <a:gd name="connsiteX2" fmla="*/ 0 w 450545"/>
                        <a:gd name="connsiteY2" fmla="*/ 461979 h 592465"/>
                        <a:gd name="connsiteX3" fmla="*/ 0 w 450545"/>
                        <a:gd name="connsiteY3" fmla="*/ 0 h 5924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50545" h="592465">
                          <a:moveTo>
                            <a:pt x="450545" y="592465"/>
                          </a:moveTo>
                          <a:lnTo>
                            <a:pt x="134265" y="592465"/>
                          </a:lnTo>
                          <a:cubicBezTo>
                            <a:pt x="60155" y="592465"/>
                            <a:pt x="0" y="534002"/>
                            <a:pt x="0" y="461979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3" name="手繪多邊形: 圖案 32">
                      <a:extLst>
                        <a:ext uri="{FF2B5EF4-FFF2-40B4-BE49-F238E27FC236}">
                          <a16:creationId xmlns:a16="http://schemas.microsoft.com/office/drawing/2014/main" id="{FFC71CE5-A76D-49D8-FB7C-46FBCB5375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93917" y="22756362"/>
                      <a:ext cx="285892" cy="30135"/>
                    </a:xfrm>
                    <a:custGeom>
                      <a:avLst/>
                      <a:gdLst>
                        <a:gd name="connsiteX0" fmla="*/ -1 w 285892"/>
                        <a:gd name="connsiteY0" fmla="*/ 0 h 30135"/>
                        <a:gd name="connsiteX1" fmla="*/ 285893 w 285892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5892" h="30135">
                          <a:moveTo>
                            <a:pt x="-1" y="0"/>
                          </a:moveTo>
                          <a:lnTo>
                            <a:pt x="285893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4" name="手繪多邊形: 圖案 33">
                      <a:extLst>
                        <a:ext uri="{FF2B5EF4-FFF2-40B4-BE49-F238E27FC236}">
                          <a16:creationId xmlns:a16="http://schemas.microsoft.com/office/drawing/2014/main" id="{0C8DB38A-5988-0838-D1EC-5BC3040865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913067"/>
                      <a:ext cx="307287" cy="30135"/>
                    </a:xfrm>
                    <a:custGeom>
                      <a:avLst/>
                      <a:gdLst>
                        <a:gd name="connsiteX0" fmla="*/ -1 w 307287"/>
                        <a:gd name="connsiteY0" fmla="*/ 0 h 30135"/>
                        <a:gd name="connsiteX1" fmla="*/ 307288 w 307287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7287" h="30135">
                          <a:moveTo>
                            <a:pt x="-1" y="0"/>
                          </a:moveTo>
                          <a:lnTo>
                            <a:pt x="307288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5" name="手繪多邊形: 圖案 34">
                      <a:extLst>
                        <a:ext uri="{FF2B5EF4-FFF2-40B4-BE49-F238E27FC236}">
                          <a16:creationId xmlns:a16="http://schemas.microsoft.com/office/drawing/2014/main" id="{EBBEAE71-3E2E-A691-57D1-D6FA3BB358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57173" y="22619848"/>
                      <a:ext cx="403102" cy="172375"/>
                    </a:xfrm>
                    <a:custGeom>
                      <a:avLst/>
                      <a:gdLst>
                        <a:gd name="connsiteX0" fmla="*/ 403102 w 403102"/>
                        <a:gd name="connsiteY0" fmla="*/ 172375 h 172375"/>
                        <a:gd name="connsiteX1" fmla="*/ 395971 w 403102"/>
                        <a:gd name="connsiteY1" fmla="*/ 172375 h 172375"/>
                        <a:gd name="connsiteX2" fmla="*/ 328684 w 403102"/>
                        <a:gd name="connsiteY2" fmla="*/ 106982 h 172375"/>
                        <a:gd name="connsiteX3" fmla="*/ 328684 w 403102"/>
                        <a:gd name="connsiteY3" fmla="*/ 0 h 172375"/>
                        <a:gd name="connsiteX4" fmla="*/ 0 w 403102"/>
                        <a:gd name="connsiteY4" fmla="*/ 0 h 172375"/>
                        <a:gd name="connsiteX5" fmla="*/ 0 w 403102"/>
                        <a:gd name="connsiteY5" fmla="*/ 72024 h 172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3102" h="172375">
                          <a:moveTo>
                            <a:pt x="403102" y="172375"/>
                          </a:moveTo>
                          <a:lnTo>
                            <a:pt x="395971" y="172375"/>
                          </a:lnTo>
                          <a:cubicBezTo>
                            <a:pt x="358761" y="172375"/>
                            <a:pt x="328684" y="143144"/>
                            <a:pt x="328684" y="106982"/>
                          </a:cubicBezTo>
                          <a:lnTo>
                            <a:pt x="328684" y="0"/>
                          </a:lnTo>
                          <a:lnTo>
                            <a:pt x="0" y="0"/>
                          </a:lnTo>
                          <a:lnTo>
                            <a:pt x="0" y="72024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6" name="手繪多邊形: 圖案 35">
                      <a:extLst>
                        <a:ext uri="{FF2B5EF4-FFF2-40B4-BE49-F238E27FC236}">
                          <a16:creationId xmlns:a16="http://schemas.microsoft.com/office/drawing/2014/main" id="{ED41B05A-AF31-E006-E0B4-68AD95FC1E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71901" y="23011007"/>
                      <a:ext cx="98915" cy="98241"/>
                    </a:xfrm>
                    <a:custGeom>
                      <a:avLst/>
                      <a:gdLst>
                        <a:gd name="connsiteX0" fmla="*/ 0 w 98915"/>
                        <a:gd name="connsiteY0" fmla="*/ 0 h 98241"/>
                        <a:gd name="connsiteX1" fmla="*/ 0 w 98915"/>
                        <a:gd name="connsiteY1" fmla="*/ 32848 h 98241"/>
                        <a:gd name="connsiteX2" fmla="*/ 67288 w 98915"/>
                        <a:gd name="connsiteY2" fmla="*/ 98241 h 98241"/>
                        <a:gd name="connsiteX3" fmla="*/ 98915 w 98915"/>
                        <a:gd name="connsiteY3" fmla="*/ 98241 h 982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915" h="98241">
                          <a:moveTo>
                            <a:pt x="0" y="0"/>
                          </a:moveTo>
                          <a:lnTo>
                            <a:pt x="0" y="32848"/>
                          </a:lnTo>
                          <a:cubicBezTo>
                            <a:pt x="0" y="69010"/>
                            <a:pt x="30079" y="98241"/>
                            <a:pt x="67288" y="98241"/>
                          </a:cubicBezTo>
                          <a:lnTo>
                            <a:pt x="98915" y="98241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7" name="手繪多邊形: 圖案 36">
                      <a:extLst>
                        <a:ext uri="{FF2B5EF4-FFF2-40B4-BE49-F238E27FC236}">
                          <a16:creationId xmlns:a16="http://schemas.microsoft.com/office/drawing/2014/main" id="{8D26E4BB-708A-4F6C-0DE7-7DA3E4930D7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33607" y="22913067"/>
                      <a:ext cx="394731" cy="299245"/>
                    </a:xfrm>
                    <a:custGeom>
                      <a:avLst/>
                      <a:gdLst>
                        <a:gd name="connsiteX0" fmla="*/ 394731 w 394731"/>
                        <a:gd name="connsiteY0" fmla="*/ 299246 h 299245"/>
                        <a:gd name="connsiteX1" fmla="*/ 23877 w 394731"/>
                        <a:gd name="connsiteY1" fmla="*/ 0 h 299245"/>
                        <a:gd name="connsiteX2" fmla="*/ 372094 w 394731"/>
                        <a:gd name="connsiteY2" fmla="*/ 0 h 299245"/>
                        <a:gd name="connsiteX3" fmla="*/ 0 w 394731"/>
                        <a:gd name="connsiteY3" fmla="*/ 299246 h 2992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4731" h="299245">
                          <a:moveTo>
                            <a:pt x="394731" y="299246"/>
                          </a:moveTo>
                          <a:cubicBezTo>
                            <a:pt x="225117" y="299246"/>
                            <a:pt x="28839" y="179608"/>
                            <a:pt x="23877" y="0"/>
                          </a:cubicBezTo>
                          <a:lnTo>
                            <a:pt x="372094" y="0"/>
                          </a:lnTo>
                          <a:cubicBezTo>
                            <a:pt x="368065" y="178704"/>
                            <a:pt x="162791" y="299246"/>
                            <a:pt x="0" y="299246"/>
                          </a:cubicBez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8" name="手繪多邊形: 圖案 37">
                      <a:extLst>
                        <a:ext uri="{FF2B5EF4-FFF2-40B4-BE49-F238E27FC236}">
                          <a16:creationId xmlns:a16="http://schemas.microsoft.com/office/drawing/2014/main" id="{9DF57848-4267-3429-DFCA-F78F253661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5389" y="22756362"/>
                      <a:ext cx="145116" cy="352585"/>
                    </a:xfrm>
                    <a:custGeom>
                      <a:avLst/>
                      <a:gdLst>
                        <a:gd name="connsiteX0" fmla="*/ 145118 w 145116"/>
                        <a:gd name="connsiteY0" fmla="*/ 0 h 352585"/>
                        <a:gd name="connsiteX1" fmla="*/ -1 w 145116"/>
                        <a:gd name="connsiteY1" fmla="*/ 352586 h 3525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5116" h="352585">
                          <a:moveTo>
                            <a:pt x="145118" y="0"/>
                          </a:moveTo>
                          <a:lnTo>
                            <a:pt x="-1" y="352586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9" name="手繪多邊形: 圖案 38">
                      <a:extLst>
                        <a:ext uri="{FF2B5EF4-FFF2-40B4-BE49-F238E27FC236}">
                          <a16:creationId xmlns:a16="http://schemas.microsoft.com/office/drawing/2014/main" id="{7C64A9C1-B9A3-8CB8-BFE4-F2BFDD6CA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15934" y="22691570"/>
                      <a:ext cx="41550" cy="100652"/>
                    </a:xfrm>
                    <a:custGeom>
                      <a:avLst/>
                      <a:gdLst>
                        <a:gd name="connsiteX0" fmla="*/ 41550 w 41550"/>
                        <a:gd name="connsiteY0" fmla="*/ 0 h 100652"/>
                        <a:gd name="connsiteX1" fmla="*/ 1 w 41550"/>
                        <a:gd name="connsiteY1" fmla="*/ 100653 h 1006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550" h="100652">
                          <a:moveTo>
                            <a:pt x="41550" y="0"/>
                          </a:moveTo>
                          <a:lnTo>
                            <a:pt x="1" y="100653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40" name="手繪多邊形: 圖案 39">
                      <a:extLst>
                        <a:ext uri="{FF2B5EF4-FFF2-40B4-BE49-F238E27FC236}">
                          <a16:creationId xmlns:a16="http://schemas.microsoft.com/office/drawing/2014/main" id="{47D8FDFB-A3B5-91F9-BE35-DBD3FD33BE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619848"/>
                      <a:ext cx="77519" cy="188949"/>
                    </a:xfrm>
                    <a:custGeom>
                      <a:avLst/>
                      <a:gdLst>
                        <a:gd name="connsiteX0" fmla="*/ 77519 w 77519"/>
                        <a:gd name="connsiteY0" fmla="*/ 0 h 188949"/>
                        <a:gd name="connsiteX1" fmla="*/ -1 w 77519"/>
                        <a:gd name="connsiteY1" fmla="*/ 188949 h 188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519" h="188949">
                          <a:moveTo>
                            <a:pt x="77519" y="0"/>
                          </a:moveTo>
                          <a:lnTo>
                            <a:pt x="-1" y="188949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</p:grpSp>
              <p:sp>
                <p:nvSpPr>
                  <p:cNvPr id="41" name="手繪多邊形: 圖案 40">
                    <a:extLst>
                      <a:ext uri="{FF2B5EF4-FFF2-40B4-BE49-F238E27FC236}">
                        <a16:creationId xmlns:a16="http://schemas.microsoft.com/office/drawing/2014/main" id="{E0429EBC-80C9-A6CF-0EAB-B468FBD4D207}"/>
                      </a:ext>
                    </a:extLst>
                  </p:cNvPr>
                  <p:cNvSpPr/>
                  <p:nvPr/>
                </p:nvSpPr>
                <p:spPr>
                  <a:xfrm>
                    <a:off x="18044149" y="23336170"/>
                    <a:ext cx="1007755" cy="30135"/>
                  </a:xfrm>
                  <a:custGeom>
                    <a:avLst/>
                    <a:gdLst>
                      <a:gd name="connsiteX0" fmla="*/ 1 w 1007755"/>
                      <a:gd name="connsiteY0" fmla="*/ 0 h 30135"/>
                      <a:gd name="connsiteX1" fmla="*/ 1007756 w 100775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7755" h="30135">
                        <a:moveTo>
                          <a:pt x="1" y="0"/>
                        </a:moveTo>
                        <a:lnTo>
                          <a:pt x="100775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2" name="手繪多邊形: 圖案 41">
                    <a:extLst>
                      <a:ext uri="{FF2B5EF4-FFF2-40B4-BE49-F238E27FC236}">
                        <a16:creationId xmlns:a16="http://schemas.microsoft.com/office/drawing/2014/main" id="{C61E87D8-51BE-DF55-50D1-F8680CF47A6F}"/>
                      </a:ext>
                    </a:extLst>
                  </p:cNvPr>
                  <p:cNvSpPr/>
                  <p:nvPr/>
                </p:nvSpPr>
                <p:spPr>
                  <a:xfrm>
                    <a:off x="18079022" y="23473287"/>
                    <a:ext cx="938318" cy="452635"/>
                  </a:xfrm>
                  <a:custGeom>
                    <a:avLst/>
                    <a:gdLst>
                      <a:gd name="connsiteX0" fmla="*/ 937223 w 938318"/>
                      <a:gd name="connsiteY0" fmla="*/ 75037 h 452635"/>
                      <a:gd name="connsiteX1" fmla="*/ 895363 w 938318"/>
                      <a:gd name="connsiteY1" fmla="*/ 341737 h 452635"/>
                      <a:gd name="connsiteX2" fmla="*/ 762649 w 938318"/>
                      <a:gd name="connsiteY2" fmla="*/ 452636 h 452635"/>
                      <a:gd name="connsiteX3" fmla="*/ 175360 w 938318"/>
                      <a:gd name="connsiteY3" fmla="*/ 452636 h 452635"/>
                      <a:gd name="connsiteX4" fmla="*/ 42647 w 938318"/>
                      <a:gd name="connsiteY4" fmla="*/ 341737 h 452635"/>
                      <a:gd name="connsiteX5" fmla="*/ 785 w 938318"/>
                      <a:gd name="connsiteY5" fmla="*/ 75037 h 452635"/>
                      <a:gd name="connsiteX6" fmla="*/ 67142 w 938318"/>
                      <a:gd name="connsiteY6" fmla="*/ 0 h 452635"/>
                      <a:gd name="connsiteX7" fmla="*/ 871176 w 938318"/>
                      <a:gd name="connsiteY7" fmla="*/ 0 h 452635"/>
                      <a:gd name="connsiteX8" fmla="*/ 937533 w 938318"/>
                      <a:gd name="connsiteY8" fmla="*/ 75037 h 452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8318" h="452635">
                        <a:moveTo>
                          <a:pt x="937223" y="75037"/>
                        </a:moveTo>
                        <a:lnTo>
                          <a:pt x="895363" y="341737"/>
                        </a:lnTo>
                        <a:cubicBezTo>
                          <a:pt x="885440" y="405624"/>
                          <a:pt x="829006" y="452636"/>
                          <a:pt x="762649" y="452636"/>
                        </a:cubicBezTo>
                        <a:lnTo>
                          <a:pt x="175360" y="452636"/>
                        </a:lnTo>
                        <a:cubicBezTo>
                          <a:pt x="109002" y="452636"/>
                          <a:pt x="52568" y="405624"/>
                          <a:pt x="42647" y="341737"/>
                        </a:cubicBezTo>
                        <a:lnTo>
                          <a:pt x="785" y="75037"/>
                        </a:lnTo>
                        <a:cubicBezTo>
                          <a:pt x="-5417" y="35560"/>
                          <a:pt x="25901" y="0"/>
                          <a:pt x="67142" y="0"/>
                        </a:cubicBezTo>
                        <a:lnTo>
                          <a:pt x="871176" y="0"/>
                        </a:lnTo>
                        <a:cubicBezTo>
                          <a:pt x="912417" y="0"/>
                          <a:pt x="943735" y="35560"/>
                          <a:pt x="937533" y="75037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3" name="手繪多邊形: 圖案 42">
                    <a:extLst>
                      <a:ext uri="{FF2B5EF4-FFF2-40B4-BE49-F238E27FC236}">
                        <a16:creationId xmlns:a16="http://schemas.microsoft.com/office/drawing/2014/main" id="{103A571A-EC63-53D4-9C31-12A87F381D3C}"/>
                      </a:ext>
                    </a:extLst>
                  </p:cNvPr>
                  <p:cNvSpPr/>
                  <p:nvPr/>
                </p:nvSpPr>
                <p:spPr>
                  <a:xfrm>
                    <a:off x="18222753" y="23336169"/>
                    <a:ext cx="204653" cy="335710"/>
                  </a:xfrm>
                  <a:custGeom>
                    <a:avLst/>
                    <a:gdLst>
                      <a:gd name="connsiteX0" fmla="*/ 204653 w 204653"/>
                      <a:gd name="connsiteY0" fmla="*/ 0 h 335710"/>
                      <a:gd name="connsiteX1" fmla="*/ 204653 w 204653"/>
                      <a:gd name="connsiteY1" fmla="*/ 205224 h 335710"/>
                      <a:gd name="connsiteX2" fmla="*/ 70388 w 204653"/>
                      <a:gd name="connsiteY2" fmla="*/ 335711 h 335710"/>
                      <a:gd name="connsiteX3" fmla="*/ 0 w 204653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4653" h="335710">
                        <a:moveTo>
                          <a:pt x="204653" y="0"/>
                        </a:moveTo>
                        <a:lnTo>
                          <a:pt x="204653" y="205224"/>
                        </a:lnTo>
                        <a:cubicBezTo>
                          <a:pt x="204653" y="277247"/>
                          <a:pt x="144498" y="335711"/>
                          <a:pt x="70388" y="335711"/>
                        </a:cubicBezTo>
                        <a:lnTo>
                          <a:pt x="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4" name="手繪多邊形: 圖案 43">
                    <a:extLst>
                      <a:ext uri="{FF2B5EF4-FFF2-40B4-BE49-F238E27FC236}">
                        <a16:creationId xmlns:a16="http://schemas.microsoft.com/office/drawing/2014/main" id="{E1B851BC-75B0-DBC6-5F5A-37DDE094871C}"/>
                      </a:ext>
                    </a:extLst>
                  </p:cNvPr>
                  <p:cNvSpPr/>
                  <p:nvPr/>
                </p:nvSpPr>
                <p:spPr>
                  <a:xfrm>
                    <a:off x="18668957" y="23336169"/>
                    <a:ext cx="194730" cy="335710"/>
                  </a:xfrm>
                  <a:custGeom>
                    <a:avLst/>
                    <a:gdLst>
                      <a:gd name="connsiteX0" fmla="*/ 0 w 194730"/>
                      <a:gd name="connsiteY0" fmla="*/ 0 h 335710"/>
                      <a:gd name="connsiteX1" fmla="*/ 0 w 194730"/>
                      <a:gd name="connsiteY1" fmla="*/ 205224 h 335710"/>
                      <a:gd name="connsiteX2" fmla="*/ 134265 w 194730"/>
                      <a:gd name="connsiteY2" fmla="*/ 335711 h 335710"/>
                      <a:gd name="connsiteX3" fmla="*/ 194730 w 194730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4730" h="335710">
                        <a:moveTo>
                          <a:pt x="0" y="0"/>
                        </a:moveTo>
                        <a:lnTo>
                          <a:pt x="0" y="205224"/>
                        </a:lnTo>
                        <a:cubicBezTo>
                          <a:pt x="0" y="277247"/>
                          <a:pt x="60155" y="335711"/>
                          <a:pt x="134265" y="335711"/>
                        </a:cubicBezTo>
                        <a:lnTo>
                          <a:pt x="19473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5" name="手繪多邊形: 圖案 44">
                    <a:extLst>
                      <a:ext uri="{FF2B5EF4-FFF2-40B4-BE49-F238E27FC236}">
                        <a16:creationId xmlns:a16="http://schemas.microsoft.com/office/drawing/2014/main" id="{28BB5F4A-5C92-0DFA-7487-7A7BB6C7B891}"/>
                      </a:ext>
                    </a:extLst>
                  </p:cNvPr>
                  <p:cNvSpPr/>
                  <p:nvPr/>
                </p:nvSpPr>
                <p:spPr>
                  <a:xfrm>
                    <a:off x="18356708" y="23799956"/>
                    <a:ext cx="382326" cy="30135"/>
                  </a:xfrm>
                  <a:custGeom>
                    <a:avLst/>
                    <a:gdLst>
                      <a:gd name="connsiteX0" fmla="*/ -1 w 382326"/>
                      <a:gd name="connsiteY0" fmla="*/ 0 h 30135"/>
                      <a:gd name="connsiteX1" fmla="*/ 382327 w 382326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2326" h="30135">
                        <a:moveTo>
                          <a:pt x="-1" y="0"/>
                        </a:moveTo>
                        <a:lnTo>
                          <a:pt x="38232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46" name="圖形 17">
                  <a:extLst>
                    <a:ext uri="{FF2B5EF4-FFF2-40B4-BE49-F238E27FC236}">
                      <a16:creationId xmlns:a16="http://schemas.microsoft.com/office/drawing/2014/main" id="{92BADCD6-DBF8-0309-CB00-6712FD890F79}"/>
                    </a:ext>
                  </a:extLst>
                </p:cNvPr>
                <p:cNvGrpSpPr/>
                <p:nvPr/>
              </p:nvGrpSpPr>
              <p:grpSpPr>
                <a:xfrm>
                  <a:off x="16334685" y="22619848"/>
                  <a:ext cx="6030906" cy="23147917"/>
                  <a:chOff x="16334685" y="22619848"/>
                  <a:chExt cx="6030906" cy="23147917"/>
                </a:xfrm>
                <a:noFill/>
              </p:grpSpPr>
              <p:sp>
                <p:nvSpPr>
                  <p:cNvPr id="47" name="手繪多邊形: 圖案 46">
                    <a:extLst>
                      <a:ext uri="{FF2B5EF4-FFF2-40B4-BE49-F238E27FC236}">
                        <a16:creationId xmlns:a16="http://schemas.microsoft.com/office/drawing/2014/main" id="{BF48A1D0-A906-199D-700A-40BB81F29811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6"/>
                    <a:ext cx="1008065" cy="30135"/>
                  </a:xfrm>
                  <a:custGeom>
                    <a:avLst/>
                    <a:gdLst>
                      <a:gd name="connsiteX0" fmla="*/ 0 w 1008065"/>
                      <a:gd name="connsiteY0" fmla="*/ 0 h 30135"/>
                      <a:gd name="connsiteX1" fmla="*/ 1008066 w 10080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8065" h="30135">
                        <a:moveTo>
                          <a:pt x="0" y="0"/>
                        </a:moveTo>
                        <a:lnTo>
                          <a:pt x="100806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8" name="手繪多邊形: 圖案 47">
                    <a:extLst>
                      <a:ext uri="{FF2B5EF4-FFF2-40B4-BE49-F238E27FC236}">
                        <a16:creationId xmlns:a16="http://schemas.microsoft.com/office/drawing/2014/main" id="{B4766A44-55AC-2B2B-025A-AE568FB3C298}"/>
                      </a:ext>
                    </a:extLst>
                  </p:cNvPr>
                  <p:cNvSpPr/>
                  <p:nvPr/>
                </p:nvSpPr>
                <p:spPr>
                  <a:xfrm>
                    <a:off x="16429259" y="22619848"/>
                    <a:ext cx="913492" cy="586739"/>
                  </a:xfrm>
                  <a:custGeom>
                    <a:avLst/>
                    <a:gdLst>
                      <a:gd name="connsiteX0" fmla="*/ 913492 w 913492"/>
                      <a:gd name="connsiteY0" fmla="*/ 0 h 586739"/>
                      <a:gd name="connsiteX1" fmla="*/ 268838 w 913492"/>
                      <a:gd name="connsiteY1" fmla="*/ 0 h 586739"/>
                      <a:gd name="connsiteX2" fmla="*/ 0 w 913492"/>
                      <a:gd name="connsiteY2" fmla="*/ 261276 h 586739"/>
                      <a:gd name="connsiteX3" fmla="*/ 0 w 913492"/>
                      <a:gd name="connsiteY3" fmla="*/ 586739 h 5867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13492" h="586739">
                        <a:moveTo>
                          <a:pt x="913492" y="0"/>
                        </a:moveTo>
                        <a:lnTo>
                          <a:pt x="268838" y="0"/>
                        </a:lnTo>
                        <a:cubicBezTo>
                          <a:pt x="120311" y="0"/>
                          <a:pt x="0" y="116926"/>
                          <a:pt x="0" y="261276"/>
                        </a:cubicBezTo>
                        <a:lnTo>
                          <a:pt x="0" y="586739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9" name="手繪多邊形: 圖案 48">
                    <a:extLst>
                      <a:ext uri="{FF2B5EF4-FFF2-40B4-BE49-F238E27FC236}">
                        <a16:creationId xmlns:a16="http://schemas.microsoft.com/office/drawing/2014/main" id="{8740C424-0821-F8F6-40CD-1FC8AD17A798}"/>
                      </a:ext>
                    </a:extLst>
                  </p:cNvPr>
                  <p:cNvSpPr/>
                  <p:nvPr/>
                </p:nvSpPr>
                <p:spPr>
                  <a:xfrm>
                    <a:off x="17004765" y="22756362"/>
                    <a:ext cx="226357" cy="1169260"/>
                  </a:xfrm>
                  <a:custGeom>
                    <a:avLst/>
                    <a:gdLst>
                      <a:gd name="connsiteX0" fmla="*/ 226357 w 226357"/>
                      <a:gd name="connsiteY0" fmla="*/ 0 h 1169260"/>
                      <a:gd name="connsiteX1" fmla="*/ 226357 w 226357"/>
                      <a:gd name="connsiteY1" fmla="*/ 1038773 h 1169260"/>
                      <a:gd name="connsiteX2" fmla="*/ 92092 w 226357"/>
                      <a:gd name="connsiteY2" fmla="*/ 1169260 h 1169260"/>
                      <a:gd name="connsiteX3" fmla="*/ 0 w 226357"/>
                      <a:gd name="connsiteY3" fmla="*/ 1169260 h 11692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6357" h="1169260">
                        <a:moveTo>
                          <a:pt x="226357" y="0"/>
                        </a:moveTo>
                        <a:lnTo>
                          <a:pt x="226357" y="1038773"/>
                        </a:lnTo>
                        <a:cubicBezTo>
                          <a:pt x="226357" y="1110797"/>
                          <a:pt x="166202" y="1169260"/>
                          <a:pt x="92092" y="1169260"/>
                        </a:cubicBezTo>
                        <a:lnTo>
                          <a:pt x="0" y="116926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0" name="手繪多邊形: 圖案 49">
                    <a:extLst>
                      <a:ext uri="{FF2B5EF4-FFF2-40B4-BE49-F238E27FC236}">
                        <a16:creationId xmlns:a16="http://schemas.microsoft.com/office/drawing/2014/main" id="{5FDDBE3A-4C35-0C56-65AB-2D9F802FD079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5"/>
                    <a:ext cx="669769" cy="719336"/>
                  </a:xfrm>
                  <a:custGeom>
                    <a:avLst/>
                    <a:gdLst>
                      <a:gd name="connsiteX0" fmla="*/ 669770 w 669769"/>
                      <a:gd name="connsiteY0" fmla="*/ 0 h 719336"/>
                      <a:gd name="connsiteX1" fmla="*/ 0 w 669769"/>
                      <a:gd name="connsiteY1" fmla="*/ 719336 h 719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69" h="719336">
                        <a:moveTo>
                          <a:pt x="669770" y="0"/>
                        </a:moveTo>
                        <a:cubicBezTo>
                          <a:pt x="669770" y="0"/>
                          <a:pt x="575817" y="593369"/>
                          <a:pt x="0" y="719336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1" name="圖形 17">
                  <a:extLst>
                    <a:ext uri="{FF2B5EF4-FFF2-40B4-BE49-F238E27FC236}">
                      <a16:creationId xmlns:a16="http://schemas.microsoft.com/office/drawing/2014/main" id="{75DEC7CC-78FF-414A-60F6-969307E0296F}"/>
                    </a:ext>
                  </a:extLst>
                </p:cNvPr>
                <p:cNvGrpSpPr/>
                <p:nvPr/>
              </p:nvGrpSpPr>
              <p:grpSpPr>
                <a:xfrm>
                  <a:off x="21350207" y="22619546"/>
                  <a:ext cx="6170026" cy="23153252"/>
                  <a:chOff x="21350207" y="22619546"/>
                  <a:chExt cx="6170026" cy="23153252"/>
                </a:xfrm>
                <a:noFill/>
              </p:grpSpPr>
              <p:sp>
                <p:nvSpPr>
                  <p:cNvPr id="52" name="手繪多邊形: 圖案 51">
                    <a:extLst>
                      <a:ext uri="{FF2B5EF4-FFF2-40B4-BE49-F238E27FC236}">
                        <a16:creationId xmlns:a16="http://schemas.microsoft.com/office/drawing/2014/main" id="{986FC86C-5581-DDF0-82D0-CD4DEB4684A0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619546"/>
                    <a:ext cx="391319" cy="1306075"/>
                  </a:xfrm>
                  <a:custGeom>
                    <a:avLst/>
                    <a:gdLst>
                      <a:gd name="connsiteX0" fmla="*/ 0 w 391319"/>
                      <a:gd name="connsiteY0" fmla="*/ 1306076 h 1306075"/>
                      <a:gd name="connsiteX1" fmla="*/ 0 w 391319"/>
                      <a:gd name="connsiteY1" fmla="*/ 195881 h 1306075"/>
                      <a:gd name="connsiteX2" fmla="*/ 201551 w 391319"/>
                      <a:gd name="connsiteY2" fmla="*/ 0 h 1306075"/>
                      <a:gd name="connsiteX3" fmla="*/ 391319 w 391319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1319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391319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3" name="手繪多邊形: 圖案 52">
                    <a:extLst>
                      <a:ext uri="{FF2B5EF4-FFF2-40B4-BE49-F238E27FC236}">
                        <a16:creationId xmlns:a16="http://schemas.microsoft.com/office/drawing/2014/main" id="{22602365-E10D-FAFF-A3FA-41300DACF411}"/>
                      </a:ext>
                    </a:extLst>
                  </p:cNvPr>
                  <p:cNvSpPr/>
                  <p:nvPr/>
                </p:nvSpPr>
                <p:spPr>
                  <a:xfrm>
                    <a:off x="21924162" y="23042650"/>
                    <a:ext cx="457365" cy="30135"/>
                  </a:xfrm>
                  <a:custGeom>
                    <a:avLst/>
                    <a:gdLst>
                      <a:gd name="connsiteX0" fmla="*/ 1 w 457365"/>
                      <a:gd name="connsiteY0" fmla="*/ 0 h 30135"/>
                      <a:gd name="connsiteX1" fmla="*/ 457367 w 4573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7365" h="30135">
                        <a:moveTo>
                          <a:pt x="1" y="0"/>
                        </a:moveTo>
                        <a:lnTo>
                          <a:pt x="45736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4" name="手繪多邊形: 圖案 53">
                    <a:extLst>
                      <a:ext uri="{FF2B5EF4-FFF2-40B4-BE49-F238E27FC236}">
                        <a16:creationId xmlns:a16="http://schemas.microsoft.com/office/drawing/2014/main" id="{18922A03-58DA-B042-4F03-36336EA4689F}"/>
                      </a:ext>
                    </a:extLst>
                  </p:cNvPr>
                  <p:cNvSpPr/>
                  <p:nvPr/>
                </p:nvSpPr>
                <p:spPr>
                  <a:xfrm>
                    <a:off x="21924163" y="22619546"/>
                    <a:ext cx="400000" cy="1306075"/>
                  </a:xfrm>
                  <a:custGeom>
                    <a:avLst/>
                    <a:gdLst>
                      <a:gd name="connsiteX0" fmla="*/ 0 w 400000"/>
                      <a:gd name="connsiteY0" fmla="*/ 1306076 h 1306075"/>
                      <a:gd name="connsiteX1" fmla="*/ 0 w 400000"/>
                      <a:gd name="connsiteY1" fmla="*/ 195881 h 1306075"/>
                      <a:gd name="connsiteX2" fmla="*/ 201551 w 400000"/>
                      <a:gd name="connsiteY2" fmla="*/ 0 h 1306075"/>
                      <a:gd name="connsiteX3" fmla="*/ 400000 w 400000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0000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400000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5" name="手繪多邊形: 圖案 54">
                    <a:extLst>
                      <a:ext uri="{FF2B5EF4-FFF2-40B4-BE49-F238E27FC236}">
                        <a16:creationId xmlns:a16="http://schemas.microsoft.com/office/drawing/2014/main" id="{761E06B5-B796-15DF-743A-A3E5E16A9B9A}"/>
                      </a:ext>
                    </a:extLst>
                  </p:cNvPr>
                  <p:cNvSpPr/>
                  <p:nvPr/>
                </p:nvSpPr>
                <p:spPr>
                  <a:xfrm>
                    <a:off x="22232690" y="23042650"/>
                    <a:ext cx="31007" cy="882971"/>
                  </a:xfrm>
                  <a:custGeom>
                    <a:avLst/>
                    <a:gdLst>
                      <a:gd name="connsiteX0" fmla="*/ -1 w 31007"/>
                      <a:gd name="connsiteY0" fmla="*/ 0 h 882971"/>
                      <a:gd name="connsiteX1" fmla="*/ -1 w 31007"/>
                      <a:gd name="connsiteY1" fmla="*/ 882972 h 882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882971">
                        <a:moveTo>
                          <a:pt x="-1" y="0"/>
                        </a:moveTo>
                        <a:lnTo>
                          <a:pt x="-1" y="882972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6" name="手繪多邊形: 圖案 55">
                    <a:extLst>
                      <a:ext uri="{FF2B5EF4-FFF2-40B4-BE49-F238E27FC236}">
                        <a16:creationId xmlns:a16="http://schemas.microsoft.com/office/drawing/2014/main" id="{43DABC79-C822-66FE-E196-CF9F02B485D4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921203"/>
                    <a:ext cx="380321" cy="510496"/>
                  </a:xfrm>
                  <a:custGeom>
                    <a:avLst/>
                    <a:gdLst>
                      <a:gd name="connsiteX0" fmla="*/ 0 w 380321"/>
                      <a:gd name="connsiteY0" fmla="*/ 0 h 510496"/>
                      <a:gd name="connsiteX1" fmla="*/ 313179 w 380321"/>
                      <a:gd name="connsiteY1" fmla="*/ 0 h 510496"/>
                      <a:gd name="connsiteX2" fmla="*/ 379536 w 380321"/>
                      <a:gd name="connsiteY2" fmla="*/ 75037 h 510496"/>
                      <a:gd name="connsiteX3" fmla="*/ 320001 w 380321"/>
                      <a:gd name="connsiteY3" fmla="*/ 455047 h 510496"/>
                      <a:gd name="connsiteX4" fmla="*/ 253644 w 380321"/>
                      <a:gd name="connsiteY4" fmla="*/ 510496 h 510496"/>
                      <a:gd name="connsiteX5" fmla="*/ 310 w 380321"/>
                      <a:gd name="connsiteY5" fmla="*/ 510496 h 5104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0321" h="510496">
                        <a:moveTo>
                          <a:pt x="0" y="0"/>
                        </a:moveTo>
                        <a:lnTo>
                          <a:pt x="313179" y="0"/>
                        </a:lnTo>
                        <a:cubicBezTo>
                          <a:pt x="354420" y="0"/>
                          <a:pt x="385738" y="35560"/>
                          <a:pt x="379536" y="75037"/>
                        </a:cubicBezTo>
                        <a:lnTo>
                          <a:pt x="320001" y="455047"/>
                        </a:lnTo>
                        <a:cubicBezTo>
                          <a:pt x="315039" y="486991"/>
                          <a:pt x="286823" y="510496"/>
                          <a:pt x="253644" y="510496"/>
                        </a:cubicBezTo>
                        <a:lnTo>
                          <a:pt x="310" y="510496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7" name="圖形 17">
                  <a:extLst>
                    <a:ext uri="{FF2B5EF4-FFF2-40B4-BE49-F238E27FC236}">
                      <a16:creationId xmlns:a16="http://schemas.microsoft.com/office/drawing/2014/main" id="{EB1AB81B-791C-1BBB-4E2E-8F9AB97290F2}"/>
                    </a:ext>
                  </a:extLst>
                </p:cNvPr>
                <p:cNvGrpSpPr/>
                <p:nvPr/>
              </p:nvGrpSpPr>
              <p:grpSpPr>
                <a:xfrm>
                  <a:off x="19670511" y="22619848"/>
                  <a:ext cx="6648644" cy="23153235"/>
                  <a:chOff x="19670511" y="22619848"/>
                  <a:chExt cx="6648644" cy="23153235"/>
                </a:xfrm>
                <a:noFill/>
              </p:grpSpPr>
              <p:sp>
                <p:nvSpPr>
                  <p:cNvPr id="58" name="手繪多邊形: 圖案 57">
                    <a:extLst>
                      <a:ext uri="{FF2B5EF4-FFF2-40B4-BE49-F238E27FC236}">
                        <a16:creationId xmlns:a16="http://schemas.microsoft.com/office/drawing/2014/main" id="{C75E384D-4E97-3E18-6DB9-45DE4B4DA826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7394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9" name="手繪多邊形: 圖案 58">
                    <a:extLst>
                      <a:ext uri="{FF2B5EF4-FFF2-40B4-BE49-F238E27FC236}">
                        <a16:creationId xmlns:a16="http://schemas.microsoft.com/office/drawing/2014/main" id="{DAE58B3A-B518-B9D7-9EA3-15A4CF365723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984187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0" name="手繪多邊形: 圖案 59">
                    <a:extLst>
                      <a:ext uri="{FF2B5EF4-FFF2-40B4-BE49-F238E27FC236}">
                        <a16:creationId xmlns:a16="http://schemas.microsoft.com/office/drawing/2014/main" id="{87D1F2F3-E734-FCCA-1297-E78D5459813F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2285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1" name="手繪多邊形: 圖案 60">
                    <a:extLst>
                      <a:ext uri="{FF2B5EF4-FFF2-40B4-BE49-F238E27FC236}">
                        <a16:creationId xmlns:a16="http://schemas.microsoft.com/office/drawing/2014/main" id="{2703DA16-26AD-1ABC-8E09-CE7F5E00C117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473287"/>
                    <a:ext cx="330853" cy="452636"/>
                  </a:xfrm>
                  <a:custGeom>
                    <a:avLst/>
                    <a:gdLst>
                      <a:gd name="connsiteX0" fmla="*/ 196590 w 330853"/>
                      <a:gd name="connsiteY0" fmla="*/ 0 h 452636"/>
                      <a:gd name="connsiteX1" fmla="*/ 330854 w 330853"/>
                      <a:gd name="connsiteY1" fmla="*/ 130487 h 452636"/>
                      <a:gd name="connsiteX2" fmla="*/ 330854 w 330853"/>
                      <a:gd name="connsiteY2" fmla="*/ 322148 h 452636"/>
                      <a:gd name="connsiteX3" fmla="*/ 196590 w 330853"/>
                      <a:gd name="connsiteY3" fmla="*/ 452635 h 452636"/>
                      <a:gd name="connsiteX4" fmla="*/ 134264 w 330853"/>
                      <a:gd name="connsiteY4" fmla="*/ 452635 h 452636"/>
                      <a:gd name="connsiteX5" fmla="*/ -1 w 330853"/>
                      <a:gd name="connsiteY5" fmla="*/ 322148 h 452636"/>
                      <a:gd name="connsiteX6" fmla="*/ -1 w 330853"/>
                      <a:gd name="connsiteY6" fmla="*/ 130487 h 452636"/>
                      <a:gd name="connsiteX7" fmla="*/ 134264 w 330853"/>
                      <a:gd name="connsiteY7" fmla="*/ 0 h 452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0853" h="452636">
                        <a:moveTo>
                          <a:pt x="196590" y="0"/>
                        </a:moveTo>
                        <a:cubicBezTo>
                          <a:pt x="270743" y="0"/>
                          <a:pt x="330854" y="58421"/>
                          <a:pt x="330854" y="130487"/>
                        </a:cubicBezTo>
                        <a:lnTo>
                          <a:pt x="330854" y="322148"/>
                        </a:lnTo>
                        <a:cubicBezTo>
                          <a:pt x="330854" y="394214"/>
                          <a:pt x="270743" y="452635"/>
                          <a:pt x="196590" y="452635"/>
                        </a:cubicBezTo>
                        <a:lnTo>
                          <a:pt x="134264" y="452635"/>
                        </a:lnTo>
                        <a:cubicBezTo>
                          <a:pt x="60111" y="452635"/>
                          <a:pt x="-1" y="394214"/>
                          <a:pt x="-1" y="322148"/>
                        </a:cubicBezTo>
                        <a:lnTo>
                          <a:pt x="-1" y="130487"/>
                        </a:lnTo>
                        <a:cubicBezTo>
                          <a:pt x="-1" y="58421"/>
                          <a:pt x="60111" y="0"/>
                          <a:pt x="134264" y="0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2" name="手繪多邊形: 圖案 61">
                    <a:extLst>
                      <a:ext uri="{FF2B5EF4-FFF2-40B4-BE49-F238E27FC236}">
                        <a16:creationId xmlns:a16="http://schemas.microsoft.com/office/drawing/2014/main" id="{BFD3D857-15CB-6D20-142D-737F7D6DB61F}"/>
                      </a:ext>
                    </a:extLst>
                  </p:cNvPr>
                  <p:cNvSpPr/>
                  <p:nvPr/>
                </p:nvSpPr>
                <p:spPr>
                  <a:xfrm>
                    <a:off x="20177490" y="23011007"/>
                    <a:ext cx="317830" cy="217578"/>
                  </a:xfrm>
                  <a:custGeom>
                    <a:avLst/>
                    <a:gdLst>
                      <a:gd name="connsiteX0" fmla="*/ 317831 w 317830"/>
                      <a:gd name="connsiteY0" fmla="*/ 0 h 217578"/>
                      <a:gd name="connsiteX1" fmla="*/ 0 w 317830"/>
                      <a:gd name="connsiteY1" fmla="*/ 217579 h 217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7830" h="217578">
                        <a:moveTo>
                          <a:pt x="317831" y="0"/>
                        </a:moveTo>
                        <a:cubicBezTo>
                          <a:pt x="317831" y="0"/>
                          <a:pt x="215195" y="195278"/>
                          <a:pt x="0" y="21757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3" name="手繪多邊形: 圖案 62">
                    <a:extLst>
                      <a:ext uri="{FF2B5EF4-FFF2-40B4-BE49-F238E27FC236}">
                        <a16:creationId xmlns:a16="http://schemas.microsoft.com/office/drawing/2014/main" id="{CFBE909D-167F-61AC-BC5E-9446A555BBE8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251188"/>
                    <a:ext cx="430389" cy="298341"/>
                  </a:xfrm>
                  <a:custGeom>
                    <a:avLst/>
                    <a:gdLst>
                      <a:gd name="connsiteX0" fmla="*/ 430389 w 430389"/>
                      <a:gd name="connsiteY0" fmla="*/ 0 h 298341"/>
                      <a:gd name="connsiteX1" fmla="*/ 0 w 430389"/>
                      <a:gd name="connsiteY1" fmla="*/ 298342 h 2983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30389" h="298341">
                        <a:moveTo>
                          <a:pt x="430389" y="0"/>
                        </a:moveTo>
                        <a:cubicBezTo>
                          <a:pt x="430389" y="0"/>
                          <a:pt x="307597" y="252837"/>
                          <a:pt x="0" y="298342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4" name="手繪多邊形: 圖案 63">
                    <a:extLst>
                      <a:ext uri="{FF2B5EF4-FFF2-40B4-BE49-F238E27FC236}">
                        <a16:creationId xmlns:a16="http://schemas.microsoft.com/office/drawing/2014/main" id="{03DCAD86-2D18-2259-889B-2C8E9E1895E5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524818"/>
                    <a:ext cx="559381" cy="401104"/>
                  </a:xfrm>
                  <a:custGeom>
                    <a:avLst/>
                    <a:gdLst>
                      <a:gd name="connsiteX0" fmla="*/ 559381 w 559381"/>
                      <a:gd name="connsiteY0" fmla="*/ 0 h 401104"/>
                      <a:gd name="connsiteX1" fmla="*/ 0 w 559381"/>
                      <a:gd name="connsiteY1" fmla="*/ 401104 h 401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9381" h="401104">
                        <a:moveTo>
                          <a:pt x="559381" y="0"/>
                        </a:moveTo>
                        <a:cubicBezTo>
                          <a:pt x="559381" y="0"/>
                          <a:pt x="379846" y="306780"/>
                          <a:pt x="0" y="401104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5" name="手繪多邊形: 圖案 64">
                    <a:extLst>
                      <a:ext uri="{FF2B5EF4-FFF2-40B4-BE49-F238E27FC236}">
                        <a16:creationId xmlns:a16="http://schemas.microsoft.com/office/drawing/2014/main" id="{F9B491B2-C44C-E431-C084-17F90BEC882E}"/>
                      </a:ext>
                    </a:extLst>
                  </p:cNvPr>
                  <p:cNvSpPr/>
                  <p:nvPr/>
                </p:nvSpPr>
                <p:spPr>
                  <a:xfrm>
                    <a:off x="20120745" y="22619848"/>
                    <a:ext cx="661087" cy="364338"/>
                  </a:xfrm>
                  <a:custGeom>
                    <a:avLst/>
                    <a:gdLst>
                      <a:gd name="connsiteX0" fmla="*/ 0 w 661087"/>
                      <a:gd name="connsiteY0" fmla="*/ 364339 h 364338"/>
                      <a:gd name="connsiteX1" fmla="*/ 329303 w 661087"/>
                      <a:gd name="connsiteY1" fmla="*/ 0 h 364338"/>
                      <a:gd name="connsiteX2" fmla="*/ 661088 w 661087"/>
                      <a:gd name="connsiteY2" fmla="*/ 364339 h 3643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61087" h="364338">
                        <a:moveTo>
                          <a:pt x="0" y="364339"/>
                        </a:moveTo>
                        <a:cubicBezTo>
                          <a:pt x="265738" y="305273"/>
                          <a:pt x="329303" y="0"/>
                          <a:pt x="329303" y="0"/>
                        </a:cubicBezTo>
                        <a:cubicBezTo>
                          <a:pt x="329303" y="0"/>
                          <a:pt x="392869" y="281768"/>
                          <a:pt x="661088" y="36433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6" name="手繪多邊形: 圖案 65">
                    <a:extLst>
                      <a:ext uri="{FF2B5EF4-FFF2-40B4-BE49-F238E27FC236}">
                        <a16:creationId xmlns:a16="http://schemas.microsoft.com/office/drawing/2014/main" id="{585D5013-B533-F956-394A-F977393384E4}"/>
                      </a:ext>
                    </a:extLst>
                  </p:cNvPr>
                  <p:cNvSpPr/>
                  <p:nvPr/>
                </p:nvSpPr>
                <p:spPr>
                  <a:xfrm>
                    <a:off x="19835783" y="22619848"/>
                    <a:ext cx="31007" cy="119638"/>
                  </a:xfrm>
                  <a:custGeom>
                    <a:avLst/>
                    <a:gdLst>
                      <a:gd name="connsiteX0" fmla="*/ 0 w 31007"/>
                      <a:gd name="connsiteY0" fmla="*/ 119638 h 119638"/>
                      <a:gd name="connsiteX1" fmla="*/ 0 w 31007"/>
                      <a:gd name="connsiteY1" fmla="*/ 0 h 119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119638">
                        <a:moveTo>
                          <a:pt x="0" y="119638"/>
                        </a:moveTo>
                        <a:lnTo>
                          <a:pt x="0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</p:grpSp>
          <p:grpSp>
            <p:nvGrpSpPr>
              <p:cNvPr id="67" name="圖形 17">
                <a:extLst>
                  <a:ext uri="{FF2B5EF4-FFF2-40B4-BE49-F238E27FC236}">
                    <a16:creationId xmlns:a16="http://schemas.microsoft.com/office/drawing/2014/main" id="{E68E61F9-9ECF-70BF-9A26-E28512CA01AA}"/>
                  </a:ext>
                </a:extLst>
              </p:cNvPr>
              <p:cNvGrpSpPr/>
              <p:nvPr/>
            </p:nvGrpSpPr>
            <p:grpSpPr>
              <a:xfrm>
                <a:off x="20297887" y="20661410"/>
                <a:ext cx="12727286" cy="18065981"/>
                <a:chOff x="20297887" y="20661410"/>
                <a:chExt cx="12727286" cy="18065981"/>
              </a:xfrm>
            </p:grpSpPr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D33D84E8-40AD-2F03-FC92-F12079DE2FAF}"/>
                    </a:ext>
                  </a:extLst>
                </p:cNvPr>
                <p:cNvSpPr/>
                <p:nvPr/>
              </p:nvSpPr>
              <p:spPr>
                <a:xfrm>
                  <a:off x="20297887" y="20661410"/>
                  <a:ext cx="2127366" cy="1019102"/>
                </a:xfrm>
                <a:custGeom>
                  <a:avLst/>
                  <a:gdLst>
                    <a:gd name="connsiteX0" fmla="*/ 347821 w 2127366"/>
                    <a:gd name="connsiteY0" fmla="*/ 961252 h 1019102"/>
                    <a:gd name="connsiteX1" fmla="*/ 771390 w 2127366"/>
                    <a:gd name="connsiteY1" fmla="*/ 972101 h 1019102"/>
                    <a:gd name="connsiteX2" fmla="*/ 1395578 w 2127366"/>
                    <a:gd name="connsiteY2" fmla="*/ 984456 h 1019102"/>
                    <a:gd name="connsiteX3" fmla="*/ 1784106 w 2127366"/>
                    <a:gd name="connsiteY3" fmla="*/ 974814 h 1019102"/>
                    <a:gd name="connsiteX4" fmla="*/ 2058216 w 2127366"/>
                    <a:gd name="connsiteY4" fmla="*/ 149099 h 1019102"/>
                    <a:gd name="connsiteX5" fmla="*/ 1543795 w 2127366"/>
                    <a:gd name="connsiteY5" fmla="*/ 41214 h 1019102"/>
                    <a:gd name="connsiteX6" fmla="*/ 496350 w 2127366"/>
                    <a:gd name="connsiteY6" fmla="*/ 31269 h 1019102"/>
                    <a:gd name="connsiteX7" fmla="*/ 35572 w 2127366"/>
                    <a:gd name="connsiteY7" fmla="*/ 148798 h 1019102"/>
                    <a:gd name="connsiteX8" fmla="*/ 348132 w 2127366"/>
                    <a:gd name="connsiteY8" fmla="*/ 960650 h 1019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7366" h="1019102">
                      <a:moveTo>
                        <a:pt x="347821" y="961252"/>
                      </a:moveTo>
                      <a:cubicBezTo>
                        <a:pt x="430612" y="1025441"/>
                        <a:pt x="599915" y="1043523"/>
                        <a:pt x="771390" y="972101"/>
                      </a:cubicBezTo>
                      <a:cubicBezTo>
                        <a:pt x="1004257" y="875065"/>
                        <a:pt x="1198367" y="916953"/>
                        <a:pt x="1395578" y="984456"/>
                      </a:cubicBezTo>
                      <a:cubicBezTo>
                        <a:pt x="1453252" y="1004346"/>
                        <a:pt x="1657284" y="1056179"/>
                        <a:pt x="1784106" y="974814"/>
                      </a:cubicBezTo>
                      <a:cubicBezTo>
                        <a:pt x="1935114" y="878078"/>
                        <a:pt x="2272169" y="429360"/>
                        <a:pt x="2058216" y="149099"/>
                      </a:cubicBezTo>
                      <a:cubicBezTo>
                        <a:pt x="1880229" y="-84150"/>
                        <a:pt x="1603021" y="20722"/>
                        <a:pt x="1543795" y="41214"/>
                      </a:cubicBezTo>
                      <a:cubicBezTo>
                        <a:pt x="1331702" y="115046"/>
                        <a:pt x="965189" y="198823"/>
                        <a:pt x="496350" y="31269"/>
                      </a:cubicBezTo>
                      <a:cubicBezTo>
                        <a:pt x="414178" y="1736"/>
                        <a:pt x="149991" y="-57329"/>
                        <a:pt x="35572" y="148798"/>
                      </a:cubicBezTo>
                      <a:cubicBezTo>
                        <a:pt x="-87529" y="370897"/>
                        <a:pt x="131387" y="792795"/>
                        <a:pt x="348132" y="960650"/>
                      </a:cubicBezTo>
                      <a:close/>
                    </a:path>
                  </a:pathLst>
                </a:custGeom>
                <a:noFill/>
                <a:ln w="11868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2CF1FC79-B658-E1D5-2156-60A86D2C9189}"/>
                    </a:ext>
                  </a:extLst>
                </p:cNvPr>
                <p:cNvSpPr/>
                <p:nvPr/>
              </p:nvSpPr>
              <p:spPr>
                <a:xfrm>
                  <a:off x="21733153" y="21356055"/>
                  <a:ext cx="167693" cy="162452"/>
                </a:xfrm>
                <a:custGeom>
                  <a:avLst/>
                  <a:gdLst>
                    <a:gd name="connsiteX0" fmla="*/ 67287 w 167693"/>
                    <a:gd name="connsiteY0" fmla="*/ 160530 h 162452"/>
                    <a:gd name="connsiteX1" fmla="*/ 95505 w 167693"/>
                    <a:gd name="connsiteY1" fmla="*/ 160530 h 162452"/>
                    <a:gd name="connsiteX2" fmla="*/ 121551 w 167693"/>
                    <a:gd name="connsiteY2" fmla="*/ 160530 h 162452"/>
                    <a:gd name="connsiteX3" fmla="*/ 167133 w 167693"/>
                    <a:gd name="connsiteY3" fmla="*/ 43001 h 162452"/>
                    <a:gd name="connsiteX4" fmla="*/ 0 w 167693"/>
                    <a:gd name="connsiteY4" fmla="*/ 43001 h 162452"/>
                    <a:gd name="connsiteX5" fmla="*/ 37210 w 167693"/>
                    <a:gd name="connsiteY5" fmla="*/ 154201 h 162452"/>
                    <a:gd name="connsiteX6" fmla="*/ 67597 w 167693"/>
                    <a:gd name="connsiteY6" fmla="*/ 160530 h 162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693" h="162452">
                      <a:moveTo>
                        <a:pt x="67287" y="160530"/>
                      </a:moveTo>
                      <a:cubicBezTo>
                        <a:pt x="79070" y="157215"/>
                        <a:pt x="83722" y="156311"/>
                        <a:pt x="95505" y="160530"/>
                      </a:cubicBezTo>
                      <a:cubicBezTo>
                        <a:pt x="103257" y="163242"/>
                        <a:pt x="114109" y="162941"/>
                        <a:pt x="121551" y="160530"/>
                      </a:cubicBezTo>
                      <a:cubicBezTo>
                        <a:pt x="146667" y="152996"/>
                        <a:pt x="171783" y="104478"/>
                        <a:pt x="167133" y="43001"/>
                      </a:cubicBezTo>
                      <a:cubicBezTo>
                        <a:pt x="162481" y="-18475"/>
                        <a:pt x="-310" y="-10037"/>
                        <a:pt x="0" y="43001"/>
                      </a:cubicBezTo>
                      <a:cubicBezTo>
                        <a:pt x="0" y="85191"/>
                        <a:pt x="15815" y="139435"/>
                        <a:pt x="37210" y="154201"/>
                      </a:cubicBezTo>
                      <a:cubicBezTo>
                        <a:pt x="46512" y="160530"/>
                        <a:pt x="53335" y="164447"/>
                        <a:pt x="67597" y="160530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70" name="圖形 17">
                <a:extLst>
                  <a:ext uri="{FF2B5EF4-FFF2-40B4-BE49-F238E27FC236}">
                    <a16:creationId xmlns:a16="http://schemas.microsoft.com/office/drawing/2014/main" id="{52813852-92B4-4666-9F80-043CF73C3779}"/>
                  </a:ext>
                </a:extLst>
              </p:cNvPr>
              <p:cNvGrpSpPr/>
              <p:nvPr/>
            </p:nvGrpSpPr>
            <p:grpSpPr>
              <a:xfrm>
                <a:off x="16281351" y="24451788"/>
                <a:ext cx="36812437" cy="4759918"/>
                <a:chOff x="16281351" y="24451788"/>
                <a:chExt cx="36812437" cy="4759918"/>
              </a:xfrm>
              <a:solidFill>
                <a:srgbClr val="231815"/>
              </a:solidFill>
            </p:grpSpPr>
            <p:sp>
              <p:nvSpPr>
                <p:cNvPr id="71" name="手繪多邊形: 圖案 70">
                  <a:extLst>
                    <a:ext uri="{FF2B5EF4-FFF2-40B4-BE49-F238E27FC236}">
                      <a16:creationId xmlns:a16="http://schemas.microsoft.com/office/drawing/2014/main" id="{A250B958-8CF6-3750-0841-41A8E659DEBA}"/>
                    </a:ext>
                  </a:extLst>
                </p:cNvPr>
                <p:cNvSpPr/>
                <p:nvPr/>
              </p:nvSpPr>
              <p:spPr>
                <a:xfrm>
                  <a:off x="16281351" y="24455103"/>
                  <a:ext cx="138605" cy="261878"/>
                </a:xfrm>
                <a:custGeom>
                  <a:avLst/>
                  <a:gdLst>
                    <a:gd name="connsiteX0" fmla="*/ 131474 w 138605"/>
                    <a:gd name="connsiteY0" fmla="*/ 0 h 261878"/>
                    <a:gd name="connsiteX1" fmla="*/ 138605 w 138605"/>
                    <a:gd name="connsiteY1" fmla="*/ 6932 h 261878"/>
                    <a:gd name="connsiteX2" fmla="*/ 138605 w 138605"/>
                    <a:gd name="connsiteY2" fmla="*/ 23205 h 261878"/>
                    <a:gd name="connsiteX3" fmla="*/ 131474 w 138605"/>
                    <a:gd name="connsiteY3" fmla="*/ 30136 h 261878"/>
                    <a:gd name="connsiteX4" fmla="*/ 59846 w 138605"/>
                    <a:gd name="connsiteY4" fmla="*/ 30136 h 261878"/>
                    <a:gd name="connsiteX5" fmla="*/ 36280 w 138605"/>
                    <a:gd name="connsiteY5" fmla="*/ 53039 h 261878"/>
                    <a:gd name="connsiteX6" fmla="*/ 36280 w 138605"/>
                    <a:gd name="connsiteY6" fmla="*/ 110900 h 261878"/>
                    <a:gd name="connsiteX7" fmla="*/ 124962 w 138605"/>
                    <a:gd name="connsiteY7" fmla="*/ 110900 h 261878"/>
                    <a:gd name="connsiteX8" fmla="*/ 132094 w 138605"/>
                    <a:gd name="connsiteY8" fmla="*/ 117830 h 261878"/>
                    <a:gd name="connsiteX9" fmla="*/ 132094 w 138605"/>
                    <a:gd name="connsiteY9" fmla="*/ 134405 h 261878"/>
                    <a:gd name="connsiteX10" fmla="*/ 124962 w 138605"/>
                    <a:gd name="connsiteY10" fmla="*/ 141336 h 261878"/>
                    <a:gd name="connsiteX11" fmla="*/ 36280 w 138605"/>
                    <a:gd name="connsiteY11" fmla="*/ 141336 h 261878"/>
                    <a:gd name="connsiteX12" fmla="*/ 36280 w 138605"/>
                    <a:gd name="connsiteY12" fmla="*/ 254646 h 261878"/>
                    <a:gd name="connsiteX13" fmla="*/ 29458 w 138605"/>
                    <a:gd name="connsiteY13" fmla="*/ 261878 h 261878"/>
                    <a:gd name="connsiteX14" fmla="*/ 6822 w 138605"/>
                    <a:gd name="connsiteY14" fmla="*/ 261878 h 261878"/>
                    <a:gd name="connsiteX15" fmla="*/ 0 w 138605"/>
                    <a:gd name="connsiteY15" fmla="*/ 254646 h 261878"/>
                    <a:gd name="connsiteX16" fmla="*/ 0 w 138605"/>
                    <a:gd name="connsiteY16" fmla="*/ 52436 h 261878"/>
                    <a:gd name="connsiteX17" fmla="*/ 53954 w 138605"/>
                    <a:gd name="connsiteY17" fmla="*/ 0 h 261878"/>
                    <a:gd name="connsiteX18" fmla="*/ 131164 w 138605"/>
                    <a:gd name="connsiteY18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8605" h="261878">
                      <a:moveTo>
                        <a:pt x="131474" y="0"/>
                      </a:moveTo>
                      <a:cubicBezTo>
                        <a:pt x="136125" y="0"/>
                        <a:pt x="138605" y="1808"/>
                        <a:pt x="138605" y="6932"/>
                      </a:cubicBezTo>
                      <a:lnTo>
                        <a:pt x="138605" y="23205"/>
                      </a:lnTo>
                      <a:cubicBezTo>
                        <a:pt x="138605" y="28327"/>
                        <a:pt x="136125" y="30136"/>
                        <a:pt x="131474" y="30136"/>
                      </a:cubicBezTo>
                      <a:lnTo>
                        <a:pt x="59846" y="30136"/>
                      </a:lnTo>
                      <a:cubicBezTo>
                        <a:pt x="46822" y="30136"/>
                        <a:pt x="36280" y="40382"/>
                        <a:pt x="36280" y="53039"/>
                      </a:cubicBezTo>
                      <a:lnTo>
                        <a:pt x="36280" y="110900"/>
                      </a:lnTo>
                      <a:lnTo>
                        <a:pt x="124962" y="110900"/>
                      </a:lnTo>
                      <a:cubicBezTo>
                        <a:pt x="130233" y="110900"/>
                        <a:pt x="132094" y="112708"/>
                        <a:pt x="132094" y="117830"/>
                      </a:cubicBezTo>
                      <a:lnTo>
                        <a:pt x="132094" y="134405"/>
                      </a:lnTo>
                      <a:cubicBezTo>
                        <a:pt x="132094" y="138925"/>
                        <a:pt x="130233" y="141336"/>
                        <a:pt x="124962" y="141336"/>
                      </a:cubicBezTo>
                      <a:lnTo>
                        <a:pt x="36280" y="141336"/>
                      </a:lnTo>
                      <a:lnTo>
                        <a:pt x="36280" y="254646"/>
                      </a:lnTo>
                      <a:cubicBezTo>
                        <a:pt x="36280" y="259768"/>
                        <a:pt x="34730" y="261878"/>
                        <a:pt x="29458" y="261878"/>
                      </a:cubicBezTo>
                      <a:lnTo>
                        <a:pt x="6822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6" y="0"/>
                        <a:pt x="53954" y="0"/>
                      </a:cubicBezTo>
                      <a:lnTo>
                        <a:pt x="131164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2" name="手繪多邊形: 圖案 71">
                  <a:extLst>
                    <a:ext uri="{FF2B5EF4-FFF2-40B4-BE49-F238E27FC236}">
                      <a16:creationId xmlns:a16="http://schemas.microsoft.com/office/drawing/2014/main" id="{28F696FB-88FD-039A-AB6C-E65C18BD4DFB}"/>
                    </a:ext>
                  </a:extLst>
                </p:cNvPr>
                <p:cNvSpPr/>
                <p:nvPr/>
              </p:nvSpPr>
              <p:spPr>
                <a:xfrm>
                  <a:off x="16548856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8 w 175071"/>
                    <a:gd name="connsiteY2" fmla="*/ 254947 h 261878"/>
                    <a:gd name="connsiteX3" fmla="*/ 169087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9 w 175071"/>
                    <a:gd name="connsiteY5" fmla="*/ 254947 h 261878"/>
                    <a:gd name="connsiteX6" fmla="*/ 121954 w 175071"/>
                    <a:gd name="connsiteY6" fmla="*/ 193169 h 261878"/>
                    <a:gd name="connsiteX7" fmla="*/ 51256 w 175071"/>
                    <a:gd name="connsiteY7" fmla="*/ 193169 h 261878"/>
                    <a:gd name="connsiteX8" fmla="*/ 35443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4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9 w 175071"/>
                    <a:gd name="connsiteY14" fmla="*/ 0 h 261878"/>
                    <a:gd name="connsiteX15" fmla="*/ 95908 w 175071"/>
                    <a:gd name="connsiteY15" fmla="*/ 92215 h 261878"/>
                    <a:gd name="connsiteX16" fmla="*/ 87225 w 175071"/>
                    <a:gd name="connsiteY16" fmla="*/ 41889 h 261878"/>
                    <a:gd name="connsiteX17" fmla="*/ 78234 w 175071"/>
                    <a:gd name="connsiteY17" fmla="*/ 91914 h 261878"/>
                    <a:gd name="connsiteX18" fmla="*/ 58388 w 175071"/>
                    <a:gd name="connsiteY18" fmla="*/ 164842 h 261878"/>
                    <a:gd name="connsiteX19" fmla="*/ 115443 w 175071"/>
                    <a:gd name="connsiteY19" fmla="*/ 164842 h 261878"/>
                    <a:gd name="connsiteX20" fmla="*/ 95908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0" y="0"/>
                        <a:pt x="107691" y="2411"/>
                        <a:pt x="108621" y="6932"/>
                      </a:cubicBezTo>
                      <a:lnTo>
                        <a:pt x="174668" y="254947"/>
                      </a:lnTo>
                      <a:cubicBezTo>
                        <a:pt x="175908" y="259468"/>
                        <a:pt x="174357" y="261878"/>
                        <a:pt x="169087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19" y="259166"/>
                        <a:pt x="138079" y="254947"/>
                      </a:cubicBezTo>
                      <a:lnTo>
                        <a:pt x="121954" y="193169"/>
                      </a:lnTo>
                      <a:lnTo>
                        <a:pt x="51256" y="193169"/>
                      </a:lnTo>
                      <a:lnTo>
                        <a:pt x="35443" y="254947"/>
                      </a:lnTo>
                      <a:cubicBezTo>
                        <a:pt x="34202" y="259166"/>
                        <a:pt x="3203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7" y="259468"/>
                        <a:pt x="404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9" y="0"/>
                      </a:lnTo>
                      <a:close/>
                      <a:moveTo>
                        <a:pt x="95908" y="92215"/>
                      </a:moveTo>
                      <a:cubicBezTo>
                        <a:pt x="93117" y="82572"/>
                        <a:pt x="88466" y="53943"/>
                        <a:pt x="87225" y="41889"/>
                      </a:cubicBezTo>
                      <a:cubicBezTo>
                        <a:pt x="85365" y="56053"/>
                        <a:pt x="81024" y="81065"/>
                        <a:pt x="78234" y="91914"/>
                      </a:cubicBezTo>
                      <a:lnTo>
                        <a:pt x="58388" y="164842"/>
                      </a:lnTo>
                      <a:lnTo>
                        <a:pt x="115443" y="164842"/>
                      </a:lnTo>
                      <a:lnTo>
                        <a:pt x="95908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3" name="手繪多邊形: 圖案 72">
                  <a:extLst>
                    <a:ext uri="{FF2B5EF4-FFF2-40B4-BE49-F238E27FC236}">
                      <a16:creationId xmlns:a16="http://schemas.microsoft.com/office/drawing/2014/main" id="{DD9020CB-6736-8991-AFED-52F805C1FF05}"/>
                    </a:ext>
                  </a:extLst>
                </p:cNvPr>
                <p:cNvSpPr/>
                <p:nvPr/>
              </p:nvSpPr>
              <p:spPr>
                <a:xfrm>
                  <a:off x="1688259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8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79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8" y="0"/>
                      </a:lnTo>
                      <a:cubicBezTo>
                        <a:pt x="31629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4" name="手繪多邊形: 圖案 73">
                  <a:extLst>
                    <a:ext uri="{FF2B5EF4-FFF2-40B4-BE49-F238E27FC236}">
                      <a16:creationId xmlns:a16="http://schemas.microsoft.com/office/drawing/2014/main" id="{F6700B73-7F6B-BC9A-D00A-526DC7E0797B}"/>
                    </a:ext>
                  </a:extLst>
                </p:cNvPr>
                <p:cNvSpPr/>
                <p:nvPr/>
              </p:nvSpPr>
              <p:spPr>
                <a:xfrm>
                  <a:off x="17214689" y="24452090"/>
                  <a:ext cx="152558" cy="268206"/>
                </a:xfrm>
                <a:custGeom>
                  <a:avLst/>
                  <a:gdLst>
                    <a:gd name="connsiteX0" fmla="*/ 145117 w 152558"/>
                    <a:gd name="connsiteY0" fmla="*/ 135007 h 268206"/>
                    <a:gd name="connsiteX1" fmla="*/ 152558 w 152558"/>
                    <a:gd name="connsiteY1" fmla="*/ 141637 h 268206"/>
                    <a:gd name="connsiteX2" fmla="*/ 152558 w 152558"/>
                    <a:gd name="connsiteY2" fmla="*/ 211853 h 268206"/>
                    <a:gd name="connsiteX3" fmla="*/ 76589 w 152558"/>
                    <a:gd name="connsiteY3" fmla="*/ 268206 h 268206"/>
                    <a:gd name="connsiteX4" fmla="*/ 0 w 152558"/>
                    <a:gd name="connsiteY4" fmla="*/ 211853 h 268206"/>
                    <a:gd name="connsiteX5" fmla="*/ 0 w 152558"/>
                    <a:gd name="connsiteY5" fmla="*/ 56353 h 268206"/>
                    <a:gd name="connsiteX6" fmla="*/ 76589 w 152558"/>
                    <a:gd name="connsiteY6" fmla="*/ 0 h 268206"/>
                    <a:gd name="connsiteX7" fmla="*/ 152558 w 152558"/>
                    <a:gd name="connsiteY7" fmla="*/ 56353 h 268206"/>
                    <a:gd name="connsiteX8" fmla="*/ 152558 w 152558"/>
                    <a:gd name="connsiteY8" fmla="*/ 75941 h 268206"/>
                    <a:gd name="connsiteX9" fmla="*/ 145735 w 152558"/>
                    <a:gd name="connsiteY9" fmla="*/ 82873 h 268206"/>
                    <a:gd name="connsiteX10" fmla="*/ 124340 w 152558"/>
                    <a:gd name="connsiteY10" fmla="*/ 82873 h 268206"/>
                    <a:gd name="connsiteX11" fmla="*/ 117209 w 152558"/>
                    <a:gd name="connsiteY11" fmla="*/ 75941 h 268206"/>
                    <a:gd name="connsiteX12" fmla="*/ 117209 w 152558"/>
                    <a:gd name="connsiteY12" fmla="*/ 59366 h 268206"/>
                    <a:gd name="connsiteX13" fmla="*/ 76278 w 152558"/>
                    <a:gd name="connsiteY13" fmla="*/ 30136 h 268206"/>
                    <a:gd name="connsiteX14" fmla="*/ 36279 w 152558"/>
                    <a:gd name="connsiteY14" fmla="*/ 59366 h 268206"/>
                    <a:gd name="connsiteX15" fmla="*/ 36279 w 152558"/>
                    <a:gd name="connsiteY15" fmla="*/ 208839 h 268206"/>
                    <a:gd name="connsiteX16" fmla="*/ 76278 w 152558"/>
                    <a:gd name="connsiteY16" fmla="*/ 238071 h 268206"/>
                    <a:gd name="connsiteX17" fmla="*/ 117209 w 152558"/>
                    <a:gd name="connsiteY17" fmla="*/ 209140 h 268206"/>
                    <a:gd name="connsiteX18" fmla="*/ 117209 w 152558"/>
                    <a:gd name="connsiteY18" fmla="*/ 165142 h 268206"/>
                    <a:gd name="connsiteX19" fmla="*/ 79999 w 152558"/>
                    <a:gd name="connsiteY19" fmla="*/ 165142 h 268206"/>
                    <a:gd name="connsiteX20" fmla="*/ 72868 w 152558"/>
                    <a:gd name="connsiteY20" fmla="*/ 158212 h 268206"/>
                    <a:gd name="connsiteX21" fmla="*/ 72868 w 152558"/>
                    <a:gd name="connsiteY21" fmla="*/ 141637 h 268206"/>
                    <a:gd name="connsiteX22" fmla="*/ 79999 w 152558"/>
                    <a:gd name="connsiteY22" fmla="*/ 135007 h 268206"/>
                    <a:gd name="connsiteX23" fmla="*/ 145117 w 152558"/>
                    <a:gd name="connsiteY23" fmla="*/ 135007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2558" h="268206">
                      <a:moveTo>
                        <a:pt x="145117" y="135007"/>
                      </a:moveTo>
                      <a:cubicBezTo>
                        <a:pt x="150387" y="135007"/>
                        <a:pt x="152558" y="136815"/>
                        <a:pt x="152558" y="141637"/>
                      </a:cubicBezTo>
                      <a:lnTo>
                        <a:pt x="152558" y="211853"/>
                      </a:lnTo>
                      <a:cubicBezTo>
                        <a:pt x="152558" y="241988"/>
                        <a:pt x="135504" y="268206"/>
                        <a:pt x="76589" y="268206"/>
                      </a:cubicBezTo>
                      <a:cubicBezTo>
                        <a:pt x="17673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6589" y="0"/>
                      </a:cubicBezTo>
                      <a:cubicBezTo>
                        <a:pt x="136123" y="0"/>
                        <a:pt x="152558" y="26218"/>
                        <a:pt x="152558" y="56353"/>
                      </a:cubicBezTo>
                      <a:lnTo>
                        <a:pt x="152558" y="75941"/>
                      </a:lnTo>
                      <a:cubicBezTo>
                        <a:pt x="152558" y="80461"/>
                        <a:pt x="150698" y="82873"/>
                        <a:pt x="145735" y="82873"/>
                      </a:cubicBezTo>
                      <a:lnTo>
                        <a:pt x="124340" y="82873"/>
                      </a:lnTo>
                      <a:cubicBezTo>
                        <a:pt x="119069" y="82873"/>
                        <a:pt x="117209" y="80461"/>
                        <a:pt x="117209" y="75941"/>
                      </a:cubicBezTo>
                      <a:lnTo>
                        <a:pt x="117209" y="59366"/>
                      </a:lnTo>
                      <a:cubicBezTo>
                        <a:pt x="117209" y="41286"/>
                        <a:pt x="106046" y="30136"/>
                        <a:pt x="76278" y="30136"/>
                      </a:cubicBezTo>
                      <a:cubicBezTo>
                        <a:pt x="46512" y="30136"/>
                        <a:pt x="36279" y="41286"/>
                        <a:pt x="36279" y="59366"/>
                      </a:cubicBezTo>
                      <a:lnTo>
                        <a:pt x="36279" y="208839"/>
                      </a:lnTo>
                      <a:cubicBezTo>
                        <a:pt x="36279" y="226619"/>
                        <a:pt x="47131" y="238071"/>
                        <a:pt x="76278" y="238071"/>
                      </a:cubicBezTo>
                      <a:cubicBezTo>
                        <a:pt x="105426" y="238071"/>
                        <a:pt x="117209" y="226921"/>
                        <a:pt x="117209" y="209140"/>
                      </a:cubicBezTo>
                      <a:lnTo>
                        <a:pt x="117209" y="165142"/>
                      </a:lnTo>
                      <a:lnTo>
                        <a:pt x="79999" y="165142"/>
                      </a:lnTo>
                      <a:cubicBezTo>
                        <a:pt x="75349" y="165142"/>
                        <a:pt x="72868" y="163334"/>
                        <a:pt x="72868" y="158212"/>
                      </a:cubicBezTo>
                      <a:lnTo>
                        <a:pt x="72868" y="141637"/>
                      </a:lnTo>
                      <a:cubicBezTo>
                        <a:pt x="72868" y="137116"/>
                        <a:pt x="75349" y="135007"/>
                        <a:pt x="79999" y="135007"/>
                      </a:cubicBezTo>
                      <a:lnTo>
                        <a:pt x="145117" y="13500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5" name="手繪多邊形: 圖案 74">
                  <a:extLst>
                    <a:ext uri="{FF2B5EF4-FFF2-40B4-BE49-F238E27FC236}">
                      <a16:creationId xmlns:a16="http://schemas.microsoft.com/office/drawing/2014/main" id="{7C900CD4-BA6C-8A2C-6CF8-A770E2681A47}"/>
                    </a:ext>
                  </a:extLst>
                </p:cNvPr>
                <p:cNvSpPr/>
                <p:nvPr/>
              </p:nvSpPr>
              <p:spPr>
                <a:xfrm>
                  <a:off x="17735310" y="24455103"/>
                  <a:ext cx="156482" cy="261878"/>
                </a:xfrm>
                <a:custGeom>
                  <a:avLst/>
                  <a:gdLst>
                    <a:gd name="connsiteX0" fmla="*/ 76280 w 156482"/>
                    <a:gd name="connsiteY0" fmla="*/ 0 h 261878"/>
                    <a:gd name="connsiteX1" fmla="*/ 154419 w 156482"/>
                    <a:gd name="connsiteY1" fmla="*/ 56353 h 261878"/>
                    <a:gd name="connsiteX2" fmla="*/ 154419 w 156482"/>
                    <a:gd name="connsiteY2" fmla="*/ 102160 h 261878"/>
                    <a:gd name="connsiteX3" fmla="*/ 115659 w 156482"/>
                    <a:gd name="connsiteY3" fmla="*/ 152486 h 261878"/>
                    <a:gd name="connsiteX4" fmla="*/ 155969 w 156482"/>
                    <a:gd name="connsiteY4" fmla="*/ 254646 h 261878"/>
                    <a:gd name="connsiteX5" fmla="*/ 149148 w 156482"/>
                    <a:gd name="connsiteY5" fmla="*/ 261878 h 261878"/>
                    <a:gd name="connsiteX6" fmla="*/ 124652 w 156482"/>
                    <a:gd name="connsiteY6" fmla="*/ 261878 h 261878"/>
                    <a:gd name="connsiteX7" fmla="*/ 116590 w 156482"/>
                    <a:gd name="connsiteY7" fmla="*/ 254646 h 261878"/>
                    <a:gd name="connsiteX8" fmla="*/ 79070 w 156482"/>
                    <a:gd name="connsiteY8" fmla="*/ 157609 h 261878"/>
                    <a:gd name="connsiteX9" fmla="*/ 35968 w 156482"/>
                    <a:gd name="connsiteY9" fmla="*/ 157609 h 261878"/>
                    <a:gd name="connsiteX10" fmla="*/ 35968 w 156482"/>
                    <a:gd name="connsiteY10" fmla="*/ 254646 h 261878"/>
                    <a:gd name="connsiteX11" fmla="*/ 29147 w 156482"/>
                    <a:gd name="connsiteY11" fmla="*/ 261878 h 261878"/>
                    <a:gd name="connsiteX12" fmla="*/ 6821 w 156482"/>
                    <a:gd name="connsiteY12" fmla="*/ 261878 h 261878"/>
                    <a:gd name="connsiteX13" fmla="*/ 0 w 156482"/>
                    <a:gd name="connsiteY13" fmla="*/ 254646 h 261878"/>
                    <a:gd name="connsiteX14" fmla="*/ 0 w 156482"/>
                    <a:gd name="connsiteY14" fmla="*/ 52436 h 261878"/>
                    <a:gd name="connsiteX15" fmla="*/ 53953 w 156482"/>
                    <a:gd name="connsiteY15" fmla="*/ 0 h 261878"/>
                    <a:gd name="connsiteX16" fmla="*/ 75970 w 156482"/>
                    <a:gd name="connsiteY16" fmla="*/ 0 h 261878"/>
                    <a:gd name="connsiteX17" fmla="*/ 35968 w 156482"/>
                    <a:gd name="connsiteY17" fmla="*/ 52737 h 261878"/>
                    <a:gd name="connsiteX18" fmla="*/ 35968 w 156482"/>
                    <a:gd name="connsiteY18" fmla="*/ 127172 h 261878"/>
                    <a:gd name="connsiteX19" fmla="*/ 76280 w 156482"/>
                    <a:gd name="connsiteY19" fmla="*/ 127172 h 261878"/>
                    <a:gd name="connsiteX20" fmla="*/ 118761 w 156482"/>
                    <a:gd name="connsiteY20" fmla="*/ 97941 h 261878"/>
                    <a:gd name="connsiteX21" fmla="*/ 118761 w 156482"/>
                    <a:gd name="connsiteY21" fmla="*/ 59367 h 261878"/>
                    <a:gd name="connsiteX22" fmla="*/ 76280 w 156482"/>
                    <a:gd name="connsiteY22" fmla="*/ 29835 h 261878"/>
                    <a:gd name="connsiteX23" fmla="*/ 59535 w 156482"/>
                    <a:gd name="connsiteY23" fmla="*/ 29835 h 261878"/>
                    <a:gd name="connsiteX24" fmla="*/ 35968 w 156482"/>
                    <a:gd name="connsiteY24" fmla="*/ 52737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6482" h="261878">
                      <a:moveTo>
                        <a:pt x="76280" y="0"/>
                      </a:moveTo>
                      <a:cubicBezTo>
                        <a:pt x="135194" y="0"/>
                        <a:pt x="154419" y="26218"/>
                        <a:pt x="154419" y="56353"/>
                      </a:cubicBezTo>
                      <a:lnTo>
                        <a:pt x="154419" y="102160"/>
                      </a:lnTo>
                      <a:cubicBezTo>
                        <a:pt x="154419" y="124158"/>
                        <a:pt x="144187" y="143747"/>
                        <a:pt x="115659" y="152486"/>
                      </a:cubicBezTo>
                      <a:lnTo>
                        <a:pt x="155969" y="254646"/>
                      </a:lnTo>
                      <a:cubicBezTo>
                        <a:pt x="157831" y="259166"/>
                        <a:pt x="154419" y="261878"/>
                        <a:pt x="149148" y="261878"/>
                      </a:cubicBezTo>
                      <a:lnTo>
                        <a:pt x="124652" y="261878"/>
                      </a:lnTo>
                      <a:cubicBezTo>
                        <a:pt x="120000" y="261878"/>
                        <a:pt x="118761" y="259166"/>
                        <a:pt x="116590" y="254646"/>
                      </a:cubicBezTo>
                      <a:lnTo>
                        <a:pt x="79070" y="157609"/>
                      </a:lnTo>
                      <a:lnTo>
                        <a:pt x="35968" y="157609"/>
                      </a:lnTo>
                      <a:lnTo>
                        <a:pt x="35968" y="254646"/>
                      </a:lnTo>
                      <a:cubicBezTo>
                        <a:pt x="35968" y="259768"/>
                        <a:pt x="34418" y="261878"/>
                        <a:pt x="29147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5" y="0"/>
                        <a:pt x="53953" y="0"/>
                      </a:cubicBezTo>
                      <a:lnTo>
                        <a:pt x="75970" y="0"/>
                      </a:lnTo>
                      <a:close/>
                      <a:moveTo>
                        <a:pt x="35968" y="52737"/>
                      </a:moveTo>
                      <a:lnTo>
                        <a:pt x="35968" y="127172"/>
                      </a:lnTo>
                      <a:lnTo>
                        <a:pt x="76280" y="127172"/>
                      </a:lnTo>
                      <a:cubicBezTo>
                        <a:pt x="106046" y="127172"/>
                        <a:pt x="118761" y="116022"/>
                        <a:pt x="118761" y="97941"/>
                      </a:cubicBezTo>
                      <a:lnTo>
                        <a:pt x="118761" y="59367"/>
                      </a:lnTo>
                      <a:cubicBezTo>
                        <a:pt x="118761" y="41286"/>
                        <a:pt x="106046" y="29835"/>
                        <a:pt x="76280" y="29835"/>
                      </a:cubicBezTo>
                      <a:lnTo>
                        <a:pt x="59535" y="29835"/>
                      </a:lnTo>
                      <a:cubicBezTo>
                        <a:pt x="46512" y="29835"/>
                        <a:pt x="35968" y="40081"/>
                        <a:pt x="35968" y="52737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6" name="手繪多邊形: 圖案 75">
                  <a:extLst>
                    <a:ext uri="{FF2B5EF4-FFF2-40B4-BE49-F238E27FC236}">
                      <a16:creationId xmlns:a16="http://schemas.microsoft.com/office/drawing/2014/main" id="{AF03F397-BF66-96BB-70FA-A4EA6C975825}"/>
                    </a:ext>
                  </a:extLst>
                </p:cNvPr>
                <p:cNvSpPr/>
                <p:nvPr/>
              </p:nvSpPr>
              <p:spPr>
                <a:xfrm>
                  <a:off x="18061514" y="24455103"/>
                  <a:ext cx="133643" cy="261878"/>
                </a:xfrm>
                <a:custGeom>
                  <a:avLst/>
                  <a:gdLst>
                    <a:gd name="connsiteX0" fmla="*/ 308 w 133643"/>
                    <a:gd name="connsiteY0" fmla="*/ 209442 h 261878"/>
                    <a:gd name="connsiteX1" fmla="*/ 308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0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0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79 w 133643"/>
                    <a:gd name="connsiteY8" fmla="*/ 53039 h 261878"/>
                    <a:gd name="connsiteX9" fmla="*/ 36279 w 133643"/>
                    <a:gd name="connsiteY9" fmla="*/ 110598 h 261878"/>
                    <a:gd name="connsiteX10" fmla="*/ 116588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88 w 133643"/>
                    <a:gd name="connsiteY13" fmla="*/ 139829 h 261878"/>
                    <a:gd name="connsiteX14" fmla="*/ 36279 w 133643"/>
                    <a:gd name="connsiteY14" fmla="*/ 139829 h 261878"/>
                    <a:gd name="connsiteX15" fmla="*/ 36279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1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1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08" y="209442"/>
                      </a:moveTo>
                      <a:lnTo>
                        <a:pt x="308" y="52436"/>
                      </a:lnTo>
                      <a:cubicBezTo>
                        <a:pt x="308" y="23506"/>
                        <a:pt x="24496" y="0"/>
                        <a:pt x="54264" y="0"/>
                      </a:cubicBezTo>
                      <a:lnTo>
                        <a:pt x="122790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0" y="30136"/>
                      </a:cubicBezTo>
                      <a:lnTo>
                        <a:pt x="59845" y="30136"/>
                      </a:lnTo>
                      <a:cubicBezTo>
                        <a:pt x="46820" y="30136"/>
                        <a:pt x="36279" y="40382"/>
                        <a:pt x="36279" y="53039"/>
                      </a:cubicBezTo>
                      <a:lnTo>
                        <a:pt x="36279" y="110598"/>
                      </a:lnTo>
                      <a:lnTo>
                        <a:pt x="116588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0" y="139829"/>
                        <a:pt x="116588" y="139829"/>
                      </a:cubicBezTo>
                      <a:lnTo>
                        <a:pt x="36279" y="139829"/>
                      </a:lnTo>
                      <a:lnTo>
                        <a:pt x="36279" y="208840"/>
                      </a:lnTo>
                      <a:cubicBezTo>
                        <a:pt x="36279" y="221497"/>
                        <a:pt x="46820" y="231742"/>
                        <a:pt x="59845" y="231742"/>
                      </a:cubicBezTo>
                      <a:lnTo>
                        <a:pt x="126511" y="231742"/>
                      </a:lnTo>
                      <a:cubicBezTo>
                        <a:pt x="131163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3" y="261878"/>
                        <a:pt x="126511" y="261878"/>
                      </a:cubicBezTo>
                      <a:lnTo>
                        <a:pt x="53953" y="261878"/>
                      </a:lnTo>
                      <a:cubicBezTo>
                        <a:pt x="24185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7" name="手繪多邊形: 圖案 76">
                  <a:extLst>
                    <a:ext uri="{FF2B5EF4-FFF2-40B4-BE49-F238E27FC236}">
                      <a16:creationId xmlns:a16="http://schemas.microsoft.com/office/drawing/2014/main" id="{69FB7F44-444B-E898-6E86-AF381F13E043}"/>
                    </a:ext>
                  </a:extLst>
                </p:cNvPr>
                <p:cNvSpPr/>
                <p:nvPr/>
              </p:nvSpPr>
              <p:spPr>
                <a:xfrm>
                  <a:off x="19224927" y="24455103"/>
                  <a:ext cx="133643" cy="261878"/>
                </a:xfrm>
                <a:custGeom>
                  <a:avLst/>
                  <a:gdLst>
                    <a:gd name="connsiteX0" fmla="*/ 310 w 133643"/>
                    <a:gd name="connsiteY0" fmla="*/ 209442 h 261878"/>
                    <a:gd name="connsiteX1" fmla="*/ 310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2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2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81 w 133643"/>
                    <a:gd name="connsiteY8" fmla="*/ 53039 h 261878"/>
                    <a:gd name="connsiteX9" fmla="*/ 36281 w 133643"/>
                    <a:gd name="connsiteY9" fmla="*/ 110598 h 261878"/>
                    <a:gd name="connsiteX10" fmla="*/ 116590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90 w 133643"/>
                    <a:gd name="connsiteY13" fmla="*/ 139829 h 261878"/>
                    <a:gd name="connsiteX14" fmla="*/ 36281 w 133643"/>
                    <a:gd name="connsiteY14" fmla="*/ 139829 h 261878"/>
                    <a:gd name="connsiteX15" fmla="*/ 36281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3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3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10" y="209442"/>
                      </a:moveTo>
                      <a:lnTo>
                        <a:pt x="310" y="52436"/>
                      </a:lnTo>
                      <a:cubicBezTo>
                        <a:pt x="310" y="23506"/>
                        <a:pt x="24497" y="0"/>
                        <a:pt x="54264" y="0"/>
                      </a:cubicBezTo>
                      <a:lnTo>
                        <a:pt x="122792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2" y="30136"/>
                      </a:cubicBezTo>
                      <a:lnTo>
                        <a:pt x="59845" y="30136"/>
                      </a:lnTo>
                      <a:cubicBezTo>
                        <a:pt x="46822" y="30136"/>
                        <a:pt x="36281" y="40382"/>
                        <a:pt x="36281" y="53039"/>
                      </a:cubicBezTo>
                      <a:lnTo>
                        <a:pt x="36281" y="110598"/>
                      </a:lnTo>
                      <a:lnTo>
                        <a:pt x="116590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2" y="139829"/>
                        <a:pt x="116590" y="139829"/>
                      </a:cubicBezTo>
                      <a:lnTo>
                        <a:pt x="36281" y="139829"/>
                      </a:ln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5" y="231742"/>
                      </a:cubicBezTo>
                      <a:lnTo>
                        <a:pt x="126513" y="231742"/>
                      </a:lnTo>
                      <a:cubicBezTo>
                        <a:pt x="131165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5" y="261878"/>
                        <a:pt x="126513" y="261878"/>
                      </a:cubicBezTo>
                      <a:lnTo>
                        <a:pt x="53953" y="261878"/>
                      </a:lnTo>
                      <a:cubicBezTo>
                        <a:pt x="24187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8" name="手繪多邊形: 圖案 77">
                  <a:extLst>
                    <a:ext uri="{FF2B5EF4-FFF2-40B4-BE49-F238E27FC236}">
                      <a16:creationId xmlns:a16="http://schemas.microsoft.com/office/drawing/2014/main" id="{6392BA6A-3759-CDD9-9015-8BA0FC4DB143}"/>
                    </a:ext>
                  </a:extLst>
                </p:cNvPr>
                <p:cNvSpPr/>
                <p:nvPr/>
              </p:nvSpPr>
              <p:spPr>
                <a:xfrm>
                  <a:off x="18361670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7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0 w 157210"/>
                    <a:gd name="connsiteY4" fmla="*/ 101857 h 262178"/>
                    <a:gd name="connsiteX5" fmla="*/ 33487 w 157210"/>
                    <a:gd name="connsiteY5" fmla="*/ 74435 h 262178"/>
                    <a:gd name="connsiteX6" fmla="*/ 33487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6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0" y="101857"/>
                      </a:lnTo>
                      <a:cubicBezTo>
                        <a:pt x="40931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9" name="手繪多邊形: 圖案 78">
                  <a:extLst>
                    <a:ext uri="{FF2B5EF4-FFF2-40B4-BE49-F238E27FC236}">
                      <a16:creationId xmlns:a16="http://schemas.microsoft.com/office/drawing/2014/main" id="{A033460A-0C56-6A36-FB16-BD215B8BFB04}"/>
                    </a:ext>
                  </a:extLst>
                </p:cNvPr>
                <p:cNvSpPr/>
                <p:nvPr/>
              </p:nvSpPr>
              <p:spPr>
                <a:xfrm>
                  <a:off x="18893453" y="24455103"/>
                  <a:ext cx="156591" cy="262179"/>
                </a:xfrm>
                <a:custGeom>
                  <a:avLst/>
                  <a:gdLst>
                    <a:gd name="connsiteX0" fmla="*/ 5892 w 156591"/>
                    <a:gd name="connsiteY0" fmla="*/ 261878 h 262179"/>
                    <a:gd name="connsiteX1" fmla="*/ 0 w 156591"/>
                    <a:gd name="connsiteY1" fmla="*/ 254646 h 262179"/>
                    <a:gd name="connsiteX2" fmla="*/ 0 w 156591"/>
                    <a:gd name="connsiteY2" fmla="*/ 7233 h 262179"/>
                    <a:gd name="connsiteX3" fmla="*/ 6823 w 156591"/>
                    <a:gd name="connsiteY3" fmla="*/ 0 h 262179"/>
                    <a:gd name="connsiteX4" fmla="*/ 78140 w 156591"/>
                    <a:gd name="connsiteY4" fmla="*/ 0 h 262179"/>
                    <a:gd name="connsiteX5" fmla="*/ 156591 w 156591"/>
                    <a:gd name="connsiteY5" fmla="*/ 56353 h 262179"/>
                    <a:gd name="connsiteX6" fmla="*/ 156591 w 156591"/>
                    <a:gd name="connsiteY6" fmla="*/ 205826 h 262179"/>
                    <a:gd name="connsiteX7" fmla="*/ 78140 w 156591"/>
                    <a:gd name="connsiteY7" fmla="*/ 262180 h 262179"/>
                    <a:gd name="connsiteX8" fmla="*/ 5892 w 156591"/>
                    <a:gd name="connsiteY8" fmla="*/ 262180 h 262179"/>
                    <a:gd name="connsiteX9" fmla="*/ 35970 w 156591"/>
                    <a:gd name="connsiteY9" fmla="*/ 29835 h 262179"/>
                    <a:gd name="connsiteX10" fmla="*/ 35970 w 156591"/>
                    <a:gd name="connsiteY10" fmla="*/ 231742 h 262179"/>
                    <a:gd name="connsiteX11" fmla="*/ 77520 w 156591"/>
                    <a:gd name="connsiteY11" fmla="*/ 231742 h 262179"/>
                    <a:gd name="connsiteX12" fmla="*/ 120311 w 156591"/>
                    <a:gd name="connsiteY12" fmla="*/ 201607 h 262179"/>
                    <a:gd name="connsiteX13" fmla="*/ 120311 w 156591"/>
                    <a:gd name="connsiteY13" fmla="*/ 59970 h 262179"/>
                    <a:gd name="connsiteX14" fmla="*/ 77520 w 156591"/>
                    <a:gd name="connsiteY14" fmla="*/ 29835 h 262179"/>
                    <a:gd name="connsiteX15" fmla="*/ 35970 w 156591"/>
                    <a:gd name="connsiteY15" fmla="*/ 29835 h 262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6591" h="262179">
                      <a:moveTo>
                        <a:pt x="5892" y="261878"/>
                      </a:moveTo>
                      <a:cubicBezTo>
                        <a:pt x="1552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3" y="0"/>
                      </a:cubicBezTo>
                      <a:lnTo>
                        <a:pt x="78140" y="0"/>
                      </a:lnTo>
                      <a:cubicBezTo>
                        <a:pt x="137056" y="0"/>
                        <a:pt x="156591" y="26218"/>
                        <a:pt x="156591" y="56353"/>
                      </a:cubicBezTo>
                      <a:lnTo>
                        <a:pt x="156591" y="205826"/>
                      </a:lnTo>
                      <a:cubicBezTo>
                        <a:pt x="156591" y="235962"/>
                        <a:pt x="137056" y="262180"/>
                        <a:pt x="78140" y="262180"/>
                      </a:cubicBezTo>
                      <a:lnTo>
                        <a:pt x="5892" y="262180"/>
                      </a:lnTo>
                      <a:close/>
                      <a:moveTo>
                        <a:pt x="35970" y="29835"/>
                      </a:moveTo>
                      <a:lnTo>
                        <a:pt x="35970" y="231742"/>
                      </a:lnTo>
                      <a:lnTo>
                        <a:pt x="77520" y="231742"/>
                      </a:lnTo>
                      <a:cubicBezTo>
                        <a:pt x="107598" y="231742"/>
                        <a:pt x="120311" y="220291"/>
                        <a:pt x="120311" y="201607"/>
                      </a:cubicBezTo>
                      <a:lnTo>
                        <a:pt x="120311" y="59970"/>
                      </a:lnTo>
                      <a:cubicBezTo>
                        <a:pt x="120311" y="41587"/>
                        <a:pt x="107598" y="29835"/>
                        <a:pt x="77520" y="29835"/>
                      </a:cubicBezTo>
                      <a:lnTo>
                        <a:pt x="35970" y="2983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0" name="手繪多邊形: 圖案 79">
                  <a:extLst>
                    <a:ext uri="{FF2B5EF4-FFF2-40B4-BE49-F238E27FC236}">
                      <a16:creationId xmlns:a16="http://schemas.microsoft.com/office/drawing/2014/main" id="{C241858E-540D-2DFF-A3BC-55ED22E18D3A}"/>
                    </a:ext>
                  </a:extLst>
                </p:cNvPr>
                <p:cNvSpPr/>
                <p:nvPr/>
              </p:nvSpPr>
              <p:spPr>
                <a:xfrm>
                  <a:off x="19524775" y="24454802"/>
                  <a:ext cx="157208" cy="262178"/>
                </a:xfrm>
                <a:custGeom>
                  <a:avLst/>
                  <a:gdLst>
                    <a:gd name="connsiteX0" fmla="*/ 156900 w 157208"/>
                    <a:gd name="connsiteY0" fmla="*/ 255248 h 262178"/>
                    <a:gd name="connsiteX1" fmla="*/ 150077 w 157208"/>
                    <a:gd name="connsiteY1" fmla="*/ 262179 h 262178"/>
                    <a:gd name="connsiteX2" fmla="*/ 129613 w 157208"/>
                    <a:gd name="connsiteY2" fmla="*/ 262179 h 262178"/>
                    <a:gd name="connsiteX3" fmla="*/ 122480 w 157208"/>
                    <a:gd name="connsiteY3" fmla="*/ 257960 h 262178"/>
                    <a:gd name="connsiteX4" fmla="*/ 45270 w 157208"/>
                    <a:gd name="connsiteY4" fmla="*/ 101857 h 262178"/>
                    <a:gd name="connsiteX5" fmla="*/ 33487 w 157208"/>
                    <a:gd name="connsiteY5" fmla="*/ 74435 h 262178"/>
                    <a:gd name="connsiteX6" fmla="*/ 33487 w 157208"/>
                    <a:gd name="connsiteY6" fmla="*/ 254947 h 262178"/>
                    <a:gd name="connsiteX7" fmla="*/ 26666 w 157208"/>
                    <a:gd name="connsiteY7" fmla="*/ 261878 h 262178"/>
                    <a:gd name="connsiteX8" fmla="*/ 6821 w 157208"/>
                    <a:gd name="connsiteY8" fmla="*/ 261878 h 262178"/>
                    <a:gd name="connsiteX9" fmla="*/ 0 w 157208"/>
                    <a:gd name="connsiteY9" fmla="*/ 254947 h 262178"/>
                    <a:gd name="connsiteX10" fmla="*/ 0 w 157208"/>
                    <a:gd name="connsiteY10" fmla="*/ 6931 h 262178"/>
                    <a:gd name="connsiteX11" fmla="*/ 6821 w 157208"/>
                    <a:gd name="connsiteY11" fmla="*/ 0 h 262178"/>
                    <a:gd name="connsiteX12" fmla="*/ 27906 w 157208"/>
                    <a:gd name="connsiteY12" fmla="*/ 0 h 262178"/>
                    <a:gd name="connsiteX13" fmla="*/ 34108 w 157208"/>
                    <a:gd name="connsiteY13" fmla="*/ 3917 h 262178"/>
                    <a:gd name="connsiteX14" fmla="*/ 113488 w 157208"/>
                    <a:gd name="connsiteY14" fmla="*/ 162129 h 262178"/>
                    <a:gd name="connsiteX15" fmla="*/ 123721 w 157208"/>
                    <a:gd name="connsiteY15" fmla="*/ 186840 h 262178"/>
                    <a:gd name="connsiteX16" fmla="*/ 123721 w 157208"/>
                    <a:gd name="connsiteY16" fmla="*/ 6931 h 262178"/>
                    <a:gd name="connsiteX17" fmla="*/ 130852 w 157208"/>
                    <a:gd name="connsiteY17" fmla="*/ 0 h 262178"/>
                    <a:gd name="connsiteX18" fmla="*/ 150387 w 157208"/>
                    <a:gd name="connsiteY18" fmla="*/ 0 h 262178"/>
                    <a:gd name="connsiteX19" fmla="*/ 157208 w 157208"/>
                    <a:gd name="connsiteY19" fmla="*/ 6931 h 262178"/>
                    <a:gd name="connsiteX20" fmla="*/ 157208 w 157208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08" h="262178">
                      <a:moveTo>
                        <a:pt x="156900" y="255248"/>
                      </a:moveTo>
                      <a:cubicBezTo>
                        <a:pt x="156900" y="259768"/>
                        <a:pt x="155348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0" y="257960"/>
                      </a:cubicBezTo>
                      <a:lnTo>
                        <a:pt x="45270" y="101857"/>
                      </a:lnTo>
                      <a:cubicBezTo>
                        <a:pt x="40929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69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7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88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0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08" y="2410"/>
                        <a:pt x="157208" y="6931"/>
                      </a:cubicBezTo>
                      <a:lnTo>
                        <a:pt x="157208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1" name="手繪多邊形: 圖案 80">
                  <a:extLst>
                    <a:ext uri="{FF2B5EF4-FFF2-40B4-BE49-F238E27FC236}">
                      <a16:creationId xmlns:a16="http://schemas.microsoft.com/office/drawing/2014/main" id="{B7A67838-8739-C66D-BE61-DD3D95757B0B}"/>
                    </a:ext>
                  </a:extLst>
                </p:cNvPr>
                <p:cNvSpPr/>
                <p:nvPr/>
              </p:nvSpPr>
              <p:spPr>
                <a:xfrm>
                  <a:off x="19838884" y="24455103"/>
                  <a:ext cx="156278" cy="261878"/>
                </a:xfrm>
                <a:custGeom>
                  <a:avLst/>
                  <a:gdLst>
                    <a:gd name="connsiteX0" fmla="*/ 149148 w 156278"/>
                    <a:gd name="connsiteY0" fmla="*/ 0 h 261878"/>
                    <a:gd name="connsiteX1" fmla="*/ 156279 w 156278"/>
                    <a:gd name="connsiteY1" fmla="*/ 6932 h 261878"/>
                    <a:gd name="connsiteX2" fmla="*/ 156279 w 156278"/>
                    <a:gd name="connsiteY2" fmla="*/ 23205 h 261878"/>
                    <a:gd name="connsiteX3" fmla="*/ 149148 w 156278"/>
                    <a:gd name="connsiteY3" fmla="*/ 30136 h 261878"/>
                    <a:gd name="connsiteX4" fmla="*/ 96434 w 156278"/>
                    <a:gd name="connsiteY4" fmla="*/ 30136 h 261878"/>
                    <a:gd name="connsiteX5" fmla="*/ 96434 w 156278"/>
                    <a:gd name="connsiteY5" fmla="*/ 254646 h 261878"/>
                    <a:gd name="connsiteX6" fmla="*/ 89611 w 156278"/>
                    <a:gd name="connsiteY6" fmla="*/ 261878 h 261878"/>
                    <a:gd name="connsiteX7" fmla="*/ 66976 w 156278"/>
                    <a:gd name="connsiteY7" fmla="*/ 261878 h 261878"/>
                    <a:gd name="connsiteX8" fmla="*/ 59845 w 156278"/>
                    <a:gd name="connsiteY8" fmla="*/ 254646 h 261878"/>
                    <a:gd name="connsiteX9" fmla="*/ 59845 w 156278"/>
                    <a:gd name="connsiteY9" fmla="*/ 30136 h 261878"/>
                    <a:gd name="connsiteX10" fmla="*/ 7131 w 156278"/>
                    <a:gd name="connsiteY10" fmla="*/ 30136 h 261878"/>
                    <a:gd name="connsiteX11" fmla="*/ 0 w 156278"/>
                    <a:gd name="connsiteY11" fmla="*/ 23205 h 261878"/>
                    <a:gd name="connsiteX12" fmla="*/ 0 w 156278"/>
                    <a:gd name="connsiteY12" fmla="*/ 6932 h 261878"/>
                    <a:gd name="connsiteX13" fmla="*/ 7131 w 156278"/>
                    <a:gd name="connsiteY13" fmla="*/ 0 h 261878"/>
                    <a:gd name="connsiteX14" fmla="*/ 149148 w 156278"/>
                    <a:gd name="connsiteY14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6278" h="261878">
                      <a:moveTo>
                        <a:pt x="149148" y="0"/>
                      </a:moveTo>
                      <a:cubicBezTo>
                        <a:pt x="153798" y="0"/>
                        <a:pt x="156279" y="1808"/>
                        <a:pt x="156279" y="6932"/>
                      </a:cubicBezTo>
                      <a:lnTo>
                        <a:pt x="156279" y="23205"/>
                      </a:lnTo>
                      <a:cubicBezTo>
                        <a:pt x="156279" y="28327"/>
                        <a:pt x="153798" y="30136"/>
                        <a:pt x="149148" y="30136"/>
                      </a:cubicBezTo>
                      <a:lnTo>
                        <a:pt x="96434" y="30136"/>
                      </a:lnTo>
                      <a:lnTo>
                        <a:pt x="96434" y="254646"/>
                      </a:lnTo>
                      <a:cubicBezTo>
                        <a:pt x="96434" y="259768"/>
                        <a:pt x="94574" y="261878"/>
                        <a:pt x="89611" y="261878"/>
                      </a:cubicBezTo>
                      <a:lnTo>
                        <a:pt x="66976" y="261878"/>
                      </a:lnTo>
                      <a:cubicBezTo>
                        <a:pt x="61705" y="261878"/>
                        <a:pt x="59845" y="259468"/>
                        <a:pt x="59845" y="254646"/>
                      </a:cubicBezTo>
                      <a:lnTo>
                        <a:pt x="59845" y="30136"/>
                      </a:lnTo>
                      <a:lnTo>
                        <a:pt x="7131" y="30136"/>
                      </a:lnTo>
                      <a:cubicBezTo>
                        <a:pt x="1860" y="30136"/>
                        <a:pt x="0" y="28327"/>
                        <a:pt x="0" y="23205"/>
                      </a:cubicBezTo>
                      <a:lnTo>
                        <a:pt x="0" y="6932"/>
                      </a:lnTo>
                      <a:cubicBezTo>
                        <a:pt x="0" y="1808"/>
                        <a:pt x="1860" y="0"/>
                        <a:pt x="7131" y="0"/>
                      </a:cubicBezTo>
                      <a:lnTo>
                        <a:pt x="14914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2" name="手繪多邊形: 圖案 81">
                  <a:extLst>
                    <a:ext uri="{FF2B5EF4-FFF2-40B4-BE49-F238E27FC236}">
                      <a16:creationId xmlns:a16="http://schemas.microsoft.com/office/drawing/2014/main" id="{870553F7-0D41-1B2C-1A04-B9A9A5E4E412}"/>
                    </a:ext>
                  </a:extLst>
                </p:cNvPr>
                <p:cNvSpPr/>
                <p:nvPr/>
              </p:nvSpPr>
              <p:spPr>
                <a:xfrm>
                  <a:off x="20112279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7 w 175071"/>
                    <a:gd name="connsiteY2" fmla="*/ 254947 h 261878"/>
                    <a:gd name="connsiteX3" fmla="*/ 169086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8 w 175071"/>
                    <a:gd name="connsiteY5" fmla="*/ 254947 h 261878"/>
                    <a:gd name="connsiteX6" fmla="*/ 121956 w 175071"/>
                    <a:gd name="connsiteY6" fmla="*/ 193169 h 261878"/>
                    <a:gd name="connsiteX7" fmla="*/ 51257 w 175071"/>
                    <a:gd name="connsiteY7" fmla="*/ 193169 h 261878"/>
                    <a:gd name="connsiteX8" fmla="*/ 35442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3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8 w 175071"/>
                    <a:gd name="connsiteY14" fmla="*/ 0 h 261878"/>
                    <a:gd name="connsiteX15" fmla="*/ 96219 w 175071"/>
                    <a:gd name="connsiteY15" fmla="*/ 92215 h 261878"/>
                    <a:gd name="connsiteX16" fmla="*/ 87535 w 175071"/>
                    <a:gd name="connsiteY16" fmla="*/ 41889 h 261878"/>
                    <a:gd name="connsiteX17" fmla="*/ 78544 w 175071"/>
                    <a:gd name="connsiteY17" fmla="*/ 91914 h 261878"/>
                    <a:gd name="connsiteX18" fmla="*/ 58698 w 175071"/>
                    <a:gd name="connsiteY18" fmla="*/ 164842 h 261878"/>
                    <a:gd name="connsiteX19" fmla="*/ 115754 w 175071"/>
                    <a:gd name="connsiteY19" fmla="*/ 164842 h 261878"/>
                    <a:gd name="connsiteX20" fmla="*/ 96219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1" y="0"/>
                        <a:pt x="107691" y="2411"/>
                        <a:pt x="108621" y="6932"/>
                      </a:cubicBezTo>
                      <a:lnTo>
                        <a:pt x="174667" y="254947"/>
                      </a:lnTo>
                      <a:cubicBezTo>
                        <a:pt x="175909" y="259468"/>
                        <a:pt x="174357" y="261878"/>
                        <a:pt x="169086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20" y="259166"/>
                        <a:pt x="138078" y="254947"/>
                      </a:cubicBezTo>
                      <a:lnTo>
                        <a:pt x="121956" y="193169"/>
                      </a:lnTo>
                      <a:lnTo>
                        <a:pt x="51257" y="193169"/>
                      </a:lnTo>
                      <a:lnTo>
                        <a:pt x="35442" y="254947"/>
                      </a:lnTo>
                      <a:cubicBezTo>
                        <a:pt x="34203" y="259166"/>
                        <a:pt x="3172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6" y="259468"/>
                        <a:pt x="403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8" y="0"/>
                      </a:lnTo>
                      <a:close/>
                      <a:moveTo>
                        <a:pt x="96219" y="92215"/>
                      </a:moveTo>
                      <a:cubicBezTo>
                        <a:pt x="93427" y="82572"/>
                        <a:pt x="88777" y="53943"/>
                        <a:pt x="87535" y="41889"/>
                      </a:cubicBezTo>
                      <a:cubicBezTo>
                        <a:pt x="85675" y="56053"/>
                        <a:pt x="81334" y="81065"/>
                        <a:pt x="78544" y="91914"/>
                      </a:cubicBezTo>
                      <a:lnTo>
                        <a:pt x="58698" y="164842"/>
                      </a:lnTo>
                      <a:lnTo>
                        <a:pt x="115754" y="164842"/>
                      </a:lnTo>
                      <a:lnTo>
                        <a:pt x="96219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3" name="手繪多邊形: 圖案 82">
                  <a:extLst>
                    <a:ext uri="{FF2B5EF4-FFF2-40B4-BE49-F238E27FC236}">
                      <a16:creationId xmlns:a16="http://schemas.microsoft.com/office/drawing/2014/main" id="{279F3C3D-9631-2C6C-24A5-8D5A51814EAC}"/>
                    </a:ext>
                  </a:extLst>
                </p:cNvPr>
                <p:cNvSpPr/>
                <p:nvPr/>
              </p:nvSpPr>
              <p:spPr>
                <a:xfrm>
                  <a:off x="20445707" y="24455103"/>
                  <a:ext cx="127752" cy="261878"/>
                </a:xfrm>
                <a:custGeom>
                  <a:avLst/>
                  <a:gdLst>
                    <a:gd name="connsiteX0" fmla="*/ 53955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3 w 127752"/>
                    <a:gd name="connsiteY3" fmla="*/ 0 h 261878"/>
                    <a:gd name="connsiteX4" fmla="*/ 29458 w 127752"/>
                    <a:gd name="connsiteY4" fmla="*/ 0 h 261878"/>
                    <a:gd name="connsiteX5" fmla="*/ 36281 w 127752"/>
                    <a:gd name="connsiteY5" fmla="*/ 7233 h 261878"/>
                    <a:gd name="connsiteX6" fmla="*/ 36281 w 127752"/>
                    <a:gd name="connsiteY6" fmla="*/ 208840 h 261878"/>
                    <a:gd name="connsiteX7" fmla="*/ 59847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5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5" y="261878"/>
                      </a:moveTo>
                      <a:cubicBezTo>
                        <a:pt x="24187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3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81" y="2411"/>
                        <a:pt x="36281" y="7233"/>
                      </a:cubicBez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7" y="231742"/>
                      </a:cubicBezTo>
                      <a:lnTo>
                        <a:pt x="120621" y="231742"/>
                      </a:lnTo>
                      <a:cubicBezTo>
                        <a:pt x="125273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3" y="261878"/>
                        <a:pt x="120621" y="261878"/>
                      </a:cubicBezTo>
                      <a:lnTo>
                        <a:pt x="53955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4" name="手繪多邊形: 圖案 83">
                  <a:extLst>
                    <a:ext uri="{FF2B5EF4-FFF2-40B4-BE49-F238E27FC236}">
                      <a16:creationId xmlns:a16="http://schemas.microsoft.com/office/drawing/2014/main" id="{9C592024-4100-CD48-F36E-898E6FC81028}"/>
                    </a:ext>
                  </a:extLst>
                </p:cNvPr>
                <p:cNvSpPr/>
                <p:nvPr/>
              </p:nvSpPr>
              <p:spPr>
                <a:xfrm>
                  <a:off x="21235478" y="24455103"/>
                  <a:ext cx="127752" cy="261878"/>
                </a:xfrm>
                <a:custGeom>
                  <a:avLst/>
                  <a:gdLst>
                    <a:gd name="connsiteX0" fmla="*/ 53953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1 w 127752"/>
                    <a:gd name="connsiteY3" fmla="*/ 0 h 261878"/>
                    <a:gd name="connsiteX4" fmla="*/ 29458 w 127752"/>
                    <a:gd name="connsiteY4" fmla="*/ 0 h 261878"/>
                    <a:gd name="connsiteX5" fmla="*/ 36279 w 127752"/>
                    <a:gd name="connsiteY5" fmla="*/ 7233 h 261878"/>
                    <a:gd name="connsiteX6" fmla="*/ 36279 w 127752"/>
                    <a:gd name="connsiteY6" fmla="*/ 208840 h 261878"/>
                    <a:gd name="connsiteX7" fmla="*/ 59845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3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3" y="261878"/>
                      </a:moveTo>
                      <a:cubicBezTo>
                        <a:pt x="24185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08840"/>
                      </a:lnTo>
                      <a:cubicBezTo>
                        <a:pt x="36279" y="221497"/>
                        <a:pt x="46822" y="231742"/>
                        <a:pt x="59845" y="231742"/>
                      </a:cubicBezTo>
                      <a:lnTo>
                        <a:pt x="120621" y="231742"/>
                      </a:lnTo>
                      <a:cubicBezTo>
                        <a:pt x="125271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1" y="261878"/>
                        <a:pt x="120621" y="261878"/>
                      </a:cubicBezTo>
                      <a:lnTo>
                        <a:pt x="53953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5" name="手繪多邊形: 圖案 84">
                  <a:extLst>
                    <a:ext uri="{FF2B5EF4-FFF2-40B4-BE49-F238E27FC236}">
                      <a16:creationId xmlns:a16="http://schemas.microsoft.com/office/drawing/2014/main" id="{C9C032BA-030E-8B1F-5077-128F10CD3290}"/>
                    </a:ext>
                  </a:extLst>
                </p:cNvPr>
                <p:cNvSpPr/>
                <p:nvPr/>
              </p:nvSpPr>
              <p:spPr>
                <a:xfrm>
                  <a:off x="20916408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6" name="手繪多邊形: 圖案 85">
                  <a:extLst>
                    <a:ext uri="{FF2B5EF4-FFF2-40B4-BE49-F238E27FC236}">
                      <a16:creationId xmlns:a16="http://schemas.microsoft.com/office/drawing/2014/main" id="{32FE0896-4770-7A2E-9068-98C595AEAAC3}"/>
                    </a:ext>
                  </a:extLst>
                </p:cNvPr>
                <p:cNvSpPr/>
                <p:nvPr/>
              </p:nvSpPr>
              <p:spPr>
                <a:xfrm>
                  <a:off x="21519199" y="24455103"/>
                  <a:ext cx="36280" cy="261878"/>
                </a:xfrm>
                <a:custGeom>
                  <a:avLst/>
                  <a:gdLst>
                    <a:gd name="connsiteX0" fmla="*/ 36281 w 36280"/>
                    <a:gd name="connsiteY0" fmla="*/ 254646 h 261878"/>
                    <a:gd name="connsiteX1" fmla="*/ 29458 w 36280"/>
                    <a:gd name="connsiteY1" fmla="*/ 261878 h 261878"/>
                    <a:gd name="connsiteX2" fmla="*/ 6823 w 36280"/>
                    <a:gd name="connsiteY2" fmla="*/ 261878 h 261878"/>
                    <a:gd name="connsiteX3" fmla="*/ 0 w 36280"/>
                    <a:gd name="connsiteY3" fmla="*/ 254646 h 261878"/>
                    <a:gd name="connsiteX4" fmla="*/ 0 w 36280"/>
                    <a:gd name="connsiteY4" fmla="*/ 7233 h 261878"/>
                    <a:gd name="connsiteX5" fmla="*/ 6823 w 36280"/>
                    <a:gd name="connsiteY5" fmla="*/ 0 h 261878"/>
                    <a:gd name="connsiteX6" fmla="*/ 29458 w 36280"/>
                    <a:gd name="connsiteY6" fmla="*/ 0 h 261878"/>
                    <a:gd name="connsiteX7" fmla="*/ 36281 w 36280"/>
                    <a:gd name="connsiteY7" fmla="*/ 7233 h 261878"/>
                    <a:gd name="connsiteX8" fmla="*/ 36281 w 36280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80" h="261878">
                      <a:moveTo>
                        <a:pt x="36281" y="254646"/>
                      </a:moveTo>
                      <a:cubicBezTo>
                        <a:pt x="36281" y="259768"/>
                        <a:pt x="34731" y="261878"/>
                        <a:pt x="2945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2" y="0"/>
                        <a:pt x="6823" y="0"/>
                      </a:cubicBezTo>
                      <a:lnTo>
                        <a:pt x="29458" y="0"/>
                      </a:lnTo>
                      <a:cubicBezTo>
                        <a:pt x="34731" y="0"/>
                        <a:pt x="36281" y="2411"/>
                        <a:pt x="36281" y="7233"/>
                      </a:cubicBezTo>
                      <a:lnTo>
                        <a:pt x="36281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7" name="手繪多邊形: 圖案 86">
                  <a:extLst>
                    <a:ext uri="{FF2B5EF4-FFF2-40B4-BE49-F238E27FC236}">
                      <a16:creationId xmlns:a16="http://schemas.microsoft.com/office/drawing/2014/main" id="{611674B0-CE3E-E1E0-73A1-D7ACC2EEE2A2}"/>
                    </a:ext>
                  </a:extLst>
                </p:cNvPr>
                <p:cNvSpPr/>
                <p:nvPr/>
              </p:nvSpPr>
              <p:spPr>
                <a:xfrm>
                  <a:off x="2173470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8 w 157210"/>
                    <a:gd name="connsiteY7" fmla="*/ 261878 h 262178"/>
                    <a:gd name="connsiteX8" fmla="*/ 6823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3 w 157210"/>
                    <a:gd name="connsiteY11" fmla="*/ 0 h 262178"/>
                    <a:gd name="connsiteX12" fmla="*/ 27908 w 157210"/>
                    <a:gd name="connsiteY12" fmla="*/ 0 h 262178"/>
                    <a:gd name="connsiteX13" fmla="*/ 34110 w 157210"/>
                    <a:gd name="connsiteY13" fmla="*/ 3917 h 262178"/>
                    <a:gd name="connsiteX14" fmla="*/ 113490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4 w 157210"/>
                    <a:gd name="connsiteY17" fmla="*/ 0 h 262178"/>
                    <a:gd name="connsiteX18" fmla="*/ 150389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81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3" y="0"/>
                      </a:cubicBezTo>
                      <a:lnTo>
                        <a:pt x="27908" y="0"/>
                      </a:lnTo>
                      <a:cubicBezTo>
                        <a:pt x="31318" y="0"/>
                        <a:pt x="33179" y="1205"/>
                        <a:pt x="34110" y="3917"/>
                      </a:cubicBezTo>
                      <a:lnTo>
                        <a:pt x="113490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4" y="0"/>
                      </a:cubicBezTo>
                      <a:lnTo>
                        <a:pt x="150389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8" name="手繪多邊形: 圖案 87">
                  <a:extLst>
                    <a:ext uri="{FF2B5EF4-FFF2-40B4-BE49-F238E27FC236}">
                      <a16:creationId xmlns:a16="http://schemas.microsoft.com/office/drawing/2014/main" id="{1C352BC3-22B7-7480-E69D-ED450624506C}"/>
                    </a:ext>
                  </a:extLst>
                </p:cNvPr>
                <p:cNvSpPr/>
                <p:nvPr/>
              </p:nvSpPr>
              <p:spPr>
                <a:xfrm>
                  <a:off x="22070830" y="24455103"/>
                  <a:ext cx="36278" cy="261878"/>
                </a:xfrm>
                <a:custGeom>
                  <a:avLst/>
                  <a:gdLst>
                    <a:gd name="connsiteX0" fmla="*/ 36279 w 36278"/>
                    <a:gd name="connsiteY0" fmla="*/ 254646 h 261878"/>
                    <a:gd name="connsiteX1" fmla="*/ 29458 w 36278"/>
                    <a:gd name="connsiteY1" fmla="*/ 261878 h 261878"/>
                    <a:gd name="connsiteX2" fmla="*/ 6821 w 36278"/>
                    <a:gd name="connsiteY2" fmla="*/ 261878 h 261878"/>
                    <a:gd name="connsiteX3" fmla="*/ 0 w 36278"/>
                    <a:gd name="connsiteY3" fmla="*/ 254646 h 261878"/>
                    <a:gd name="connsiteX4" fmla="*/ 0 w 36278"/>
                    <a:gd name="connsiteY4" fmla="*/ 7233 h 261878"/>
                    <a:gd name="connsiteX5" fmla="*/ 6821 w 36278"/>
                    <a:gd name="connsiteY5" fmla="*/ 0 h 261878"/>
                    <a:gd name="connsiteX6" fmla="*/ 29458 w 36278"/>
                    <a:gd name="connsiteY6" fmla="*/ 0 h 261878"/>
                    <a:gd name="connsiteX7" fmla="*/ 36279 w 36278"/>
                    <a:gd name="connsiteY7" fmla="*/ 7233 h 261878"/>
                    <a:gd name="connsiteX8" fmla="*/ 36279 w 36278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78" h="261878">
                      <a:moveTo>
                        <a:pt x="36279" y="254646"/>
                      </a:moveTo>
                      <a:cubicBezTo>
                        <a:pt x="36279" y="259768"/>
                        <a:pt x="34729" y="261878"/>
                        <a:pt x="29458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9" name="手繪多邊形: 圖案 88">
                  <a:extLst>
                    <a:ext uri="{FF2B5EF4-FFF2-40B4-BE49-F238E27FC236}">
                      <a16:creationId xmlns:a16="http://schemas.microsoft.com/office/drawing/2014/main" id="{50F5EDDD-6905-B217-33B4-394FAE4901BA}"/>
                    </a:ext>
                  </a:extLst>
                </p:cNvPr>
                <p:cNvSpPr/>
                <p:nvPr/>
              </p:nvSpPr>
              <p:spPr>
                <a:xfrm>
                  <a:off x="22282614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</p:grpSp>
      <p:grpSp>
        <p:nvGrpSpPr>
          <p:cNvPr id="90" name="圖形 17">
            <a:extLst>
              <a:ext uri="{FF2B5EF4-FFF2-40B4-BE49-F238E27FC236}">
                <a16:creationId xmlns:a16="http://schemas.microsoft.com/office/drawing/2014/main" id="{BF660F5E-6DFF-4889-3AE7-FBAED06411D0}"/>
              </a:ext>
            </a:extLst>
          </p:cNvPr>
          <p:cNvGrpSpPr/>
          <p:nvPr/>
        </p:nvGrpSpPr>
        <p:grpSpPr>
          <a:xfrm>
            <a:off x="25352927" y="32794886"/>
            <a:ext cx="52258931" cy="150493634"/>
            <a:chOff x="25510841" y="18419554"/>
            <a:chExt cx="52584433" cy="151431005"/>
          </a:xfrm>
        </p:grpSpPr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5B1680F0-137E-E6BE-7670-C4A1CEAF2AE5}"/>
                </a:ext>
              </a:extLst>
            </p:cNvPr>
            <p:cNvSpPr/>
            <p:nvPr/>
          </p:nvSpPr>
          <p:spPr>
            <a:xfrm>
              <a:off x="25510841" y="18419554"/>
              <a:ext cx="8789488" cy="8542223"/>
            </a:xfrm>
            <a:custGeom>
              <a:avLst/>
              <a:gdLst>
                <a:gd name="connsiteX0" fmla="*/ 8789489 w 8789488"/>
                <a:gd name="connsiteY0" fmla="*/ 4271112 h 8542223"/>
                <a:gd name="connsiteX1" fmla="*/ 4394746 w 8789488"/>
                <a:gd name="connsiteY1" fmla="*/ 8542223 h 8542223"/>
                <a:gd name="connsiteX2" fmla="*/ 2 w 8789488"/>
                <a:gd name="connsiteY2" fmla="*/ 4271111 h 8542223"/>
                <a:gd name="connsiteX3" fmla="*/ 4394746 w 8789488"/>
                <a:gd name="connsiteY3" fmla="*/ -1 h 8542223"/>
                <a:gd name="connsiteX4" fmla="*/ 8789489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9" y="4271112"/>
                  </a:moveTo>
                  <a:cubicBezTo>
                    <a:pt x="8789489" y="6629983"/>
                    <a:pt x="6821895" y="8542223"/>
                    <a:pt x="4394746" y="8542223"/>
                  </a:cubicBezTo>
                  <a:cubicBezTo>
                    <a:pt x="1967595" y="8542223"/>
                    <a:pt x="2" y="6629982"/>
                    <a:pt x="2" y="4271111"/>
                  </a:cubicBezTo>
                  <a:cubicBezTo>
                    <a:pt x="2" y="1912241"/>
                    <a:pt x="1967597" y="-1"/>
                    <a:pt x="4394746" y="-1"/>
                  </a:cubicBezTo>
                  <a:cubicBezTo>
                    <a:pt x="6821897" y="-1"/>
                    <a:pt x="8789489" y="1912241"/>
                    <a:pt x="8789489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92" name="圖形 17">
              <a:extLst>
                <a:ext uri="{FF2B5EF4-FFF2-40B4-BE49-F238E27FC236}">
                  <a16:creationId xmlns:a16="http://schemas.microsoft.com/office/drawing/2014/main" id="{0CB0F96F-A844-5B42-C06B-7704F6162E70}"/>
                </a:ext>
              </a:extLst>
            </p:cNvPr>
            <p:cNvGrpSpPr/>
            <p:nvPr/>
          </p:nvGrpSpPr>
          <p:grpSpPr>
            <a:xfrm>
              <a:off x="26829295" y="23497998"/>
              <a:ext cx="36810595" cy="23409661"/>
              <a:chOff x="26829295" y="23497998"/>
              <a:chExt cx="36810595" cy="23409661"/>
            </a:xfrm>
            <a:noFill/>
          </p:grpSpPr>
          <p:grpSp>
            <p:nvGrpSpPr>
              <p:cNvPr id="93" name="圖形 17">
                <a:extLst>
                  <a:ext uri="{FF2B5EF4-FFF2-40B4-BE49-F238E27FC236}">
                    <a16:creationId xmlns:a16="http://schemas.microsoft.com/office/drawing/2014/main" id="{008B4F74-3C8B-BF11-10CE-F494BF3347A9}"/>
                  </a:ext>
                </a:extLst>
              </p:cNvPr>
              <p:cNvGrpSpPr/>
              <p:nvPr/>
            </p:nvGrpSpPr>
            <p:grpSpPr>
              <a:xfrm>
                <a:off x="31918616" y="23497998"/>
                <a:ext cx="6362967" cy="23404325"/>
                <a:chOff x="31918616" y="23497998"/>
                <a:chExt cx="6362967" cy="23404325"/>
              </a:xfrm>
              <a:noFill/>
            </p:grpSpPr>
            <p:grpSp>
              <p:nvGrpSpPr>
                <p:cNvPr id="94" name="圖形 17">
                  <a:extLst>
                    <a:ext uri="{FF2B5EF4-FFF2-40B4-BE49-F238E27FC236}">
                      <a16:creationId xmlns:a16="http://schemas.microsoft.com/office/drawing/2014/main" id="{F58428B6-FB1B-DAE8-3CBE-A905C6E6C415}"/>
                    </a:ext>
                  </a:extLst>
                </p:cNvPr>
                <p:cNvGrpSpPr/>
                <p:nvPr/>
              </p:nvGrpSpPr>
              <p:grpSpPr>
                <a:xfrm>
                  <a:off x="31918616" y="23497998"/>
                  <a:ext cx="6362967" cy="10620351"/>
                  <a:chOff x="31918616" y="23497998"/>
                  <a:chExt cx="6362967" cy="10620351"/>
                </a:xfrm>
                <a:noFill/>
              </p:grpSpPr>
              <p:sp>
                <p:nvSpPr>
                  <p:cNvPr id="95" name="手繪多邊形: 圖案 94">
                    <a:extLst>
                      <a:ext uri="{FF2B5EF4-FFF2-40B4-BE49-F238E27FC236}">
                        <a16:creationId xmlns:a16="http://schemas.microsoft.com/office/drawing/2014/main" id="{4D3E5B98-3601-EDC9-D8E9-51650C3DA8E6}"/>
                      </a:ext>
                    </a:extLst>
                  </p:cNvPr>
                  <p:cNvSpPr/>
                  <p:nvPr/>
                </p:nvSpPr>
                <p:spPr>
                  <a:xfrm>
                    <a:off x="31918616" y="23497998"/>
                    <a:ext cx="520001" cy="30135"/>
                  </a:xfrm>
                  <a:custGeom>
                    <a:avLst/>
                    <a:gdLst>
                      <a:gd name="connsiteX0" fmla="*/ -1 w 520001"/>
                      <a:gd name="connsiteY0" fmla="*/ 0 h 30135"/>
                      <a:gd name="connsiteX1" fmla="*/ 520002 w 520001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20001" h="30135">
                        <a:moveTo>
                          <a:pt x="-1" y="0"/>
                        </a:moveTo>
                        <a:lnTo>
                          <a:pt x="52000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6" name="手繪多邊形: 圖案 95">
                    <a:extLst>
                      <a:ext uri="{FF2B5EF4-FFF2-40B4-BE49-F238E27FC236}">
                        <a16:creationId xmlns:a16="http://schemas.microsoft.com/office/drawing/2014/main" id="{3DF00860-B977-94E4-61ED-0A277423BF84}"/>
                      </a:ext>
                    </a:extLst>
                  </p:cNvPr>
                  <p:cNvSpPr/>
                  <p:nvPr/>
                </p:nvSpPr>
                <p:spPr>
                  <a:xfrm>
                    <a:off x="31983112" y="23497998"/>
                    <a:ext cx="455505" cy="599094"/>
                  </a:xfrm>
                  <a:custGeom>
                    <a:avLst/>
                    <a:gdLst>
                      <a:gd name="connsiteX0" fmla="*/ 455506 w 455505"/>
                      <a:gd name="connsiteY0" fmla="*/ 599094 h 599094"/>
                      <a:gd name="connsiteX1" fmla="*/ 135815 w 455505"/>
                      <a:gd name="connsiteY1" fmla="*/ 599094 h 599094"/>
                      <a:gd name="connsiteX2" fmla="*/ 0 w 455505"/>
                      <a:gd name="connsiteY2" fmla="*/ 467101 h 599094"/>
                      <a:gd name="connsiteX3" fmla="*/ 0 w 455505"/>
                      <a:gd name="connsiteY3" fmla="*/ 0 h 599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5505" h="599094">
                        <a:moveTo>
                          <a:pt x="455506" y="599094"/>
                        </a:moveTo>
                        <a:lnTo>
                          <a:pt x="135815" y="599094"/>
                        </a:lnTo>
                        <a:cubicBezTo>
                          <a:pt x="60776" y="599094"/>
                          <a:pt x="0" y="540029"/>
                          <a:pt x="0" y="467101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7" name="手繪多邊形: 圖案 96">
                    <a:extLst>
                      <a:ext uri="{FF2B5EF4-FFF2-40B4-BE49-F238E27FC236}">
                        <a16:creationId xmlns:a16="http://schemas.microsoft.com/office/drawing/2014/main" id="{87CDD5FB-A735-0FB7-7F3E-62768592DF15}"/>
                      </a:ext>
                    </a:extLst>
                  </p:cNvPr>
                  <p:cNvSpPr/>
                  <p:nvPr/>
                </p:nvSpPr>
                <p:spPr>
                  <a:xfrm>
                    <a:off x="32106213" y="23636320"/>
                    <a:ext cx="288993" cy="30135"/>
                  </a:xfrm>
                  <a:custGeom>
                    <a:avLst/>
                    <a:gdLst>
                      <a:gd name="connsiteX0" fmla="*/ 1 w 288993"/>
                      <a:gd name="connsiteY0" fmla="*/ 0 h 30135"/>
                      <a:gd name="connsiteX1" fmla="*/ 288992 w 28899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8993" h="30135">
                        <a:moveTo>
                          <a:pt x="1" y="0"/>
                        </a:moveTo>
                        <a:lnTo>
                          <a:pt x="28899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8" name="手繪多邊形: 圖案 97">
                    <a:extLst>
                      <a:ext uri="{FF2B5EF4-FFF2-40B4-BE49-F238E27FC236}">
                        <a16:creationId xmlns:a16="http://schemas.microsoft.com/office/drawing/2014/main" id="{0B7409EA-13A8-66AC-660F-161670EBE959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794532"/>
                    <a:ext cx="310698" cy="30135"/>
                  </a:xfrm>
                  <a:custGeom>
                    <a:avLst/>
                    <a:gdLst>
                      <a:gd name="connsiteX0" fmla="*/ 0 w 310698"/>
                      <a:gd name="connsiteY0" fmla="*/ 0 h 30135"/>
                      <a:gd name="connsiteX1" fmla="*/ 310698 w 310698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698" h="30135">
                        <a:moveTo>
                          <a:pt x="0" y="0"/>
                        </a:moveTo>
                        <a:lnTo>
                          <a:pt x="310698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9" name="手繪多邊形: 圖案 98">
                    <a:extLst>
                      <a:ext uri="{FF2B5EF4-FFF2-40B4-BE49-F238E27FC236}">
                        <a16:creationId xmlns:a16="http://schemas.microsoft.com/office/drawing/2014/main" id="{A4DB8350-9354-9E63-BE93-C77CCF357A2B}"/>
                      </a:ext>
                    </a:extLst>
                  </p:cNvPr>
                  <p:cNvSpPr/>
                  <p:nvPr/>
                </p:nvSpPr>
                <p:spPr>
                  <a:xfrm>
                    <a:off x="32575053" y="23497998"/>
                    <a:ext cx="407133" cy="174183"/>
                  </a:xfrm>
                  <a:custGeom>
                    <a:avLst/>
                    <a:gdLst>
                      <a:gd name="connsiteX0" fmla="*/ 407133 w 407133"/>
                      <a:gd name="connsiteY0" fmla="*/ 174183 h 174183"/>
                      <a:gd name="connsiteX1" fmla="*/ 400002 w 407133"/>
                      <a:gd name="connsiteY1" fmla="*/ 174183 h 174183"/>
                      <a:gd name="connsiteX2" fmla="*/ 332093 w 407133"/>
                      <a:gd name="connsiteY2" fmla="*/ 108187 h 174183"/>
                      <a:gd name="connsiteX3" fmla="*/ 332093 w 407133"/>
                      <a:gd name="connsiteY3" fmla="*/ 0 h 174183"/>
                      <a:gd name="connsiteX4" fmla="*/ 0 w 407133"/>
                      <a:gd name="connsiteY4" fmla="*/ 0 h 174183"/>
                      <a:gd name="connsiteX5" fmla="*/ 0 w 407133"/>
                      <a:gd name="connsiteY5" fmla="*/ 72627 h 174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7133" h="174183">
                        <a:moveTo>
                          <a:pt x="407133" y="174183"/>
                        </a:moveTo>
                        <a:lnTo>
                          <a:pt x="400002" y="174183"/>
                        </a:lnTo>
                        <a:cubicBezTo>
                          <a:pt x="362480" y="174183"/>
                          <a:pt x="332093" y="144650"/>
                          <a:pt x="332093" y="108187"/>
                        </a:cubicBezTo>
                        <a:lnTo>
                          <a:pt x="332093" y="0"/>
                        </a:lnTo>
                        <a:lnTo>
                          <a:pt x="0" y="0"/>
                        </a:lnTo>
                        <a:lnTo>
                          <a:pt x="0" y="72627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0" name="手繪多邊形: 圖案 99">
                    <a:extLst>
                      <a:ext uri="{FF2B5EF4-FFF2-40B4-BE49-F238E27FC236}">
                        <a16:creationId xmlns:a16="http://schemas.microsoft.com/office/drawing/2014/main" id="{1197568C-CF69-4492-B123-F27B822F0BD2}"/>
                      </a:ext>
                    </a:extLst>
                  </p:cNvPr>
                  <p:cNvSpPr/>
                  <p:nvPr/>
                </p:nvSpPr>
                <p:spPr>
                  <a:xfrm>
                    <a:off x="32286059" y="23893677"/>
                    <a:ext cx="99844" cy="99146"/>
                  </a:xfrm>
                  <a:custGeom>
                    <a:avLst/>
                    <a:gdLst>
                      <a:gd name="connsiteX0" fmla="*/ 0 w 99844"/>
                      <a:gd name="connsiteY0" fmla="*/ 0 h 99146"/>
                      <a:gd name="connsiteX1" fmla="*/ 0 w 99844"/>
                      <a:gd name="connsiteY1" fmla="*/ 33149 h 99146"/>
                      <a:gd name="connsiteX2" fmla="*/ 67907 w 99844"/>
                      <a:gd name="connsiteY2" fmla="*/ 99146 h 99146"/>
                      <a:gd name="connsiteX3" fmla="*/ 99844 w 99844"/>
                      <a:gd name="connsiteY3" fmla="*/ 99146 h 99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844" h="99146">
                        <a:moveTo>
                          <a:pt x="0" y="0"/>
                        </a:moveTo>
                        <a:lnTo>
                          <a:pt x="0" y="33149"/>
                        </a:lnTo>
                        <a:cubicBezTo>
                          <a:pt x="0" y="69614"/>
                          <a:pt x="30387" y="99146"/>
                          <a:pt x="67907" y="99146"/>
                        </a:cubicBezTo>
                        <a:lnTo>
                          <a:pt x="99844" y="99146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1" name="手繪多邊形: 圖案 100">
                    <a:extLst>
                      <a:ext uri="{FF2B5EF4-FFF2-40B4-BE49-F238E27FC236}">
                        <a16:creationId xmlns:a16="http://schemas.microsoft.com/office/drawing/2014/main" id="{FDFC9C1B-BB1E-9C3F-2DE6-B4E5962E7DCE}"/>
                      </a:ext>
                    </a:extLst>
                  </p:cNvPr>
                  <p:cNvSpPr/>
                  <p:nvPr/>
                </p:nvSpPr>
                <p:spPr>
                  <a:xfrm>
                    <a:off x="32550866" y="23794532"/>
                    <a:ext cx="398760" cy="302560"/>
                  </a:xfrm>
                  <a:custGeom>
                    <a:avLst/>
                    <a:gdLst>
                      <a:gd name="connsiteX0" fmla="*/ 398761 w 398760"/>
                      <a:gd name="connsiteY0" fmla="*/ 302560 h 302560"/>
                      <a:gd name="connsiteX1" fmla="*/ 23877 w 398760"/>
                      <a:gd name="connsiteY1" fmla="*/ 0 h 302560"/>
                      <a:gd name="connsiteX2" fmla="*/ 376126 w 398760"/>
                      <a:gd name="connsiteY2" fmla="*/ 0 h 302560"/>
                      <a:gd name="connsiteX3" fmla="*/ 0 w 398760"/>
                      <a:gd name="connsiteY3" fmla="*/ 302560 h 3025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8760" h="302560">
                        <a:moveTo>
                          <a:pt x="398761" y="302560"/>
                        </a:moveTo>
                        <a:cubicBezTo>
                          <a:pt x="227286" y="302560"/>
                          <a:pt x="28837" y="181717"/>
                          <a:pt x="23877" y="0"/>
                        </a:cubicBezTo>
                        <a:lnTo>
                          <a:pt x="376126" y="0"/>
                        </a:lnTo>
                        <a:cubicBezTo>
                          <a:pt x="371784" y="180512"/>
                          <a:pt x="164343" y="302560"/>
                          <a:pt x="0" y="302560"/>
                        </a:cubicBez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2" name="手繪多邊形: 圖案 101">
                    <a:extLst>
                      <a:ext uri="{FF2B5EF4-FFF2-40B4-BE49-F238E27FC236}">
                        <a16:creationId xmlns:a16="http://schemas.microsoft.com/office/drawing/2014/main" id="{A52614B0-0499-71F9-06DE-357DB93B2410}"/>
                      </a:ext>
                    </a:extLst>
                  </p:cNvPr>
                  <p:cNvSpPr/>
                  <p:nvPr/>
                </p:nvSpPr>
                <p:spPr>
                  <a:xfrm>
                    <a:off x="32117996" y="23636320"/>
                    <a:ext cx="146667" cy="356202"/>
                  </a:xfrm>
                  <a:custGeom>
                    <a:avLst/>
                    <a:gdLst>
                      <a:gd name="connsiteX0" fmla="*/ 146667 w 146667"/>
                      <a:gd name="connsiteY0" fmla="*/ 0 h 356202"/>
                      <a:gd name="connsiteX1" fmla="*/ 1 w 146667"/>
                      <a:gd name="connsiteY1" fmla="*/ 356203 h 3562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6667" h="356202">
                        <a:moveTo>
                          <a:pt x="146667" y="0"/>
                        </a:moveTo>
                        <a:lnTo>
                          <a:pt x="1" y="356203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3" name="手繪多邊形: 圖案 102">
                    <a:extLst>
                      <a:ext uri="{FF2B5EF4-FFF2-40B4-BE49-F238E27FC236}">
                        <a16:creationId xmlns:a16="http://schemas.microsoft.com/office/drawing/2014/main" id="{E83BBC90-068E-F0E9-222B-BE719F73A9A7}"/>
                      </a:ext>
                    </a:extLst>
                  </p:cNvPr>
                  <p:cNvSpPr/>
                  <p:nvPr/>
                </p:nvSpPr>
                <p:spPr>
                  <a:xfrm>
                    <a:off x="32532882" y="23570624"/>
                    <a:ext cx="41860" cy="101556"/>
                  </a:xfrm>
                  <a:custGeom>
                    <a:avLst/>
                    <a:gdLst>
                      <a:gd name="connsiteX0" fmla="*/ 41861 w 41860"/>
                      <a:gd name="connsiteY0" fmla="*/ 0 h 101556"/>
                      <a:gd name="connsiteX1" fmla="*/ -1 w 41860"/>
                      <a:gd name="connsiteY1" fmla="*/ 101557 h 101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860" h="101556">
                        <a:moveTo>
                          <a:pt x="41861" y="0"/>
                        </a:moveTo>
                        <a:lnTo>
                          <a:pt x="-1" y="101557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4" name="手繪多邊形: 圖案 103">
                    <a:extLst>
                      <a:ext uri="{FF2B5EF4-FFF2-40B4-BE49-F238E27FC236}">
                        <a16:creationId xmlns:a16="http://schemas.microsoft.com/office/drawing/2014/main" id="{1EE738D8-3C18-1A28-0F25-B402C12309C1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497998"/>
                    <a:ext cx="78449" cy="191059"/>
                  </a:xfrm>
                  <a:custGeom>
                    <a:avLst/>
                    <a:gdLst>
                      <a:gd name="connsiteX0" fmla="*/ 78449 w 78449"/>
                      <a:gd name="connsiteY0" fmla="*/ 0 h 191059"/>
                      <a:gd name="connsiteX1" fmla="*/ 0 w 78449"/>
                      <a:gd name="connsiteY1" fmla="*/ 191060 h 191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8449" h="191059">
                        <a:moveTo>
                          <a:pt x="78449" y="0"/>
                        </a:moveTo>
                        <a:lnTo>
                          <a:pt x="0" y="19106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528B1326-E203-B856-1491-C43156812E0C}"/>
                    </a:ext>
                  </a:extLst>
                </p:cNvPr>
                <p:cNvSpPr/>
                <p:nvPr/>
              </p:nvSpPr>
              <p:spPr>
                <a:xfrm>
                  <a:off x="31954585" y="24222155"/>
                  <a:ext cx="1018918" cy="30135"/>
                </a:xfrm>
                <a:custGeom>
                  <a:avLst/>
                  <a:gdLst>
                    <a:gd name="connsiteX0" fmla="*/ 0 w 1018918"/>
                    <a:gd name="connsiteY0" fmla="*/ 0 h 30135"/>
                    <a:gd name="connsiteX1" fmla="*/ 1018918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0" y="0"/>
                      </a:moveTo>
                      <a:lnTo>
                        <a:pt x="1018918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6" name="手繪多邊形: 圖案 105">
                  <a:extLst>
                    <a:ext uri="{FF2B5EF4-FFF2-40B4-BE49-F238E27FC236}">
                      <a16:creationId xmlns:a16="http://schemas.microsoft.com/office/drawing/2014/main" id="{F339F62D-000D-CE17-68F8-68606008E1D7}"/>
                    </a:ext>
                  </a:extLst>
                </p:cNvPr>
                <p:cNvSpPr/>
                <p:nvPr/>
              </p:nvSpPr>
              <p:spPr>
                <a:xfrm>
                  <a:off x="31989775" y="24360778"/>
                  <a:ext cx="949151" cy="457458"/>
                </a:xfrm>
                <a:custGeom>
                  <a:avLst/>
                  <a:gdLst>
                    <a:gd name="connsiteX0" fmla="*/ 948068 w 949151"/>
                    <a:gd name="connsiteY0" fmla="*/ 75942 h 457458"/>
                    <a:gd name="connsiteX1" fmla="*/ 905588 w 949151"/>
                    <a:gd name="connsiteY1" fmla="*/ 345354 h 457458"/>
                    <a:gd name="connsiteX2" fmla="*/ 771325 w 949151"/>
                    <a:gd name="connsiteY2" fmla="*/ 457458 h 457458"/>
                    <a:gd name="connsiteX3" fmla="*/ 177524 w 949151"/>
                    <a:gd name="connsiteY3" fmla="*/ 457458 h 457458"/>
                    <a:gd name="connsiteX4" fmla="*/ 43259 w 949151"/>
                    <a:gd name="connsiteY4" fmla="*/ 345354 h 457458"/>
                    <a:gd name="connsiteX5" fmla="*/ 778 w 949151"/>
                    <a:gd name="connsiteY5" fmla="*/ 75942 h 457458"/>
                    <a:gd name="connsiteX6" fmla="*/ 68067 w 949151"/>
                    <a:gd name="connsiteY6" fmla="*/ 0 h 457458"/>
                    <a:gd name="connsiteX7" fmla="*/ 881094 w 949151"/>
                    <a:gd name="connsiteY7" fmla="*/ 0 h 457458"/>
                    <a:gd name="connsiteX8" fmla="*/ 948379 w 949151"/>
                    <a:gd name="connsiteY8" fmla="*/ 75942 h 45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9151" h="457458">
                      <a:moveTo>
                        <a:pt x="948068" y="75942"/>
                      </a:moveTo>
                      <a:lnTo>
                        <a:pt x="905588" y="345354"/>
                      </a:lnTo>
                      <a:cubicBezTo>
                        <a:pt x="895356" y="409844"/>
                        <a:pt x="838303" y="457458"/>
                        <a:pt x="771325" y="457458"/>
                      </a:cubicBezTo>
                      <a:lnTo>
                        <a:pt x="177524" y="457458"/>
                      </a:lnTo>
                      <a:cubicBezTo>
                        <a:pt x="110548" y="457458"/>
                        <a:pt x="53492" y="409844"/>
                        <a:pt x="43259" y="345354"/>
                      </a:cubicBezTo>
                      <a:lnTo>
                        <a:pt x="778" y="75942"/>
                      </a:lnTo>
                      <a:cubicBezTo>
                        <a:pt x="-5423" y="35861"/>
                        <a:pt x="26205" y="0"/>
                        <a:pt x="68067" y="0"/>
                      </a:cubicBezTo>
                      <a:lnTo>
                        <a:pt x="881094" y="0"/>
                      </a:lnTo>
                      <a:cubicBezTo>
                        <a:pt x="922644" y="0"/>
                        <a:pt x="954583" y="36163"/>
                        <a:pt x="948379" y="75942"/>
                      </a:cubicBezTo>
                      <a:close/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7" name="手繪多邊形: 圖案 106">
                  <a:extLst>
                    <a:ext uri="{FF2B5EF4-FFF2-40B4-BE49-F238E27FC236}">
                      <a16:creationId xmlns:a16="http://schemas.microsoft.com/office/drawing/2014/main" id="{9B62B14D-AD90-C3EF-ADA9-646861C25AC7}"/>
                    </a:ext>
                  </a:extLst>
                </p:cNvPr>
                <p:cNvSpPr/>
                <p:nvPr/>
              </p:nvSpPr>
              <p:spPr>
                <a:xfrm>
                  <a:off x="32135051" y="24222155"/>
                  <a:ext cx="207132" cy="339325"/>
                </a:xfrm>
                <a:custGeom>
                  <a:avLst/>
                  <a:gdLst>
                    <a:gd name="connsiteX0" fmla="*/ 207132 w 207132"/>
                    <a:gd name="connsiteY0" fmla="*/ 0 h 339325"/>
                    <a:gd name="connsiteX1" fmla="*/ 207132 w 207132"/>
                    <a:gd name="connsiteY1" fmla="*/ 207333 h 339325"/>
                    <a:gd name="connsiteX2" fmla="*/ 71318 w 207132"/>
                    <a:gd name="connsiteY2" fmla="*/ 339326 h 339325"/>
                    <a:gd name="connsiteX3" fmla="*/ 0 w 207132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132" h="339325">
                      <a:moveTo>
                        <a:pt x="207132" y="0"/>
                      </a:moveTo>
                      <a:lnTo>
                        <a:pt x="207132" y="207333"/>
                      </a:lnTo>
                      <a:cubicBezTo>
                        <a:pt x="207132" y="280260"/>
                        <a:pt x="146356" y="339326"/>
                        <a:pt x="71318" y="339326"/>
                      </a:cubicBezTo>
                      <a:lnTo>
                        <a:pt x="0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8" name="手繪多邊形: 圖案 107">
                  <a:extLst>
                    <a:ext uri="{FF2B5EF4-FFF2-40B4-BE49-F238E27FC236}">
                      <a16:creationId xmlns:a16="http://schemas.microsoft.com/office/drawing/2014/main" id="{CA8E4D66-EDE7-2844-9872-925BBD1A7358}"/>
                    </a:ext>
                  </a:extLst>
                </p:cNvPr>
                <p:cNvSpPr/>
                <p:nvPr/>
              </p:nvSpPr>
              <p:spPr>
                <a:xfrm>
                  <a:off x="32586526" y="24222155"/>
                  <a:ext cx="196899" cy="339325"/>
                </a:xfrm>
                <a:custGeom>
                  <a:avLst/>
                  <a:gdLst>
                    <a:gd name="connsiteX0" fmla="*/ 0 w 196899"/>
                    <a:gd name="connsiteY0" fmla="*/ 0 h 339325"/>
                    <a:gd name="connsiteX1" fmla="*/ 0 w 196899"/>
                    <a:gd name="connsiteY1" fmla="*/ 207333 h 339325"/>
                    <a:gd name="connsiteX2" fmla="*/ 135815 w 196899"/>
                    <a:gd name="connsiteY2" fmla="*/ 339326 h 339325"/>
                    <a:gd name="connsiteX3" fmla="*/ 196899 w 196899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899" h="339325">
                      <a:moveTo>
                        <a:pt x="0" y="0"/>
                      </a:moveTo>
                      <a:lnTo>
                        <a:pt x="0" y="207333"/>
                      </a:lnTo>
                      <a:cubicBezTo>
                        <a:pt x="0" y="280260"/>
                        <a:pt x="60774" y="339326"/>
                        <a:pt x="135815" y="339326"/>
                      </a:cubicBezTo>
                      <a:lnTo>
                        <a:pt x="196899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9CBBC1AD-430F-041A-230D-52462CEFBCA8}"/>
                    </a:ext>
                  </a:extLst>
                </p:cNvPr>
                <p:cNvSpPr/>
                <p:nvPr/>
              </p:nvSpPr>
              <p:spPr>
                <a:xfrm>
                  <a:off x="32270865" y="24691064"/>
                  <a:ext cx="386357" cy="30135"/>
                </a:xfrm>
                <a:custGeom>
                  <a:avLst/>
                  <a:gdLst>
                    <a:gd name="connsiteX0" fmla="*/ 1 w 386357"/>
                    <a:gd name="connsiteY0" fmla="*/ 0 h 30135"/>
                    <a:gd name="connsiteX1" fmla="*/ 386359 w 38635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6357" h="30135">
                      <a:moveTo>
                        <a:pt x="1" y="0"/>
                      </a:moveTo>
                      <a:lnTo>
                        <a:pt x="38635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0" name="圖形 17">
                <a:extLst>
                  <a:ext uri="{FF2B5EF4-FFF2-40B4-BE49-F238E27FC236}">
                    <a16:creationId xmlns:a16="http://schemas.microsoft.com/office/drawing/2014/main" id="{140BB43D-1863-A820-CE10-3A99AE9FA88D}"/>
                  </a:ext>
                </a:extLst>
              </p:cNvPr>
              <p:cNvGrpSpPr/>
              <p:nvPr/>
            </p:nvGrpSpPr>
            <p:grpSpPr>
              <a:xfrm>
                <a:off x="28479844" y="23497998"/>
                <a:ext cx="6383368" cy="23409661"/>
                <a:chOff x="28479844" y="23497998"/>
                <a:chExt cx="6383368" cy="23409661"/>
              </a:xfrm>
              <a:noFill/>
            </p:grpSpPr>
            <p:sp>
              <p:nvSpPr>
                <p:cNvPr id="111" name="手繪多邊形: 圖案 110">
                  <a:extLst>
                    <a:ext uri="{FF2B5EF4-FFF2-40B4-BE49-F238E27FC236}">
                      <a16:creationId xmlns:a16="http://schemas.microsoft.com/office/drawing/2014/main" id="{EFB8D6DB-49C7-5A93-C302-EBD8B82CE7EB}"/>
                    </a:ext>
                  </a:extLst>
                </p:cNvPr>
                <p:cNvSpPr/>
                <p:nvPr/>
              </p:nvSpPr>
              <p:spPr>
                <a:xfrm>
                  <a:off x="28965427" y="23752040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2" name="手繪多邊形: 圖案 111">
                  <a:extLst>
                    <a:ext uri="{FF2B5EF4-FFF2-40B4-BE49-F238E27FC236}">
                      <a16:creationId xmlns:a16="http://schemas.microsoft.com/office/drawing/2014/main" id="{D6D7B68F-1880-CB11-817D-638B1DFC27B1}"/>
                    </a:ext>
                  </a:extLst>
                </p:cNvPr>
                <p:cNvSpPr/>
                <p:nvPr/>
              </p:nvSpPr>
              <p:spPr>
                <a:xfrm>
                  <a:off x="28965427" y="24691064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3" name="手繪多邊形: 圖案 112">
                  <a:extLst>
                    <a:ext uri="{FF2B5EF4-FFF2-40B4-BE49-F238E27FC236}">
                      <a16:creationId xmlns:a16="http://schemas.microsoft.com/office/drawing/2014/main" id="{C2169736-09E4-9D8E-752E-6A691B9894C7}"/>
                    </a:ext>
                  </a:extLst>
                </p:cNvPr>
                <p:cNvSpPr/>
                <p:nvPr/>
              </p:nvSpPr>
              <p:spPr>
                <a:xfrm>
                  <a:off x="28729147" y="24091065"/>
                  <a:ext cx="31007" cy="727472"/>
                </a:xfrm>
                <a:custGeom>
                  <a:avLst/>
                  <a:gdLst>
                    <a:gd name="connsiteX0" fmla="*/ 0 w 31007"/>
                    <a:gd name="connsiteY0" fmla="*/ 727472 h 727472"/>
                    <a:gd name="connsiteX1" fmla="*/ 0 w 31007"/>
                    <a:gd name="connsiteY1" fmla="*/ 0 h 727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727472">
                      <a:moveTo>
                        <a:pt x="0" y="727472"/>
                      </a:moveTo>
                      <a:lnTo>
                        <a:pt x="0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4" name="手繪多邊形: 圖案 113">
                  <a:extLst>
                    <a:ext uri="{FF2B5EF4-FFF2-40B4-BE49-F238E27FC236}">
                      <a16:creationId xmlns:a16="http://schemas.microsoft.com/office/drawing/2014/main" id="{89C8B150-FAB3-61A1-981A-B1232CC956CE}"/>
                    </a:ext>
                  </a:extLst>
                </p:cNvPr>
                <p:cNvSpPr/>
                <p:nvPr/>
              </p:nvSpPr>
              <p:spPr>
                <a:xfrm>
                  <a:off x="28479844" y="23497998"/>
                  <a:ext cx="380775" cy="575889"/>
                </a:xfrm>
                <a:custGeom>
                  <a:avLst/>
                  <a:gdLst>
                    <a:gd name="connsiteX0" fmla="*/ 380776 w 380775"/>
                    <a:gd name="connsiteY0" fmla="*/ 0 h 575889"/>
                    <a:gd name="connsiteX1" fmla="*/ 0 w 380775"/>
                    <a:gd name="connsiteY1" fmla="*/ 575890 h 57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0775" h="575889">
                      <a:moveTo>
                        <a:pt x="380776" y="0"/>
                      </a:moveTo>
                      <a:cubicBezTo>
                        <a:pt x="380776" y="0"/>
                        <a:pt x="344187" y="396282"/>
                        <a:pt x="0" y="575890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5" name="圖形 17">
                <a:extLst>
                  <a:ext uri="{FF2B5EF4-FFF2-40B4-BE49-F238E27FC236}">
                    <a16:creationId xmlns:a16="http://schemas.microsoft.com/office/drawing/2014/main" id="{EDB83597-1F7D-A4FB-C913-062418B6FC5C}"/>
                  </a:ext>
                </a:extLst>
              </p:cNvPr>
              <p:cNvGrpSpPr/>
              <p:nvPr/>
            </p:nvGrpSpPr>
            <p:grpSpPr>
              <a:xfrm>
                <a:off x="26829295" y="23507942"/>
                <a:ext cx="6095836" cy="23233362"/>
                <a:chOff x="26829295" y="23507942"/>
                <a:chExt cx="6095836" cy="23233362"/>
              </a:xfrm>
              <a:noFill/>
            </p:grpSpPr>
            <p:sp>
              <p:nvSpPr>
                <p:cNvPr id="116" name="手繪多邊形: 圖案 115">
                  <a:extLst>
                    <a:ext uri="{FF2B5EF4-FFF2-40B4-BE49-F238E27FC236}">
                      <a16:creationId xmlns:a16="http://schemas.microsoft.com/office/drawing/2014/main" id="{E0ED7022-C57B-BC03-7C51-13349D2E48AA}"/>
                    </a:ext>
                  </a:extLst>
                </p:cNvPr>
                <p:cNvSpPr/>
                <p:nvPr/>
              </p:nvSpPr>
              <p:spPr>
                <a:xfrm>
                  <a:off x="26829296" y="23629991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7" name="手繪多邊形: 圖案 116">
                  <a:extLst>
                    <a:ext uri="{FF2B5EF4-FFF2-40B4-BE49-F238E27FC236}">
                      <a16:creationId xmlns:a16="http://schemas.microsoft.com/office/drawing/2014/main" id="{676BEC8C-5737-A050-2F2E-0A58642D85FC}"/>
                    </a:ext>
                  </a:extLst>
                </p:cNvPr>
                <p:cNvSpPr/>
                <p:nvPr/>
              </p:nvSpPr>
              <p:spPr>
                <a:xfrm>
                  <a:off x="26829296" y="24006083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8" name="手繪多邊形: 圖案 117">
                  <a:extLst>
                    <a:ext uri="{FF2B5EF4-FFF2-40B4-BE49-F238E27FC236}">
                      <a16:creationId xmlns:a16="http://schemas.microsoft.com/office/drawing/2014/main" id="{13F6F6E4-31EB-652E-972F-15068182D16A}"/>
                    </a:ext>
                  </a:extLst>
                </p:cNvPr>
                <p:cNvSpPr/>
                <p:nvPr/>
              </p:nvSpPr>
              <p:spPr>
                <a:xfrm>
                  <a:off x="27094103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9" name="手繪多邊形: 圖案 118">
                  <a:extLst>
                    <a:ext uri="{FF2B5EF4-FFF2-40B4-BE49-F238E27FC236}">
                      <a16:creationId xmlns:a16="http://schemas.microsoft.com/office/drawing/2014/main" id="{EC0ACC0A-ECF9-FA6D-75C0-72A3C718BBE4}"/>
                    </a:ext>
                  </a:extLst>
                </p:cNvPr>
                <p:cNvSpPr/>
                <p:nvPr/>
              </p:nvSpPr>
              <p:spPr>
                <a:xfrm>
                  <a:off x="27601701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0" name="手繪多邊形: 圖案 119">
                  <a:extLst>
                    <a:ext uri="{FF2B5EF4-FFF2-40B4-BE49-F238E27FC236}">
                      <a16:creationId xmlns:a16="http://schemas.microsoft.com/office/drawing/2014/main" id="{02B709A2-554D-D608-C9AD-0EA42E9EED32}"/>
                    </a:ext>
                  </a:extLst>
                </p:cNvPr>
                <p:cNvSpPr/>
                <p:nvPr/>
              </p:nvSpPr>
              <p:spPr>
                <a:xfrm>
                  <a:off x="27442321" y="24214320"/>
                  <a:ext cx="315040" cy="604217"/>
                </a:xfrm>
                <a:custGeom>
                  <a:avLst/>
                  <a:gdLst>
                    <a:gd name="connsiteX0" fmla="*/ 0 w 315040"/>
                    <a:gd name="connsiteY0" fmla="*/ 0 h 604217"/>
                    <a:gd name="connsiteX1" fmla="*/ 111319 w 315040"/>
                    <a:gd name="connsiteY1" fmla="*/ 0 h 604217"/>
                    <a:gd name="connsiteX2" fmla="*/ 315041 w 315040"/>
                    <a:gd name="connsiteY2" fmla="*/ 197991 h 604217"/>
                    <a:gd name="connsiteX3" fmla="*/ 315041 w 315040"/>
                    <a:gd name="connsiteY3" fmla="*/ 472225 h 604217"/>
                    <a:gd name="connsiteX4" fmla="*/ 179226 w 315040"/>
                    <a:gd name="connsiteY4" fmla="*/ 604218 h 604217"/>
                    <a:gd name="connsiteX5" fmla="*/ 91784 w 315040"/>
                    <a:gd name="connsiteY5" fmla="*/ 604218 h 604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5040" h="604217">
                      <a:moveTo>
                        <a:pt x="0" y="0"/>
                      </a:moveTo>
                      <a:lnTo>
                        <a:pt x="111319" y="0"/>
                      </a:lnTo>
                      <a:cubicBezTo>
                        <a:pt x="223878" y="0"/>
                        <a:pt x="315041" y="88599"/>
                        <a:pt x="315041" y="197991"/>
                      </a:cubicBezTo>
                      <a:lnTo>
                        <a:pt x="315041" y="472225"/>
                      </a:lnTo>
                      <a:cubicBezTo>
                        <a:pt x="315041" y="545152"/>
                        <a:pt x="254265" y="604218"/>
                        <a:pt x="179226" y="604218"/>
                      </a:cubicBezTo>
                      <a:lnTo>
                        <a:pt x="91784" y="604218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1" name="手繪多邊形: 圖案 120">
                  <a:extLst>
                    <a:ext uri="{FF2B5EF4-FFF2-40B4-BE49-F238E27FC236}">
                      <a16:creationId xmlns:a16="http://schemas.microsoft.com/office/drawing/2014/main" id="{DB73CF3F-6EFC-0A05-45B5-E3B4488FB31F}"/>
                    </a:ext>
                  </a:extLst>
                </p:cNvPr>
                <p:cNvSpPr/>
                <p:nvPr/>
              </p:nvSpPr>
              <p:spPr>
                <a:xfrm>
                  <a:off x="26829295" y="23866555"/>
                  <a:ext cx="509479" cy="951982"/>
                </a:xfrm>
                <a:custGeom>
                  <a:avLst/>
                  <a:gdLst>
                    <a:gd name="connsiteX0" fmla="*/ 509461 w 509479"/>
                    <a:gd name="connsiteY0" fmla="*/ 0 h 951982"/>
                    <a:gd name="connsiteX1" fmla="*/ 0 w 509479"/>
                    <a:gd name="connsiteY1" fmla="*/ 951982 h 951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9479" h="951982">
                      <a:moveTo>
                        <a:pt x="509461" y="0"/>
                      </a:moveTo>
                      <a:cubicBezTo>
                        <a:pt x="509461" y="0"/>
                        <a:pt x="520623" y="571371"/>
                        <a:pt x="0" y="95198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22" name="圖形 17">
                <a:extLst>
                  <a:ext uri="{FF2B5EF4-FFF2-40B4-BE49-F238E27FC236}">
                    <a16:creationId xmlns:a16="http://schemas.microsoft.com/office/drawing/2014/main" id="{5F31D494-7043-097B-77B5-07CC0E4ABFC0}"/>
                  </a:ext>
                </a:extLst>
              </p:cNvPr>
              <p:cNvGrpSpPr/>
              <p:nvPr/>
            </p:nvGrpSpPr>
            <p:grpSpPr>
              <a:xfrm>
                <a:off x="30226207" y="23497998"/>
                <a:ext cx="6097684" cy="23409661"/>
                <a:chOff x="30226207" y="23497998"/>
                <a:chExt cx="6097684" cy="23409661"/>
              </a:xfrm>
              <a:noFill/>
            </p:grpSpPr>
            <p:sp>
              <p:nvSpPr>
                <p:cNvPr id="123" name="手繪多邊形: 圖案 122">
                  <a:extLst>
                    <a:ext uri="{FF2B5EF4-FFF2-40B4-BE49-F238E27FC236}">
                      <a16:creationId xmlns:a16="http://schemas.microsoft.com/office/drawing/2014/main" id="{6834AC36-68C9-F776-9A68-8C72D19FE243}"/>
                    </a:ext>
                  </a:extLst>
                </p:cNvPr>
                <p:cNvSpPr/>
                <p:nvPr/>
              </p:nvSpPr>
              <p:spPr>
                <a:xfrm>
                  <a:off x="30226207" y="24091065"/>
                  <a:ext cx="1019228" cy="30135"/>
                </a:xfrm>
                <a:custGeom>
                  <a:avLst/>
                  <a:gdLst>
                    <a:gd name="connsiteX0" fmla="*/ 1 w 1019228"/>
                    <a:gd name="connsiteY0" fmla="*/ 0 h 30135"/>
                    <a:gd name="connsiteX1" fmla="*/ 1019229 w 101922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9228" h="30135">
                      <a:moveTo>
                        <a:pt x="1" y="0"/>
                      </a:moveTo>
                      <a:lnTo>
                        <a:pt x="101922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4" name="手繪多邊形: 圖案 123">
                  <a:extLst>
                    <a:ext uri="{FF2B5EF4-FFF2-40B4-BE49-F238E27FC236}">
                      <a16:creationId xmlns:a16="http://schemas.microsoft.com/office/drawing/2014/main" id="{1E79E57C-13B5-9303-0369-577043759423}"/>
                    </a:ext>
                  </a:extLst>
                </p:cNvPr>
                <p:cNvSpPr/>
                <p:nvPr/>
              </p:nvSpPr>
              <p:spPr>
                <a:xfrm>
                  <a:off x="30322021" y="23497998"/>
                  <a:ext cx="923414" cy="593067"/>
                </a:xfrm>
                <a:custGeom>
                  <a:avLst/>
                  <a:gdLst>
                    <a:gd name="connsiteX0" fmla="*/ 923415 w 923414"/>
                    <a:gd name="connsiteY0" fmla="*/ 0 h 593067"/>
                    <a:gd name="connsiteX1" fmla="*/ 271629 w 923414"/>
                    <a:gd name="connsiteY1" fmla="*/ 0 h 593067"/>
                    <a:gd name="connsiteX2" fmla="*/ 0 w 923414"/>
                    <a:gd name="connsiteY2" fmla="*/ 263987 h 593067"/>
                    <a:gd name="connsiteX3" fmla="*/ 0 w 923414"/>
                    <a:gd name="connsiteY3" fmla="*/ 593067 h 593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3414" h="593067">
                      <a:moveTo>
                        <a:pt x="923415" y="0"/>
                      </a:moveTo>
                      <a:lnTo>
                        <a:pt x="271629" y="0"/>
                      </a:lnTo>
                      <a:cubicBezTo>
                        <a:pt x="121552" y="0"/>
                        <a:pt x="0" y="118131"/>
                        <a:pt x="0" y="263987"/>
                      </a:cubicBezTo>
                      <a:lnTo>
                        <a:pt x="0" y="59306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5" name="手繪多邊形: 圖案 124">
                  <a:extLst>
                    <a:ext uri="{FF2B5EF4-FFF2-40B4-BE49-F238E27FC236}">
                      <a16:creationId xmlns:a16="http://schemas.microsoft.com/office/drawing/2014/main" id="{739B099D-F6F9-A619-D6BE-412A61DD8087}"/>
                    </a:ext>
                  </a:extLst>
                </p:cNvPr>
                <p:cNvSpPr/>
                <p:nvPr/>
              </p:nvSpPr>
              <p:spPr>
                <a:xfrm>
                  <a:off x="30903418" y="23636320"/>
                  <a:ext cx="229148" cy="1182217"/>
                </a:xfrm>
                <a:custGeom>
                  <a:avLst/>
                  <a:gdLst>
                    <a:gd name="connsiteX0" fmla="*/ 229149 w 229148"/>
                    <a:gd name="connsiteY0" fmla="*/ 0 h 1182217"/>
                    <a:gd name="connsiteX1" fmla="*/ 229149 w 229148"/>
                    <a:gd name="connsiteY1" fmla="*/ 1050224 h 1182217"/>
                    <a:gd name="connsiteX2" fmla="*/ 93334 w 229148"/>
                    <a:gd name="connsiteY2" fmla="*/ 1182217 h 1182217"/>
                    <a:gd name="connsiteX3" fmla="*/ 0 w 229148"/>
                    <a:gd name="connsiteY3" fmla="*/ 1182217 h 1182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9148" h="1182217">
                      <a:moveTo>
                        <a:pt x="229149" y="0"/>
                      </a:moveTo>
                      <a:lnTo>
                        <a:pt x="229149" y="1050224"/>
                      </a:lnTo>
                      <a:cubicBezTo>
                        <a:pt x="229149" y="1123152"/>
                        <a:pt x="168372" y="1182217"/>
                        <a:pt x="93334" y="1182217"/>
                      </a:cubicBezTo>
                      <a:lnTo>
                        <a:pt x="0" y="118221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6" name="手繪多邊形: 圖案 125">
                  <a:extLst>
                    <a:ext uri="{FF2B5EF4-FFF2-40B4-BE49-F238E27FC236}">
                      <a16:creationId xmlns:a16="http://schemas.microsoft.com/office/drawing/2014/main" id="{41798F49-35CC-50CE-3C6D-6EC17FEB6118}"/>
                    </a:ext>
                  </a:extLst>
                </p:cNvPr>
                <p:cNvSpPr/>
                <p:nvPr/>
              </p:nvSpPr>
              <p:spPr>
                <a:xfrm>
                  <a:off x="30226207" y="24091066"/>
                  <a:ext cx="677210" cy="727471"/>
                </a:xfrm>
                <a:custGeom>
                  <a:avLst/>
                  <a:gdLst>
                    <a:gd name="connsiteX0" fmla="*/ 677211 w 677210"/>
                    <a:gd name="connsiteY0" fmla="*/ 0 h 727471"/>
                    <a:gd name="connsiteX1" fmla="*/ 0 w 677210"/>
                    <a:gd name="connsiteY1" fmla="*/ 727472 h 727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7210" h="727471">
                      <a:moveTo>
                        <a:pt x="677211" y="0"/>
                      </a:moveTo>
                      <a:cubicBezTo>
                        <a:pt x="677211" y="0"/>
                        <a:pt x="582016" y="599999"/>
                        <a:pt x="0" y="72747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  <p:grpSp>
          <p:nvGrpSpPr>
            <p:cNvPr id="127" name="圖形 17">
              <a:extLst>
                <a:ext uri="{FF2B5EF4-FFF2-40B4-BE49-F238E27FC236}">
                  <a16:creationId xmlns:a16="http://schemas.microsoft.com/office/drawing/2014/main" id="{6BD8A8AC-55B8-2033-A879-FBF986A624DA}"/>
                </a:ext>
              </a:extLst>
            </p:cNvPr>
            <p:cNvGrpSpPr/>
            <p:nvPr/>
          </p:nvGrpSpPr>
          <p:grpSpPr>
            <a:xfrm>
              <a:off x="28587280" y="19847241"/>
              <a:ext cx="15776206" cy="34099893"/>
              <a:chOff x="28587280" y="19847241"/>
              <a:chExt cx="15776206" cy="34099893"/>
            </a:xfrm>
          </p:grpSpPr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0C433615-F4F9-FF98-A18C-38734254D8F9}"/>
                  </a:ext>
                </a:extLst>
              </p:cNvPr>
              <p:cNvSpPr/>
              <p:nvPr/>
            </p:nvSpPr>
            <p:spPr>
              <a:xfrm>
                <a:off x="28587280" y="19847241"/>
                <a:ext cx="2636993" cy="1923575"/>
              </a:xfrm>
              <a:custGeom>
                <a:avLst/>
                <a:gdLst>
                  <a:gd name="connsiteX0" fmla="*/ 1606988 w 2636993"/>
                  <a:gd name="connsiteY0" fmla="*/ 1905908 h 1923575"/>
                  <a:gd name="connsiteX1" fmla="*/ 2437070 w 2636993"/>
                  <a:gd name="connsiteY1" fmla="*/ 1381851 h 1923575"/>
                  <a:gd name="connsiteX2" fmla="*/ 2621567 w 2636993"/>
                  <a:gd name="connsiteY2" fmla="*/ 390692 h 1923575"/>
                  <a:gd name="connsiteX3" fmla="*/ 1926061 w 2636993"/>
                  <a:gd name="connsiteY3" fmla="*/ 18820 h 1923575"/>
                  <a:gd name="connsiteX4" fmla="*/ 723885 w 2636993"/>
                  <a:gd name="connsiteY4" fmla="*/ 18820 h 1923575"/>
                  <a:gd name="connsiteX5" fmla="*/ 13494 w 2636993"/>
                  <a:gd name="connsiteY5" fmla="*/ 390692 h 1923575"/>
                  <a:gd name="connsiteX6" fmla="*/ 215355 w 2636993"/>
                  <a:gd name="connsiteY6" fmla="*/ 1381851 h 1923575"/>
                  <a:gd name="connsiteX7" fmla="*/ 1083265 w 2636993"/>
                  <a:gd name="connsiteY7" fmla="*/ 1905908 h 1923575"/>
                  <a:gd name="connsiteX8" fmla="*/ 1607299 w 2636993"/>
                  <a:gd name="connsiteY8" fmla="*/ 1905908 h 1923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6993" h="1923575">
                    <a:moveTo>
                      <a:pt x="1606988" y="1905908"/>
                    </a:moveTo>
                    <a:cubicBezTo>
                      <a:pt x="2092262" y="2016204"/>
                      <a:pt x="2354588" y="1581951"/>
                      <a:pt x="2437070" y="1381851"/>
                    </a:cubicBezTo>
                    <a:cubicBezTo>
                      <a:pt x="2572574" y="1053072"/>
                      <a:pt x="2677691" y="619121"/>
                      <a:pt x="2621567" y="390692"/>
                    </a:cubicBezTo>
                    <a:cubicBezTo>
                      <a:pt x="2546837" y="86625"/>
                      <a:pt x="2271487" y="-53807"/>
                      <a:pt x="1926061" y="18820"/>
                    </a:cubicBezTo>
                    <a:cubicBezTo>
                      <a:pt x="1163266" y="179443"/>
                      <a:pt x="1204817" y="111035"/>
                      <a:pt x="723885" y="18820"/>
                    </a:cubicBezTo>
                    <a:cubicBezTo>
                      <a:pt x="270861" y="-67971"/>
                      <a:pt x="68379" y="161663"/>
                      <a:pt x="13494" y="390692"/>
                    </a:cubicBezTo>
                    <a:cubicBezTo>
                      <a:pt x="-41389" y="619422"/>
                      <a:pt x="80162" y="1113946"/>
                      <a:pt x="215355" y="1381851"/>
                    </a:cubicBezTo>
                    <a:cubicBezTo>
                      <a:pt x="329775" y="1608772"/>
                      <a:pt x="593962" y="2002041"/>
                      <a:pt x="1083265" y="1905908"/>
                    </a:cubicBezTo>
                    <a:cubicBezTo>
                      <a:pt x="1209467" y="1881198"/>
                      <a:pt x="1384352" y="1855281"/>
                      <a:pt x="1607299" y="1905908"/>
                    </a:cubicBezTo>
                    <a:close/>
                  </a:path>
                </a:pathLst>
              </a:custGeom>
              <a:solidFill>
                <a:srgbClr val="9E7253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4E37079C-B665-1C6B-679B-2DF350D43894}"/>
                  </a:ext>
                </a:extLst>
              </p:cNvPr>
              <p:cNvSpPr/>
              <p:nvPr/>
            </p:nvSpPr>
            <p:spPr>
              <a:xfrm>
                <a:off x="28933346" y="20156143"/>
                <a:ext cx="244175" cy="236283"/>
              </a:xfrm>
              <a:custGeom>
                <a:avLst/>
                <a:gdLst>
                  <a:gd name="connsiteX0" fmla="*/ 146190 w 244175"/>
                  <a:gd name="connsiteY0" fmla="*/ 2835 h 236283"/>
                  <a:gd name="connsiteX1" fmla="*/ 105259 w 244175"/>
                  <a:gd name="connsiteY1" fmla="*/ 2835 h 236283"/>
                  <a:gd name="connsiteX2" fmla="*/ 67120 w 244175"/>
                  <a:gd name="connsiteY2" fmla="*/ 2835 h 236283"/>
                  <a:gd name="connsiteX3" fmla="*/ 763 w 244175"/>
                  <a:gd name="connsiteY3" fmla="*/ 173704 h 236283"/>
                  <a:gd name="connsiteX4" fmla="*/ 244176 w 244175"/>
                  <a:gd name="connsiteY4" fmla="*/ 173704 h 236283"/>
                  <a:gd name="connsiteX5" fmla="*/ 190222 w 244175"/>
                  <a:gd name="connsiteY5" fmla="*/ 11876 h 236283"/>
                  <a:gd name="connsiteX6" fmla="*/ 146190 w 244175"/>
                  <a:gd name="connsiteY6" fmla="*/ 2835 h 236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175" h="236283">
                    <a:moveTo>
                      <a:pt x="146190" y="2835"/>
                    </a:moveTo>
                    <a:cubicBezTo>
                      <a:pt x="128825" y="7657"/>
                      <a:pt x="122315" y="8862"/>
                      <a:pt x="105259" y="2835"/>
                    </a:cubicBezTo>
                    <a:cubicBezTo>
                      <a:pt x="93786" y="-1384"/>
                      <a:pt x="78282" y="-480"/>
                      <a:pt x="67120" y="2835"/>
                    </a:cubicBezTo>
                    <a:cubicBezTo>
                      <a:pt x="30531" y="13985"/>
                      <a:pt x="-5748" y="84201"/>
                      <a:pt x="763" y="173704"/>
                    </a:cubicBezTo>
                    <a:cubicBezTo>
                      <a:pt x="7275" y="263207"/>
                      <a:pt x="244486" y="250851"/>
                      <a:pt x="244176" y="173704"/>
                    </a:cubicBezTo>
                    <a:cubicBezTo>
                      <a:pt x="244176" y="112227"/>
                      <a:pt x="221230" y="33272"/>
                      <a:pt x="190222" y="11876"/>
                    </a:cubicBezTo>
                    <a:cubicBezTo>
                      <a:pt x="176889" y="2534"/>
                      <a:pt x="166966" y="-3192"/>
                      <a:pt x="146190" y="2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130" name="圖形 17">
              <a:extLst>
                <a:ext uri="{FF2B5EF4-FFF2-40B4-BE49-F238E27FC236}">
                  <a16:creationId xmlns:a16="http://schemas.microsoft.com/office/drawing/2014/main" id="{527827DB-196D-2D95-A071-8A197C98EC7A}"/>
                </a:ext>
              </a:extLst>
            </p:cNvPr>
            <p:cNvGrpSpPr/>
            <p:nvPr/>
          </p:nvGrpSpPr>
          <p:grpSpPr>
            <a:xfrm>
              <a:off x="26389604" y="22537879"/>
              <a:ext cx="42069763" cy="5427707"/>
              <a:chOff x="26389604" y="22537879"/>
              <a:chExt cx="42069763" cy="5427707"/>
            </a:xfrm>
            <a:solidFill>
              <a:srgbClr val="714F38"/>
            </a:solidFill>
          </p:grpSpPr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D10BBEAD-1CE6-7478-D098-684D804E6E25}"/>
                  </a:ext>
                </a:extLst>
              </p:cNvPr>
              <p:cNvSpPr/>
              <p:nvPr/>
            </p:nvSpPr>
            <p:spPr>
              <a:xfrm>
                <a:off x="26389604" y="22540591"/>
                <a:ext cx="158141" cy="299547"/>
              </a:xfrm>
              <a:custGeom>
                <a:avLst/>
                <a:gdLst>
                  <a:gd name="connsiteX0" fmla="*/ 150079 w 158141"/>
                  <a:gd name="connsiteY0" fmla="*/ 603 h 299547"/>
                  <a:gd name="connsiteX1" fmla="*/ 158141 w 158141"/>
                  <a:gd name="connsiteY1" fmla="*/ 8438 h 299547"/>
                  <a:gd name="connsiteX2" fmla="*/ 158141 w 158141"/>
                  <a:gd name="connsiteY2" fmla="*/ 26821 h 299547"/>
                  <a:gd name="connsiteX3" fmla="*/ 150079 w 158141"/>
                  <a:gd name="connsiteY3" fmla="*/ 34656 h 299547"/>
                  <a:gd name="connsiteX4" fmla="*/ 68218 w 158141"/>
                  <a:gd name="connsiteY4" fmla="*/ 34656 h 299547"/>
                  <a:gd name="connsiteX5" fmla="*/ 41241 w 158141"/>
                  <a:gd name="connsiteY5" fmla="*/ 60874 h 299547"/>
                  <a:gd name="connsiteX6" fmla="*/ 41241 w 158141"/>
                  <a:gd name="connsiteY6" fmla="*/ 127172 h 299547"/>
                  <a:gd name="connsiteX7" fmla="*/ 142637 w 158141"/>
                  <a:gd name="connsiteY7" fmla="*/ 127172 h 299547"/>
                  <a:gd name="connsiteX8" fmla="*/ 150700 w 158141"/>
                  <a:gd name="connsiteY8" fmla="*/ 135008 h 299547"/>
                  <a:gd name="connsiteX9" fmla="*/ 150700 w 158141"/>
                  <a:gd name="connsiteY9" fmla="*/ 153993 h 299547"/>
                  <a:gd name="connsiteX10" fmla="*/ 142637 w 158141"/>
                  <a:gd name="connsiteY10" fmla="*/ 161828 h 299547"/>
                  <a:gd name="connsiteX11" fmla="*/ 41241 w 158141"/>
                  <a:gd name="connsiteY11" fmla="*/ 161828 h 299547"/>
                  <a:gd name="connsiteX12" fmla="*/ 41241 w 158141"/>
                  <a:gd name="connsiteY12" fmla="*/ 291110 h 299547"/>
                  <a:gd name="connsiteX13" fmla="*/ 33489 w 158141"/>
                  <a:gd name="connsiteY13" fmla="*/ 299547 h 299547"/>
                  <a:gd name="connsiteX14" fmla="*/ 7752 w 158141"/>
                  <a:gd name="connsiteY14" fmla="*/ 299547 h 299547"/>
                  <a:gd name="connsiteX15" fmla="*/ 0 w 158141"/>
                  <a:gd name="connsiteY15" fmla="*/ 291110 h 299547"/>
                  <a:gd name="connsiteX16" fmla="*/ 0 w 158141"/>
                  <a:gd name="connsiteY16" fmla="*/ 59970 h 299547"/>
                  <a:gd name="connsiteX17" fmla="*/ 61707 w 158141"/>
                  <a:gd name="connsiteY17" fmla="*/ 0 h 299547"/>
                  <a:gd name="connsiteX18" fmla="*/ 150079 w 158141"/>
                  <a:gd name="connsiteY18" fmla="*/ 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8141" h="299547">
                    <a:moveTo>
                      <a:pt x="150079" y="603"/>
                    </a:moveTo>
                    <a:cubicBezTo>
                      <a:pt x="155660" y="603"/>
                      <a:pt x="158141" y="2712"/>
                      <a:pt x="158141" y="8438"/>
                    </a:cubicBezTo>
                    <a:lnTo>
                      <a:pt x="158141" y="26821"/>
                    </a:lnTo>
                    <a:cubicBezTo>
                      <a:pt x="158141" y="32547"/>
                      <a:pt x="155350" y="34656"/>
                      <a:pt x="150079" y="34656"/>
                    </a:cubicBezTo>
                    <a:lnTo>
                      <a:pt x="68218" y="34656"/>
                    </a:lnTo>
                    <a:cubicBezTo>
                      <a:pt x="53335" y="34656"/>
                      <a:pt x="41241" y="46409"/>
                      <a:pt x="41241" y="60874"/>
                    </a:cubicBezTo>
                    <a:lnTo>
                      <a:pt x="41241" y="127172"/>
                    </a:lnTo>
                    <a:lnTo>
                      <a:pt x="142637" y="127172"/>
                    </a:lnTo>
                    <a:cubicBezTo>
                      <a:pt x="148529" y="127172"/>
                      <a:pt x="150700" y="129282"/>
                      <a:pt x="150700" y="135008"/>
                    </a:cubicBezTo>
                    <a:lnTo>
                      <a:pt x="150700" y="153993"/>
                    </a:lnTo>
                    <a:cubicBezTo>
                      <a:pt x="150700" y="159417"/>
                      <a:pt x="148529" y="161828"/>
                      <a:pt x="142637" y="161828"/>
                    </a:cubicBezTo>
                    <a:lnTo>
                      <a:pt x="41241" y="161828"/>
                    </a:lnTo>
                    <a:lnTo>
                      <a:pt x="41241" y="291110"/>
                    </a:lnTo>
                    <a:cubicBezTo>
                      <a:pt x="41241" y="296835"/>
                      <a:pt x="39381" y="299547"/>
                      <a:pt x="3348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70"/>
                    </a:lnTo>
                    <a:cubicBezTo>
                      <a:pt x="0" y="26821"/>
                      <a:pt x="27597" y="0"/>
                      <a:pt x="61707" y="0"/>
                    </a:cubicBezTo>
                    <a:lnTo>
                      <a:pt x="150079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5705794E-1427-FE23-64FA-CE87D1FA5E5B}"/>
                  </a:ext>
                </a:extLst>
              </p:cNvPr>
              <p:cNvSpPr/>
              <p:nvPr/>
            </p:nvSpPr>
            <p:spPr>
              <a:xfrm>
                <a:off x="26696061" y="22541194"/>
                <a:ext cx="199369" cy="299245"/>
              </a:xfrm>
              <a:custGeom>
                <a:avLst/>
                <a:gdLst>
                  <a:gd name="connsiteX0" fmla="*/ 112770 w 199369"/>
                  <a:gd name="connsiteY0" fmla="*/ 0 h 299245"/>
                  <a:gd name="connsiteX1" fmla="*/ 123313 w 199369"/>
                  <a:gd name="connsiteY1" fmla="*/ 7835 h 299245"/>
                  <a:gd name="connsiteX2" fmla="*/ 198972 w 199369"/>
                  <a:gd name="connsiteY2" fmla="*/ 291410 h 299245"/>
                  <a:gd name="connsiteX3" fmla="*/ 192770 w 199369"/>
                  <a:gd name="connsiteY3" fmla="*/ 299246 h 299245"/>
                  <a:gd name="connsiteX4" fmla="*/ 167033 w 199369"/>
                  <a:gd name="connsiteY4" fmla="*/ 299246 h 299245"/>
                  <a:gd name="connsiteX5" fmla="*/ 157421 w 199369"/>
                  <a:gd name="connsiteY5" fmla="*/ 291410 h 299245"/>
                  <a:gd name="connsiteX6" fmla="*/ 138817 w 199369"/>
                  <a:gd name="connsiteY6" fmla="*/ 220893 h 299245"/>
                  <a:gd name="connsiteX7" fmla="*/ 58195 w 199369"/>
                  <a:gd name="connsiteY7" fmla="*/ 220893 h 299245"/>
                  <a:gd name="connsiteX8" fmla="*/ 40210 w 199369"/>
                  <a:gd name="connsiteY8" fmla="*/ 291410 h 299245"/>
                  <a:gd name="connsiteX9" fmla="*/ 30598 w 199369"/>
                  <a:gd name="connsiteY9" fmla="*/ 299246 h 299245"/>
                  <a:gd name="connsiteX10" fmla="*/ 6723 w 199369"/>
                  <a:gd name="connsiteY10" fmla="*/ 299246 h 299245"/>
                  <a:gd name="connsiteX11" fmla="*/ 521 w 199369"/>
                  <a:gd name="connsiteY11" fmla="*/ 291410 h 299245"/>
                  <a:gd name="connsiteX12" fmla="*/ 76491 w 199369"/>
                  <a:gd name="connsiteY12" fmla="*/ 7835 h 299245"/>
                  <a:gd name="connsiteX13" fmla="*/ 87033 w 199369"/>
                  <a:gd name="connsiteY13" fmla="*/ 0 h 299245"/>
                  <a:gd name="connsiteX14" fmla="*/ 113390 w 199369"/>
                  <a:gd name="connsiteY14" fmla="*/ 0 h 299245"/>
                  <a:gd name="connsiteX15" fmla="*/ 108738 w 199369"/>
                  <a:gd name="connsiteY15" fmla="*/ 105474 h 299245"/>
                  <a:gd name="connsiteX16" fmla="*/ 98816 w 199369"/>
                  <a:gd name="connsiteY16" fmla="*/ 47915 h 299245"/>
                  <a:gd name="connsiteX17" fmla="*/ 88274 w 199369"/>
                  <a:gd name="connsiteY17" fmla="*/ 105173 h 299245"/>
                  <a:gd name="connsiteX18" fmla="*/ 65637 w 199369"/>
                  <a:gd name="connsiteY18" fmla="*/ 188347 h 299245"/>
                  <a:gd name="connsiteX19" fmla="*/ 130755 w 199369"/>
                  <a:gd name="connsiteY19" fmla="*/ 188347 h 299245"/>
                  <a:gd name="connsiteX20" fmla="*/ 108428 w 199369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9" h="299245">
                    <a:moveTo>
                      <a:pt x="112770" y="0"/>
                    </a:moveTo>
                    <a:cubicBezTo>
                      <a:pt x="118351" y="0"/>
                      <a:pt x="121761" y="2712"/>
                      <a:pt x="123313" y="7835"/>
                    </a:cubicBezTo>
                    <a:lnTo>
                      <a:pt x="198972" y="291410"/>
                    </a:lnTo>
                    <a:cubicBezTo>
                      <a:pt x="200212" y="296834"/>
                      <a:pt x="198662" y="299246"/>
                      <a:pt x="192770" y="299246"/>
                    </a:cubicBezTo>
                    <a:lnTo>
                      <a:pt x="167033" y="299246"/>
                    </a:lnTo>
                    <a:cubicBezTo>
                      <a:pt x="161142" y="299246"/>
                      <a:pt x="158971" y="296232"/>
                      <a:pt x="157421" y="291410"/>
                    </a:cubicBezTo>
                    <a:lnTo>
                      <a:pt x="138817" y="220893"/>
                    </a:lnTo>
                    <a:lnTo>
                      <a:pt x="58195" y="220893"/>
                    </a:lnTo>
                    <a:lnTo>
                      <a:pt x="40210" y="291410"/>
                    </a:lnTo>
                    <a:cubicBezTo>
                      <a:pt x="38971" y="296232"/>
                      <a:pt x="36181" y="299246"/>
                      <a:pt x="30598" y="299246"/>
                    </a:cubicBezTo>
                    <a:lnTo>
                      <a:pt x="6723" y="299246"/>
                    </a:lnTo>
                    <a:cubicBezTo>
                      <a:pt x="832" y="299246"/>
                      <a:pt x="-1029" y="296534"/>
                      <a:pt x="521" y="291410"/>
                    </a:cubicBezTo>
                    <a:lnTo>
                      <a:pt x="76491" y="7835"/>
                    </a:lnTo>
                    <a:cubicBezTo>
                      <a:pt x="77731" y="2410"/>
                      <a:pt x="81141" y="0"/>
                      <a:pt x="87033" y="0"/>
                    </a:cubicBezTo>
                    <a:lnTo>
                      <a:pt x="113390" y="0"/>
                    </a:lnTo>
                    <a:close/>
                    <a:moveTo>
                      <a:pt x="108738" y="105474"/>
                    </a:moveTo>
                    <a:cubicBezTo>
                      <a:pt x="105638" y="94324"/>
                      <a:pt x="100057" y="61778"/>
                      <a:pt x="98816" y="47915"/>
                    </a:cubicBezTo>
                    <a:cubicBezTo>
                      <a:pt x="96645" y="64188"/>
                      <a:pt x="91684" y="92817"/>
                      <a:pt x="88274" y="105173"/>
                    </a:cubicBezTo>
                    <a:lnTo>
                      <a:pt x="65637" y="188347"/>
                    </a:lnTo>
                    <a:lnTo>
                      <a:pt x="130755" y="188347"/>
                    </a:lnTo>
                    <a:lnTo>
                      <a:pt x="108428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99EFD31C-BD80-D382-4F45-B152D1577C3C}"/>
                  </a:ext>
                </a:extLst>
              </p:cNvPr>
              <p:cNvSpPr/>
              <p:nvPr/>
            </p:nvSpPr>
            <p:spPr>
              <a:xfrm>
                <a:off x="27076118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8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4 w 179534"/>
                  <a:gd name="connsiteY18" fmla="*/ 0 h 299547"/>
                  <a:gd name="connsiteX19" fmla="*/ 179226 w 179534"/>
                  <a:gd name="connsiteY19" fmla="*/ 7836 h 299547"/>
                  <a:gd name="connsiteX20" fmla="*/ 179226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4" y="0"/>
                    </a:lnTo>
                    <a:cubicBezTo>
                      <a:pt x="177366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4" name="手繪多邊形: 圖案 133">
                <a:extLst>
                  <a:ext uri="{FF2B5EF4-FFF2-40B4-BE49-F238E27FC236}">
                    <a16:creationId xmlns:a16="http://schemas.microsoft.com/office/drawing/2014/main" id="{BE924E7F-CD1F-B192-E209-C82FE966EEE1}"/>
                  </a:ext>
                </a:extLst>
              </p:cNvPr>
              <p:cNvSpPr/>
              <p:nvPr/>
            </p:nvSpPr>
            <p:spPr>
              <a:xfrm>
                <a:off x="27456275" y="22537879"/>
                <a:ext cx="174264" cy="306177"/>
              </a:xfrm>
              <a:custGeom>
                <a:avLst/>
                <a:gdLst>
                  <a:gd name="connsiteX0" fmla="*/ 165583 w 174264"/>
                  <a:gd name="connsiteY0" fmla="*/ 154294 h 306177"/>
                  <a:gd name="connsiteX1" fmla="*/ 174264 w 174264"/>
                  <a:gd name="connsiteY1" fmla="*/ 161828 h 306177"/>
                  <a:gd name="connsiteX2" fmla="*/ 174264 w 174264"/>
                  <a:gd name="connsiteY2" fmla="*/ 241988 h 306177"/>
                  <a:gd name="connsiteX3" fmla="*/ 87442 w 174264"/>
                  <a:gd name="connsiteY3" fmla="*/ 306177 h 306177"/>
                  <a:gd name="connsiteX4" fmla="*/ 0 w 174264"/>
                  <a:gd name="connsiteY4" fmla="*/ 241988 h 306177"/>
                  <a:gd name="connsiteX5" fmla="*/ 0 w 174264"/>
                  <a:gd name="connsiteY5" fmla="*/ 64189 h 306177"/>
                  <a:gd name="connsiteX6" fmla="*/ 87442 w 174264"/>
                  <a:gd name="connsiteY6" fmla="*/ 0 h 306177"/>
                  <a:gd name="connsiteX7" fmla="*/ 174264 w 174264"/>
                  <a:gd name="connsiteY7" fmla="*/ 64189 h 306177"/>
                  <a:gd name="connsiteX8" fmla="*/ 174264 w 174264"/>
                  <a:gd name="connsiteY8" fmla="*/ 86791 h 306177"/>
                  <a:gd name="connsiteX9" fmla="*/ 166512 w 174264"/>
                  <a:gd name="connsiteY9" fmla="*/ 94626 h 306177"/>
                  <a:gd name="connsiteX10" fmla="*/ 142017 w 174264"/>
                  <a:gd name="connsiteY10" fmla="*/ 94626 h 306177"/>
                  <a:gd name="connsiteX11" fmla="*/ 133954 w 174264"/>
                  <a:gd name="connsiteY11" fmla="*/ 86791 h 306177"/>
                  <a:gd name="connsiteX12" fmla="*/ 133954 w 174264"/>
                  <a:gd name="connsiteY12" fmla="*/ 67805 h 306177"/>
                  <a:gd name="connsiteX13" fmla="*/ 87442 w 174264"/>
                  <a:gd name="connsiteY13" fmla="*/ 34355 h 306177"/>
                  <a:gd name="connsiteX14" fmla="*/ 41551 w 174264"/>
                  <a:gd name="connsiteY14" fmla="*/ 67805 h 306177"/>
                  <a:gd name="connsiteX15" fmla="*/ 41551 w 174264"/>
                  <a:gd name="connsiteY15" fmla="*/ 238674 h 306177"/>
                  <a:gd name="connsiteX16" fmla="*/ 87442 w 174264"/>
                  <a:gd name="connsiteY16" fmla="*/ 272124 h 306177"/>
                  <a:gd name="connsiteX17" fmla="*/ 133954 w 174264"/>
                  <a:gd name="connsiteY17" fmla="*/ 238975 h 306177"/>
                  <a:gd name="connsiteX18" fmla="*/ 133954 w 174264"/>
                  <a:gd name="connsiteY18" fmla="*/ 188649 h 306177"/>
                  <a:gd name="connsiteX19" fmla="*/ 91474 w 174264"/>
                  <a:gd name="connsiteY19" fmla="*/ 188649 h 306177"/>
                  <a:gd name="connsiteX20" fmla="*/ 83411 w 174264"/>
                  <a:gd name="connsiteY20" fmla="*/ 180813 h 306177"/>
                  <a:gd name="connsiteX21" fmla="*/ 83411 w 174264"/>
                  <a:gd name="connsiteY21" fmla="*/ 161828 h 306177"/>
                  <a:gd name="connsiteX22" fmla="*/ 91474 w 174264"/>
                  <a:gd name="connsiteY22" fmla="*/ 154294 h 306177"/>
                  <a:gd name="connsiteX23" fmla="*/ 165891 w 174264"/>
                  <a:gd name="connsiteY23" fmla="*/ 154294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4264" h="306177">
                    <a:moveTo>
                      <a:pt x="165583" y="154294"/>
                    </a:moveTo>
                    <a:cubicBezTo>
                      <a:pt x="171472" y="154294"/>
                      <a:pt x="174264" y="156404"/>
                      <a:pt x="174264" y="161828"/>
                    </a:cubicBezTo>
                    <a:lnTo>
                      <a:pt x="174264" y="241988"/>
                    </a:lnTo>
                    <a:cubicBezTo>
                      <a:pt x="174264" y="276343"/>
                      <a:pt x="154729" y="306177"/>
                      <a:pt x="87442" y="306177"/>
                    </a:cubicBezTo>
                    <a:cubicBezTo>
                      <a:pt x="20156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7442" y="0"/>
                    </a:cubicBezTo>
                    <a:cubicBezTo>
                      <a:pt x="155350" y="0"/>
                      <a:pt x="174264" y="29834"/>
                      <a:pt x="174264" y="64189"/>
                    </a:cubicBezTo>
                    <a:lnTo>
                      <a:pt x="174264" y="86791"/>
                    </a:lnTo>
                    <a:cubicBezTo>
                      <a:pt x="174264" y="92215"/>
                      <a:pt x="172093" y="94626"/>
                      <a:pt x="166512" y="94626"/>
                    </a:cubicBezTo>
                    <a:lnTo>
                      <a:pt x="142017" y="94626"/>
                    </a:lnTo>
                    <a:cubicBezTo>
                      <a:pt x="136125" y="94626"/>
                      <a:pt x="133954" y="91914"/>
                      <a:pt x="133954" y="86791"/>
                    </a:cubicBezTo>
                    <a:lnTo>
                      <a:pt x="133954" y="67805"/>
                    </a:lnTo>
                    <a:cubicBezTo>
                      <a:pt x="133954" y="47011"/>
                      <a:pt x="121240" y="34355"/>
                      <a:pt x="87442" y="34355"/>
                    </a:cubicBezTo>
                    <a:cubicBezTo>
                      <a:pt x="53643" y="34355"/>
                      <a:pt x="41551" y="47011"/>
                      <a:pt x="41551" y="67805"/>
                    </a:cubicBezTo>
                    <a:lnTo>
                      <a:pt x="41551" y="238674"/>
                    </a:lnTo>
                    <a:cubicBezTo>
                      <a:pt x="41551" y="258864"/>
                      <a:pt x="53643" y="272124"/>
                      <a:pt x="87442" y="272124"/>
                    </a:cubicBezTo>
                    <a:cubicBezTo>
                      <a:pt x="121240" y="272124"/>
                      <a:pt x="133954" y="259468"/>
                      <a:pt x="133954" y="238975"/>
                    </a:cubicBezTo>
                    <a:lnTo>
                      <a:pt x="133954" y="188649"/>
                    </a:lnTo>
                    <a:lnTo>
                      <a:pt x="91474" y="188649"/>
                    </a:lnTo>
                    <a:cubicBezTo>
                      <a:pt x="85892" y="188649"/>
                      <a:pt x="83411" y="186539"/>
                      <a:pt x="83411" y="180813"/>
                    </a:cubicBezTo>
                    <a:lnTo>
                      <a:pt x="83411" y="161828"/>
                    </a:lnTo>
                    <a:cubicBezTo>
                      <a:pt x="83411" y="156404"/>
                      <a:pt x="86201" y="154294"/>
                      <a:pt x="91474" y="154294"/>
                    </a:cubicBezTo>
                    <a:lnTo>
                      <a:pt x="165891" y="15429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5" name="手繪多邊形: 圖案 134">
                <a:extLst>
                  <a:ext uri="{FF2B5EF4-FFF2-40B4-BE49-F238E27FC236}">
                    <a16:creationId xmlns:a16="http://schemas.microsoft.com/office/drawing/2014/main" id="{949DCFEE-5BD1-A9C7-64AC-4288EA5E4D5C}"/>
                  </a:ext>
                </a:extLst>
              </p:cNvPr>
              <p:cNvSpPr/>
              <p:nvPr/>
            </p:nvSpPr>
            <p:spPr>
              <a:xfrm>
                <a:off x="28051316" y="22540893"/>
                <a:ext cx="178890" cy="299547"/>
              </a:xfrm>
              <a:custGeom>
                <a:avLst/>
                <a:gdLst>
                  <a:gd name="connsiteX0" fmla="*/ 87132 w 178890"/>
                  <a:gd name="connsiteY0" fmla="*/ 302 h 299547"/>
                  <a:gd name="connsiteX1" fmla="*/ 176435 w 178890"/>
                  <a:gd name="connsiteY1" fmla="*/ 64490 h 299547"/>
                  <a:gd name="connsiteX2" fmla="*/ 176435 w 178890"/>
                  <a:gd name="connsiteY2" fmla="*/ 116926 h 299547"/>
                  <a:gd name="connsiteX3" fmla="*/ 132094 w 178890"/>
                  <a:gd name="connsiteY3" fmla="*/ 174485 h 299547"/>
                  <a:gd name="connsiteX4" fmla="*/ 178295 w 178890"/>
                  <a:gd name="connsiteY4" fmla="*/ 291110 h 299547"/>
                  <a:gd name="connsiteX5" fmla="*/ 170543 w 178890"/>
                  <a:gd name="connsiteY5" fmla="*/ 299547 h 299547"/>
                  <a:gd name="connsiteX6" fmla="*/ 142325 w 178890"/>
                  <a:gd name="connsiteY6" fmla="*/ 299547 h 299547"/>
                  <a:gd name="connsiteX7" fmla="*/ 133333 w 178890"/>
                  <a:gd name="connsiteY7" fmla="*/ 291110 h 299547"/>
                  <a:gd name="connsiteX8" fmla="*/ 90232 w 178890"/>
                  <a:gd name="connsiteY8" fmla="*/ 180211 h 299547"/>
                  <a:gd name="connsiteX9" fmla="*/ 40931 w 178890"/>
                  <a:gd name="connsiteY9" fmla="*/ 180211 h 299547"/>
                  <a:gd name="connsiteX10" fmla="*/ 40931 w 178890"/>
                  <a:gd name="connsiteY10" fmla="*/ 291110 h 299547"/>
                  <a:gd name="connsiteX11" fmla="*/ 33179 w 178890"/>
                  <a:gd name="connsiteY11" fmla="*/ 299547 h 299547"/>
                  <a:gd name="connsiteX12" fmla="*/ 7752 w 178890"/>
                  <a:gd name="connsiteY12" fmla="*/ 299547 h 299547"/>
                  <a:gd name="connsiteX13" fmla="*/ 0 w 178890"/>
                  <a:gd name="connsiteY13" fmla="*/ 291110 h 299547"/>
                  <a:gd name="connsiteX14" fmla="*/ 0 w 178890"/>
                  <a:gd name="connsiteY14" fmla="*/ 59969 h 299547"/>
                  <a:gd name="connsiteX15" fmla="*/ 61705 w 178890"/>
                  <a:gd name="connsiteY15" fmla="*/ 0 h 299547"/>
                  <a:gd name="connsiteX16" fmla="*/ 87132 w 178890"/>
                  <a:gd name="connsiteY16" fmla="*/ 0 h 299547"/>
                  <a:gd name="connsiteX17" fmla="*/ 40931 w 178890"/>
                  <a:gd name="connsiteY17" fmla="*/ 60873 h 299547"/>
                  <a:gd name="connsiteX18" fmla="*/ 40931 w 178890"/>
                  <a:gd name="connsiteY18" fmla="*/ 146158 h 299547"/>
                  <a:gd name="connsiteX19" fmla="*/ 87132 w 178890"/>
                  <a:gd name="connsiteY19" fmla="*/ 146158 h 299547"/>
                  <a:gd name="connsiteX20" fmla="*/ 135504 w 178890"/>
                  <a:gd name="connsiteY20" fmla="*/ 112707 h 299547"/>
                  <a:gd name="connsiteX21" fmla="*/ 135504 w 178890"/>
                  <a:gd name="connsiteY21" fmla="*/ 68709 h 299547"/>
                  <a:gd name="connsiteX22" fmla="*/ 87132 w 178890"/>
                  <a:gd name="connsiteY22" fmla="*/ 34957 h 299547"/>
                  <a:gd name="connsiteX23" fmla="*/ 67907 w 178890"/>
                  <a:gd name="connsiteY23" fmla="*/ 34957 h 299547"/>
                  <a:gd name="connsiteX24" fmla="*/ 40931 w 178890"/>
                  <a:gd name="connsiteY24" fmla="*/ 61175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890" h="299547">
                    <a:moveTo>
                      <a:pt x="87132" y="302"/>
                    </a:moveTo>
                    <a:cubicBezTo>
                      <a:pt x="154729" y="302"/>
                      <a:pt x="176435" y="30136"/>
                      <a:pt x="176435" y="64490"/>
                    </a:cubicBezTo>
                    <a:lnTo>
                      <a:pt x="176435" y="116926"/>
                    </a:lnTo>
                    <a:cubicBezTo>
                      <a:pt x="176435" y="141938"/>
                      <a:pt x="164652" y="164540"/>
                      <a:pt x="132094" y="174485"/>
                    </a:cubicBezTo>
                    <a:lnTo>
                      <a:pt x="178295" y="291110"/>
                    </a:lnTo>
                    <a:cubicBezTo>
                      <a:pt x="180466" y="296534"/>
                      <a:pt x="176435" y="299547"/>
                      <a:pt x="170543" y="299547"/>
                    </a:cubicBezTo>
                    <a:lnTo>
                      <a:pt x="142325" y="299547"/>
                    </a:lnTo>
                    <a:cubicBezTo>
                      <a:pt x="136744" y="299547"/>
                      <a:pt x="135504" y="296534"/>
                      <a:pt x="133333" y="291110"/>
                    </a:cubicBezTo>
                    <a:lnTo>
                      <a:pt x="90232" y="180211"/>
                    </a:lnTo>
                    <a:lnTo>
                      <a:pt x="40931" y="180211"/>
                    </a:lnTo>
                    <a:lnTo>
                      <a:pt x="40931" y="291110"/>
                    </a:lnTo>
                    <a:cubicBezTo>
                      <a:pt x="40931" y="296835"/>
                      <a:pt x="39070" y="299547"/>
                      <a:pt x="3317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69"/>
                    </a:lnTo>
                    <a:cubicBezTo>
                      <a:pt x="0" y="26820"/>
                      <a:pt x="27597" y="0"/>
                      <a:pt x="61705" y="0"/>
                    </a:cubicBezTo>
                    <a:lnTo>
                      <a:pt x="87132" y="0"/>
                    </a:lnTo>
                    <a:close/>
                    <a:moveTo>
                      <a:pt x="40931" y="60873"/>
                    </a:moveTo>
                    <a:lnTo>
                      <a:pt x="40931" y="146158"/>
                    </a:lnTo>
                    <a:lnTo>
                      <a:pt x="87132" y="146158"/>
                    </a:lnTo>
                    <a:cubicBezTo>
                      <a:pt x="121240" y="146158"/>
                      <a:pt x="135504" y="133500"/>
                      <a:pt x="135504" y="112707"/>
                    </a:cubicBezTo>
                    <a:lnTo>
                      <a:pt x="135504" y="68709"/>
                    </a:lnTo>
                    <a:cubicBezTo>
                      <a:pt x="135504" y="47915"/>
                      <a:pt x="120931" y="34957"/>
                      <a:pt x="87132" y="34957"/>
                    </a:cubicBezTo>
                    <a:lnTo>
                      <a:pt x="67907" y="34957"/>
                    </a:lnTo>
                    <a:cubicBezTo>
                      <a:pt x="53024" y="34957"/>
                      <a:pt x="40931" y="46710"/>
                      <a:pt x="40931" y="61175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6" name="手繪多邊形: 圖案 135">
                <a:extLst>
                  <a:ext uri="{FF2B5EF4-FFF2-40B4-BE49-F238E27FC236}">
                    <a16:creationId xmlns:a16="http://schemas.microsoft.com/office/drawing/2014/main" id="{AA3DFEFA-B5E0-E3A5-DF9C-435CAB271B65}"/>
                  </a:ext>
                </a:extLst>
              </p:cNvPr>
              <p:cNvSpPr/>
              <p:nvPr/>
            </p:nvSpPr>
            <p:spPr>
              <a:xfrm>
                <a:off x="28424339" y="22540893"/>
                <a:ext cx="152870" cy="298643"/>
              </a:xfrm>
              <a:custGeom>
                <a:avLst/>
                <a:gdLst>
                  <a:gd name="connsiteX0" fmla="*/ 0 w 152870"/>
                  <a:gd name="connsiteY0" fmla="*/ 239578 h 298643"/>
                  <a:gd name="connsiteX1" fmla="*/ 0 w 152870"/>
                  <a:gd name="connsiteY1" fmla="*/ 59969 h 298643"/>
                  <a:gd name="connsiteX2" fmla="*/ 61707 w 152870"/>
                  <a:gd name="connsiteY2" fmla="*/ 0 h 298643"/>
                  <a:gd name="connsiteX3" fmla="*/ 140156 w 152870"/>
                  <a:gd name="connsiteY3" fmla="*/ 0 h 298643"/>
                  <a:gd name="connsiteX4" fmla="*/ 148218 w 152870"/>
                  <a:gd name="connsiteY4" fmla="*/ 7836 h 298643"/>
                  <a:gd name="connsiteX5" fmla="*/ 148218 w 152870"/>
                  <a:gd name="connsiteY5" fmla="*/ 26218 h 298643"/>
                  <a:gd name="connsiteX6" fmla="*/ 140156 w 152870"/>
                  <a:gd name="connsiteY6" fmla="*/ 34053 h 298643"/>
                  <a:gd name="connsiteX7" fmla="*/ 68528 w 152870"/>
                  <a:gd name="connsiteY7" fmla="*/ 34053 h 298643"/>
                  <a:gd name="connsiteX8" fmla="*/ 41551 w 152870"/>
                  <a:gd name="connsiteY8" fmla="*/ 60271 h 298643"/>
                  <a:gd name="connsiteX9" fmla="*/ 41551 w 152870"/>
                  <a:gd name="connsiteY9" fmla="*/ 125966 h 298643"/>
                  <a:gd name="connsiteX10" fmla="*/ 133644 w 152870"/>
                  <a:gd name="connsiteY10" fmla="*/ 125966 h 298643"/>
                  <a:gd name="connsiteX11" fmla="*/ 142327 w 152870"/>
                  <a:gd name="connsiteY11" fmla="*/ 133802 h 298643"/>
                  <a:gd name="connsiteX12" fmla="*/ 142327 w 152870"/>
                  <a:gd name="connsiteY12" fmla="*/ 151280 h 298643"/>
                  <a:gd name="connsiteX13" fmla="*/ 133644 w 152870"/>
                  <a:gd name="connsiteY13" fmla="*/ 159116 h 298643"/>
                  <a:gd name="connsiteX14" fmla="*/ 41551 w 152870"/>
                  <a:gd name="connsiteY14" fmla="*/ 159116 h 298643"/>
                  <a:gd name="connsiteX15" fmla="*/ 41551 w 152870"/>
                  <a:gd name="connsiteY15" fmla="*/ 238071 h 298643"/>
                  <a:gd name="connsiteX16" fmla="*/ 68528 w 152870"/>
                  <a:gd name="connsiteY16" fmla="*/ 264288 h 298643"/>
                  <a:gd name="connsiteX17" fmla="*/ 144808 w 152870"/>
                  <a:gd name="connsiteY17" fmla="*/ 264288 h 298643"/>
                  <a:gd name="connsiteX18" fmla="*/ 152870 w 152870"/>
                  <a:gd name="connsiteY18" fmla="*/ 271822 h 298643"/>
                  <a:gd name="connsiteX19" fmla="*/ 152870 w 152870"/>
                  <a:gd name="connsiteY19" fmla="*/ 290808 h 298643"/>
                  <a:gd name="connsiteX20" fmla="*/ 144808 w 152870"/>
                  <a:gd name="connsiteY20" fmla="*/ 298643 h 298643"/>
                  <a:gd name="connsiteX21" fmla="*/ 62016 w 152870"/>
                  <a:gd name="connsiteY21" fmla="*/ 298643 h 298643"/>
                  <a:gd name="connsiteX22" fmla="*/ 310 w 152870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70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7" y="0"/>
                      <a:pt x="61707" y="0"/>
                    </a:cubicBezTo>
                    <a:lnTo>
                      <a:pt x="140156" y="0"/>
                    </a:lnTo>
                    <a:cubicBezTo>
                      <a:pt x="146048" y="0"/>
                      <a:pt x="148218" y="2110"/>
                      <a:pt x="148218" y="7836"/>
                    </a:cubicBezTo>
                    <a:lnTo>
                      <a:pt x="148218" y="26218"/>
                    </a:lnTo>
                    <a:cubicBezTo>
                      <a:pt x="148218" y="31944"/>
                      <a:pt x="146048" y="34053"/>
                      <a:pt x="140156" y="34053"/>
                    </a:cubicBezTo>
                    <a:lnTo>
                      <a:pt x="68528" y="34053"/>
                    </a:lnTo>
                    <a:cubicBezTo>
                      <a:pt x="53645" y="34053"/>
                      <a:pt x="41551" y="45806"/>
                      <a:pt x="41551" y="60271"/>
                    </a:cubicBezTo>
                    <a:lnTo>
                      <a:pt x="41551" y="125966"/>
                    </a:lnTo>
                    <a:lnTo>
                      <a:pt x="133644" y="125966"/>
                    </a:lnTo>
                    <a:cubicBezTo>
                      <a:pt x="139535" y="125966"/>
                      <a:pt x="142327" y="128076"/>
                      <a:pt x="142327" y="133802"/>
                    </a:cubicBezTo>
                    <a:lnTo>
                      <a:pt x="142327" y="151280"/>
                    </a:lnTo>
                    <a:cubicBezTo>
                      <a:pt x="142327" y="156705"/>
                      <a:pt x="139535" y="159116"/>
                      <a:pt x="133644" y="159116"/>
                    </a:cubicBezTo>
                    <a:lnTo>
                      <a:pt x="41551" y="159116"/>
                    </a:lnTo>
                    <a:lnTo>
                      <a:pt x="41551" y="238071"/>
                    </a:lnTo>
                    <a:cubicBezTo>
                      <a:pt x="41551" y="252536"/>
                      <a:pt x="53645" y="264288"/>
                      <a:pt x="68528" y="264288"/>
                    </a:cubicBezTo>
                    <a:lnTo>
                      <a:pt x="144808" y="264288"/>
                    </a:lnTo>
                    <a:cubicBezTo>
                      <a:pt x="150389" y="264288"/>
                      <a:pt x="152870" y="266097"/>
                      <a:pt x="152870" y="271822"/>
                    </a:cubicBezTo>
                    <a:lnTo>
                      <a:pt x="152870" y="290808"/>
                    </a:lnTo>
                    <a:cubicBezTo>
                      <a:pt x="152870" y="296534"/>
                      <a:pt x="150079" y="298643"/>
                      <a:pt x="144808" y="298643"/>
                    </a:cubicBezTo>
                    <a:lnTo>
                      <a:pt x="62016" y="298643"/>
                    </a:lnTo>
                    <a:cubicBezTo>
                      <a:pt x="27908" y="298643"/>
                      <a:pt x="310" y="271822"/>
                      <a:pt x="310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7" name="手繪多邊形: 圖案 136">
                <a:extLst>
                  <a:ext uri="{FF2B5EF4-FFF2-40B4-BE49-F238E27FC236}">
                    <a16:creationId xmlns:a16="http://schemas.microsoft.com/office/drawing/2014/main" id="{0AA68254-8797-0D8C-2F4A-52AD8EC844E3}"/>
                  </a:ext>
                </a:extLst>
              </p:cNvPr>
              <p:cNvSpPr/>
              <p:nvPr/>
            </p:nvSpPr>
            <p:spPr>
              <a:xfrm>
                <a:off x="29753648" y="22540893"/>
                <a:ext cx="152868" cy="298643"/>
              </a:xfrm>
              <a:custGeom>
                <a:avLst/>
                <a:gdLst>
                  <a:gd name="connsiteX0" fmla="*/ 0 w 152868"/>
                  <a:gd name="connsiteY0" fmla="*/ 239578 h 298643"/>
                  <a:gd name="connsiteX1" fmla="*/ 0 w 152868"/>
                  <a:gd name="connsiteY1" fmla="*/ 59969 h 298643"/>
                  <a:gd name="connsiteX2" fmla="*/ 61705 w 152868"/>
                  <a:gd name="connsiteY2" fmla="*/ 0 h 298643"/>
                  <a:gd name="connsiteX3" fmla="*/ 140154 w 152868"/>
                  <a:gd name="connsiteY3" fmla="*/ 0 h 298643"/>
                  <a:gd name="connsiteX4" fmla="*/ 148217 w 152868"/>
                  <a:gd name="connsiteY4" fmla="*/ 7836 h 298643"/>
                  <a:gd name="connsiteX5" fmla="*/ 148217 w 152868"/>
                  <a:gd name="connsiteY5" fmla="*/ 26218 h 298643"/>
                  <a:gd name="connsiteX6" fmla="*/ 140154 w 152868"/>
                  <a:gd name="connsiteY6" fmla="*/ 34053 h 298643"/>
                  <a:gd name="connsiteX7" fmla="*/ 68526 w 152868"/>
                  <a:gd name="connsiteY7" fmla="*/ 34053 h 298643"/>
                  <a:gd name="connsiteX8" fmla="*/ 41549 w 152868"/>
                  <a:gd name="connsiteY8" fmla="*/ 60271 h 298643"/>
                  <a:gd name="connsiteX9" fmla="*/ 41549 w 152868"/>
                  <a:gd name="connsiteY9" fmla="*/ 125966 h 298643"/>
                  <a:gd name="connsiteX10" fmla="*/ 133644 w 152868"/>
                  <a:gd name="connsiteY10" fmla="*/ 125966 h 298643"/>
                  <a:gd name="connsiteX11" fmla="*/ 142325 w 152868"/>
                  <a:gd name="connsiteY11" fmla="*/ 133802 h 298643"/>
                  <a:gd name="connsiteX12" fmla="*/ 142325 w 152868"/>
                  <a:gd name="connsiteY12" fmla="*/ 151280 h 298643"/>
                  <a:gd name="connsiteX13" fmla="*/ 133644 w 152868"/>
                  <a:gd name="connsiteY13" fmla="*/ 159116 h 298643"/>
                  <a:gd name="connsiteX14" fmla="*/ 41549 w 152868"/>
                  <a:gd name="connsiteY14" fmla="*/ 159116 h 298643"/>
                  <a:gd name="connsiteX15" fmla="*/ 41549 w 152868"/>
                  <a:gd name="connsiteY15" fmla="*/ 238071 h 298643"/>
                  <a:gd name="connsiteX16" fmla="*/ 68526 w 152868"/>
                  <a:gd name="connsiteY16" fmla="*/ 264288 h 298643"/>
                  <a:gd name="connsiteX17" fmla="*/ 144806 w 152868"/>
                  <a:gd name="connsiteY17" fmla="*/ 264288 h 298643"/>
                  <a:gd name="connsiteX18" fmla="*/ 152869 w 152868"/>
                  <a:gd name="connsiteY18" fmla="*/ 271822 h 298643"/>
                  <a:gd name="connsiteX19" fmla="*/ 152869 w 152868"/>
                  <a:gd name="connsiteY19" fmla="*/ 290808 h 298643"/>
                  <a:gd name="connsiteX20" fmla="*/ 144806 w 152868"/>
                  <a:gd name="connsiteY20" fmla="*/ 298643 h 298643"/>
                  <a:gd name="connsiteX21" fmla="*/ 62016 w 152868"/>
                  <a:gd name="connsiteY21" fmla="*/ 298643 h 298643"/>
                  <a:gd name="connsiteX22" fmla="*/ 308 w 152868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68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6" y="0"/>
                      <a:pt x="61705" y="0"/>
                    </a:cubicBezTo>
                    <a:lnTo>
                      <a:pt x="140154" y="0"/>
                    </a:lnTo>
                    <a:cubicBezTo>
                      <a:pt x="146046" y="0"/>
                      <a:pt x="148217" y="2110"/>
                      <a:pt x="148217" y="7836"/>
                    </a:cubicBezTo>
                    <a:lnTo>
                      <a:pt x="148217" y="26218"/>
                    </a:lnTo>
                    <a:cubicBezTo>
                      <a:pt x="148217" y="31944"/>
                      <a:pt x="146046" y="34053"/>
                      <a:pt x="140154" y="34053"/>
                    </a:cubicBezTo>
                    <a:lnTo>
                      <a:pt x="68526" y="34053"/>
                    </a:lnTo>
                    <a:cubicBezTo>
                      <a:pt x="53643" y="34053"/>
                      <a:pt x="41549" y="45806"/>
                      <a:pt x="41549" y="60271"/>
                    </a:cubicBezTo>
                    <a:lnTo>
                      <a:pt x="41549" y="125966"/>
                    </a:lnTo>
                    <a:lnTo>
                      <a:pt x="133644" y="125966"/>
                    </a:lnTo>
                    <a:cubicBezTo>
                      <a:pt x="139535" y="125966"/>
                      <a:pt x="142325" y="128076"/>
                      <a:pt x="142325" y="133802"/>
                    </a:cubicBezTo>
                    <a:lnTo>
                      <a:pt x="142325" y="151280"/>
                    </a:lnTo>
                    <a:cubicBezTo>
                      <a:pt x="142325" y="156705"/>
                      <a:pt x="139535" y="159116"/>
                      <a:pt x="133644" y="159116"/>
                    </a:cubicBezTo>
                    <a:lnTo>
                      <a:pt x="41549" y="159116"/>
                    </a:lnTo>
                    <a:lnTo>
                      <a:pt x="41549" y="238071"/>
                    </a:lnTo>
                    <a:cubicBezTo>
                      <a:pt x="41549" y="252536"/>
                      <a:pt x="53643" y="264288"/>
                      <a:pt x="68526" y="264288"/>
                    </a:cubicBezTo>
                    <a:lnTo>
                      <a:pt x="144806" y="264288"/>
                    </a:lnTo>
                    <a:cubicBezTo>
                      <a:pt x="150387" y="264288"/>
                      <a:pt x="152869" y="266097"/>
                      <a:pt x="152869" y="271822"/>
                    </a:cubicBezTo>
                    <a:lnTo>
                      <a:pt x="152869" y="290808"/>
                    </a:lnTo>
                    <a:cubicBezTo>
                      <a:pt x="152869" y="296534"/>
                      <a:pt x="150077" y="298643"/>
                      <a:pt x="144806" y="298643"/>
                    </a:cubicBezTo>
                    <a:lnTo>
                      <a:pt x="62016" y="298643"/>
                    </a:lnTo>
                    <a:cubicBezTo>
                      <a:pt x="27906" y="298643"/>
                      <a:pt x="308" y="271822"/>
                      <a:pt x="308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8" name="手繪多邊形: 圖案 137">
                <a:extLst>
                  <a:ext uri="{FF2B5EF4-FFF2-40B4-BE49-F238E27FC236}">
                    <a16:creationId xmlns:a16="http://schemas.microsoft.com/office/drawing/2014/main" id="{1E00D9D8-C49E-7DCD-19C9-D1CB0C37EEED}"/>
                  </a:ext>
                </a:extLst>
              </p:cNvPr>
              <p:cNvSpPr/>
              <p:nvPr/>
            </p:nvSpPr>
            <p:spPr>
              <a:xfrm>
                <a:off x="28766667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4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7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4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7" y="0"/>
                    </a:lnTo>
                    <a:cubicBezTo>
                      <a:pt x="35658" y="0"/>
                      <a:pt x="37518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9" name="手繪多邊形: 圖案 138">
                <a:extLst>
                  <a:ext uri="{FF2B5EF4-FFF2-40B4-BE49-F238E27FC236}">
                    <a16:creationId xmlns:a16="http://schemas.microsoft.com/office/drawing/2014/main" id="{B4F5D8F9-DC7F-B3DE-CEE1-6330B09EAA8C}"/>
                  </a:ext>
                </a:extLst>
              </p:cNvPr>
              <p:cNvSpPr/>
              <p:nvPr/>
            </p:nvSpPr>
            <p:spPr>
              <a:xfrm>
                <a:off x="29374420" y="22540893"/>
                <a:ext cx="178915" cy="299547"/>
              </a:xfrm>
              <a:custGeom>
                <a:avLst/>
                <a:gdLst>
                  <a:gd name="connsiteX0" fmla="*/ 6823 w 178915"/>
                  <a:gd name="connsiteY0" fmla="*/ 299547 h 299547"/>
                  <a:gd name="connsiteX1" fmla="*/ 0 w 178915"/>
                  <a:gd name="connsiteY1" fmla="*/ 291110 h 299547"/>
                  <a:gd name="connsiteX2" fmla="*/ 0 w 178915"/>
                  <a:gd name="connsiteY2" fmla="*/ 8438 h 299547"/>
                  <a:gd name="connsiteX3" fmla="*/ 7752 w 178915"/>
                  <a:gd name="connsiteY3" fmla="*/ 0 h 299547"/>
                  <a:gd name="connsiteX4" fmla="*/ 89303 w 178915"/>
                  <a:gd name="connsiteY4" fmla="*/ 0 h 299547"/>
                  <a:gd name="connsiteX5" fmla="*/ 178916 w 178915"/>
                  <a:gd name="connsiteY5" fmla="*/ 64189 h 299547"/>
                  <a:gd name="connsiteX6" fmla="*/ 178916 w 178915"/>
                  <a:gd name="connsiteY6" fmla="*/ 235057 h 299547"/>
                  <a:gd name="connsiteX7" fmla="*/ 89303 w 178915"/>
                  <a:gd name="connsiteY7" fmla="*/ 299246 h 299547"/>
                  <a:gd name="connsiteX8" fmla="*/ 6823 w 178915"/>
                  <a:gd name="connsiteY8" fmla="*/ 299246 h 299547"/>
                  <a:gd name="connsiteX9" fmla="*/ 41241 w 178915"/>
                  <a:gd name="connsiteY9" fmla="*/ 34656 h 299547"/>
                  <a:gd name="connsiteX10" fmla="*/ 41241 w 178915"/>
                  <a:gd name="connsiteY10" fmla="*/ 265193 h 299547"/>
                  <a:gd name="connsiteX11" fmla="*/ 88682 w 178915"/>
                  <a:gd name="connsiteY11" fmla="*/ 265193 h 299547"/>
                  <a:gd name="connsiteX12" fmla="*/ 137675 w 178915"/>
                  <a:gd name="connsiteY12" fmla="*/ 230838 h 299547"/>
                  <a:gd name="connsiteX13" fmla="*/ 137675 w 178915"/>
                  <a:gd name="connsiteY13" fmla="*/ 68709 h 299547"/>
                  <a:gd name="connsiteX14" fmla="*/ 88682 w 178915"/>
                  <a:gd name="connsiteY14" fmla="*/ 34354 h 299547"/>
                  <a:gd name="connsiteX15" fmla="*/ 41241 w 178915"/>
                  <a:gd name="connsiteY15" fmla="*/ 34354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8915" h="299547">
                    <a:moveTo>
                      <a:pt x="6823" y="299547"/>
                    </a:moveTo>
                    <a:cubicBezTo>
                      <a:pt x="1860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7752" y="0"/>
                    </a:cubicBezTo>
                    <a:lnTo>
                      <a:pt x="89303" y="0"/>
                    </a:lnTo>
                    <a:cubicBezTo>
                      <a:pt x="156900" y="0"/>
                      <a:pt x="178916" y="29834"/>
                      <a:pt x="178916" y="64189"/>
                    </a:cubicBezTo>
                    <a:lnTo>
                      <a:pt x="178916" y="235057"/>
                    </a:lnTo>
                    <a:cubicBezTo>
                      <a:pt x="178916" y="269412"/>
                      <a:pt x="156589" y="299246"/>
                      <a:pt x="89303" y="299246"/>
                    </a:cubicBezTo>
                    <a:lnTo>
                      <a:pt x="6823" y="299246"/>
                    </a:lnTo>
                    <a:close/>
                    <a:moveTo>
                      <a:pt x="41241" y="34656"/>
                    </a:moveTo>
                    <a:lnTo>
                      <a:pt x="41241" y="265193"/>
                    </a:lnTo>
                    <a:lnTo>
                      <a:pt x="88682" y="265193"/>
                    </a:lnTo>
                    <a:cubicBezTo>
                      <a:pt x="123102" y="265193"/>
                      <a:pt x="137675" y="251933"/>
                      <a:pt x="137675" y="230838"/>
                    </a:cubicBezTo>
                    <a:lnTo>
                      <a:pt x="137675" y="68709"/>
                    </a:lnTo>
                    <a:cubicBezTo>
                      <a:pt x="137675" y="47614"/>
                      <a:pt x="123102" y="34354"/>
                      <a:pt x="88682" y="34354"/>
                    </a:cubicBezTo>
                    <a:lnTo>
                      <a:pt x="41241" y="3435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0" name="手繪多邊形: 圖案 139">
                <a:extLst>
                  <a:ext uri="{FF2B5EF4-FFF2-40B4-BE49-F238E27FC236}">
                    <a16:creationId xmlns:a16="http://schemas.microsoft.com/office/drawing/2014/main" id="{7C4013FB-2590-4B7B-8397-03293CB8B979}"/>
                  </a:ext>
                </a:extLst>
              </p:cNvPr>
              <p:cNvSpPr/>
              <p:nvPr/>
            </p:nvSpPr>
            <p:spPr>
              <a:xfrm>
                <a:off x="30095974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58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37C20176-9EFA-44D9-728E-51E784601EEB}"/>
                  </a:ext>
                </a:extLst>
              </p:cNvPr>
              <p:cNvSpPr/>
              <p:nvPr/>
            </p:nvSpPr>
            <p:spPr>
              <a:xfrm>
                <a:off x="30455354" y="22541194"/>
                <a:ext cx="177986" cy="299245"/>
              </a:xfrm>
              <a:custGeom>
                <a:avLst/>
                <a:gdLst>
                  <a:gd name="connsiteX0" fmla="*/ 169924 w 177986"/>
                  <a:gd name="connsiteY0" fmla="*/ 0 h 299245"/>
                  <a:gd name="connsiteX1" fmla="*/ 177987 w 177986"/>
                  <a:gd name="connsiteY1" fmla="*/ 7835 h 299245"/>
                  <a:gd name="connsiteX2" fmla="*/ 177987 w 177986"/>
                  <a:gd name="connsiteY2" fmla="*/ 26218 h 299245"/>
                  <a:gd name="connsiteX3" fmla="*/ 169924 w 177986"/>
                  <a:gd name="connsiteY3" fmla="*/ 34052 h 299245"/>
                  <a:gd name="connsiteX4" fmla="*/ 109769 w 177986"/>
                  <a:gd name="connsiteY4" fmla="*/ 34052 h 299245"/>
                  <a:gd name="connsiteX5" fmla="*/ 109769 w 177986"/>
                  <a:gd name="connsiteY5" fmla="*/ 290808 h 299245"/>
                  <a:gd name="connsiteX6" fmla="*/ 102017 w 177986"/>
                  <a:gd name="connsiteY6" fmla="*/ 299246 h 299245"/>
                  <a:gd name="connsiteX7" fmla="*/ 76280 w 177986"/>
                  <a:gd name="connsiteY7" fmla="*/ 299246 h 299245"/>
                  <a:gd name="connsiteX8" fmla="*/ 68218 w 177986"/>
                  <a:gd name="connsiteY8" fmla="*/ 290808 h 299245"/>
                  <a:gd name="connsiteX9" fmla="*/ 68218 w 177986"/>
                  <a:gd name="connsiteY9" fmla="*/ 34052 h 299245"/>
                  <a:gd name="connsiteX10" fmla="*/ 8062 w 177986"/>
                  <a:gd name="connsiteY10" fmla="*/ 34052 h 299245"/>
                  <a:gd name="connsiteX11" fmla="*/ 0 w 177986"/>
                  <a:gd name="connsiteY11" fmla="*/ 26218 h 299245"/>
                  <a:gd name="connsiteX12" fmla="*/ 0 w 177986"/>
                  <a:gd name="connsiteY12" fmla="*/ 7835 h 299245"/>
                  <a:gd name="connsiteX13" fmla="*/ 8062 w 177986"/>
                  <a:gd name="connsiteY13" fmla="*/ 0 h 299245"/>
                  <a:gd name="connsiteX14" fmla="*/ 170235 w 177986"/>
                  <a:gd name="connsiteY14" fmla="*/ 0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7986" h="299245">
                    <a:moveTo>
                      <a:pt x="169924" y="0"/>
                    </a:moveTo>
                    <a:cubicBezTo>
                      <a:pt x="175506" y="0"/>
                      <a:pt x="177987" y="2109"/>
                      <a:pt x="177987" y="7835"/>
                    </a:cubicBezTo>
                    <a:lnTo>
                      <a:pt x="177987" y="26218"/>
                    </a:lnTo>
                    <a:cubicBezTo>
                      <a:pt x="177987" y="31944"/>
                      <a:pt x="175195" y="34052"/>
                      <a:pt x="169924" y="34052"/>
                    </a:cubicBezTo>
                    <a:lnTo>
                      <a:pt x="109769" y="34052"/>
                    </a:lnTo>
                    <a:lnTo>
                      <a:pt x="109769" y="290808"/>
                    </a:lnTo>
                    <a:cubicBezTo>
                      <a:pt x="109769" y="296534"/>
                      <a:pt x="107598" y="299246"/>
                      <a:pt x="102017" y="299246"/>
                    </a:cubicBezTo>
                    <a:lnTo>
                      <a:pt x="76280" y="299246"/>
                    </a:lnTo>
                    <a:cubicBezTo>
                      <a:pt x="70388" y="299246"/>
                      <a:pt x="68218" y="296534"/>
                      <a:pt x="68218" y="290808"/>
                    </a:cubicBezTo>
                    <a:lnTo>
                      <a:pt x="68218" y="34052"/>
                    </a:lnTo>
                    <a:lnTo>
                      <a:pt x="8062" y="34052"/>
                    </a:lnTo>
                    <a:cubicBezTo>
                      <a:pt x="2171" y="34052"/>
                      <a:pt x="0" y="31944"/>
                      <a:pt x="0" y="26218"/>
                    </a:cubicBezTo>
                    <a:lnTo>
                      <a:pt x="0" y="7835"/>
                    </a:lnTo>
                    <a:cubicBezTo>
                      <a:pt x="0" y="2109"/>
                      <a:pt x="2171" y="0"/>
                      <a:pt x="8062" y="0"/>
                    </a:cubicBezTo>
                    <a:lnTo>
                      <a:pt x="170235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39A20E3A-8064-7A28-6280-607F8FE1F84A}"/>
                  </a:ext>
                </a:extLst>
              </p:cNvPr>
              <p:cNvSpPr/>
              <p:nvPr/>
            </p:nvSpPr>
            <p:spPr>
              <a:xfrm>
                <a:off x="30768633" y="22541194"/>
                <a:ext cx="199368" cy="299245"/>
              </a:xfrm>
              <a:custGeom>
                <a:avLst/>
                <a:gdLst>
                  <a:gd name="connsiteX0" fmla="*/ 112771 w 199368"/>
                  <a:gd name="connsiteY0" fmla="*/ 0 h 299245"/>
                  <a:gd name="connsiteX1" fmla="*/ 123312 w 199368"/>
                  <a:gd name="connsiteY1" fmla="*/ 7835 h 299245"/>
                  <a:gd name="connsiteX2" fmla="*/ 198971 w 199368"/>
                  <a:gd name="connsiteY2" fmla="*/ 291410 h 299245"/>
                  <a:gd name="connsiteX3" fmla="*/ 192770 w 199368"/>
                  <a:gd name="connsiteY3" fmla="*/ 299246 h 299245"/>
                  <a:gd name="connsiteX4" fmla="*/ 167034 w 199368"/>
                  <a:gd name="connsiteY4" fmla="*/ 299246 h 299245"/>
                  <a:gd name="connsiteX5" fmla="*/ 157422 w 199368"/>
                  <a:gd name="connsiteY5" fmla="*/ 291410 h 299245"/>
                  <a:gd name="connsiteX6" fmla="*/ 138816 w 199368"/>
                  <a:gd name="connsiteY6" fmla="*/ 220893 h 299245"/>
                  <a:gd name="connsiteX7" fmla="*/ 58196 w 199368"/>
                  <a:gd name="connsiteY7" fmla="*/ 220893 h 299245"/>
                  <a:gd name="connsiteX8" fmla="*/ 40211 w 199368"/>
                  <a:gd name="connsiteY8" fmla="*/ 291410 h 299245"/>
                  <a:gd name="connsiteX9" fmla="*/ 30599 w 199368"/>
                  <a:gd name="connsiteY9" fmla="*/ 299246 h 299245"/>
                  <a:gd name="connsiteX10" fmla="*/ 6722 w 199368"/>
                  <a:gd name="connsiteY10" fmla="*/ 299246 h 299245"/>
                  <a:gd name="connsiteX11" fmla="*/ 522 w 199368"/>
                  <a:gd name="connsiteY11" fmla="*/ 291410 h 299245"/>
                  <a:gd name="connsiteX12" fmla="*/ 76490 w 199368"/>
                  <a:gd name="connsiteY12" fmla="*/ 7835 h 299245"/>
                  <a:gd name="connsiteX13" fmla="*/ 87034 w 199368"/>
                  <a:gd name="connsiteY13" fmla="*/ 0 h 299245"/>
                  <a:gd name="connsiteX14" fmla="*/ 113389 w 199368"/>
                  <a:gd name="connsiteY14" fmla="*/ 0 h 299245"/>
                  <a:gd name="connsiteX15" fmla="*/ 108739 w 199368"/>
                  <a:gd name="connsiteY15" fmla="*/ 105474 h 299245"/>
                  <a:gd name="connsiteX16" fmla="*/ 98817 w 199368"/>
                  <a:gd name="connsiteY16" fmla="*/ 47915 h 299245"/>
                  <a:gd name="connsiteX17" fmla="*/ 88273 w 199368"/>
                  <a:gd name="connsiteY17" fmla="*/ 105173 h 299245"/>
                  <a:gd name="connsiteX18" fmla="*/ 65638 w 199368"/>
                  <a:gd name="connsiteY18" fmla="*/ 188347 h 299245"/>
                  <a:gd name="connsiteX19" fmla="*/ 130754 w 199368"/>
                  <a:gd name="connsiteY19" fmla="*/ 188347 h 299245"/>
                  <a:gd name="connsiteX20" fmla="*/ 108429 w 199368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8" h="299245">
                    <a:moveTo>
                      <a:pt x="112771" y="0"/>
                    </a:moveTo>
                    <a:cubicBezTo>
                      <a:pt x="118352" y="0"/>
                      <a:pt x="121762" y="2712"/>
                      <a:pt x="123312" y="7835"/>
                    </a:cubicBezTo>
                    <a:lnTo>
                      <a:pt x="198971" y="291410"/>
                    </a:lnTo>
                    <a:cubicBezTo>
                      <a:pt x="200211" y="296834"/>
                      <a:pt x="198661" y="299246"/>
                      <a:pt x="192770" y="299246"/>
                    </a:cubicBezTo>
                    <a:lnTo>
                      <a:pt x="167034" y="299246"/>
                    </a:lnTo>
                    <a:cubicBezTo>
                      <a:pt x="161143" y="299246"/>
                      <a:pt x="158972" y="296232"/>
                      <a:pt x="157422" y="291410"/>
                    </a:cubicBezTo>
                    <a:lnTo>
                      <a:pt x="138816" y="220893"/>
                    </a:lnTo>
                    <a:lnTo>
                      <a:pt x="58196" y="220893"/>
                    </a:lnTo>
                    <a:lnTo>
                      <a:pt x="40211" y="291410"/>
                    </a:lnTo>
                    <a:cubicBezTo>
                      <a:pt x="38972" y="296232"/>
                      <a:pt x="36180" y="299246"/>
                      <a:pt x="30599" y="299246"/>
                    </a:cubicBezTo>
                    <a:lnTo>
                      <a:pt x="6722" y="299246"/>
                    </a:lnTo>
                    <a:cubicBezTo>
                      <a:pt x="831" y="299246"/>
                      <a:pt x="-1030" y="296534"/>
                      <a:pt x="522" y="291410"/>
                    </a:cubicBezTo>
                    <a:lnTo>
                      <a:pt x="76490" y="7835"/>
                    </a:lnTo>
                    <a:cubicBezTo>
                      <a:pt x="77732" y="2410"/>
                      <a:pt x="81142" y="0"/>
                      <a:pt x="87034" y="0"/>
                    </a:cubicBezTo>
                    <a:lnTo>
                      <a:pt x="113389" y="0"/>
                    </a:lnTo>
                    <a:close/>
                    <a:moveTo>
                      <a:pt x="108739" y="105474"/>
                    </a:moveTo>
                    <a:cubicBezTo>
                      <a:pt x="105638" y="94324"/>
                      <a:pt x="100056" y="61778"/>
                      <a:pt x="98817" y="47915"/>
                    </a:cubicBezTo>
                    <a:cubicBezTo>
                      <a:pt x="96646" y="64188"/>
                      <a:pt x="91684" y="92817"/>
                      <a:pt x="88273" y="105173"/>
                    </a:cubicBezTo>
                    <a:lnTo>
                      <a:pt x="65638" y="188347"/>
                    </a:lnTo>
                    <a:lnTo>
                      <a:pt x="130754" y="188347"/>
                    </a:lnTo>
                    <a:lnTo>
                      <a:pt x="108429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08EDA50C-741F-3A9F-E0CF-8E0C8C42E37E}"/>
                  </a:ext>
                </a:extLst>
              </p:cNvPr>
              <p:cNvSpPr/>
              <p:nvPr/>
            </p:nvSpPr>
            <p:spPr>
              <a:xfrm>
                <a:off x="31148691" y="22540893"/>
                <a:ext cx="145735" cy="299547"/>
              </a:xfrm>
              <a:custGeom>
                <a:avLst/>
                <a:gdLst>
                  <a:gd name="connsiteX0" fmla="*/ 61705 w 145735"/>
                  <a:gd name="connsiteY0" fmla="*/ 299547 h 299547"/>
                  <a:gd name="connsiteX1" fmla="*/ 0 w 145735"/>
                  <a:gd name="connsiteY1" fmla="*/ 239578 h 299547"/>
                  <a:gd name="connsiteX2" fmla="*/ 0 w 145735"/>
                  <a:gd name="connsiteY2" fmla="*/ 8438 h 299547"/>
                  <a:gd name="connsiteX3" fmla="*/ 8062 w 145735"/>
                  <a:gd name="connsiteY3" fmla="*/ 0 h 299547"/>
                  <a:gd name="connsiteX4" fmla="*/ 33487 w 145735"/>
                  <a:gd name="connsiteY4" fmla="*/ 0 h 299547"/>
                  <a:gd name="connsiteX5" fmla="*/ 41239 w 145735"/>
                  <a:gd name="connsiteY5" fmla="*/ 8438 h 299547"/>
                  <a:gd name="connsiteX6" fmla="*/ 41239 w 145735"/>
                  <a:gd name="connsiteY6" fmla="*/ 238975 h 299547"/>
                  <a:gd name="connsiteX7" fmla="*/ 68216 w 145735"/>
                  <a:gd name="connsiteY7" fmla="*/ 265193 h 299547"/>
                  <a:gd name="connsiteX8" fmla="*/ 137675 w 145735"/>
                  <a:gd name="connsiteY8" fmla="*/ 265193 h 299547"/>
                  <a:gd name="connsiteX9" fmla="*/ 145735 w 145735"/>
                  <a:gd name="connsiteY9" fmla="*/ 272726 h 299547"/>
                  <a:gd name="connsiteX10" fmla="*/ 145735 w 145735"/>
                  <a:gd name="connsiteY10" fmla="*/ 291712 h 299547"/>
                  <a:gd name="connsiteX11" fmla="*/ 137675 w 145735"/>
                  <a:gd name="connsiteY11" fmla="*/ 299547 h 299547"/>
                  <a:gd name="connsiteX12" fmla="*/ 61705 w 145735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5" h="299547">
                    <a:moveTo>
                      <a:pt x="61705" y="299547"/>
                    </a:moveTo>
                    <a:cubicBezTo>
                      <a:pt x="27596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38975"/>
                    </a:lnTo>
                    <a:cubicBezTo>
                      <a:pt x="41239" y="253440"/>
                      <a:pt x="53333" y="265193"/>
                      <a:pt x="68216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5" y="267001"/>
                      <a:pt x="145735" y="272726"/>
                    </a:cubicBezTo>
                    <a:lnTo>
                      <a:pt x="145735" y="291712"/>
                    </a:lnTo>
                    <a:cubicBezTo>
                      <a:pt x="145735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68A3B38E-89A0-9951-BBCE-1F6973B2A384}"/>
                  </a:ext>
                </a:extLst>
              </p:cNvPr>
              <p:cNvSpPr/>
              <p:nvPr/>
            </p:nvSpPr>
            <p:spPr>
              <a:xfrm>
                <a:off x="32051330" y="22540893"/>
                <a:ext cx="145737" cy="299547"/>
              </a:xfrm>
              <a:custGeom>
                <a:avLst/>
                <a:gdLst>
                  <a:gd name="connsiteX0" fmla="*/ 61705 w 145737"/>
                  <a:gd name="connsiteY0" fmla="*/ 299547 h 299547"/>
                  <a:gd name="connsiteX1" fmla="*/ 0 w 145737"/>
                  <a:gd name="connsiteY1" fmla="*/ 239578 h 299547"/>
                  <a:gd name="connsiteX2" fmla="*/ 0 w 145737"/>
                  <a:gd name="connsiteY2" fmla="*/ 8438 h 299547"/>
                  <a:gd name="connsiteX3" fmla="*/ 8062 w 145737"/>
                  <a:gd name="connsiteY3" fmla="*/ 0 h 299547"/>
                  <a:gd name="connsiteX4" fmla="*/ 33489 w 145737"/>
                  <a:gd name="connsiteY4" fmla="*/ 0 h 299547"/>
                  <a:gd name="connsiteX5" fmla="*/ 41241 w 145737"/>
                  <a:gd name="connsiteY5" fmla="*/ 8438 h 299547"/>
                  <a:gd name="connsiteX6" fmla="*/ 41241 w 145737"/>
                  <a:gd name="connsiteY6" fmla="*/ 238975 h 299547"/>
                  <a:gd name="connsiteX7" fmla="*/ 68218 w 145737"/>
                  <a:gd name="connsiteY7" fmla="*/ 265193 h 299547"/>
                  <a:gd name="connsiteX8" fmla="*/ 137675 w 145737"/>
                  <a:gd name="connsiteY8" fmla="*/ 265193 h 299547"/>
                  <a:gd name="connsiteX9" fmla="*/ 145737 w 145737"/>
                  <a:gd name="connsiteY9" fmla="*/ 272726 h 299547"/>
                  <a:gd name="connsiteX10" fmla="*/ 145737 w 145737"/>
                  <a:gd name="connsiteY10" fmla="*/ 291712 h 299547"/>
                  <a:gd name="connsiteX11" fmla="*/ 137675 w 145737"/>
                  <a:gd name="connsiteY11" fmla="*/ 299547 h 299547"/>
                  <a:gd name="connsiteX12" fmla="*/ 61705 w 145737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7" h="299547">
                    <a:moveTo>
                      <a:pt x="61705" y="299547"/>
                    </a:moveTo>
                    <a:cubicBezTo>
                      <a:pt x="27597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9" y="0"/>
                    </a:lnTo>
                    <a:cubicBezTo>
                      <a:pt x="39381" y="0"/>
                      <a:pt x="41241" y="2712"/>
                      <a:pt x="41241" y="8438"/>
                    </a:cubicBezTo>
                    <a:lnTo>
                      <a:pt x="41241" y="238975"/>
                    </a:lnTo>
                    <a:cubicBezTo>
                      <a:pt x="41241" y="253440"/>
                      <a:pt x="53333" y="265193"/>
                      <a:pt x="68218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7" y="267001"/>
                      <a:pt x="145737" y="272726"/>
                    </a:cubicBezTo>
                    <a:lnTo>
                      <a:pt x="145737" y="291712"/>
                    </a:lnTo>
                    <a:cubicBezTo>
                      <a:pt x="145737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5" name="手繪多邊形: 圖案 144">
                <a:extLst>
                  <a:ext uri="{FF2B5EF4-FFF2-40B4-BE49-F238E27FC236}">
                    <a16:creationId xmlns:a16="http://schemas.microsoft.com/office/drawing/2014/main" id="{F7C1D9E0-1985-14B2-9EA9-95F9D05BE509}"/>
                  </a:ext>
                </a:extLst>
              </p:cNvPr>
              <p:cNvSpPr/>
              <p:nvPr/>
            </p:nvSpPr>
            <p:spPr>
              <a:xfrm>
                <a:off x="31686367" y="22537879"/>
                <a:ext cx="173645" cy="306177"/>
              </a:xfrm>
              <a:custGeom>
                <a:avLst/>
                <a:gdLst>
                  <a:gd name="connsiteX0" fmla="*/ 173645 w 173645"/>
                  <a:gd name="connsiteY0" fmla="*/ 241988 h 306177"/>
                  <a:gd name="connsiteX1" fmla="*/ 86822 w 173645"/>
                  <a:gd name="connsiteY1" fmla="*/ 306177 h 306177"/>
                  <a:gd name="connsiteX2" fmla="*/ 0 w 173645"/>
                  <a:gd name="connsiteY2" fmla="*/ 241988 h 306177"/>
                  <a:gd name="connsiteX3" fmla="*/ 0 w 173645"/>
                  <a:gd name="connsiteY3" fmla="*/ 64189 h 306177"/>
                  <a:gd name="connsiteX4" fmla="*/ 86822 w 173645"/>
                  <a:gd name="connsiteY4" fmla="*/ 0 h 306177"/>
                  <a:gd name="connsiteX5" fmla="*/ 173645 w 173645"/>
                  <a:gd name="connsiteY5" fmla="*/ 64189 h 306177"/>
                  <a:gd name="connsiteX6" fmla="*/ 173645 w 173645"/>
                  <a:gd name="connsiteY6" fmla="*/ 88900 h 306177"/>
                  <a:gd name="connsiteX7" fmla="*/ 165893 w 173645"/>
                  <a:gd name="connsiteY7" fmla="*/ 97338 h 306177"/>
                  <a:gd name="connsiteX8" fmla="*/ 141396 w 173645"/>
                  <a:gd name="connsiteY8" fmla="*/ 97338 h 306177"/>
                  <a:gd name="connsiteX9" fmla="*/ 133333 w 173645"/>
                  <a:gd name="connsiteY9" fmla="*/ 88900 h 306177"/>
                  <a:gd name="connsiteX10" fmla="*/ 133333 w 173645"/>
                  <a:gd name="connsiteY10" fmla="*/ 67805 h 306177"/>
                  <a:gd name="connsiteX11" fmla="*/ 87132 w 173645"/>
                  <a:gd name="connsiteY11" fmla="*/ 34355 h 306177"/>
                  <a:gd name="connsiteX12" fmla="*/ 41241 w 173645"/>
                  <a:gd name="connsiteY12" fmla="*/ 67805 h 306177"/>
                  <a:gd name="connsiteX13" fmla="*/ 41241 w 173645"/>
                  <a:gd name="connsiteY13" fmla="*/ 238674 h 306177"/>
                  <a:gd name="connsiteX14" fmla="*/ 87132 w 173645"/>
                  <a:gd name="connsiteY14" fmla="*/ 272124 h 306177"/>
                  <a:gd name="connsiteX15" fmla="*/ 133333 w 173645"/>
                  <a:gd name="connsiteY15" fmla="*/ 238674 h 306177"/>
                  <a:gd name="connsiteX16" fmla="*/ 133333 w 173645"/>
                  <a:gd name="connsiteY16" fmla="*/ 211853 h 306177"/>
                  <a:gd name="connsiteX17" fmla="*/ 141396 w 173645"/>
                  <a:gd name="connsiteY17" fmla="*/ 204018 h 306177"/>
                  <a:gd name="connsiteX18" fmla="*/ 165893 w 173645"/>
                  <a:gd name="connsiteY18" fmla="*/ 204018 h 306177"/>
                  <a:gd name="connsiteX19" fmla="*/ 173645 w 173645"/>
                  <a:gd name="connsiteY19" fmla="*/ 211853 h 306177"/>
                  <a:gd name="connsiteX20" fmla="*/ 173645 w 173645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5" h="306177">
                    <a:moveTo>
                      <a:pt x="173645" y="241988"/>
                    </a:moveTo>
                    <a:cubicBezTo>
                      <a:pt x="173645" y="276343"/>
                      <a:pt x="154729" y="306177"/>
                      <a:pt x="86822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2" y="0"/>
                    </a:cubicBezTo>
                    <a:cubicBezTo>
                      <a:pt x="154110" y="0"/>
                      <a:pt x="173645" y="29834"/>
                      <a:pt x="173645" y="64189"/>
                    </a:cubicBezTo>
                    <a:lnTo>
                      <a:pt x="173645" y="88900"/>
                    </a:lnTo>
                    <a:cubicBezTo>
                      <a:pt x="173645" y="94626"/>
                      <a:pt x="171474" y="97338"/>
                      <a:pt x="165893" y="97338"/>
                    </a:cubicBezTo>
                    <a:lnTo>
                      <a:pt x="141396" y="97338"/>
                    </a:lnTo>
                    <a:cubicBezTo>
                      <a:pt x="135504" y="97338"/>
                      <a:pt x="133333" y="94626"/>
                      <a:pt x="133333" y="88900"/>
                    </a:cubicBezTo>
                    <a:lnTo>
                      <a:pt x="133333" y="67805"/>
                    </a:lnTo>
                    <a:cubicBezTo>
                      <a:pt x="133333" y="47011"/>
                      <a:pt x="121242" y="34355"/>
                      <a:pt x="87132" y="34355"/>
                    </a:cubicBezTo>
                    <a:cubicBezTo>
                      <a:pt x="53024" y="34355"/>
                      <a:pt x="41241" y="47011"/>
                      <a:pt x="41241" y="67805"/>
                    </a:cubicBezTo>
                    <a:lnTo>
                      <a:pt x="41241" y="238674"/>
                    </a:lnTo>
                    <a:cubicBezTo>
                      <a:pt x="41241" y="259468"/>
                      <a:pt x="53024" y="272124"/>
                      <a:pt x="87132" y="272124"/>
                    </a:cubicBezTo>
                    <a:cubicBezTo>
                      <a:pt x="121242" y="272124"/>
                      <a:pt x="133333" y="259468"/>
                      <a:pt x="133333" y="238674"/>
                    </a:cubicBezTo>
                    <a:lnTo>
                      <a:pt x="133333" y="211853"/>
                    </a:lnTo>
                    <a:cubicBezTo>
                      <a:pt x="133333" y="206127"/>
                      <a:pt x="135504" y="204018"/>
                      <a:pt x="141396" y="204018"/>
                    </a:cubicBezTo>
                    <a:lnTo>
                      <a:pt x="165893" y="204018"/>
                    </a:lnTo>
                    <a:cubicBezTo>
                      <a:pt x="171474" y="204018"/>
                      <a:pt x="173645" y="206127"/>
                      <a:pt x="173645" y="211853"/>
                    </a:cubicBezTo>
                    <a:lnTo>
                      <a:pt x="173645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32C2166A-2160-C484-3D5C-B468CCD36E54}"/>
                  </a:ext>
                </a:extLst>
              </p:cNvPr>
              <p:cNvSpPr/>
              <p:nvPr/>
            </p:nvSpPr>
            <p:spPr>
              <a:xfrm>
                <a:off x="3237567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9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7" name="手繪多邊形: 圖案 146">
                <a:extLst>
                  <a:ext uri="{FF2B5EF4-FFF2-40B4-BE49-F238E27FC236}">
                    <a16:creationId xmlns:a16="http://schemas.microsoft.com/office/drawing/2014/main" id="{4D0AE3C1-A1D8-F34F-AE1D-AF804DE1595B}"/>
                  </a:ext>
                </a:extLst>
              </p:cNvPr>
              <p:cNvSpPr/>
              <p:nvPr/>
            </p:nvSpPr>
            <p:spPr>
              <a:xfrm>
                <a:off x="32621565" y="22540893"/>
                <a:ext cx="179536" cy="299547"/>
              </a:xfrm>
              <a:custGeom>
                <a:avLst/>
                <a:gdLst>
                  <a:gd name="connsiteX0" fmla="*/ 179537 w 179536"/>
                  <a:gd name="connsiteY0" fmla="*/ 291712 h 299547"/>
                  <a:gd name="connsiteX1" fmla="*/ 171785 w 179536"/>
                  <a:gd name="connsiteY1" fmla="*/ 299547 h 299547"/>
                  <a:gd name="connsiteX2" fmla="*/ 148218 w 179536"/>
                  <a:gd name="connsiteY2" fmla="*/ 299547 h 299547"/>
                  <a:gd name="connsiteX3" fmla="*/ 140156 w 179536"/>
                  <a:gd name="connsiteY3" fmla="*/ 294726 h 299547"/>
                  <a:gd name="connsiteX4" fmla="*/ 51781 w 179536"/>
                  <a:gd name="connsiteY4" fmla="*/ 116323 h 299547"/>
                  <a:gd name="connsiteX5" fmla="*/ 38139 w 179536"/>
                  <a:gd name="connsiteY5" fmla="*/ 84982 h 299547"/>
                  <a:gd name="connsiteX6" fmla="*/ 38139 w 179536"/>
                  <a:gd name="connsiteY6" fmla="*/ 291411 h 299547"/>
                  <a:gd name="connsiteX7" fmla="*/ 30387 w 179536"/>
                  <a:gd name="connsiteY7" fmla="*/ 299246 h 299547"/>
                  <a:gd name="connsiteX8" fmla="*/ 7752 w 179536"/>
                  <a:gd name="connsiteY8" fmla="*/ 299246 h 299547"/>
                  <a:gd name="connsiteX9" fmla="*/ 0 w 179536"/>
                  <a:gd name="connsiteY9" fmla="*/ 291411 h 299547"/>
                  <a:gd name="connsiteX10" fmla="*/ 0 w 179536"/>
                  <a:gd name="connsiteY10" fmla="*/ 7836 h 299547"/>
                  <a:gd name="connsiteX11" fmla="*/ 7752 w 179536"/>
                  <a:gd name="connsiteY11" fmla="*/ 0 h 299547"/>
                  <a:gd name="connsiteX12" fmla="*/ 31629 w 179536"/>
                  <a:gd name="connsiteY12" fmla="*/ 0 h 299547"/>
                  <a:gd name="connsiteX13" fmla="*/ 38760 w 179536"/>
                  <a:gd name="connsiteY13" fmla="*/ 4520 h 299547"/>
                  <a:gd name="connsiteX14" fmla="*/ 129300 w 179536"/>
                  <a:gd name="connsiteY14" fmla="*/ 185333 h 299547"/>
                  <a:gd name="connsiteX15" fmla="*/ 141084 w 179536"/>
                  <a:gd name="connsiteY15" fmla="*/ 213359 h 299547"/>
                  <a:gd name="connsiteX16" fmla="*/ 141084 w 179536"/>
                  <a:gd name="connsiteY16" fmla="*/ 7836 h 299547"/>
                  <a:gd name="connsiteX17" fmla="*/ 149146 w 179536"/>
                  <a:gd name="connsiteY17" fmla="*/ 0 h 299547"/>
                  <a:gd name="connsiteX18" fmla="*/ 171474 w 179536"/>
                  <a:gd name="connsiteY18" fmla="*/ 0 h 299547"/>
                  <a:gd name="connsiteX19" fmla="*/ 179226 w 179536"/>
                  <a:gd name="connsiteY19" fmla="*/ 7836 h 299547"/>
                  <a:gd name="connsiteX20" fmla="*/ 179226 w 179536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6" h="299547">
                    <a:moveTo>
                      <a:pt x="179537" y="291712"/>
                    </a:moveTo>
                    <a:cubicBezTo>
                      <a:pt x="179537" y="297136"/>
                      <a:pt x="177674" y="299547"/>
                      <a:pt x="171785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5" y="298342"/>
                      <a:pt x="140156" y="294726"/>
                    </a:cubicBezTo>
                    <a:lnTo>
                      <a:pt x="51781" y="116323"/>
                    </a:lnTo>
                    <a:cubicBezTo>
                      <a:pt x="46822" y="106680"/>
                      <a:pt x="41239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18" y="1206"/>
                      <a:pt x="38760" y="4520"/>
                    </a:cubicBezTo>
                    <a:lnTo>
                      <a:pt x="129300" y="185333"/>
                    </a:lnTo>
                    <a:cubicBezTo>
                      <a:pt x="133025" y="192867"/>
                      <a:pt x="138915" y="207031"/>
                      <a:pt x="141084" y="213359"/>
                    </a:cubicBezTo>
                    <a:lnTo>
                      <a:pt x="141084" y="7836"/>
                    </a:lnTo>
                    <a:cubicBezTo>
                      <a:pt x="141084" y="2410"/>
                      <a:pt x="143877" y="0"/>
                      <a:pt x="149146" y="0"/>
                    </a:cubicBezTo>
                    <a:lnTo>
                      <a:pt x="171474" y="0"/>
                    </a:lnTo>
                    <a:cubicBezTo>
                      <a:pt x="177364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8" name="手繪多邊形: 圖案 147">
                <a:extLst>
                  <a:ext uri="{FF2B5EF4-FFF2-40B4-BE49-F238E27FC236}">
                    <a16:creationId xmlns:a16="http://schemas.microsoft.com/office/drawing/2014/main" id="{2507B8A6-8C1D-D581-3239-37CE5FE9F04D}"/>
                  </a:ext>
                </a:extLst>
              </p:cNvPr>
              <p:cNvSpPr/>
              <p:nvPr/>
            </p:nvSpPr>
            <p:spPr>
              <a:xfrm>
                <a:off x="3300606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7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7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3393310C-E7C4-3B2D-154A-B13FE506519C}"/>
                  </a:ext>
                </a:extLst>
              </p:cNvPr>
              <p:cNvSpPr/>
              <p:nvPr/>
            </p:nvSpPr>
            <p:spPr>
              <a:xfrm>
                <a:off x="33247922" y="22537879"/>
                <a:ext cx="173643" cy="306177"/>
              </a:xfrm>
              <a:custGeom>
                <a:avLst/>
                <a:gdLst>
                  <a:gd name="connsiteX0" fmla="*/ 173643 w 173643"/>
                  <a:gd name="connsiteY0" fmla="*/ 241988 h 306177"/>
                  <a:gd name="connsiteX1" fmla="*/ 86824 w 173643"/>
                  <a:gd name="connsiteY1" fmla="*/ 306177 h 306177"/>
                  <a:gd name="connsiteX2" fmla="*/ 0 w 173643"/>
                  <a:gd name="connsiteY2" fmla="*/ 241988 h 306177"/>
                  <a:gd name="connsiteX3" fmla="*/ 0 w 173643"/>
                  <a:gd name="connsiteY3" fmla="*/ 64189 h 306177"/>
                  <a:gd name="connsiteX4" fmla="*/ 86824 w 173643"/>
                  <a:gd name="connsiteY4" fmla="*/ 0 h 306177"/>
                  <a:gd name="connsiteX5" fmla="*/ 173643 w 173643"/>
                  <a:gd name="connsiteY5" fmla="*/ 64189 h 306177"/>
                  <a:gd name="connsiteX6" fmla="*/ 173643 w 173643"/>
                  <a:gd name="connsiteY6" fmla="*/ 88900 h 306177"/>
                  <a:gd name="connsiteX7" fmla="*/ 165891 w 173643"/>
                  <a:gd name="connsiteY7" fmla="*/ 97338 h 306177"/>
                  <a:gd name="connsiteX8" fmla="*/ 141398 w 173643"/>
                  <a:gd name="connsiteY8" fmla="*/ 97338 h 306177"/>
                  <a:gd name="connsiteX9" fmla="*/ 133335 w 173643"/>
                  <a:gd name="connsiteY9" fmla="*/ 88900 h 306177"/>
                  <a:gd name="connsiteX10" fmla="*/ 133335 w 173643"/>
                  <a:gd name="connsiteY10" fmla="*/ 67805 h 306177"/>
                  <a:gd name="connsiteX11" fmla="*/ 87134 w 173643"/>
                  <a:gd name="connsiteY11" fmla="*/ 34355 h 306177"/>
                  <a:gd name="connsiteX12" fmla="*/ 41243 w 173643"/>
                  <a:gd name="connsiteY12" fmla="*/ 67805 h 306177"/>
                  <a:gd name="connsiteX13" fmla="*/ 41243 w 173643"/>
                  <a:gd name="connsiteY13" fmla="*/ 238674 h 306177"/>
                  <a:gd name="connsiteX14" fmla="*/ 87134 w 173643"/>
                  <a:gd name="connsiteY14" fmla="*/ 272124 h 306177"/>
                  <a:gd name="connsiteX15" fmla="*/ 133335 w 173643"/>
                  <a:gd name="connsiteY15" fmla="*/ 238674 h 306177"/>
                  <a:gd name="connsiteX16" fmla="*/ 133335 w 173643"/>
                  <a:gd name="connsiteY16" fmla="*/ 211853 h 306177"/>
                  <a:gd name="connsiteX17" fmla="*/ 141398 w 173643"/>
                  <a:gd name="connsiteY17" fmla="*/ 204018 h 306177"/>
                  <a:gd name="connsiteX18" fmla="*/ 165891 w 173643"/>
                  <a:gd name="connsiteY18" fmla="*/ 204018 h 306177"/>
                  <a:gd name="connsiteX19" fmla="*/ 173643 w 173643"/>
                  <a:gd name="connsiteY19" fmla="*/ 211853 h 306177"/>
                  <a:gd name="connsiteX20" fmla="*/ 173643 w 173643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3" h="306177">
                    <a:moveTo>
                      <a:pt x="173643" y="241988"/>
                    </a:moveTo>
                    <a:cubicBezTo>
                      <a:pt x="173643" y="276343"/>
                      <a:pt x="154729" y="306177"/>
                      <a:pt x="86824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4" y="0"/>
                    </a:cubicBezTo>
                    <a:cubicBezTo>
                      <a:pt x="154108" y="0"/>
                      <a:pt x="173643" y="29834"/>
                      <a:pt x="173643" y="64189"/>
                    </a:cubicBezTo>
                    <a:lnTo>
                      <a:pt x="173643" y="88900"/>
                    </a:lnTo>
                    <a:cubicBezTo>
                      <a:pt x="173643" y="94626"/>
                      <a:pt x="171474" y="97338"/>
                      <a:pt x="165891" y="97338"/>
                    </a:cubicBezTo>
                    <a:lnTo>
                      <a:pt x="141398" y="97338"/>
                    </a:lnTo>
                    <a:cubicBezTo>
                      <a:pt x="135504" y="97338"/>
                      <a:pt x="133335" y="94626"/>
                      <a:pt x="133335" y="88900"/>
                    </a:cubicBezTo>
                    <a:lnTo>
                      <a:pt x="133335" y="67805"/>
                    </a:lnTo>
                    <a:cubicBezTo>
                      <a:pt x="133335" y="47011"/>
                      <a:pt x="121242" y="34355"/>
                      <a:pt x="87134" y="34355"/>
                    </a:cubicBezTo>
                    <a:cubicBezTo>
                      <a:pt x="53026" y="34355"/>
                      <a:pt x="41243" y="47011"/>
                      <a:pt x="41243" y="67805"/>
                    </a:cubicBezTo>
                    <a:lnTo>
                      <a:pt x="41243" y="238674"/>
                    </a:lnTo>
                    <a:cubicBezTo>
                      <a:pt x="41243" y="259468"/>
                      <a:pt x="53026" y="272124"/>
                      <a:pt x="87134" y="272124"/>
                    </a:cubicBezTo>
                    <a:cubicBezTo>
                      <a:pt x="121242" y="272124"/>
                      <a:pt x="133335" y="259468"/>
                      <a:pt x="133335" y="238674"/>
                    </a:cubicBezTo>
                    <a:lnTo>
                      <a:pt x="133335" y="211853"/>
                    </a:lnTo>
                    <a:cubicBezTo>
                      <a:pt x="133335" y="206127"/>
                      <a:pt x="135504" y="204018"/>
                      <a:pt x="141398" y="204018"/>
                    </a:cubicBezTo>
                    <a:lnTo>
                      <a:pt x="165891" y="204018"/>
                    </a:lnTo>
                    <a:cubicBezTo>
                      <a:pt x="171474" y="204018"/>
                      <a:pt x="173643" y="206127"/>
                      <a:pt x="173643" y="211853"/>
                    </a:cubicBezTo>
                    <a:lnTo>
                      <a:pt x="173643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206" name="圖形 17">
            <a:extLst>
              <a:ext uri="{FF2B5EF4-FFF2-40B4-BE49-F238E27FC236}">
                <a16:creationId xmlns:a16="http://schemas.microsoft.com/office/drawing/2014/main" id="{EA021534-4435-1BBF-0549-2B99F94840ED}"/>
              </a:ext>
            </a:extLst>
          </p:cNvPr>
          <p:cNvGrpSpPr/>
          <p:nvPr/>
        </p:nvGrpSpPr>
        <p:grpSpPr>
          <a:xfrm>
            <a:off x="-68873526" y="31167757"/>
            <a:ext cx="104519716" cy="66470766"/>
            <a:chOff x="-69302514" y="16782290"/>
            <a:chExt cx="105170732" cy="66884789"/>
          </a:xfrm>
          <a:noFill/>
        </p:grpSpPr>
        <p:grpSp>
          <p:nvGrpSpPr>
            <p:cNvPr id="207" name="圖形 17">
              <a:extLst>
                <a:ext uri="{FF2B5EF4-FFF2-40B4-BE49-F238E27FC236}">
                  <a16:creationId xmlns:a16="http://schemas.microsoft.com/office/drawing/2014/main" id="{009B5D25-B5D6-5D0C-1C72-6FA471657C7A}"/>
                </a:ext>
              </a:extLst>
            </p:cNvPr>
            <p:cNvGrpSpPr/>
            <p:nvPr/>
          </p:nvGrpSpPr>
          <p:grpSpPr>
            <a:xfrm>
              <a:off x="-54761377" y="16782290"/>
              <a:ext cx="18176195" cy="66884772"/>
              <a:chOff x="-54761377" y="16782290"/>
              <a:chExt cx="18176195" cy="66884772"/>
            </a:xfrm>
            <a:noFill/>
          </p:grpSpPr>
          <p:grpSp>
            <p:nvGrpSpPr>
              <p:cNvPr id="208" name="圖形 17">
                <a:extLst>
                  <a:ext uri="{FF2B5EF4-FFF2-40B4-BE49-F238E27FC236}">
                    <a16:creationId xmlns:a16="http://schemas.microsoft.com/office/drawing/2014/main" id="{EEA7A95C-C9AD-3860-CA30-46E31D5BC091}"/>
                  </a:ext>
                </a:extLst>
              </p:cNvPr>
              <p:cNvGrpSpPr/>
              <p:nvPr/>
            </p:nvGrpSpPr>
            <p:grpSpPr>
              <a:xfrm>
                <a:off x="-54761377" y="16782290"/>
                <a:ext cx="18176195" cy="30338556"/>
                <a:chOff x="-54761377" y="16782290"/>
                <a:chExt cx="18176195" cy="30338556"/>
              </a:xfrm>
              <a:noFill/>
            </p:grpSpPr>
            <p:sp>
              <p:nvSpPr>
                <p:cNvPr id="209" name="手繪多邊形: 圖案 208">
                  <a:extLst>
                    <a:ext uri="{FF2B5EF4-FFF2-40B4-BE49-F238E27FC236}">
                      <a16:creationId xmlns:a16="http://schemas.microsoft.com/office/drawing/2014/main" id="{F2EAF9E2-6607-4CF3-91FB-F58F771E09F1}"/>
                    </a:ext>
                  </a:extLst>
                </p:cNvPr>
                <p:cNvSpPr/>
                <p:nvPr/>
              </p:nvSpPr>
              <p:spPr>
                <a:xfrm>
                  <a:off x="-54761377" y="16782290"/>
                  <a:ext cx="1485276" cy="30135"/>
                </a:xfrm>
                <a:custGeom>
                  <a:avLst/>
                  <a:gdLst>
                    <a:gd name="connsiteX0" fmla="*/ 2 w 1485276"/>
                    <a:gd name="connsiteY0" fmla="*/ 0 h 30135"/>
                    <a:gd name="connsiteX1" fmla="*/ 1485275 w 1485276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5276" h="30135">
                      <a:moveTo>
                        <a:pt x="2" y="0"/>
                      </a:moveTo>
                      <a:lnTo>
                        <a:pt x="1485275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0" name="手繪多邊形: 圖案 209">
                  <a:extLst>
                    <a:ext uri="{FF2B5EF4-FFF2-40B4-BE49-F238E27FC236}">
                      <a16:creationId xmlns:a16="http://schemas.microsoft.com/office/drawing/2014/main" id="{673A895B-C364-C5AC-3B13-C2ACAE2F8693}"/>
                    </a:ext>
                  </a:extLst>
                </p:cNvPr>
                <p:cNvSpPr/>
                <p:nvPr/>
              </p:nvSpPr>
              <p:spPr>
                <a:xfrm>
                  <a:off x="-54578121" y="16782290"/>
                  <a:ext cx="1302019" cy="1711398"/>
                </a:xfrm>
                <a:custGeom>
                  <a:avLst/>
                  <a:gdLst>
                    <a:gd name="connsiteX0" fmla="*/ 1302020 w 1302019"/>
                    <a:gd name="connsiteY0" fmla="*/ 1711398 h 1711398"/>
                    <a:gd name="connsiteX1" fmla="*/ 388219 w 1302019"/>
                    <a:gd name="connsiteY1" fmla="*/ 1711398 h 1711398"/>
                    <a:gd name="connsiteX2" fmla="*/ 0 w 1302019"/>
                    <a:gd name="connsiteY2" fmla="*/ 1334101 h 1711398"/>
                    <a:gd name="connsiteX3" fmla="*/ 0 w 1302019"/>
                    <a:gd name="connsiteY3" fmla="*/ 0 h 1711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2019" h="1711398">
                      <a:moveTo>
                        <a:pt x="1302020" y="1711398"/>
                      </a:moveTo>
                      <a:lnTo>
                        <a:pt x="388219" y="1711398"/>
                      </a:lnTo>
                      <a:cubicBezTo>
                        <a:pt x="173954" y="1711398"/>
                        <a:pt x="0" y="1542337"/>
                        <a:pt x="0" y="133410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1" name="手繪多邊形: 圖案 210">
                  <a:extLst>
                    <a:ext uri="{FF2B5EF4-FFF2-40B4-BE49-F238E27FC236}">
                      <a16:creationId xmlns:a16="http://schemas.microsoft.com/office/drawing/2014/main" id="{9028E30A-4316-0B52-9124-EC1FA4858B9C}"/>
                    </a:ext>
                  </a:extLst>
                </p:cNvPr>
                <p:cNvSpPr/>
                <p:nvPr/>
              </p:nvSpPr>
              <p:spPr>
                <a:xfrm>
                  <a:off x="-54225871" y="17177367"/>
                  <a:ext cx="826359" cy="30135"/>
                </a:xfrm>
                <a:custGeom>
                  <a:avLst/>
                  <a:gdLst>
                    <a:gd name="connsiteX0" fmla="*/ -2 w 826359"/>
                    <a:gd name="connsiteY0" fmla="*/ 0 h 30135"/>
                    <a:gd name="connsiteX1" fmla="*/ 826359 w 826359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6359" h="30135">
                      <a:moveTo>
                        <a:pt x="-2" y="0"/>
                      </a:moveTo>
                      <a:lnTo>
                        <a:pt x="826359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2" name="手繪多邊形: 圖案 211">
                  <a:extLst>
                    <a:ext uri="{FF2B5EF4-FFF2-40B4-BE49-F238E27FC236}">
                      <a16:creationId xmlns:a16="http://schemas.microsoft.com/office/drawing/2014/main" id="{57FFE68F-7C65-8ADF-F7E6-862175A18634}"/>
                    </a:ext>
                  </a:extLst>
                </p:cNvPr>
                <p:cNvSpPr/>
                <p:nvPr/>
              </p:nvSpPr>
              <p:spPr>
                <a:xfrm>
                  <a:off x="-54287887" y="17629701"/>
                  <a:ext cx="888375" cy="30135"/>
                </a:xfrm>
                <a:custGeom>
                  <a:avLst/>
                  <a:gdLst>
                    <a:gd name="connsiteX0" fmla="*/ -2 w 888375"/>
                    <a:gd name="connsiteY0" fmla="*/ 0 h 30135"/>
                    <a:gd name="connsiteX1" fmla="*/ 888374 w 88837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375" h="30135">
                      <a:moveTo>
                        <a:pt x="-2" y="0"/>
                      </a:moveTo>
                      <a:lnTo>
                        <a:pt x="888374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3" name="手繪多邊形: 圖案 212">
                  <a:extLst>
                    <a:ext uri="{FF2B5EF4-FFF2-40B4-BE49-F238E27FC236}">
                      <a16:creationId xmlns:a16="http://schemas.microsoft.com/office/drawing/2014/main" id="{DB1C4230-FCF5-F58A-861C-937C6D6078BB}"/>
                    </a:ext>
                  </a:extLst>
                </p:cNvPr>
                <p:cNvSpPr/>
                <p:nvPr/>
              </p:nvSpPr>
              <p:spPr>
                <a:xfrm>
                  <a:off x="-52886951" y="16782290"/>
                  <a:ext cx="1163725" cy="498140"/>
                </a:xfrm>
                <a:custGeom>
                  <a:avLst/>
                  <a:gdLst>
                    <a:gd name="connsiteX0" fmla="*/ 1163726 w 1163725"/>
                    <a:gd name="connsiteY0" fmla="*/ 498141 h 498140"/>
                    <a:gd name="connsiteX1" fmla="*/ 1143260 w 1163725"/>
                    <a:gd name="connsiteY1" fmla="*/ 498141 h 498140"/>
                    <a:gd name="connsiteX2" fmla="*/ 949150 w 1163725"/>
                    <a:gd name="connsiteY2" fmla="*/ 309492 h 498140"/>
                    <a:gd name="connsiteX3" fmla="*/ 949150 w 1163725"/>
                    <a:gd name="connsiteY3" fmla="*/ 0 h 498140"/>
                    <a:gd name="connsiteX4" fmla="*/ 0 w 1163725"/>
                    <a:gd name="connsiteY4" fmla="*/ 0 h 498140"/>
                    <a:gd name="connsiteX5" fmla="*/ 0 w 1163725"/>
                    <a:gd name="connsiteY5" fmla="*/ 207634 h 498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3725" h="498140">
                      <a:moveTo>
                        <a:pt x="1163726" y="498141"/>
                      </a:moveTo>
                      <a:lnTo>
                        <a:pt x="1143260" y="498141"/>
                      </a:lnTo>
                      <a:cubicBezTo>
                        <a:pt x="1035974" y="498141"/>
                        <a:pt x="949150" y="413761"/>
                        <a:pt x="949150" y="309492"/>
                      </a:cubicBezTo>
                      <a:lnTo>
                        <a:pt x="949150" y="0"/>
                      </a:lnTo>
                      <a:lnTo>
                        <a:pt x="0" y="0"/>
                      </a:lnTo>
                      <a:lnTo>
                        <a:pt x="0" y="207634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4" name="手繪多邊形: 圖案 213">
                  <a:extLst>
                    <a:ext uri="{FF2B5EF4-FFF2-40B4-BE49-F238E27FC236}">
                      <a16:creationId xmlns:a16="http://schemas.microsoft.com/office/drawing/2014/main" id="{1DE96D58-C911-31BB-66D5-0865CA3AC8C4}"/>
                    </a:ext>
                  </a:extLst>
                </p:cNvPr>
                <p:cNvSpPr/>
                <p:nvPr/>
              </p:nvSpPr>
              <p:spPr>
                <a:xfrm>
                  <a:off x="-53711139" y="17912373"/>
                  <a:ext cx="285581" cy="282972"/>
                </a:xfrm>
                <a:custGeom>
                  <a:avLst/>
                  <a:gdLst>
                    <a:gd name="connsiteX0" fmla="*/ 0 w 285581"/>
                    <a:gd name="connsiteY0" fmla="*/ 0 h 282972"/>
                    <a:gd name="connsiteX1" fmla="*/ 0 w 285581"/>
                    <a:gd name="connsiteY1" fmla="*/ 94324 h 282972"/>
                    <a:gd name="connsiteX2" fmla="*/ 194110 w 285581"/>
                    <a:gd name="connsiteY2" fmla="*/ 282972 h 282972"/>
                    <a:gd name="connsiteX3" fmla="*/ 285581 w 285581"/>
                    <a:gd name="connsiteY3" fmla="*/ 282972 h 282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581" h="282972">
                      <a:moveTo>
                        <a:pt x="0" y="0"/>
                      </a:moveTo>
                      <a:lnTo>
                        <a:pt x="0" y="94324"/>
                      </a:lnTo>
                      <a:cubicBezTo>
                        <a:pt x="0" y="198593"/>
                        <a:pt x="86820" y="282972"/>
                        <a:pt x="194110" y="282972"/>
                      </a:cubicBezTo>
                      <a:lnTo>
                        <a:pt x="285581" y="282972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5" name="手繪多邊形: 圖案 214">
                  <a:extLst>
                    <a:ext uri="{FF2B5EF4-FFF2-40B4-BE49-F238E27FC236}">
                      <a16:creationId xmlns:a16="http://schemas.microsoft.com/office/drawing/2014/main" id="{EF8C575A-40D2-9BCF-78EA-AB96CF812BA6}"/>
                    </a:ext>
                  </a:extLst>
                </p:cNvPr>
                <p:cNvSpPr/>
                <p:nvPr/>
              </p:nvSpPr>
              <p:spPr>
                <a:xfrm>
                  <a:off x="-52955788" y="17629701"/>
                  <a:ext cx="1140466" cy="863986"/>
                </a:xfrm>
                <a:custGeom>
                  <a:avLst/>
                  <a:gdLst>
                    <a:gd name="connsiteX0" fmla="*/ 1140466 w 1140466"/>
                    <a:gd name="connsiteY0" fmla="*/ 863987 h 863986"/>
                    <a:gd name="connsiteX1" fmla="*/ 68837 w 1140466"/>
                    <a:gd name="connsiteY1" fmla="*/ 0 h 863986"/>
                    <a:gd name="connsiteX2" fmla="*/ 1075040 w 1140466"/>
                    <a:gd name="connsiteY2" fmla="*/ 0 h 863986"/>
                    <a:gd name="connsiteX3" fmla="*/ 0 w 1140466"/>
                    <a:gd name="connsiteY3" fmla="*/ 863987 h 863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0466" h="863986">
                      <a:moveTo>
                        <a:pt x="1140466" y="863987"/>
                      </a:moveTo>
                      <a:cubicBezTo>
                        <a:pt x="650855" y="863987"/>
                        <a:pt x="83409" y="518633"/>
                        <a:pt x="68837" y="0"/>
                      </a:cubicBezTo>
                      <a:lnTo>
                        <a:pt x="1075040" y="0"/>
                      </a:lnTo>
                      <a:cubicBezTo>
                        <a:pt x="1062947" y="515921"/>
                        <a:pt x="470076" y="863987"/>
                        <a:pt x="0" y="863987"/>
                      </a:cubicBez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6" name="手繪多邊形: 圖案 215">
                  <a:extLst>
                    <a:ext uri="{FF2B5EF4-FFF2-40B4-BE49-F238E27FC236}">
                      <a16:creationId xmlns:a16="http://schemas.microsoft.com/office/drawing/2014/main" id="{4C21E369-6068-417D-61AB-6352CE82918D}"/>
                    </a:ext>
                  </a:extLst>
                </p:cNvPr>
                <p:cNvSpPr/>
                <p:nvPr/>
              </p:nvSpPr>
              <p:spPr>
                <a:xfrm>
                  <a:off x="-54192383" y="17177367"/>
                  <a:ext cx="419226" cy="1018280"/>
                </a:xfrm>
                <a:custGeom>
                  <a:avLst/>
                  <a:gdLst>
                    <a:gd name="connsiteX0" fmla="*/ 419228 w 419226"/>
                    <a:gd name="connsiteY0" fmla="*/ 0 h 1018280"/>
                    <a:gd name="connsiteX1" fmla="*/ 1 w 419226"/>
                    <a:gd name="connsiteY1" fmla="*/ 1018280 h 1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9226" h="1018280">
                      <a:moveTo>
                        <a:pt x="419228" y="0"/>
                      </a:moveTo>
                      <a:lnTo>
                        <a:pt x="1" y="101828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7" name="手繪多邊形: 圖案 216">
                  <a:extLst>
                    <a:ext uri="{FF2B5EF4-FFF2-40B4-BE49-F238E27FC236}">
                      <a16:creationId xmlns:a16="http://schemas.microsoft.com/office/drawing/2014/main" id="{88421B0F-D5DC-2690-7705-96B77C7945AF}"/>
                    </a:ext>
                  </a:extLst>
                </p:cNvPr>
                <p:cNvSpPr/>
                <p:nvPr/>
              </p:nvSpPr>
              <p:spPr>
                <a:xfrm>
                  <a:off x="-53006332" y="16990225"/>
                  <a:ext cx="119380" cy="290205"/>
                </a:xfrm>
                <a:custGeom>
                  <a:avLst/>
                  <a:gdLst>
                    <a:gd name="connsiteX0" fmla="*/ 119380 w 119380"/>
                    <a:gd name="connsiteY0" fmla="*/ 0 h 290205"/>
                    <a:gd name="connsiteX1" fmla="*/ 1 w 119380"/>
                    <a:gd name="connsiteY1" fmla="*/ 290206 h 290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380" h="290205">
                      <a:moveTo>
                        <a:pt x="119380" y="0"/>
                      </a:moveTo>
                      <a:lnTo>
                        <a:pt x="1" y="290206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8" name="手繪多邊形: 圖案 217">
                  <a:extLst>
                    <a:ext uri="{FF2B5EF4-FFF2-40B4-BE49-F238E27FC236}">
                      <a16:creationId xmlns:a16="http://schemas.microsoft.com/office/drawing/2014/main" id="{C44E9327-F11C-54DA-6FEB-04F197246CC0}"/>
                    </a:ext>
                  </a:extLst>
                </p:cNvPr>
                <p:cNvSpPr/>
                <p:nvPr/>
              </p:nvSpPr>
              <p:spPr>
                <a:xfrm>
                  <a:off x="-54287887" y="16782290"/>
                  <a:ext cx="224806" cy="545754"/>
                </a:xfrm>
                <a:custGeom>
                  <a:avLst/>
                  <a:gdLst>
                    <a:gd name="connsiteX0" fmla="*/ 224805 w 224806"/>
                    <a:gd name="connsiteY0" fmla="*/ 0 h 545754"/>
                    <a:gd name="connsiteX1" fmla="*/ -2 w 224806"/>
                    <a:gd name="connsiteY1" fmla="*/ 545755 h 545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4806" h="545754">
                      <a:moveTo>
                        <a:pt x="224805" y="0"/>
                      </a:moveTo>
                      <a:lnTo>
                        <a:pt x="-2" y="545755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AD109664-6485-FE12-273A-645768F0B2EA}"/>
                  </a:ext>
                </a:extLst>
              </p:cNvPr>
              <p:cNvSpPr/>
              <p:nvPr/>
            </p:nvSpPr>
            <p:spPr>
              <a:xfrm>
                <a:off x="-54658741" y="18851698"/>
                <a:ext cx="2911328" cy="30135"/>
              </a:xfrm>
              <a:custGeom>
                <a:avLst/>
                <a:gdLst>
                  <a:gd name="connsiteX0" fmla="*/ 0 w 2911328"/>
                  <a:gd name="connsiteY0" fmla="*/ 0 h 30135"/>
                  <a:gd name="connsiteX1" fmla="*/ 2911328 w 291132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328" h="30135">
                    <a:moveTo>
                      <a:pt x="0" y="0"/>
                    </a:moveTo>
                    <a:lnTo>
                      <a:pt x="2911328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0" name="手繪多邊形: 圖案 219">
                <a:extLst>
                  <a:ext uri="{FF2B5EF4-FFF2-40B4-BE49-F238E27FC236}">
                    <a16:creationId xmlns:a16="http://schemas.microsoft.com/office/drawing/2014/main" id="{9B360BF7-DEC7-2B15-AE2E-5041EBF80EB6}"/>
                  </a:ext>
                </a:extLst>
              </p:cNvPr>
              <p:cNvSpPr/>
              <p:nvPr/>
            </p:nvSpPr>
            <p:spPr>
              <a:xfrm>
                <a:off x="-54558380" y="19247981"/>
                <a:ext cx="2710911" cy="1307279"/>
              </a:xfrm>
              <a:custGeom>
                <a:avLst/>
                <a:gdLst>
                  <a:gd name="connsiteX0" fmla="*/ 2708640 w 2710911"/>
                  <a:gd name="connsiteY0" fmla="*/ 216975 h 1307279"/>
                  <a:gd name="connsiteX1" fmla="*/ 2587713 w 2710911"/>
                  <a:gd name="connsiteY1" fmla="*/ 986939 h 1307279"/>
                  <a:gd name="connsiteX2" fmla="*/ 2203835 w 2710911"/>
                  <a:gd name="connsiteY2" fmla="*/ 1307280 h 1307279"/>
                  <a:gd name="connsiteX3" fmla="*/ 507082 w 2710911"/>
                  <a:gd name="connsiteY3" fmla="*/ 1307280 h 1307279"/>
                  <a:gd name="connsiteX4" fmla="*/ 123205 w 2710911"/>
                  <a:gd name="connsiteY4" fmla="*/ 986939 h 1307279"/>
                  <a:gd name="connsiteX5" fmla="*/ 2277 w 2710911"/>
                  <a:gd name="connsiteY5" fmla="*/ 216975 h 1307279"/>
                  <a:gd name="connsiteX6" fmla="*/ 194214 w 2710911"/>
                  <a:gd name="connsiteY6" fmla="*/ 0 h 1307279"/>
                  <a:gd name="connsiteX7" fmla="*/ 2516704 w 2710911"/>
                  <a:gd name="connsiteY7" fmla="*/ 0 h 1307279"/>
                  <a:gd name="connsiteX8" fmla="*/ 2708640 w 2710911"/>
                  <a:gd name="connsiteY8" fmla="*/ 216975 h 130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0911" h="1307279">
                    <a:moveTo>
                      <a:pt x="2708640" y="216975"/>
                    </a:moveTo>
                    <a:lnTo>
                      <a:pt x="2587713" y="986939"/>
                    </a:lnTo>
                    <a:cubicBezTo>
                      <a:pt x="2558874" y="1171067"/>
                      <a:pt x="2395772" y="1307280"/>
                      <a:pt x="2203835" y="1307280"/>
                    </a:cubicBezTo>
                    <a:lnTo>
                      <a:pt x="507082" y="1307280"/>
                    </a:lnTo>
                    <a:cubicBezTo>
                      <a:pt x="315456" y="1307280"/>
                      <a:pt x="152354" y="1171067"/>
                      <a:pt x="123205" y="986939"/>
                    </a:cubicBezTo>
                    <a:lnTo>
                      <a:pt x="2277" y="216975"/>
                    </a:lnTo>
                    <a:cubicBezTo>
                      <a:pt x="-15710" y="102761"/>
                      <a:pt x="75145" y="0"/>
                      <a:pt x="194214" y="0"/>
                    </a:cubicBezTo>
                    <a:lnTo>
                      <a:pt x="2516704" y="0"/>
                    </a:lnTo>
                    <a:cubicBezTo>
                      <a:pt x="2635462" y="0"/>
                      <a:pt x="2726627" y="102761"/>
                      <a:pt x="2708640" y="216975"/>
                    </a:cubicBezTo>
                    <a:close/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1" name="手繪多邊形: 圖案 220">
                <a:extLst>
                  <a:ext uri="{FF2B5EF4-FFF2-40B4-BE49-F238E27FC236}">
                    <a16:creationId xmlns:a16="http://schemas.microsoft.com/office/drawing/2014/main" id="{C05866AD-C5B2-A60F-CA90-B3584E015CA9}"/>
                  </a:ext>
                </a:extLst>
              </p:cNvPr>
              <p:cNvSpPr/>
              <p:nvPr/>
            </p:nvSpPr>
            <p:spPr>
              <a:xfrm>
                <a:off x="-54143080" y="18851698"/>
                <a:ext cx="591628" cy="970063"/>
              </a:xfrm>
              <a:custGeom>
                <a:avLst/>
                <a:gdLst>
                  <a:gd name="connsiteX0" fmla="*/ 591629 w 591628"/>
                  <a:gd name="connsiteY0" fmla="*/ 0 h 970063"/>
                  <a:gd name="connsiteX1" fmla="*/ 591629 w 591628"/>
                  <a:gd name="connsiteY1" fmla="*/ 592767 h 970063"/>
                  <a:gd name="connsiteX2" fmla="*/ 203413 w 591628"/>
                  <a:gd name="connsiteY2" fmla="*/ 970064 h 970063"/>
                  <a:gd name="connsiteX3" fmla="*/ 0 w 591628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628" h="970063">
                    <a:moveTo>
                      <a:pt x="591629" y="0"/>
                    </a:moveTo>
                    <a:lnTo>
                      <a:pt x="591629" y="592767"/>
                    </a:lnTo>
                    <a:cubicBezTo>
                      <a:pt x="591629" y="801004"/>
                      <a:pt x="417675" y="970064"/>
                      <a:pt x="203413" y="970064"/>
                    </a:cubicBezTo>
                    <a:lnTo>
                      <a:pt x="0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38E57460-6A2A-9688-1699-5845DD45B4C3}"/>
                  </a:ext>
                </a:extLst>
              </p:cNvPr>
              <p:cNvSpPr/>
              <p:nvPr/>
            </p:nvSpPr>
            <p:spPr>
              <a:xfrm>
                <a:off x="-52853154" y="18851698"/>
                <a:ext cx="562483" cy="970063"/>
              </a:xfrm>
              <a:custGeom>
                <a:avLst/>
                <a:gdLst>
                  <a:gd name="connsiteX0" fmla="*/ 0 w 562483"/>
                  <a:gd name="connsiteY0" fmla="*/ 0 h 970063"/>
                  <a:gd name="connsiteX1" fmla="*/ 0 w 562483"/>
                  <a:gd name="connsiteY1" fmla="*/ 592767 h 970063"/>
                  <a:gd name="connsiteX2" fmla="*/ 388219 w 562483"/>
                  <a:gd name="connsiteY2" fmla="*/ 970064 h 970063"/>
                  <a:gd name="connsiteX3" fmla="*/ 562483 w 562483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83" h="970063">
                    <a:moveTo>
                      <a:pt x="0" y="0"/>
                    </a:moveTo>
                    <a:lnTo>
                      <a:pt x="0" y="592767"/>
                    </a:lnTo>
                    <a:cubicBezTo>
                      <a:pt x="0" y="801004"/>
                      <a:pt x="173954" y="970064"/>
                      <a:pt x="388219" y="970064"/>
                    </a:cubicBezTo>
                    <a:lnTo>
                      <a:pt x="562483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3" name="手繪多邊形: 圖案 222">
                <a:extLst>
                  <a:ext uri="{FF2B5EF4-FFF2-40B4-BE49-F238E27FC236}">
                    <a16:creationId xmlns:a16="http://schemas.microsoft.com/office/drawing/2014/main" id="{7A25D73A-FC29-3D8A-740D-D42D9121B296}"/>
                  </a:ext>
                </a:extLst>
              </p:cNvPr>
              <p:cNvSpPr/>
              <p:nvPr/>
            </p:nvSpPr>
            <p:spPr>
              <a:xfrm>
                <a:off x="-53755172" y="20191525"/>
                <a:ext cx="1104499" cy="30135"/>
              </a:xfrm>
              <a:custGeom>
                <a:avLst/>
                <a:gdLst>
                  <a:gd name="connsiteX0" fmla="*/ 0 w 1104499"/>
                  <a:gd name="connsiteY0" fmla="*/ 0 h 30135"/>
                  <a:gd name="connsiteX1" fmla="*/ 1104500 w 1104499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499" h="30135">
                    <a:moveTo>
                      <a:pt x="0" y="0"/>
                    </a:moveTo>
                    <a:lnTo>
                      <a:pt x="1104500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4" name="圖形 17">
              <a:extLst>
                <a:ext uri="{FF2B5EF4-FFF2-40B4-BE49-F238E27FC236}">
                  <a16:creationId xmlns:a16="http://schemas.microsoft.com/office/drawing/2014/main" id="{9F1EA7B7-03FE-6934-A77B-9D3524D909B8}"/>
                </a:ext>
              </a:extLst>
            </p:cNvPr>
            <p:cNvGrpSpPr/>
            <p:nvPr/>
          </p:nvGrpSpPr>
          <p:grpSpPr>
            <a:xfrm>
              <a:off x="-64586525" y="16782290"/>
              <a:ext cx="18237391" cy="66884789"/>
              <a:chOff x="-64586525" y="16782290"/>
              <a:chExt cx="18237391" cy="66884789"/>
            </a:xfrm>
            <a:noFill/>
          </p:grpSpPr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78EB4DD0-DC02-363C-1518-1EEE8B88DE10}"/>
                  </a:ext>
                </a:extLst>
              </p:cNvPr>
              <p:cNvSpPr/>
              <p:nvPr/>
            </p:nvSpPr>
            <p:spPr>
              <a:xfrm>
                <a:off x="-63199546" y="17508557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5B5EE099-15B2-C950-2DBB-FD52DE4E003F}"/>
                  </a:ext>
                </a:extLst>
              </p:cNvPr>
              <p:cNvSpPr/>
              <p:nvPr/>
            </p:nvSpPr>
            <p:spPr>
              <a:xfrm>
                <a:off x="-63199546" y="20191525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30643AEE-C808-D7AA-E363-A82A3912B821}"/>
                  </a:ext>
                </a:extLst>
              </p:cNvPr>
              <p:cNvSpPr/>
              <p:nvPr/>
            </p:nvSpPr>
            <p:spPr>
              <a:xfrm>
                <a:off x="-63874587" y="18477113"/>
                <a:ext cx="31007" cy="2078147"/>
              </a:xfrm>
              <a:custGeom>
                <a:avLst/>
                <a:gdLst>
                  <a:gd name="connsiteX0" fmla="*/ 1 w 31007"/>
                  <a:gd name="connsiteY0" fmla="*/ 2078147 h 2078147"/>
                  <a:gd name="connsiteX1" fmla="*/ 1 w 31007"/>
                  <a:gd name="connsiteY1" fmla="*/ 0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2078147">
                    <a:moveTo>
                      <a:pt x="1" y="2078147"/>
                    </a:moveTo>
                    <a:lnTo>
                      <a:pt x="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8" name="手繪多邊形: 圖案 227">
                <a:extLst>
                  <a:ext uri="{FF2B5EF4-FFF2-40B4-BE49-F238E27FC236}">
                    <a16:creationId xmlns:a16="http://schemas.microsoft.com/office/drawing/2014/main" id="{0A10C39C-A033-A50A-1756-2F5AB696ABD9}"/>
                  </a:ext>
                </a:extLst>
              </p:cNvPr>
              <p:cNvSpPr/>
              <p:nvPr/>
            </p:nvSpPr>
            <p:spPr>
              <a:xfrm>
                <a:off x="-64586525" y="16782290"/>
                <a:ext cx="1088060" cy="1645702"/>
              </a:xfrm>
              <a:custGeom>
                <a:avLst/>
                <a:gdLst>
                  <a:gd name="connsiteX0" fmla="*/ 1088061 w 1088060"/>
                  <a:gd name="connsiteY0" fmla="*/ 0 h 1645702"/>
                  <a:gd name="connsiteX1" fmla="*/ 0 w 1088060"/>
                  <a:gd name="connsiteY1" fmla="*/ 1645702 h 1645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8060" h="1645702">
                    <a:moveTo>
                      <a:pt x="1088061" y="0"/>
                    </a:moveTo>
                    <a:cubicBezTo>
                      <a:pt x="1088061" y="0"/>
                      <a:pt x="983568" y="1132193"/>
                      <a:pt x="0" y="1645702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9" name="圖形 17">
              <a:extLst>
                <a:ext uri="{FF2B5EF4-FFF2-40B4-BE49-F238E27FC236}">
                  <a16:creationId xmlns:a16="http://schemas.microsoft.com/office/drawing/2014/main" id="{4C950A68-FE82-E6E2-5DB1-06AA12AEBAFB}"/>
                </a:ext>
              </a:extLst>
            </p:cNvPr>
            <p:cNvGrpSpPr/>
            <p:nvPr/>
          </p:nvGrpSpPr>
          <p:grpSpPr>
            <a:xfrm>
              <a:off x="-69302514" y="16810617"/>
              <a:ext cx="17419311" cy="66382609"/>
              <a:chOff x="-69302514" y="16810617"/>
              <a:chExt cx="17419311" cy="66382609"/>
            </a:xfrm>
            <a:noFill/>
          </p:grpSpPr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275C1A7C-ABFF-F513-94D3-62826A31E4A4}"/>
                  </a:ext>
                </a:extLst>
              </p:cNvPr>
              <p:cNvSpPr/>
              <p:nvPr/>
            </p:nvSpPr>
            <p:spPr>
              <a:xfrm>
                <a:off x="-69302513" y="17159587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1" name="手繪多邊形: 圖案 230">
                <a:extLst>
                  <a:ext uri="{FF2B5EF4-FFF2-40B4-BE49-F238E27FC236}">
                    <a16:creationId xmlns:a16="http://schemas.microsoft.com/office/drawing/2014/main" id="{0E089FD1-09CE-2313-CA8A-E0B3932D76CD}"/>
                  </a:ext>
                </a:extLst>
              </p:cNvPr>
              <p:cNvSpPr/>
              <p:nvPr/>
            </p:nvSpPr>
            <p:spPr>
              <a:xfrm>
                <a:off x="-69302513" y="18234221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2" name="手繪多邊形: 圖案 231">
                <a:extLst>
                  <a:ext uri="{FF2B5EF4-FFF2-40B4-BE49-F238E27FC236}">
                    <a16:creationId xmlns:a16="http://schemas.microsoft.com/office/drawing/2014/main" id="{5CFC2B70-A59F-70D5-51CA-EAC858599818}"/>
                  </a:ext>
                </a:extLst>
              </p:cNvPr>
              <p:cNvSpPr/>
              <p:nvPr/>
            </p:nvSpPr>
            <p:spPr>
              <a:xfrm>
                <a:off x="-68545921" y="16810617"/>
                <a:ext cx="31007" cy="697939"/>
              </a:xfrm>
              <a:custGeom>
                <a:avLst/>
                <a:gdLst>
                  <a:gd name="connsiteX0" fmla="*/ -4 w 31007"/>
                  <a:gd name="connsiteY0" fmla="*/ 0 h 697939"/>
                  <a:gd name="connsiteX1" fmla="*/ -4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4" y="0"/>
                    </a:moveTo>
                    <a:lnTo>
                      <a:pt x="-4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3" name="手繪多邊形: 圖案 232">
                <a:extLst>
                  <a:ext uri="{FF2B5EF4-FFF2-40B4-BE49-F238E27FC236}">
                    <a16:creationId xmlns:a16="http://schemas.microsoft.com/office/drawing/2014/main" id="{31A8EAC5-D945-5C68-2785-5BC253D9E91A}"/>
                  </a:ext>
                </a:extLst>
              </p:cNvPr>
              <p:cNvSpPr/>
              <p:nvPr/>
            </p:nvSpPr>
            <p:spPr>
              <a:xfrm>
                <a:off x="-67095684" y="16810617"/>
                <a:ext cx="31007" cy="697939"/>
              </a:xfrm>
              <a:custGeom>
                <a:avLst/>
                <a:gdLst>
                  <a:gd name="connsiteX0" fmla="*/ -3 w 31007"/>
                  <a:gd name="connsiteY0" fmla="*/ 0 h 697939"/>
                  <a:gd name="connsiteX1" fmla="*/ -3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3" y="0"/>
                    </a:moveTo>
                    <a:lnTo>
                      <a:pt x="-3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4" name="手繪多邊形: 圖案 233">
                <a:extLst>
                  <a:ext uri="{FF2B5EF4-FFF2-40B4-BE49-F238E27FC236}">
                    <a16:creationId xmlns:a16="http://schemas.microsoft.com/office/drawing/2014/main" id="{55DD6347-848B-DB51-9D02-D9C0ED47E0E5}"/>
                  </a:ext>
                </a:extLst>
              </p:cNvPr>
              <p:cNvSpPr/>
              <p:nvPr/>
            </p:nvSpPr>
            <p:spPr>
              <a:xfrm>
                <a:off x="-67551190" y="18828795"/>
                <a:ext cx="900469" cy="1726465"/>
              </a:xfrm>
              <a:custGeom>
                <a:avLst/>
                <a:gdLst>
                  <a:gd name="connsiteX0" fmla="*/ 0 w 900469"/>
                  <a:gd name="connsiteY0" fmla="*/ 0 h 1726465"/>
                  <a:gd name="connsiteX1" fmla="*/ 318141 w 900469"/>
                  <a:gd name="connsiteY1" fmla="*/ 0 h 1726465"/>
                  <a:gd name="connsiteX2" fmla="*/ 900470 w 900469"/>
                  <a:gd name="connsiteY2" fmla="*/ 565946 h 1726465"/>
                  <a:gd name="connsiteX3" fmla="*/ 900470 w 900469"/>
                  <a:gd name="connsiteY3" fmla="*/ 1349168 h 1726465"/>
                  <a:gd name="connsiteX4" fmla="*/ 512250 w 900469"/>
                  <a:gd name="connsiteY4" fmla="*/ 1726465 h 1726465"/>
                  <a:gd name="connsiteX5" fmla="*/ 262015 w 900469"/>
                  <a:gd name="connsiteY5" fmla="*/ 1726465 h 172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0469" h="1726465">
                    <a:moveTo>
                      <a:pt x="0" y="0"/>
                    </a:moveTo>
                    <a:lnTo>
                      <a:pt x="318141" y="0"/>
                    </a:lnTo>
                    <a:cubicBezTo>
                      <a:pt x="639696" y="0"/>
                      <a:pt x="900470" y="253440"/>
                      <a:pt x="900470" y="565946"/>
                    </a:cubicBezTo>
                    <a:lnTo>
                      <a:pt x="900470" y="1349168"/>
                    </a:lnTo>
                    <a:cubicBezTo>
                      <a:pt x="900470" y="1557405"/>
                      <a:pt x="726512" y="1726465"/>
                      <a:pt x="512250" y="1726465"/>
                    </a:cubicBezTo>
                    <a:lnTo>
                      <a:pt x="262015" y="1726465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5" name="手繪多邊形: 圖案 234">
                <a:extLst>
                  <a:ext uri="{FF2B5EF4-FFF2-40B4-BE49-F238E27FC236}">
                    <a16:creationId xmlns:a16="http://schemas.microsoft.com/office/drawing/2014/main" id="{A95E5AC0-B68A-C89D-F8CE-7E02FD8FAF69}"/>
                  </a:ext>
                </a:extLst>
              </p:cNvPr>
              <p:cNvSpPr/>
              <p:nvPr/>
            </p:nvSpPr>
            <p:spPr>
              <a:xfrm>
                <a:off x="-69302514" y="17835226"/>
                <a:ext cx="1455871" cy="2720034"/>
              </a:xfrm>
              <a:custGeom>
                <a:avLst/>
                <a:gdLst>
                  <a:gd name="connsiteX0" fmla="*/ 1455818 w 1455871"/>
                  <a:gd name="connsiteY0" fmla="*/ 0 h 2720034"/>
                  <a:gd name="connsiteX1" fmla="*/ 0 w 1455871"/>
                  <a:gd name="connsiteY1" fmla="*/ 2720035 h 272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5871" h="2720034">
                    <a:moveTo>
                      <a:pt x="1455818" y="0"/>
                    </a:moveTo>
                    <a:cubicBezTo>
                      <a:pt x="1455818" y="0"/>
                      <a:pt x="1487757" y="1632744"/>
                      <a:pt x="0" y="2720035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36" name="圖形 17">
              <a:extLst>
                <a:ext uri="{FF2B5EF4-FFF2-40B4-BE49-F238E27FC236}">
                  <a16:creationId xmlns:a16="http://schemas.microsoft.com/office/drawing/2014/main" id="{21B25A25-E599-E1F3-D7A5-EB0FBB37AF97}"/>
                </a:ext>
              </a:extLst>
            </p:cNvPr>
            <p:cNvGrpSpPr/>
            <p:nvPr/>
          </p:nvGrpSpPr>
          <p:grpSpPr>
            <a:xfrm>
              <a:off x="-59597053" y="16782290"/>
              <a:ext cx="17421172" cy="66884772"/>
              <a:chOff x="-59597053" y="16782290"/>
              <a:chExt cx="17421172" cy="66884772"/>
            </a:xfrm>
            <a:noFill/>
          </p:grpSpPr>
          <p:sp>
            <p:nvSpPr>
              <p:cNvPr id="237" name="手繪多邊形: 圖案 236">
                <a:extLst>
                  <a:ext uri="{FF2B5EF4-FFF2-40B4-BE49-F238E27FC236}">
                    <a16:creationId xmlns:a16="http://schemas.microsoft.com/office/drawing/2014/main" id="{C3115610-A690-8A9E-FA87-8F90929A78F2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2911948" cy="30135"/>
              </a:xfrm>
              <a:custGeom>
                <a:avLst/>
                <a:gdLst>
                  <a:gd name="connsiteX0" fmla="*/ -1 w 2911948"/>
                  <a:gd name="connsiteY0" fmla="*/ 0 h 30135"/>
                  <a:gd name="connsiteX1" fmla="*/ 2911949 w 291194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948" h="30135">
                    <a:moveTo>
                      <a:pt x="-1" y="0"/>
                    </a:moveTo>
                    <a:lnTo>
                      <a:pt x="2911949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8" name="手繪多邊形: 圖案 237">
                <a:extLst>
                  <a:ext uri="{FF2B5EF4-FFF2-40B4-BE49-F238E27FC236}">
                    <a16:creationId xmlns:a16="http://schemas.microsoft.com/office/drawing/2014/main" id="{485A4855-D30F-5E9A-CF05-7D709839D8AE}"/>
                  </a:ext>
                </a:extLst>
              </p:cNvPr>
              <p:cNvSpPr/>
              <p:nvPr/>
            </p:nvSpPr>
            <p:spPr>
              <a:xfrm>
                <a:off x="-59323872" y="16782290"/>
                <a:ext cx="2638768" cy="1694823"/>
              </a:xfrm>
              <a:custGeom>
                <a:avLst/>
                <a:gdLst>
                  <a:gd name="connsiteX0" fmla="*/ 2638768 w 2638768"/>
                  <a:gd name="connsiteY0" fmla="*/ 0 h 1694823"/>
                  <a:gd name="connsiteX1" fmla="*/ 776434 w 2638768"/>
                  <a:gd name="connsiteY1" fmla="*/ 0 h 1694823"/>
                  <a:gd name="connsiteX2" fmla="*/ 0 w 2638768"/>
                  <a:gd name="connsiteY2" fmla="*/ 754594 h 1694823"/>
                  <a:gd name="connsiteX3" fmla="*/ 0 w 2638768"/>
                  <a:gd name="connsiteY3" fmla="*/ 1694823 h 169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8768" h="1694823">
                    <a:moveTo>
                      <a:pt x="2638768" y="0"/>
                    </a:moveTo>
                    <a:lnTo>
                      <a:pt x="776434" y="0"/>
                    </a:lnTo>
                    <a:cubicBezTo>
                      <a:pt x="347597" y="0"/>
                      <a:pt x="0" y="337819"/>
                      <a:pt x="0" y="754594"/>
                    </a:cubicBezTo>
                    <a:lnTo>
                      <a:pt x="0" y="1694823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46476AD0-298B-8C2F-B825-2CC32308675C}"/>
                  </a:ext>
                </a:extLst>
              </p:cNvPr>
              <p:cNvSpPr/>
              <p:nvPr/>
            </p:nvSpPr>
            <p:spPr>
              <a:xfrm>
                <a:off x="-57661852" y="17177367"/>
                <a:ext cx="654575" cy="3377893"/>
              </a:xfrm>
              <a:custGeom>
                <a:avLst/>
                <a:gdLst>
                  <a:gd name="connsiteX0" fmla="*/ 654576 w 654575"/>
                  <a:gd name="connsiteY0" fmla="*/ 0 h 3377893"/>
                  <a:gd name="connsiteX1" fmla="*/ 654576 w 654575"/>
                  <a:gd name="connsiteY1" fmla="*/ 3000597 h 3377893"/>
                  <a:gd name="connsiteX2" fmla="*/ 266356 w 654575"/>
                  <a:gd name="connsiteY2" fmla="*/ 3377894 h 3377893"/>
                  <a:gd name="connsiteX3" fmla="*/ 0 w 654575"/>
                  <a:gd name="connsiteY3" fmla="*/ 3377894 h 3377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75" h="3377893">
                    <a:moveTo>
                      <a:pt x="654576" y="0"/>
                    </a:moveTo>
                    <a:lnTo>
                      <a:pt x="654576" y="3000597"/>
                    </a:lnTo>
                    <a:cubicBezTo>
                      <a:pt x="654576" y="3208834"/>
                      <a:pt x="480622" y="3377894"/>
                      <a:pt x="266356" y="3377894"/>
                    </a:cubicBezTo>
                    <a:lnTo>
                      <a:pt x="0" y="337789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386285F7-FBAB-3C6C-CCD6-3BF097B7FFA1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1935201" cy="2078147"/>
              </a:xfrm>
              <a:custGeom>
                <a:avLst/>
                <a:gdLst>
                  <a:gd name="connsiteX0" fmla="*/ 1935202 w 1935201"/>
                  <a:gd name="connsiteY0" fmla="*/ 0 h 2078147"/>
                  <a:gd name="connsiteX1" fmla="*/ 0 w 1935201"/>
                  <a:gd name="connsiteY1" fmla="*/ 2078148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35201" h="2078147">
                    <a:moveTo>
                      <a:pt x="1935202" y="0"/>
                    </a:moveTo>
                    <a:cubicBezTo>
                      <a:pt x="1935202" y="0"/>
                      <a:pt x="1663573" y="1714412"/>
                      <a:pt x="0" y="2078148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241" name="圖形 17">
            <a:extLst>
              <a:ext uri="{FF2B5EF4-FFF2-40B4-BE49-F238E27FC236}">
                <a16:creationId xmlns:a16="http://schemas.microsoft.com/office/drawing/2014/main" id="{C5B69855-CA4A-481D-0EB5-BA08B829F41E}"/>
              </a:ext>
            </a:extLst>
          </p:cNvPr>
          <p:cNvGrpSpPr/>
          <p:nvPr/>
        </p:nvGrpSpPr>
        <p:grpSpPr>
          <a:xfrm>
            <a:off x="-31168705" y="39162046"/>
            <a:ext cx="156778630" cy="19803173"/>
            <a:chOff x="-31362844" y="24826373"/>
            <a:chExt cx="157755148" cy="19926520"/>
          </a:xfrm>
          <a:solidFill>
            <a:srgbClr val="231815"/>
          </a:solidFill>
        </p:grpSpPr>
        <p:sp>
          <p:nvSpPr>
            <p:cNvPr id="242" name="手繪多邊形: 圖案 241">
              <a:extLst>
                <a:ext uri="{FF2B5EF4-FFF2-40B4-BE49-F238E27FC236}">
                  <a16:creationId xmlns:a16="http://schemas.microsoft.com/office/drawing/2014/main" id="{2298DE43-5929-2C76-3F88-65BDFAB1B34A}"/>
                </a:ext>
              </a:extLst>
            </p:cNvPr>
            <p:cNvSpPr/>
            <p:nvPr/>
          </p:nvSpPr>
          <p:spPr>
            <a:xfrm>
              <a:off x="-31362844" y="24839331"/>
              <a:ext cx="568062" cy="1097837"/>
            </a:xfrm>
            <a:custGeom>
              <a:avLst/>
              <a:gdLst>
                <a:gd name="connsiteX0" fmla="*/ 544806 w 568062"/>
                <a:gd name="connsiteY0" fmla="*/ 0 h 1097837"/>
                <a:gd name="connsiteX1" fmla="*/ 568062 w 568062"/>
                <a:gd name="connsiteY1" fmla="*/ 22602 h 1097837"/>
                <a:gd name="connsiteX2" fmla="*/ 568062 w 568062"/>
                <a:gd name="connsiteY2" fmla="*/ 69312 h 1097837"/>
                <a:gd name="connsiteX3" fmla="*/ 544806 w 568062"/>
                <a:gd name="connsiteY3" fmla="*/ 91914 h 1097837"/>
                <a:gd name="connsiteX4" fmla="*/ 208372 w 568062"/>
                <a:gd name="connsiteY4" fmla="*/ 91914 h 1097837"/>
                <a:gd name="connsiteX5" fmla="*/ 111317 w 568062"/>
                <a:gd name="connsiteY5" fmla="*/ 186238 h 1097837"/>
                <a:gd name="connsiteX6" fmla="*/ 111317 w 568062"/>
                <a:gd name="connsiteY6" fmla="*/ 479457 h 1097837"/>
                <a:gd name="connsiteX7" fmla="*/ 518451 w 568062"/>
                <a:gd name="connsiteY7" fmla="*/ 479457 h 1097837"/>
                <a:gd name="connsiteX8" fmla="*/ 541706 w 568062"/>
                <a:gd name="connsiteY8" fmla="*/ 502058 h 1097837"/>
                <a:gd name="connsiteX9" fmla="*/ 541706 w 568062"/>
                <a:gd name="connsiteY9" fmla="*/ 550577 h 1097837"/>
                <a:gd name="connsiteX10" fmla="*/ 518451 w 568062"/>
                <a:gd name="connsiteY10" fmla="*/ 573179 h 1097837"/>
                <a:gd name="connsiteX11" fmla="*/ 111317 w 568062"/>
                <a:gd name="connsiteY11" fmla="*/ 573179 h 1097837"/>
                <a:gd name="connsiteX12" fmla="*/ 111317 w 568062"/>
                <a:gd name="connsiteY12" fmla="*/ 1073730 h 1097837"/>
                <a:gd name="connsiteX13" fmla="*/ 88061 w 568062"/>
                <a:gd name="connsiteY13" fmla="*/ 1097838 h 1097837"/>
                <a:gd name="connsiteX14" fmla="*/ 23256 w 568062"/>
                <a:gd name="connsiteY14" fmla="*/ 1097838 h 1097837"/>
                <a:gd name="connsiteX15" fmla="*/ 0 w 568062"/>
                <a:gd name="connsiteY15" fmla="*/ 1073730 h 1097837"/>
                <a:gd name="connsiteX16" fmla="*/ 0 w 568062"/>
                <a:gd name="connsiteY16" fmla="*/ 186841 h 1097837"/>
                <a:gd name="connsiteX17" fmla="*/ 192247 w 568062"/>
                <a:gd name="connsiteY17" fmla="*/ 0 h 1097837"/>
                <a:gd name="connsiteX18" fmla="*/ 544806 w 568062"/>
                <a:gd name="connsiteY18" fmla="*/ 0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8062" h="1097837">
                  <a:moveTo>
                    <a:pt x="544806" y="0"/>
                  </a:moveTo>
                  <a:cubicBezTo>
                    <a:pt x="559692" y="0"/>
                    <a:pt x="568062" y="6329"/>
                    <a:pt x="568062" y="22602"/>
                  </a:cubicBezTo>
                  <a:lnTo>
                    <a:pt x="568062" y="69312"/>
                  </a:lnTo>
                  <a:cubicBezTo>
                    <a:pt x="568062" y="85585"/>
                    <a:pt x="559692" y="91914"/>
                    <a:pt x="544806" y="91914"/>
                  </a:cubicBezTo>
                  <a:lnTo>
                    <a:pt x="208372" y="91914"/>
                  </a:lnTo>
                  <a:cubicBezTo>
                    <a:pt x="154729" y="91914"/>
                    <a:pt x="111317" y="134104"/>
                    <a:pt x="111317" y="186238"/>
                  </a:cubicBezTo>
                  <a:lnTo>
                    <a:pt x="111317" y="479457"/>
                  </a:lnTo>
                  <a:lnTo>
                    <a:pt x="518451" y="479457"/>
                  </a:lnTo>
                  <a:cubicBezTo>
                    <a:pt x="535194" y="479457"/>
                    <a:pt x="541706" y="485785"/>
                    <a:pt x="541706" y="502058"/>
                  </a:cubicBezTo>
                  <a:lnTo>
                    <a:pt x="541706" y="550577"/>
                  </a:lnTo>
                  <a:cubicBezTo>
                    <a:pt x="541706" y="565042"/>
                    <a:pt x="535194" y="573179"/>
                    <a:pt x="518451" y="573179"/>
                  </a:cubicBezTo>
                  <a:lnTo>
                    <a:pt x="111317" y="573179"/>
                  </a:lnTo>
                  <a:lnTo>
                    <a:pt x="111317" y="1073730"/>
                  </a:lnTo>
                  <a:cubicBezTo>
                    <a:pt x="111317" y="1090003"/>
                    <a:pt x="104807" y="1097838"/>
                    <a:pt x="88061" y="1097838"/>
                  </a:cubicBezTo>
                  <a:lnTo>
                    <a:pt x="23256" y="1097838"/>
                  </a:lnTo>
                  <a:cubicBezTo>
                    <a:pt x="6510" y="1097838"/>
                    <a:pt x="0" y="1089703"/>
                    <a:pt x="0" y="1073730"/>
                  </a:cubicBezTo>
                  <a:lnTo>
                    <a:pt x="0" y="186841"/>
                  </a:lnTo>
                  <a:cubicBezTo>
                    <a:pt x="0" y="83476"/>
                    <a:pt x="86203" y="0"/>
                    <a:pt x="192247" y="0"/>
                  </a:cubicBezTo>
                  <a:lnTo>
                    <a:pt x="544806" y="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3" name="手繪多邊形: 圖案 242">
              <a:extLst>
                <a:ext uri="{FF2B5EF4-FFF2-40B4-BE49-F238E27FC236}">
                  <a16:creationId xmlns:a16="http://schemas.microsoft.com/office/drawing/2014/main" id="{2EDC0530-D2BC-745B-9A4D-CB870A4BC34C}"/>
                </a:ext>
              </a:extLst>
            </p:cNvPr>
            <p:cNvSpPr/>
            <p:nvPr/>
          </p:nvSpPr>
          <p:spPr>
            <a:xfrm>
              <a:off x="-30216556" y="24839331"/>
              <a:ext cx="704331" cy="1097837"/>
            </a:xfrm>
            <a:custGeom>
              <a:avLst/>
              <a:gdLst>
                <a:gd name="connsiteX0" fmla="*/ 385499 w 704331"/>
                <a:gd name="connsiteY0" fmla="*/ 0 h 1097837"/>
                <a:gd name="connsiteX1" fmla="*/ 415267 w 704331"/>
                <a:gd name="connsiteY1" fmla="*/ 22602 h 1097837"/>
                <a:gd name="connsiteX2" fmla="*/ 702709 w 704331"/>
                <a:gd name="connsiteY2" fmla="*/ 1075236 h 1097837"/>
                <a:gd name="connsiteX3" fmla="*/ 684415 w 704331"/>
                <a:gd name="connsiteY3" fmla="*/ 1097838 h 1097837"/>
                <a:gd name="connsiteX4" fmla="*/ 618058 w 704331"/>
                <a:gd name="connsiteY4" fmla="*/ 1097838 h 1097837"/>
                <a:gd name="connsiteX5" fmla="*/ 589842 w 704331"/>
                <a:gd name="connsiteY5" fmla="*/ 1075236 h 1097837"/>
                <a:gd name="connsiteX6" fmla="*/ 510151 w 704331"/>
                <a:gd name="connsiteY6" fmla="*/ 781415 h 1097837"/>
                <a:gd name="connsiteX7" fmla="*/ 186119 w 704331"/>
                <a:gd name="connsiteY7" fmla="*/ 781415 h 1097837"/>
                <a:gd name="connsiteX8" fmla="*/ 107978 w 704331"/>
                <a:gd name="connsiteY8" fmla="*/ 1075236 h 1097837"/>
                <a:gd name="connsiteX9" fmla="*/ 81312 w 704331"/>
                <a:gd name="connsiteY9" fmla="*/ 1097838 h 1097837"/>
                <a:gd name="connsiteX10" fmla="*/ 19917 w 704331"/>
                <a:gd name="connsiteY10" fmla="*/ 1097838 h 1097837"/>
                <a:gd name="connsiteX11" fmla="*/ 1622 w 704331"/>
                <a:gd name="connsiteY11" fmla="*/ 1075236 h 1097837"/>
                <a:gd name="connsiteX12" fmla="*/ 289065 w 704331"/>
                <a:gd name="connsiteY12" fmla="*/ 22602 h 1097837"/>
                <a:gd name="connsiteX13" fmla="*/ 318833 w 704331"/>
                <a:gd name="connsiteY13" fmla="*/ 0 h 1097837"/>
                <a:gd name="connsiteX14" fmla="*/ 385189 w 704331"/>
                <a:gd name="connsiteY14" fmla="*/ 0 h 1097837"/>
                <a:gd name="connsiteX15" fmla="*/ 383949 w 704331"/>
                <a:gd name="connsiteY15" fmla="*/ 310095 h 1097837"/>
                <a:gd name="connsiteX16" fmla="*/ 349220 w 704331"/>
                <a:gd name="connsiteY16" fmla="*/ 130788 h 1097837"/>
                <a:gd name="connsiteX17" fmla="*/ 314181 w 704331"/>
                <a:gd name="connsiteY17" fmla="*/ 308287 h 1097837"/>
                <a:gd name="connsiteX18" fmla="*/ 207825 w 704331"/>
                <a:gd name="connsiteY18" fmla="*/ 694324 h 1097837"/>
                <a:gd name="connsiteX19" fmla="*/ 490306 w 704331"/>
                <a:gd name="connsiteY19" fmla="*/ 694324 h 1097837"/>
                <a:gd name="connsiteX20" fmla="*/ 383949 w 704331"/>
                <a:gd name="connsiteY20" fmla="*/ 309793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4331" h="1097837">
                  <a:moveTo>
                    <a:pt x="385499" y="0"/>
                  </a:moveTo>
                  <a:cubicBezTo>
                    <a:pt x="402243" y="0"/>
                    <a:pt x="412165" y="8137"/>
                    <a:pt x="415267" y="22602"/>
                  </a:cubicBezTo>
                  <a:lnTo>
                    <a:pt x="702709" y="1075236"/>
                  </a:lnTo>
                  <a:cubicBezTo>
                    <a:pt x="707671" y="1091511"/>
                    <a:pt x="701159" y="1097838"/>
                    <a:pt x="684415" y="1097838"/>
                  </a:cubicBezTo>
                  <a:lnTo>
                    <a:pt x="618058" y="1097838"/>
                  </a:lnTo>
                  <a:cubicBezTo>
                    <a:pt x="601314" y="1097838"/>
                    <a:pt x="593252" y="1089703"/>
                    <a:pt x="589842" y="1075236"/>
                  </a:cubicBezTo>
                  <a:lnTo>
                    <a:pt x="510151" y="781415"/>
                  </a:lnTo>
                  <a:lnTo>
                    <a:pt x="186119" y="781415"/>
                  </a:lnTo>
                  <a:lnTo>
                    <a:pt x="107978" y="1075236"/>
                  </a:lnTo>
                  <a:cubicBezTo>
                    <a:pt x="104568" y="1090003"/>
                    <a:pt x="96195" y="1097838"/>
                    <a:pt x="81312" y="1097838"/>
                  </a:cubicBezTo>
                  <a:lnTo>
                    <a:pt x="19917" y="1097838"/>
                  </a:lnTo>
                  <a:cubicBezTo>
                    <a:pt x="3172" y="1097838"/>
                    <a:pt x="-3339" y="1091511"/>
                    <a:pt x="1622" y="1075236"/>
                  </a:cubicBezTo>
                  <a:lnTo>
                    <a:pt x="289065" y="22602"/>
                  </a:lnTo>
                  <a:cubicBezTo>
                    <a:pt x="292475" y="8137"/>
                    <a:pt x="302398" y="0"/>
                    <a:pt x="318833" y="0"/>
                  </a:cubicBezTo>
                  <a:lnTo>
                    <a:pt x="385189" y="0"/>
                  </a:lnTo>
                  <a:close/>
                  <a:moveTo>
                    <a:pt x="383949" y="310095"/>
                  </a:moveTo>
                  <a:cubicBezTo>
                    <a:pt x="372476" y="268207"/>
                    <a:pt x="354181" y="172979"/>
                    <a:pt x="349220" y="130788"/>
                  </a:cubicBezTo>
                  <a:cubicBezTo>
                    <a:pt x="342708" y="177499"/>
                    <a:pt x="324414" y="269714"/>
                    <a:pt x="314181" y="308287"/>
                  </a:cubicBezTo>
                  <a:lnTo>
                    <a:pt x="207825" y="694324"/>
                  </a:lnTo>
                  <a:lnTo>
                    <a:pt x="490306" y="694324"/>
                  </a:lnTo>
                  <a:lnTo>
                    <a:pt x="383949" y="309793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4" name="手繪多邊形: 圖案 243">
              <a:extLst>
                <a:ext uri="{FF2B5EF4-FFF2-40B4-BE49-F238E27FC236}">
                  <a16:creationId xmlns:a16="http://schemas.microsoft.com/office/drawing/2014/main" id="{67280C4B-3CE1-C3DD-0ED6-D587EBA13436}"/>
                </a:ext>
              </a:extLst>
            </p:cNvPr>
            <p:cNvSpPr/>
            <p:nvPr/>
          </p:nvSpPr>
          <p:spPr>
            <a:xfrm>
              <a:off x="-28799115" y="24839633"/>
              <a:ext cx="624807" cy="1097837"/>
            </a:xfrm>
            <a:custGeom>
              <a:avLst/>
              <a:gdLst>
                <a:gd name="connsiteX0" fmla="*/ 624807 w 624807"/>
                <a:gd name="connsiteY0" fmla="*/ 1075236 h 1097837"/>
                <a:gd name="connsiteX1" fmla="*/ 603101 w 624807"/>
                <a:gd name="connsiteY1" fmla="*/ 1097838 h 1097837"/>
                <a:gd name="connsiteX2" fmla="*/ 543256 w 624807"/>
                <a:gd name="connsiteY2" fmla="*/ 1097838 h 1097837"/>
                <a:gd name="connsiteX3" fmla="*/ 518451 w 624807"/>
                <a:gd name="connsiteY3" fmla="*/ 1084880 h 1097837"/>
                <a:gd name="connsiteX4" fmla="*/ 149458 w 624807"/>
                <a:gd name="connsiteY4" fmla="*/ 337217 h 1097837"/>
                <a:gd name="connsiteX5" fmla="*/ 102946 w 624807"/>
                <a:gd name="connsiteY5" fmla="*/ 229030 h 1097837"/>
                <a:gd name="connsiteX6" fmla="*/ 102946 w 624807"/>
                <a:gd name="connsiteY6" fmla="*/ 1075236 h 1097837"/>
                <a:gd name="connsiteX7" fmla="*/ 79690 w 624807"/>
                <a:gd name="connsiteY7" fmla="*/ 1097838 h 1097837"/>
                <a:gd name="connsiteX8" fmla="*/ 23256 w 624807"/>
                <a:gd name="connsiteY8" fmla="*/ 1097838 h 1097837"/>
                <a:gd name="connsiteX9" fmla="*/ 0 w 624807"/>
                <a:gd name="connsiteY9" fmla="*/ 1075236 h 1097837"/>
                <a:gd name="connsiteX10" fmla="*/ 0 w 624807"/>
                <a:gd name="connsiteY10" fmla="*/ 22602 h 1097837"/>
                <a:gd name="connsiteX11" fmla="*/ 23256 w 624807"/>
                <a:gd name="connsiteY11" fmla="*/ 0 h 1097837"/>
                <a:gd name="connsiteX12" fmla="*/ 83101 w 624807"/>
                <a:gd name="connsiteY12" fmla="*/ 0 h 1097837"/>
                <a:gd name="connsiteX13" fmla="*/ 104807 w 624807"/>
                <a:gd name="connsiteY13" fmla="*/ 12958 h 1097837"/>
                <a:gd name="connsiteX14" fmla="*/ 480311 w 624807"/>
                <a:gd name="connsiteY14" fmla="*/ 766950 h 1097837"/>
                <a:gd name="connsiteX15" fmla="*/ 521861 w 624807"/>
                <a:gd name="connsiteY15" fmla="*/ 865492 h 1097837"/>
                <a:gd name="connsiteX16" fmla="*/ 521861 w 624807"/>
                <a:gd name="connsiteY16" fmla="*/ 22602 h 1097837"/>
                <a:gd name="connsiteX17" fmla="*/ 546669 w 624807"/>
                <a:gd name="connsiteY17" fmla="*/ 0 h 1097837"/>
                <a:gd name="connsiteX18" fmla="*/ 603101 w 624807"/>
                <a:gd name="connsiteY18" fmla="*/ 0 h 1097837"/>
                <a:gd name="connsiteX19" fmla="*/ 624807 w 624807"/>
                <a:gd name="connsiteY19" fmla="*/ 22602 h 1097837"/>
                <a:gd name="connsiteX20" fmla="*/ 624807 w 624807"/>
                <a:gd name="connsiteY20" fmla="*/ 1075236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4807" h="1097837">
                  <a:moveTo>
                    <a:pt x="624807" y="1075236"/>
                  </a:moveTo>
                  <a:cubicBezTo>
                    <a:pt x="624807" y="1090003"/>
                    <a:pt x="619847" y="1097838"/>
                    <a:pt x="603101" y="1097838"/>
                  </a:cubicBezTo>
                  <a:lnTo>
                    <a:pt x="543256" y="1097838"/>
                  </a:lnTo>
                  <a:cubicBezTo>
                    <a:pt x="529923" y="1097838"/>
                    <a:pt x="523413" y="1094524"/>
                    <a:pt x="518451" y="1084880"/>
                  </a:cubicBezTo>
                  <a:lnTo>
                    <a:pt x="149458" y="337217"/>
                  </a:lnTo>
                  <a:cubicBezTo>
                    <a:pt x="132713" y="304972"/>
                    <a:pt x="112867" y="261276"/>
                    <a:pt x="102946" y="229030"/>
                  </a:cubicBezTo>
                  <a:lnTo>
                    <a:pt x="102946" y="1075236"/>
                  </a:lnTo>
                  <a:cubicBezTo>
                    <a:pt x="102946" y="1090003"/>
                    <a:pt x="96434" y="1097838"/>
                    <a:pt x="79690" y="1097838"/>
                  </a:cubicBezTo>
                  <a:lnTo>
                    <a:pt x="23256" y="1097838"/>
                  </a:lnTo>
                  <a:cubicBezTo>
                    <a:pt x="6510" y="1097838"/>
                    <a:pt x="0" y="1089701"/>
                    <a:pt x="0" y="1075236"/>
                  </a:cubicBezTo>
                  <a:lnTo>
                    <a:pt x="0" y="22602"/>
                  </a:lnTo>
                  <a:cubicBezTo>
                    <a:pt x="0" y="8136"/>
                    <a:pt x="6510" y="0"/>
                    <a:pt x="23256" y="0"/>
                  </a:cubicBezTo>
                  <a:lnTo>
                    <a:pt x="83101" y="0"/>
                  </a:lnTo>
                  <a:cubicBezTo>
                    <a:pt x="94884" y="0"/>
                    <a:pt x="99844" y="3014"/>
                    <a:pt x="104807" y="12958"/>
                  </a:cubicBezTo>
                  <a:lnTo>
                    <a:pt x="480311" y="766950"/>
                  </a:lnTo>
                  <a:cubicBezTo>
                    <a:pt x="497055" y="799195"/>
                    <a:pt x="515351" y="844399"/>
                    <a:pt x="521861" y="865492"/>
                  </a:cubicBezTo>
                  <a:lnTo>
                    <a:pt x="521861" y="22602"/>
                  </a:lnTo>
                  <a:cubicBezTo>
                    <a:pt x="521861" y="8136"/>
                    <a:pt x="530234" y="0"/>
                    <a:pt x="546669" y="0"/>
                  </a:cubicBezTo>
                  <a:lnTo>
                    <a:pt x="603101" y="0"/>
                  </a:lnTo>
                  <a:cubicBezTo>
                    <a:pt x="619847" y="0"/>
                    <a:pt x="624807" y="8136"/>
                    <a:pt x="624807" y="22602"/>
                  </a:cubicBezTo>
                  <a:lnTo>
                    <a:pt x="624807" y="107523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5" name="手繪多邊形: 圖案 244">
              <a:extLst>
                <a:ext uri="{FF2B5EF4-FFF2-40B4-BE49-F238E27FC236}">
                  <a16:creationId xmlns:a16="http://schemas.microsoft.com/office/drawing/2014/main" id="{F9A490C8-7095-1096-1E55-5163F95D0AF6}"/>
                </a:ext>
              </a:extLst>
            </p:cNvPr>
            <p:cNvSpPr/>
            <p:nvPr/>
          </p:nvSpPr>
          <p:spPr>
            <a:xfrm>
              <a:off x="-27383917" y="24826373"/>
              <a:ext cx="608374" cy="1124055"/>
            </a:xfrm>
            <a:custGeom>
              <a:avLst/>
              <a:gdLst>
                <a:gd name="connsiteX0" fmla="*/ 583568 w 608374"/>
                <a:gd name="connsiteY0" fmla="*/ 586137 h 1124055"/>
                <a:gd name="connsiteX1" fmla="*/ 608374 w 608374"/>
                <a:gd name="connsiteY1" fmla="*/ 607231 h 1124055"/>
                <a:gd name="connsiteX2" fmla="*/ 608374 w 608374"/>
                <a:gd name="connsiteY2" fmla="*/ 899546 h 1124055"/>
                <a:gd name="connsiteX3" fmla="*/ 304187 w 608374"/>
                <a:gd name="connsiteY3" fmla="*/ 1124056 h 1124055"/>
                <a:gd name="connsiteX4" fmla="*/ 0 w 608374"/>
                <a:gd name="connsiteY4" fmla="*/ 899546 h 1124055"/>
                <a:gd name="connsiteX5" fmla="*/ 0 w 608374"/>
                <a:gd name="connsiteY5" fmla="*/ 224510 h 1124055"/>
                <a:gd name="connsiteX6" fmla="*/ 304187 w 608374"/>
                <a:gd name="connsiteY6" fmla="*/ 0 h 1124055"/>
                <a:gd name="connsiteX7" fmla="*/ 608374 w 608374"/>
                <a:gd name="connsiteY7" fmla="*/ 224510 h 1124055"/>
                <a:gd name="connsiteX8" fmla="*/ 608374 w 608374"/>
                <a:gd name="connsiteY8" fmla="*/ 311602 h 1124055"/>
                <a:gd name="connsiteX9" fmla="*/ 586670 w 608374"/>
                <a:gd name="connsiteY9" fmla="*/ 334203 h 1124055"/>
                <a:gd name="connsiteX10" fmla="*/ 523413 w 608374"/>
                <a:gd name="connsiteY10" fmla="*/ 334203 h 1124055"/>
                <a:gd name="connsiteX11" fmla="*/ 500157 w 608374"/>
                <a:gd name="connsiteY11" fmla="*/ 311602 h 1124055"/>
                <a:gd name="connsiteX12" fmla="*/ 500157 w 608374"/>
                <a:gd name="connsiteY12" fmla="*/ 232647 h 1124055"/>
                <a:gd name="connsiteX13" fmla="*/ 304187 w 608374"/>
                <a:gd name="connsiteY13" fmla="*/ 92215 h 1124055"/>
                <a:gd name="connsiteX14" fmla="*/ 111319 w 608374"/>
                <a:gd name="connsiteY14" fmla="*/ 232647 h 1124055"/>
                <a:gd name="connsiteX15" fmla="*/ 111319 w 608374"/>
                <a:gd name="connsiteY15" fmla="*/ 891410 h 1124055"/>
                <a:gd name="connsiteX16" fmla="*/ 304187 w 608374"/>
                <a:gd name="connsiteY16" fmla="*/ 1031841 h 1124055"/>
                <a:gd name="connsiteX17" fmla="*/ 500157 w 608374"/>
                <a:gd name="connsiteY17" fmla="*/ 892917 h 1124055"/>
                <a:gd name="connsiteX18" fmla="*/ 500157 w 608374"/>
                <a:gd name="connsiteY18" fmla="*/ 678050 h 1124055"/>
                <a:gd name="connsiteX19" fmla="*/ 320622 w 608374"/>
                <a:gd name="connsiteY19" fmla="*/ 678050 h 1124055"/>
                <a:gd name="connsiteX20" fmla="*/ 297366 w 608374"/>
                <a:gd name="connsiteY20" fmla="*/ 655448 h 1124055"/>
                <a:gd name="connsiteX21" fmla="*/ 297366 w 608374"/>
                <a:gd name="connsiteY21" fmla="*/ 606931 h 1124055"/>
                <a:gd name="connsiteX22" fmla="*/ 320622 w 608374"/>
                <a:gd name="connsiteY22" fmla="*/ 585835 h 1124055"/>
                <a:gd name="connsiteX23" fmla="*/ 583258 w 608374"/>
                <a:gd name="connsiteY23" fmla="*/ 585835 h 112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8374" h="1124055">
                  <a:moveTo>
                    <a:pt x="583568" y="586137"/>
                  </a:moveTo>
                  <a:cubicBezTo>
                    <a:pt x="601864" y="586137"/>
                    <a:pt x="608374" y="592465"/>
                    <a:pt x="608374" y="607231"/>
                  </a:cubicBezTo>
                  <a:lnTo>
                    <a:pt x="608374" y="899546"/>
                  </a:lnTo>
                  <a:cubicBezTo>
                    <a:pt x="608374" y="1022197"/>
                    <a:pt x="542019" y="1124056"/>
                    <a:pt x="304187" y="1124056"/>
                  </a:cubicBezTo>
                  <a:cubicBezTo>
                    <a:pt x="66357" y="1124056"/>
                    <a:pt x="0" y="1022197"/>
                    <a:pt x="0" y="899546"/>
                  </a:cubicBezTo>
                  <a:lnTo>
                    <a:pt x="0" y="224510"/>
                  </a:lnTo>
                  <a:cubicBezTo>
                    <a:pt x="0" y="101858"/>
                    <a:pt x="66357" y="0"/>
                    <a:pt x="304187" y="0"/>
                  </a:cubicBezTo>
                  <a:cubicBezTo>
                    <a:pt x="542019" y="0"/>
                    <a:pt x="608374" y="101858"/>
                    <a:pt x="608374" y="224510"/>
                  </a:cubicBezTo>
                  <a:lnTo>
                    <a:pt x="608374" y="311602"/>
                  </a:lnTo>
                  <a:cubicBezTo>
                    <a:pt x="608374" y="326369"/>
                    <a:pt x="601864" y="334203"/>
                    <a:pt x="586670" y="334203"/>
                  </a:cubicBezTo>
                  <a:lnTo>
                    <a:pt x="523413" y="334203"/>
                  </a:lnTo>
                  <a:cubicBezTo>
                    <a:pt x="506669" y="334203"/>
                    <a:pt x="500157" y="326067"/>
                    <a:pt x="500157" y="311602"/>
                  </a:cubicBezTo>
                  <a:lnTo>
                    <a:pt x="500157" y="232647"/>
                  </a:lnTo>
                  <a:cubicBezTo>
                    <a:pt x="500157" y="148568"/>
                    <a:pt x="453645" y="92215"/>
                    <a:pt x="304187" y="92215"/>
                  </a:cubicBezTo>
                  <a:cubicBezTo>
                    <a:pt x="154731" y="92215"/>
                    <a:pt x="111319" y="148568"/>
                    <a:pt x="111319" y="232647"/>
                  </a:cubicBezTo>
                  <a:lnTo>
                    <a:pt x="111319" y="891410"/>
                  </a:lnTo>
                  <a:cubicBezTo>
                    <a:pt x="111319" y="973680"/>
                    <a:pt x="157831" y="1031841"/>
                    <a:pt x="304187" y="1031841"/>
                  </a:cubicBezTo>
                  <a:cubicBezTo>
                    <a:pt x="450545" y="1031841"/>
                    <a:pt x="500157" y="975488"/>
                    <a:pt x="500157" y="892917"/>
                  </a:cubicBezTo>
                  <a:lnTo>
                    <a:pt x="500157" y="678050"/>
                  </a:lnTo>
                  <a:lnTo>
                    <a:pt x="320622" y="678050"/>
                  </a:lnTo>
                  <a:cubicBezTo>
                    <a:pt x="303879" y="678050"/>
                    <a:pt x="297366" y="671721"/>
                    <a:pt x="297366" y="655448"/>
                  </a:cubicBezTo>
                  <a:lnTo>
                    <a:pt x="297366" y="606931"/>
                  </a:lnTo>
                  <a:cubicBezTo>
                    <a:pt x="297366" y="592163"/>
                    <a:pt x="303879" y="585835"/>
                    <a:pt x="320622" y="585835"/>
                  </a:cubicBezTo>
                  <a:lnTo>
                    <a:pt x="583258" y="585835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6" name="手繪多邊形: 圖案 245">
              <a:extLst>
                <a:ext uri="{FF2B5EF4-FFF2-40B4-BE49-F238E27FC236}">
                  <a16:creationId xmlns:a16="http://schemas.microsoft.com/office/drawing/2014/main" id="{A6EE500F-2E27-191C-96EA-90C5F6E1FFA1}"/>
                </a:ext>
              </a:extLst>
            </p:cNvPr>
            <p:cNvSpPr/>
            <p:nvPr/>
          </p:nvSpPr>
          <p:spPr>
            <a:xfrm>
              <a:off x="-25125304" y="24839633"/>
              <a:ext cx="628520" cy="1097837"/>
            </a:xfrm>
            <a:custGeom>
              <a:avLst/>
              <a:gdLst>
                <a:gd name="connsiteX0" fmla="*/ 88063 w 628520"/>
                <a:gd name="connsiteY0" fmla="*/ 1097838 h 1097837"/>
                <a:gd name="connsiteX1" fmla="*/ 23256 w 628520"/>
                <a:gd name="connsiteY1" fmla="*/ 1097838 h 1097837"/>
                <a:gd name="connsiteX2" fmla="*/ 0 w 628520"/>
                <a:gd name="connsiteY2" fmla="*/ 1073730 h 1097837"/>
                <a:gd name="connsiteX3" fmla="*/ 0 w 628520"/>
                <a:gd name="connsiteY3" fmla="*/ 24108 h 1097837"/>
                <a:gd name="connsiteX4" fmla="*/ 21706 w 628520"/>
                <a:gd name="connsiteY4" fmla="*/ 0 h 1097837"/>
                <a:gd name="connsiteX5" fmla="*/ 304187 w 628520"/>
                <a:gd name="connsiteY5" fmla="*/ 0 h 1097837"/>
                <a:gd name="connsiteX6" fmla="*/ 616436 w 628520"/>
                <a:gd name="connsiteY6" fmla="*/ 224209 h 1097837"/>
                <a:gd name="connsiteX7" fmla="*/ 616436 w 628520"/>
                <a:gd name="connsiteY7" fmla="*/ 427624 h 1097837"/>
                <a:gd name="connsiteX8" fmla="*/ 443722 w 628520"/>
                <a:gd name="connsiteY8" fmla="*/ 634353 h 1097837"/>
                <a:gd name="connsiteX9" fmla="*/ 626670 w 628520"/>
                <a:gd name="connsiteY9" fmla="*/ 1073730 h 1097837"/>
                <a:gd name="connsiteX10" fmla="*/ 604964 w 628520"/>
                <a:gd name="connsiteY10" fmla="*/ 1097838 h 1097837"/>
                <a:gd name="connsiteX11" fmla="*/ 533646 w 628520"/>
                <a:gd name="connsiteY11" fmla="*/ 1097838 h 1097837"/>
                <a:gd name="connsiteX12" fmla="*/ 505428 w 628520"/>
                <a:gd name="connsiteY12" fmla="*/ 1073730 h 1097837"/>
                <a:gd name="connsiteX13" fmla="*/ 332714 w 628520"/>
                <a:gd name="connsiteY13" fmla="*/ 649119 h 1097837"/>
                <a:gd name="connsiteX14" fmla="*/ 110078 w 628520"/>
                <a:gd name="connsiteY14" fmla="*/ 649119 h 1097837"/>
                <a:gd name="connsiteX15" fmla="*/ 110078 w 628520"/>
                <a:gd name="connsiteY15" fmla="*/ 1073730 h 1097837"/>
                <a:gd name="connsiteX16" fmla="*/ 88372 w 628520"/>
                <a:gd name="connsiteY16" fmla="*/ 1097838 h 1097837"/>
                <a:gd name="connsiteX17" fmla="*/ 109457 w 628520"/>
                <a:gd name="connsiteY17" fmla="*/ 91612 h 1097837"/>
                <a:gd name="connsiteX18" fmla="*/ 109457 w 628520"/>
                <a:gd name="connsiteY18" fmla="*/ 556604 h 1097837"/>
                <a:gd name="connsiteX19" fmla="*/ 303877 w 628520"/>
                <a:gd name="connsiteY19" fmla="*/ 556604 h 1097837"/>
                <a:gd name="connsiteX20" fmla="*/ 506669 w 628520"/>
                <a:gd name="connsiteY20" fmla="*/ 416172 h 1097837"/>
                <a:gd name="connsiteX21" fmla="*/ 506669 w 628520"/>
                <a:gd name="connsiteY21" fmla="*/ 233551 h 1097837"/>
                <a:gd name="connsiteX22" fmla="*/ 303877 w 628520"/>
                <a:gd name="connsiteY22" fmla="*/ 91311 h 1097837"/>
                <a:gd name="connsiteX23" fmla="*/ 109457 w 628520"/>
                <a:gd name="connsiteY23" fmla="*/ 91311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8520" h="1097837">
                  <a:moveTo>
                    <a:pt x="88063" y="1097838"/>
                  </a:moveTo>
                  <a:lnTo>
                    <a:pt x="23256" y="1097838"/>
                  </a:lnTo>
                  <a:cubicBezTo>
                    <a:pt x="6512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2" y="0"/>
                    <a:pt x="21706" y="0"/>
                  </a:cubicBezTo>
                  <a:lnTo>
                    <a:pt x="304187" y="0"/>
                  </a:lnTo>
                  <a:cubicBezTo>
                    <a:pt x="541706" y="0"/>
                    <a:pt x="616436" y="101557"/>
                    <a:pt x="616436" y="224209"/>
                  </a:cubicBezTo>
                  <a:lnTo>
                    <a:pt x="616436" y="427624"/>
                  </a:lnTo>
                  <a:cubicBezTo>
                    <a:pt x="616436" y="521345"/>
                    <a:pt x="571475" y="602108"/>
                    <a:pt x="443722" y="634353"/>
                  </a:cubicBezTo>
                  <a:lnTo>
                    <a:pt x="626670" y="1073730"/>
                  </a:lnTo>
                  <a:cubicBezTo>
                    <a:pt x="633180" y="1090003"/>
                    <a:pt x="621707" y="1097838"/>
                    <a:pt x="604964" y="1097838"/>
                  </a:cubicBezTo>
                  <a:lnTo>
                    <a:pt x="533646" y="1097838"/>
                  </a:lnTo>
                  <a:cubicBezTo>
                    <a:pt x="516901" y="1097838"/>
                    <a:pt x="511940" y="1088194"/>
                    <a:pt x="505428" y="1073730"/>
                  </a:cubicBezTo>
                  <a:lnTo>
                    <a:pt x="332714" y="649119"/>
                  </a:lnTo>
                  <a:lnTo>
                    <a:pt x="110078" y="649119"/>
                  </a:lnTo>
                  <a:lnTo>
                    <a:pt x="110078" y="1073730"/>
                  </a:lnTo>
                  <a:cubicBezTo>
                    <a:pt x="110078" y="1090003"/>
                    <a:pt x="105117" y="1097838"/>
                    <a:pt x="88372" y="1097838"/>
                  </a:cubicBezTo>
                  <a:close/>
                  <a:moveTo>
                    <a:pt x="109457" y="91612"/>
                  </a:moveTo>
                  <a:lnTo>
                    <a:pt x="109457" y="556604"/>
                  </a:lnTo>
                  <a:lnTo>
                    <a:pt x="303877" y="556604"/>
                  </a:lnTo>
                  <a:cubicBezTo>
                    <a:pt x="453335" y="556604"/>
                    <a:pt x="506669" y="500250"/>
                    <a:pt x="506669" y="416172"/>
                  </a:cubicBezTo>
                  <a:lnTo>
                    <a:pt x="506669" y="233551"/>
                  </a:lnTo>
                  <a:cubicBezTo>
                    <a:pt x="506669" y="149472"/>
                    <a:pt x="453645" y="91311"/>
                    <a:pt x="303877" y="91311"/>
                  </a:cubicBezTo>
                  <a:lnTo>
                    <a:pt x="109457" y="91311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7" name="手繪多邊形: 圖案 246">
              <a:extLst>
                <a:ext uri="{FF2B5EF4-FFF2-40B4-BE49-F238E27FC236}">
                  <a16:creationId xmlns:a16="http://schemas.microsoft.com/office/drawing/2014/main" id="{BB39B6A2-A37F-34E3-9925-75C4F64759E9}"/>
                </a:ext>
              </a:extLst>
            </p:cNvPr>
            <p:cNvSpPr/>
            <p:nvPr/>
          </p:nvSpPr>
          <p:spPr>
            <a:xfrm>
              <a:off x="-23733050" y="24839633"/>
              <a:ext cx="548218" cy="1098139"/>
            </a:xfrm>
            <a:custGeom>
              <a:avLst/>
              <a:gdLst>
                <a:gd name="connsiteX0" fmla="*/ 21704 w 548218"/>
                <a:gd name="connsiteY0" fmla="*/ 1097838 h 1098139"/>
                <a:gd name="connsiteX1" fmla="*/ 0 w 548218"/>
                <a:gd name="connsiteY1" fmla="*/ 1073730 h 1098139"/>
                <a:gd name="connsiteX2" fmla="*/ 0 w 548218"/>
                <a:gd name="connsiteY2" fmla="*/ 24108 h 1098139"/>
                <a:gd name="connsiteX3" fmla="*/ 23256 w 548218"/>
                <a:gd name="connsiteY3" fmla="*/ 0 h 1098139"/>
                <a:gd name="connsiteX4" fmla="*/ 506667 w 548218"/>
                <a:gd name="connsiteY4" fmla="*/ 0 h 1098139"/>
                <a:gd name="connsiteX5" fmla="*/ 529923 w 548218"/>
                <a:gd name="connsiteY5" fmla="*/ 22602 h 1098139"/>
                <a:gd name="connsiteX6" fmla="*/ 529923 w 548218"/>
                <a:gd name="connsiteY6" fmla="*/ 69311 h 1098139"/>
                <a:gd name="connsiteX7" fmla="*/ 506667 w 548218"/>
                <a:gd name="connsiteY7" fmla="*/ 91913 h 1098139"/>
                <a:gd name="connsiteX8" fmla="*/ 111317 w 548218"/>
                <a:gd name="connsiteY8" fmla="*/ 91913 h 1098139"/>
                <a:gd name="connsiteX9" fmla="*/ 111317 w 548218"/>
                <a:gd name="connsiteY9" fmla="*/ 476443 h 1098139"/>
                <a:gd name="connsiteX10" fmla="*/ 481861 w 548218"/>
                <a:gd name="connsiteY10" fmla="*/ 476443 h 1098139"/>
                <a:gd name="connsiteX11" fmla="*/ 506667 w 548218"/>
                <a:gd name="connsiteY11" fmla="*/ 499045 h 1098139"/>
                <a:gd name="connsiteX12" fmla="*/ 506667 w 548218"/>
                <a:gd name="connsiteY12" fmla="*/ 544248 h 1098139"/>
                <a:gd name="connsiteX13" fmla="*/ 481861 w 548218"/>
                <a:gd name="connsiteY13" fmla="*/ 566850 h 1098139"/>
                <a:gd name="connsiteX14" fmla="*/ 111317 w 548218"/>
                <a:gd name="connsiteY14" fmla="*/ 566850 h 1098139"/>
                <a:gd name="connsiteX15" fmla="*/ 111317 w 548218"/>
                <a:gd name="connsiteY15" fmla="*/ 1006227 h 1098139"/>
                <a:gd name="connsiteX16" fmla="*/ 524963 w 548218"/>
                <a:gd name="connsiteY16" fmla="*/ 1006227 h 1098139"/>
                <a:gd name="connsiteX17" fmla="*/ 548219 w 548218"/>
                <a:gd name="connsiteY17" fmla="*/ 1027020 h 1098139"/>
                <a:gd name="connsiteX18" fmla="*/ 548219 w 548218"/>
                <a:gd name="connsiteY18" fmla="*/ 1075538 h 1098139"/>
                <a:gd name="connsiteX19" fmla="*/ 524963 w 548218"/>
                <a:gd name="connsiteY19" fmla="*/ 1098140 h 1098139"/>
                <a:gd name="connsiteX20" fmla="*/ 21396 w 548218"/>
                <a:gd name="connsiteY20" fmla="*/ 1098140 h 109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8218" h="1098139">
                  <a:moveTo>
                    <a:pt x="21704" y="1097838"/>
                  </a:moveTo>
                  <a:cubicBezTo>
                    <a:pt x="6821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0" y="0"/>
                    <a:pt x="23256" y="0"/>
                  </a:cubicBezTo>
                  <a:lnTo>
                    <a:pt x="506667" y="0"/>
                  </a:lnTo>
                  <a:cubicBezTo>
                    <a:pt x="523411" y="0"/>
                    <a:pt x="529923" y="6328"/>
                    <a:pt x="529923" y="22602"/>
                  </a:cubicBezTo>
                  <a:lnTo>
                    <a:pt x="529923" y="69311"/>
                  </a:lnTo>
                  <a:cubicBezTo>
                    <a:pt x="529923" y="85585"/>
                    <a:pt x="523411" y="91913"/>
                    <a:pt x="506667" y="91913"/>
                  </a:cubicBezTo>
                  <a:lnTo>
                    <a:pt x="111317" y="91913"/>
                  </a:lnTo>
                  <a:lnTo>
                    <a:pt x="111317" y="476443"/>
                  </a:lnTo>
                  <a:lnTo>
                    <a:pt x="481861" y="476443"/>
                  </a:lnTo>
                  <a:cubicBezTo>
                    <a:pt x="498605" y="476443"/>
                    <a:pt x="506667" y="482771"/>
                    <a:pt x="506667" y="499045"/>
                  </a:cubicBezTo>
                  <a:lnTo>
                    <a:pt x="506667" y="544248"/>
                  </a:lnTo>
                  <a:cubicBezTo>
                    <a:pt x="506667" y="560522"/>
                    <a:pt x="498295" y="566850"/>
                    <a:pt x="481861" y="566850"/>
                  </a:cubicBezTo>
                  <a:lnTo>
                    <a:pt x="111317" y="566850"/>
                  </a:lnTo>
                  <a:lnTo>
                    <a:pt x="111317" y="1006227"/>
                  </a:lnTo>
                  <a:lnTo>
                    <a:pt x="524963" y="1006227"/>
                  </a:lnTo>
                  <a:cubicBezTo>
                    <a:pt x="539846" y="1006227"/>
                    <a:pt x="548219" y="1011047"/>
                    <a:pt x="548219" y="1027020"/>
                  </a:cubicBezTo>
                  <a:lnTo>
                    <a:pt x="548219" y="1075538"/>
                  </a:lnTo>
                  <a:cubicBezTo>
                    <a:pt x="548219" y="1091811"/>
                    <a:pt x="539846" y="1098140"/>
                    <a:pt x="524963" y="1098140"/>
                  </a:cubicBezTo>
                  <a:lnTo>
                    <a:pt x="21396" y="109814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8" name="手繪多邊形: 圖案 247">
              <a:extLst>
                <a:ext uri="{FF2B5EF4-FFF2-40B4-BE49-F238E27FC236}">
                  <a16:creationId xmlns:a16="http://schemas.microsoft.com/office/drawing/2014/main" id="{BF8E332E-4EC8-C225-D8D9-58EA3C8D5711}"/>
                </a:ext>
              </a:extLst>
            </p:cNvPr>
            <p:cNvSpPr/>
            <p:nvPr/>
          </p:nvSpPr>
          <p:spPr>
            <a:xfrm>
              <a:off x="-22438782" y="24839633"/>
              <a:ext cx="624807" cy="1097837"/>
            </a:xfrm>
            <a:custGeom>
              <a:avLst/>
              <a:gdLst>
                <a:gd name="connsiteX0" fmla="*/ 624807 w 624807"/>
                <a:gd name="connsiteY0" fmla="*/ 1075236 h 1097837"/>
                <a:gd name="connsiteX1" fmla="*/ 603103 w 624807"/>
                <a:gd name="connsiteY1" fmla="*/ 1097838 h 1097837"/>
                <a:gd name="connsiteX2" fmla="*/ 543256 w 624807"/>
                <a:gd name="connsiteY2" fmla="*/ 1097838 h 1097837"/>
                <a:gd name="connsiteX3" fmla="*/ 518451 w 624807"/>
                <a:gd name="connsiteY3" fmla="*/ 1084880 h 1097837"/>
                <a:gd name="connsiteX4" fmla="*/ 149458 w 624807"/>
                <a:gd name="connsiteY4" fmla="*/ 337217 h 1097837"/>
                <a:gd name="connsiteX5" fmla="*/ 102946 w 624807"/>
                <a:gd name="connsiteY5" fmla="*/ 229030 h 1097837"/>
                <a:gd name="connsiteX6" fmla="*/ 102946 w 624807"/>
                <a:gd name="connsiteY6" fmla="*/ 1075236 h 1097837"/>
                <a:gd name="connsiteX7" fmla="*/ 79690 w 624807"/>
                <a:gd name="connsiteY7" fmla="*/ 1097838 h 1097837"/>
                <a:gd name="connsiteX8" fmla="*/ 23256 w 624807"/>
                <a:gd name="connsiteY8" fmla="*/ 1097838 h 1097837"/>
                <a:gd name="connsiteX9" fmla="*/ 0 w 624807"/>
                <a:gd name="connsiteY9" fmla="*/ 1075236 h 1097837"/>
                <a:gd name="connsiteX10" fmla="*/ 0 w 624807"/>
                <a:gd name="connsiteY10" fmla="*/ 22602 h 1097837"/>
                <a:gd name="connsiteX11" fmla="*/ 23256 w 624807"/>
                <a:gd name="connsiteY11" fmla="*/ 0 h 1097837"/>
                <a:gd name="connsiteX12" fmla="*/ 83101 w 624807"/>
                <a:gd name="connsiteY12" fmla="*/ 0 h 1097837"/>
                <a:gd name="connsiteX13" fmla="*/ 104807 w 624807"/>
                <a:gd name="connsiteY13" fmla="*/ 12958 h 1097837"/>
                <a:gd name="connsiteX14" fmla="*/ 480311 w 624807"/>
                <a:gd name="connsiteY14" fmla="*/ 766950 h 1097837"/>
                <a:gd name="connsiteX15" fmla="*/ 521861 w 624807"/>
                <a:gd name="connsiteY15" fmla="*/ 865492 h 1097837"/>
                <a:gd name="connsiteX16" fmla="*/ 521861 w 624807"/>
                <a:gd name="connsiteY16" fmla="*/ 22602 h 1097837"/>
                <a:gd name="connsiteX17" fmla="*/ 546669 w 624807"/>
                <a:gd name="connsiteY17" fmla="*/ 0 h 1097837"/>
                <a:gd name="connsiteX18" fmla="*/ 603103 w 624807"/>
                <a:gd name="connsiteY18" fmla="*/ 0 h 1097837"/>
                <a:gd name="connsiteX19" fmla="*/ 624807 w 624807"/>
                <a:gd name="connsiteY19" fmla="*/ 22602 h 1097837"/>
                <a:gd name="connsiteX20" fmla="*/ 624807 w 624807"/>
                <a:gd name="connsiteY20" fmla="*/ 1075236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4807" h="1097837">
                  <a:moveTo>
                    <a:pt x="624807" y="1075236"/>
                  </a:moveTo>
                  <a:cubicBezTo>
                    <a:pt x="624807" y="1090003"/>
                    <a:pt x="619847" y="1097838"/>
                    <a:pt x="603103" y="1097838"/>
                  </a:cubicBezTo>
                  <a:lnTo>
                    <a:pt x="543256" y="1097838"/>
                  </a:lnTo>
                  <a:cubicBezTo>
                    <a:pt x="529923" y="1097838"/>
                    <a:pt x="523413" y="1094524"/>
                    <a:pt x="518451" y="1084880"/>
                  </a:cubicBezTo>
                  <a:lnTo>
                    <a:pt x="149458" y="337217"/>
                  </a:lnTo>
                  <a:cubicBezTo>
                    <a:pt x="132713" y="304972"/>
                    <a:pt x="112867" y="261276"/>
                    <a:pt x="102946" y="229030"/>
                  </a:cubicBezTo>
                  <a:lnTo>
                    <a:pt x="102946" y="1075236"/>
                  </a:lnTo>
                  <a:cubicBezTo>
                    <a:pt x="102946" y="1090003"/>
                    <a:pt x="96434" y="1097838"/>
                    <a:pt x="79690" y="1097838"/>
                  </a:cubicBezTo>
                  <a:lnTo>
                    <a:pt x="23256" y="1097838"/>
                  </a:lnTo>
                  <a:cubicBezTo>
                    <a:pt x="6510" y="1097838"/>
                    <a:pt x="0" y="1089701"/>
                    <a:pt x="0" y="1075236"/>
                  </a:cubicBezTo>
                  <a:lnTo>
                    <a:pt x="0" y="22602"/>
                  </a:lnTo>
                  <a:cubicBezTo>
                    <a:pt x="0" y="8136"/>
                    <a:pt x="6510" y="0"/>
                    <a:pt x="23256" y="0"/>
                  </a:cubicBezTo>
                  <a:lnTo>
                    <a:pt x="83101" y="0"/>
                  </a:lnTo>
                  <a:cubicBezTo>
                    <a:pt x="94574" y="0"/>
                    <a:pt x="99844" y="3014"/>
                    <a:pt x="104807" y="12958"/>
                  </a:cubicBezTo>
                  <a:lnTo>
                    <a:pt x="480311" y="766950"/>
                  </a:lnTo>
                  <a:cubicBezTo>
                    <a:pt x="497055" y="799195"/>
                    <a:pt x="515040" y="844399"/>
                    <a:pt x="521861" y="865492"/>
                  </a:cubicBezTo>
                  <a:lnTo>
                    <a:pt x="521861" y="22602"/>
                  </a:lnTo>
                  <a:cubicBezTo>
                    <a:pt x="521861" y="8136"/>
                    <a:pt x="530234" y="0"/>
                    <a:pt x="546669" y="0"/>
                  </a:cubicBezTo>
                  <a:lnTo>
                    <a:pt x="603103" y="0"/>
                  </a:lnTo>
                  <a:cubicBezTo>
                    <a:pt x="619847" y="0"/>
                    <a:pt x="624807" y="8136"/>
                    <a:pt x="624807" y="22602"/>
                  </a:cubicBezTo>
                  <a:lnTo>
                    <a:pt x="624807" y="107523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49" name="手繪多邊形: 圖案 248">
              <a:extLst>
                <a:ext uri="{FF2B5EF4-FFF2-40B4-BE49-F238E27FC236}">
                  <a16:creationId xmlns:a16="http://schemas.microsoft.com/office/drawing/2014/main" id="{3752C706-B583-64A1-6037-31538E1966FE}"/>
                </a:ext>
              </a:extLst>
            </p:cNvPr>
            <p:cNvSpPr/>
            <p:nvPr/>
          </p:nvSpPr>
          <p:spPr>
            <a:xfrm>
              <a:off x="-20137380" y="24839633"/>
              <a:ext cx="622638" cy="1097837"/>
            </a:xfrm>
            <a:custGeom>
              <a:avLst/>
              <a:gdLst>
                <a:gd name="connsiteX0" fmla="*/ 19845 w 622638"/>
                <a:gd name="connsiteY0" fmla="*/ 1097838 h 1097837"/>
                <a:gd name="connsiteX1" fmla="*/ 0 w 622638"/>
                <a:gd name="connsiteY1" fmla="*/ 1073730 h 1097837"/>
                <a:gd name="connsiteX2" fmla="*/ 0 w 622638"/>
                <a:gd name="connsiteY2" fmla="*/ 24108 h 1097837"/>
                <a:gd name="connsiteX3" fmla="*/ 21396 w 622638"/>
                <a:gd name="connsiteY3" fmla="*/ 0 h 1097837"/>
                <a:gd name="connsiteX4" fmla="*/ 310389 w 622638"/>
                <a:gd name="connsiteY4" fmla="*/ 0 h 1097837"/>
                <a:gd name="connsiteX5" fmla="*/ 622638 w 622638"/>
                <a:gd name="connsiteY5" fmla="*/ 224209 h 1097837"/>
                <a:gd name="connsiteX6" fmla="*/ 622638 w 622638"/>
                <a:gd name="connsiteY6" fmla="*/ 873328 h 1097837"/>
                <a:gd name="connsiteX7" fmla="*/ 310389 w 622638"/>
                <a:gd name="connsiteY7" fmla="*/ 1097838 h 1097837"/>
                <a:gd name="connsiteX8" fmla="*/ 19535 w 622638"/>
                <a:gd name="connsiteY8" fmla="*/ 1097838 h 1097837"/>
                <a:gd name="connsiteX9" fmla="*/ 111319 w 622638"/>
                <a:gd name="connsiteY9" fmla="*/ 91612 h 1097837"/>
                <a:gd name="connsiteX10" fmla="*/ 111319 w 622638"/>
                <a:gd name="connsiteY10" fmla="*/ 1005623 h 1097837"/>
                <a:gd name="connsiteX11" fmla="*/ 309149 w 622638"/>
                <a:gd name="connsiteY11" fmla="*/ 1005623 h 1097837"/>
                <a:gd name="connsiteX12" fmla="*/ 511940 w 622638"/>
                <a:gd name="connsiteY12" fmla="*/ 861876 h 1097837"/>
                <a:gd name="connsiteX13" fmla="*/ 511940 w 622638"/>
                <a:gd name="connsiteY13" fmla="*/ 235359 h 1097837"/>
                <a:gd name="connsiteX14" fmla="*/ 309149 w 622638"/>
                <a:gd name="connsiteY14" fmla="*/ 91612 h 1097837"/>
                <a:gd name="connsiteX15" fmla="*/ 111319 w 622638"/>
                <a:gd name="connsiteY15" fmla="*/ 91612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22638" h="1097837">
                  <a:moveTo>
                    <a:pt x="19845" y="1097838"/>
                  </a:moveTo>
                  <a:cubicBezTo>
                    <a:pt x="6512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2" y="0"/>
                    <a:pt x="21396" y="0"/>
                  </a:cubicBezTo>
                  <a:lnTo>
                    <a:pt x="310389" y="0"/>
                  </a:lnTo>
                  <a:cubicBezTo>
                    <a:pt x="547908" y="0"/>
                    <a:pt x="622638" y="101557"/>
                    <a:pt x="622638" y="224209"/>
                  </a:cubicBezTo>
                  <a:lnTo>
                    <a:pt x="622638" y="873328"/>
                  </a:lnTo>
                  <a:cubicBezTo>
                    <a:pt x="622638" y="995980"/>
                    <a:pt x="547908" y="1097838"/>
                    <a:pt x="310389" y="1097838"/>
                  </a:cubicBezTo>
                  <a:lnTo>
                    <a:pt x="19535" y="1097838"/>
                  </a:lnTo>
                  <a:close/>
                  <a:moveTo>
                    <a:pt x="111319" y="91612"/>
                  </a:moveTo>
                  <a:lnTo>
                    <a:pt x="111319" y="1005623"/>
                  </a:lnTo>
                  <a:lnTo>
                    <a:pt x="309149" y="1005623"/>
                  </a:lnTo>
                  <a:cubicBezTo>
                    <a:pt x="458607" y="1005623"/>
                    <a:pt x="511940" y="947462"/>
                    <a:pt x="511940" y="861876"/>
                  </a:cubicBezTo>
                  <a:lnTo>
                    <a:pt x="511940" y="235359"/>
                  </a:lnTo>
                  <a:cubicBezTo>
                    <a:pt x="511940" y="149774"/>
                    <a:pt x="458916" y="91612"/>
                    <a:pt x="309149" y="91612"/>
                  </a:cubicBezTo>
                  <a:lnTo>
                    <a:pt x="111319" y="91612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0" name="手繪多邊形: 圖案 249">
              <a:extLst>
                <a:ext uri="{FF2B5EF4-FFF2-40B4-BE49-F238E27FC236}">
                  <a16:creationId xmlns:a16="http://schemas.microsoft.com/office/drawing/2014/main" id="{42FA3BD9-4E69-975F-AFD6-8132FB9170B5}"/>
                </a:ext>
              </a:extLst>
            </p:cNvPr>
            <p:cNvSpPr/>
            <p:nvPr/>
          </p:nvSpPr>
          <p:spPr>
            <a:xfrm>
              <a:off x="-18723420" y="24839633"/>
              <a:ext cx="548218" cy="1098139"/>
            </a:xfrm>
            <a:custGeom>
              <a:avLst/>
              <a:gdLst>
                <a:gd name="connsiteX0" fmla="*/ 21396 w 548218"/>
                <a:gd name="connsiteY0" fmla="*/ 1097838 h 1098139"/>
                <a:gd name="connsiteX1" fmla="*/ 0 w 548218"/>
                <a:gd name="connsiteY1" fmla="*/ 1073730 h 1098139"/>
                <a:gd name="connsiteX2" fmla="*/ 0 w 548218"/>
                <a:gd name="connsiteY2" fmla="*/ 24108 h 1098139"/>
                <a:gd name="connsiteX3" fmla="*/ 23256 w 548218"/>
                <a:gd name="connsiteY3" fmla="*/ 0 h 1098139"/>
                <a:gd name="connsiteX4" fmla="*/ 506667 w 548218"/>
                <a:gd name="connsiteY4" fmla="*/ 0 h 1098139"/>
                <a:gd name="connsiteX5" fmla="*/ 529923 w 548218"/>
                <a:gd name="connsiteY5" fmla="*/ 22602 h 1098139"/>
                <a:gd name="connsiteX6" fmla="*/ 529923 w 548218"/>
                <a:gd name="connsiteY6" fmla="*/ 69311 h 1098139"/>
                <a:gd name="connsiteX7" fmla="*/ 506667 w 548218"/>
                <a:gd name="connsiteY7" fmla="*/ 91913 h 1098139"/>
                <a:gd name="connsiteX8" fmla="*/ 111317 w 548218"/>
                <a:gd name="connsiteY8" fmla="*/ 91913 h 1098139"/>
                <a:gd name="connsiteX9" fmla="*/ 111317 w 548218"/>
                <a:gd name="connsiteY9" fmla="*/ 476443 h 1098139"/>
                <a:gd name="connsiteX10" fmla="*/ 481861 w 548218"/>
                <a:gd name="connsiteY10" fmla="*/ 476443 h 1098139"/>
                <a:gd name="connsiteX11" fmla="*/ 506667 w 548218"/>
                <a:gd name="connsiteY11" fmla="*/ 499045 h 1098139"/>
                <a:gd name="connsiteX12" fmla="*/ 506667 w 548218"/>
                <a:gd name="connsiteY12" fmla="*/ 544248 h 1098139"/>
                <a:gd name="connsiteX13" fmla="*/ 481861 w 548218"/>
                <a:gd name="connsiteY13" fmla="*/ 566850 h 1098139"/>
                <a:gd name="connsiteX14" fmla="*/ 111317 w 548218"/>
                <a:gd name="connsiteY14" fmla="*/ 566850 h 1098139"/>
                <a:gd name="connsiteX15" fmla="*/ 111317 w 548218"/>
                <a:gd name="connsiteY15" fmla="*/ 1006227 h 1098139"/>
                <a:gd name="connsiteX16" fmla="*/ 524963 w 548218"/>
                <a:gd name="connsiteY16" fmla="*/ 1006227 h 1098139"/>
                <a:gd name="connsiteX17" fmla="*/ 548219 w 548218"/>
                <a:gd name="connsiteY17" fmla="*/ 1027020 h 1098139"/>
                <a:gd name="connsiteX18" fmla="*/ 548219 w 548218"/>
                <a:gd name="connsiteY18" fmla="*/ 1075538 h 1098139"/>
                <a:gd name="connsiteX19" fmla="*/ 524963 w 548218"/>
                <a:gd name="connsiteY19" fmla="*/ 1098140 h 1098139"/>
                <a:gd name="connsiteX20" fmla="*/ 21396 w 548218"/>
                <a:gd name="connsiteY20" fmla="*/ 1098140 h 10981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8218" h="1098139">
                  <a:moveTo>
                    <a:pt x="21396" y="1097838"/>
                  </a:moveTo>
                  <a:cubicBezTo>
                    <a:pt x="6510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0" y="0"/>
                    <a:pt x="23256" y="0"/>
                  </a:cubicBezTo>
                  <a:lnTo>
                    <a:pt x="506667" y="0"/>
                  </a:lnTo>
                  <a:cubicBezTo>
                    <a:pt x="523413" y="0"/>
                    <a:pt x="529923" y="6328"/>
                    <a:pt x="529923" y="22602"/>
                  </a:cubicBezTo>
                  <a:lnTo>
                    <a:pt x="529923" y="69311"/>
                  </a:lnTo>
                  <a:cubicBezTo>
                    <a:pt x="529923" y="85585"/>
                    <a:pt x="523102" y="91913"/>
                    <a:pt x="506667" y="91913"/>
                  </a:cubicBezTo>
                  <a:lnTo>
                    <a:pt x="111317" y="91913"/>
                  </a:lnTo>
                  <a:lnTo>
                    <a:pt x="111317" y="476443"/>
                  </a:lnTo>
                  <a:lnTo>
                    <a:pt x="481861" y="476443"/>
                  </a:lnTo>
                  <a:cubicBezTo>
                    <a:pt x="498605" y="476443"/>
                    <a:pt x="506667" y="482771"/>
                    <a:pt x="506667" y="499045"/>
                  </a:cubicBezTo>
                  <a:lnTo>
                    <a:pt x="506667" y="544248"/>
                  </a:lnTo>
                  <a:cubicBezTo>
                    <a:pt x="506667" y="560522"/>
                    <a:pt x="498295" y="566850"/>
                    <a:pt x="481861" y="566850"/>
                  </a:cubicBezTo>
                  <a:lnTo>
                    <a:pt x="111317" y="566850"/>
                  </a:lnTo>
                  <a:lnTo>
                    <a:pt x="111317" y="1006227"/>
                  </a:lnTo>
                  <a:lnTo>
                    <a:pt x="524963" y="1006227"/>
                  </a:lnTo>
                  <a:cubicBezTo>
                    <a:pt x="539846" y="1006227"/>
                    <a:pt x="548219" y="1011047"/>
                    <a:pt x="548219" y="1027020"/>
                  </a:cubicBezTo>
                  <a:lnTo>
                    <a:pt x="548219" y="1075538"/>
                  </a:lnTo>
                  <a:cubicBezTo>
                    <a:pt x="548219" y="1091811"/>
                    <a:pt x="539846" y="1098140"/>
                    <a:pt x="524963" y="1098140"/>
                  </a:cubicBezTo>
                  <a:lnTo>
                    <a:pt x="21396" y="109814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1" name="手繪多邊形: 圖案 250">
              <a:extLst>
                <a:ext uri="{FF2B5EF4-FFF2-40B4-BE49-F238E27FC236}">
                  <a16:creationId xmlns:a16="http://schemas.microsoft.com/office/drawing/2014/main" id="{E9E5A969-30CE-4B44-FA5C-35904FF3034F}"/>
                </a:ext>
              </a:extLst>
            </p:cNvPr>
            <p:cNvSpPr/>
            <p:nvPr/>
          </p:nvSpPr>
          <p:spPr>
            <a:xfrm>
              <a:off x="-17429153" y="24839633"/>
              <a:ext cx="624807" cy="1097837"/>
            </a:xfrm>
            <a:custGeom>
              <a:avLst/>
              <a:gdLst>
                <a:gd name="connsiteX0" fmla="*/ 624807 w 624807"/>
                <a:gd name="connsiteY0" fmla="*/ 1075236 h 1097837"/>
                <a:gd name="connsiteX1" fmla="*/ 603103 w 624807"/>
                <a:gd name="connsiteY1" fmla="*/ 1097838 h 1097837"/>
                <a:gd name="connsiteX2" fmla="*/ 543256 w 624807"/>
                <a:gd name="connsiteY2" fmla="*/ 1097838 h 1097837"/>
                <a:gd name="connsiteX3" fmla="*/ 518451 w 624807"/>
                <a:gd name="connsiteY3" fmla="*/ 1084880 h 1097837"/>
                <a:gd name="connsiteX4" fmla="*/ 149458 w 624807"/>
                <a:gd name="connsiteY4" fmla="*/ 337217 h 1097837"/>
                <a:gd name="connsiteX5" fmla="*/ 102946 w 624807"/>
                <a:gd name="connsiteY5" fmla="*/ 229030 h 1097837"/>
                <a:gd name="connsiteX6" fmla="*/ 102946 w 624807"/>
                <a:gd name="connsiteY6" fmla="*/ 1075236 h 1097837"/>
                <a:gd name="connsiteX7" fmla="*/ 79690 w 624807"/>
                <a:gd name="connsiteY7" fmla="*/ 1097838 h 1097837"/>
                <a:gd name="connsiteX8" fmla="*/ 23256 w 624807"/>
                <a:gd name="connsiteY8" fmla="*/ 1097838 h 1097837"/>
                <a:gd name="connsiteX9" fmla="*/ 0 w 624807"/>
                <a:gd name="connsiteY9" fmla="*/ 1075236 h 1097837"/>
                <a:gd name="connsiteX10" fmla="*/ 0 w 624807"/>
                <a:gd name="connsiteY10" fmla="*/ 22602 h 1097837"/>
                <a:gd name="connsiteX11" fmla="*/ 23256 w 624807"/>
                <a:gd name="connsiteY11" fmla="*/ 0 h 1097837"/>
                <a:gd name="connsiteX12" fmla="*/ 83101 w 624807"/>
                <a:gd name="connsiteY12" fmla="*/ 0 h 1097837"/>
                <a:gd name="connsiteX13" fmla="*/ 104807 w 624807"/>
                <a:gd name="connsiteY13" fmla="*/ 12958 h 1097837"/>
                <a:gd name="connsiteX14" fmla="*/ 480311 w 624807"/>
                <a:gd name="connsiteY14" fmla="*/ 766950 h 1097837"/>
                <a:gd name="connsiteX15" fmla="*/ 521861 w 624807"/>
                <a:gd name="connsiteY15" fmla="*/ 865492 h 1097837"/>
                <a:gd name="connsiteX16" fmla="*/ 521861 w 624807"/>
                <a:gd name="connsiteY16" fmla="*/ 22602 h 1097837"/>
                <a:gd name="connsiteX17" fmla="*/ 546669 w 624807"/>
                <a:gd name="connsiteY17" fmla="*/ 0 h 1097837"/>
                <a:gd name="connsiteX18" fmla="*/ 603103 w 624807"/>
                <a:gd name="connsiteY18" fmla="*/ 0 h 1097837"/>
                <a:gd name="connsiteX19" fmla="*/ 624807 w 624807"/>
                <a:gd name="connsiteY19" fmla="*/ 22602 h 1097837"/>
                <a:gd name="connsiteX20" fmla="*/ 624807 w 624807"/>
                <a:gd name="connsiteY20" fmla="*/ 1075236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4807" h="1097837">
                  <a:moveTo>
                    <a:pt x="624807" y="1075236"/>
                  </a:moveTo>
                  <a:cubicBezTo>
                    <a:pt x="624807" y="1090003"/>
                    <a:pt x="619847" y="1097838"/>
                    <a:pt x="603103" y="1097838"/>
                  </a:cubicBezTo>
                  <a:lnTo>
                    <a:pt x="543256" y="1097838"/>
                  </a:lnTo>
                  <a:cubicBezTo>
                    <a:pt x="529923" y="1097838"/>
                    <a:pt x="523413" y="1094524"/>
                    <a:pt x="518451" y="1084880"/>
                  </a:cubicBezTo>
                  <a:lnTo>
                    <a:pt x="149458" y="337217"/>
                  </a:lnTo>
                  <a:cubicBezTo>
                    <a:pt x="132713" y="304972"/>
                    <a:pt x="112869" y="261276"/>
                    <a:pt x="102946" y="229030"/>
                  </a:cubicBezTo>
                  <a:lnTo>
                    <a:pt x="102946" y="1075236"/>
                  </a:lnTo>
                  <a:cubicBezTo>
                    <a:pt x="102946" y="1090003"/>
                    <a:pt x="96434" y="1097838"/>
                    <a:pt x="79690" y="1097838"/>
                  </a:cubicBezTo>
                  <a:lnTo>
                    <a:pt x="23256" y="1097838"/>
                  </a:lnTo>
                  <a:cubicBezTo>
                    <a:pt x="6510" y="1097838"/>
                    <a:pt x="0" y="1089701"/>
                    <a:pt x="0" y="1075236"/>
                  </a:cubicBezTo>
                  <a:lnTo>
                    <a:pt x="0" y="22602"/>
                  </a:lnTo>
                  <a:cubicBezTo>
                    <a:pt x="0" y="8136"/>
                    <a:pt x="6510" y="0"/>
                    <a:pt x="23256" y="0"/>
                  </a:cubicBezTo>
                  <a:lnTo>
                    <a:pt x="83101" y="0"/>
                  </a:lnTo>
                  <a:cubicBezTo>
                    <a:pt x="94574" y="0"/>
                    <a:pt x="99844" y="3014"/>
                    <a:pt x="104807" y="12958"/>
                  </a:cubicBezTo>
                  <a:lnTo>
                    <a:pt x="480311" y="766950"/>
                  </a:lnTo>
                  <a:cubicBezTo>
                    <a:pt x="497055" y="799195"/>
                    <a:pt x="515040" y="844399"/>
                    <a:pt x="521861" y="865492"/>
                  </a:cubicBezTo>
                  <a:lnTo>
                    <a:pt x="521861" y="22602"/>
                  </a:lnTo>
                  <a:cubicBezTo>
                    <a:pt x="521861" y="8136"/>
                    <a:pt x="530234" y="0"/>
                    <a:pt x="546669" y="0"/>
                  </a:cubicBezTo>
                  <a:lnTo>
                    <a:pt x="603103" y="0"/>
                  </a:lnTo>
                  <a:cubicBezTo>
                    <a:pt x="619847" y="0"/>
                    <a:pt x="624807" y="8136"/>
                    <a:pt x="624807" y="22602"/>
                  </a:cubicBezTo>
                  <a:lnTo>
                    <a:pt x="624807" y="107523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2" name="手繪多邊形: 圖案 251">
              <a:extLst>
                <a:ext uri="{FF2B5EF4-FFF2-40B4-BE49-F238E27FC236}">
                  <a16:creationId xmlns:a16="http://schemas.microsoft.com/office/drawing/2014/main" id="{2F61BF68-6722-F596-2D65-2EB9F159CF39}"/>
                </a:ext>
              </a:extLst>
            </p:cNvPr>
            <p:cNvSpPr/>
            <p:nvPr/>
          </p:nvSpPr>
          <p:spPr>
            <a:xfrm>
              <a:off x="-16096435" y="24839331"/>
              <a:ext cx="639692" cy="1097837"/>
            </a:xfrm>
            <a:custGeom>
              <a:avLst/>
              <a:gdLst>
                <a:gd name="connsiteX0" fmla="*/ 616436 w 639692"/>
                <a:gd name="connsiteY0" fmla="*/ 0 h 1097837"/>
                <a:gd name="connsiteX1" fmla="*/ 639692 w 639692"/>
                <a:gd name="connsiteY1" fmla="*/ 22602 h 1097837"/>
                <a:gd name="connsiteX2" fmla="*/ 639692 w 639692"/>
                <a:gd name="connsiteY2" fmla="*/ 69312 h 1097837"/>
                <a:gd name="connsiteX3" fmla="*/ 616436 w 639692"/>
                <a:gd name="connsiteY3" fmla="*/ 91914 h 1097837"/>
                <a:gd name="connsiteX4" fmla="*/ 375505 w 639692"/>
                <a:gd name="connsiteY4" fmla="*/ 91914 h 1097837"/>
                <a:gd name="connsiteX5" fmla="*/ 375505 w 639692"/>
                <a:gd name="connsiteY5" fmla="*/ 1073730 h 1097837"/>
                <a:gd name="connsiteX6" fmla="*/ 353801 w 639692"/>
                <a:gd name="connsiteY6" fmla="*/ 1097838 h 1097837"/>
                <a:gd name="connsiteX7" fmla="*/ 287443 w 639692"/>
                <a:gd name="connsiteY7" fmla="*/ 1097838 h 1097837"/>
                <a:gd name="connsiteX8" fmla="*/ 264188 w 639692"/>
                <a:gd name="connsiteY8" fmla="*/ 1073730 h 1097837"/>
                <a:gd name="connsiteX9" fmla="*/ 264188 w 639692"/>
                <a:gd name="connsiteY9" fmla="*/ 91914 h 1097837"/>
                <a:gd name="connsiteX10" fmla="*/ 23256 w 639692"/>
                <a:gd name="connsiteY10" fmla="*/ 91914 h 1097837"/>
                <a:gd name="connsiteX11" fmla="*/ 0 w 639692"/>
                <a:gd name="connsiteY11" fmla="*/ 69312 h 1097837"/>
                <a:gd name="connsiteX12" fmla="*/ 0 w 639692"/>
                <a:gd name="connsiteY12" fmla="*/ 22602 h 1097837"/>
                <a:gd name="connsiteX13" fmla="*/ 23256 w 639692"/>
                <a:gd name="connsiteY13" fmla="*/ 0 h 1097837"/>
                <a:gd name="connsiteX14" fmla="*/ 616436 w 639692"/>
                <a:gd name="connsiteY14" fmla="*/ 0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9692" h="1097837">
                  <a:moveTo>
                    <a:pt x="616436" y="0"/>
                  </a:moveTo>
                  <a:cubicBezTo>
                    <a:pt x="631320" y="0"/>
                    <a:pt x="639692" y="6329"/>
                    <a:pt x="639692" y="22602"/>
                  </a:cubicBezTo>
                  <a:lnTo>
                    <a:pt x="639692" y="69312"/>
                  </a:lnTo>
                  <a:cubicBezTo>
                    <a:pt x="639692" y="85585"/>
                    <a:pt x="631320" y="91914"/>
                    <a:pt x="616436" y="91914"/>
                  </a:cubicBezTo>
                  <a:lnTo>
                    <a:pt x="375505" y="91914"/>
                  </a:lnTo>
                  <a:lnTo>
                    <a:pt x="375505" y="1073730"/>
                  </a:lnTo>
                  <a:cubicBezTo>
                    <a:pt x="375505" y="1090003"/>
                    <a:pt x="368684" y="1097838"/>
                    <a:pt x="353801" y="1097838"/>
                  </a:cubicBezTo>
                  <a:lnTo>
                    <a:pt x="287443" y="1097838"/>
                  </a:lnTo>
                  <a:cubicBezTo>
                    <a:pt x="270698" y="1097838"/>
                    <a:pt x="264188" y="1089703"/>
                    <a:pt x="264188" y="1073730"/>
                  </a:cubicBezTo>
                  <a:lnTo>
                    <a:pt x="264188" y="91914"/>
                  </a:lnTo>
                  <a:lnTo>
                    <a:pt x="23256" y="91914"/>
                  </a:lnTo>
                  <a:cubicBezTo>
                    <a:pt x="6512" y="91914"/>
                    <a:pt x="0" y="85585"/>
                    <a:pt x="0" y="69312"/>
                  </a:cubicBezTo>
                  <a:lnTo>
                    <a:pt x="0" y="22602"/>
                  </a:lnTo>
                  <a:cubicBezTo>
                    <a:pt x="0" y="6329"/>
                    <a:pt x="6512" y="0"/>
                    <a:pt x="23256" y="0"/>
                  </a:cubicBezTo>
                  <a:lnTo>
                    <a:pt x="616436" y="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3" name="手繪多邊形: 圖案 252">
              <a:extLst>
                <a:ext uri="{FF2B5EF4-FFF2-40B4-BE49-F238E27FC236}">
                  <a16:creationId xmlns:a16="http://schemas.microsoft.com/office/drawing/2014/main" id="{E1DD14FC-571B-C721-C977-EEE2276D7D40}"/>
                </a:ext>
              </a:extLst>
            </p:cNvPr>
            <p:cNvSpPr/>
            <p:nvPr/>
          </p:nvSpPr>
          <p:spPr>
            <a:xfrm>
              <a:off x="-14921929" y="24839331"/>
              <a:ext cx="704331" cy="1097837"/>
            </a:xfrm>
            <a:custGeom>
              <a:avLst/>
              <a:gdLst>
                <a:gd name="connsiteX0" fmla="*/ 385499 w 704331"/>
                <a:gd name="connsiteY0" fmla="*/ 0 h 1097837"/>
                <a:gd name="connsiteX1" fmla="*/ 415267 w 704331"/>
                <a:gd name="connsiteY1" fmla="*/ 22602 h 1097837"/>
                <a:gd name="connsiteX2" fmla="*/ 702710 w 704331"/>
                <a:gd name="connsiteY2" fmla="*/ 1075236 h 1097837"/>
                <a:gd name="connsiteX3" fmla="*/ 684415 w 704331"/>
                <a:gd name="connsiteY3" fmla="*/ 1097838 h 1097837"/>
                <a:gd name="connsiteX4" fmla="*/ 618058 w 704331"/>
                <a:gd name="connsiteY4" fmla="*/ 1097838 h 1097837"/>
                <a:gd name="connsiteX5" fmla="*/ 589841 w 704331"/>
                <a:gd name="connsiteY5" fmla="*/ 1075236 h 1097837"/>
                <a:gd name="connsiteX6" fmla="*/ 510151 w 704331"/>
                <a:gd name="connsiteY6" fmla="*/ 781415 h 1097837"/>
                <a:gd name="connsiteX7" fmla="*/ 186119 w 704331"/>
                <a:gd name="connsiteY7" fmla="*/ 781415 h 1097837"/>
                <a:gd name="connsiteX8" fmla="*/ 107979 w 704331"/>
                <a:gd name="connsiteY8" fmla="*/ 1075236 h 1097837"/>
                <a:gd name="connsiteX9" fmla="*/ 81312 w 704331"/>
                <a:gd name="connsiteY9" fmla="*/ 1097838 h 1097837"/>
                <a:gd name="connsiteX10" fmla="*/ 19917 w 704331"/>
                <a:gd name="connsiteY10" fmla="*/ 1097838 h 1097837"/>
                <a:gd name="connsiteX11" fmla="*/ 1621 w 704331"/>
                <a:gd name="connsiteY11" fmla="*/ 1075236 h 1097837"/>
                <a:gd name="connsiteX12" fmla="*/ 289065 w 704331"/>
                <a:gd name="connsiteY12" fmla="*/ 22602 h 1097837"/>
                <a:gd name="connsiteX13" fmla="*/ 318832 w 704331"/>
                <a:gd name="connsiteY13" fmla="*/ 0 h 1097837"/>
                <a:gd name="connsiteX14" fmla="*/ 385189 w 704331"/>
                <a:gd name="connsiteY14" fmla="*/ 0 h 1097837"/>
                <a:gd name="connsiteX15" fmla="*/ 383949 w 704331"/>
                <a:gd name="connsiteY15" fmla="*/ 310095 h 1097837"/>
                <a:gd name="connsiteX16" fmla="*/ 348910 w 704331"/>
                <a:gd name="connsiteY16" fmla="*/ 130788 h 1097837"/>
                <a:gd name="connsiteX17" fmla="*/ 313871 w 704331"/>
                <a:gd name="connsiteY17" fmla="*/ 308287 h 1097837"/>
                <a:gd name="connsiteX18" fmla="*/ 207514 w 704331"/>
                <a:gd name="connsiteY18" fmla="*/ 694324 h 1097837"/>
                <a:gd name="connsiteX19" fmla="*/ 489995 w 704331"/>
                <a:gd name="connsiteY19" fmla="*/ 694324 h 1097837"/>
                <a:gd name="connsiteX20" fmla="*/ 383638 w 704331"/>
                <a:gd name="connsiteY20" fmla="*/ 309793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4331" h="1097837">
                  <a:moveTo>
                    <a:pt x="385499" y="0"/>
                  </a:moveTo>
                  <a:cubicBezTo>
                    <a:pt x="402243" y="0"/>
                    <a:pt x="412166" y="8137"/>
                    <a:pt x="415267" y="22602"/>
                  </a:cubicBezTo>
                  <a:lnTo>
                    <a:pt x="702710" y="1075236"/>
                  </a:lnTo>
                  <a:cubicBezTo>
                    <a:pt x="707671" y="1091511"/>
                    <a:pt x="701159" y="1097838"/>
                    <a:pt x="684415" y="1097838"/>
                  </a:cubicBezTo>
                  <a:lnTo>
                    <a:pt x="618058" y="1097838"/>
                  </a:lnTo>
                  <a:cubicBezTo>
                    <a:pt x="601314" y="1097838"/>
                    <a:pt x="593252" y="1089703"/>
                    <a:pt x="589841" y="1075236"/>
                  </a:cubicBezTo>
                  <a:lnTo>
                    <a:pt x="510151" y="781415"/>
                  </a:lnTo>
                  <a:lnTo>
                    <a:pt x="186119" y="781415"/>
                  </a:lnTo>
                  <a:lnTo>
                    <a:pt x="107979" y="1075236"/>
                  </a:lnTo>
                  <a:cubicBezTo>
                    <a:pt x="104568" y="1090003"/>
                    <a:pt x="96505" y="1097838"/>
                    <a:pt x="81312" y="1097838"/>
                  </a:cubicBezTo>
                  <a:lnTo>
                    <a:pt x="19917" y="1097838"/>
                  </a:lnTo>
                  <a:cubicBezTo>
                    <a:pt x="3172" y="1097838"/>
                    <a:pt x="-3339" y="1091511"/>
                    <a:pt x="1621" y="1075236"/>
                  </a:cubicBezTo>
                  <a:lnTo>
                    <a:pt x="289065" y="22602"/>
                  </a:lnTo>
                  <a:cubicBezTo>
                    <a:pt x="292475" y="8137"/>
                    <a:pt x="302398" y="0"/>
                    <a:pt x="318832" y="0"/>
                  </a:cubicBezTo>
                  <a:lnTo>
                    <a:pt x="385189" y="0"/>
                  </a:lnTo>
                  <a:close/>
                  <a:moveTo>
                    <a:pt x="383949" y="310095"/>
                  </a:moveTo>
                  <a:cubicBezTo>
                    <a:pt x="372166" y="268207"/>
                    <a:pt x="354182" y="172979"/>
                    <a:pt x="348910" y="130788"/>
                  </a:cubicBezTo>
                  <a:cubicBezTo>
                    <a:pt x="342088" y="177499"/>
                    <a:pt x="324104" y="269714"/>
                    <a:pt x="313871" y="308287"/>
                  </a:cubicBezTo>
                  <a:lnTo>
                    <a:pt x="207514" y="694324"/>
                  </a:lnTo>
                  <a:lnTo>
                    <a:pt x="489995" y="694324"/>
                  </a:lnTo>
                  <a:lnTo>
                    <a:pt x="383638" y="309793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4" name="手繪多邊形: 圖案 253">
              <a:extLst>
                <a:ext uri="{FF2B5EF4-FFF2-40B4-BE49-F238E27FC236}">
                  <a16:creationId xmlns:a16="http://schemas.microsoft.com/office/drawing/2014/main" id="{304B23C8-E2A8-A196-79FB-D387BF86B0DE}"/>
                </a:ext>
              </a:extLst>
            </p:cNvPr>
            <p:cNvSpPr/>
            <p:nvPr/>
          </p:nvSpPr>
          <p:spPr>
            <a:xfrm>
              <a:off x="-13504488" y="24839331"/>
              <a:ext cx="524963" cy="1097837"/>
            </a:xfrm>
            <a:custGeom>
              <a:avLst/>
              <a:gdLst>
                <a:gd name="connsiteX0" fmla="*/ 111318 w 524963"/>
                <a:gd name="connsiteY0" fmla="*/ 1005925 h 1097837"/>
                <a:gd name="connsiteX1" fmla="*/ 501708 w 524963"/>
                <a:gd name="connsiteY1" fmla="*/ 1005925 h 1097837"/>
                <a:gd name="connsiteX2" fmla="*/ 524964 w 524963"/>
                <a:gd name="connsiteY2" fmla="*/ 1026719 h 1097837"/>
                <a:gd name="connsiteX3" fmla="*/ 524964 w 524963"/>
                <a:gd name="connsiteY3" fmla="*/ 1075236 h 1097837"/>
                <a:gd name="connsiteX4" fmla="*/ 501708 w 524963"/>
                <a:gd name="connsiteY4" fmla="*/ 1097838 h 1097837"/>
                <a:gd name="connsiteX5" fmla="*/ 19845 w 524963"/>
                <a:gd name="connsiteY5" fmla="*/ 1097838 h 1097837"/>
                <a:gd name="connsiteX6" fmla="*/ 0 w 524963"/>
                <a:gd name="connsiteY6" fmla="*/ 1073730 h 1097837"/>
                <a:gd name="connsiteX7" fmla="*/ 0 w 524963"/>
                <a:gd name="connsiteY7" fmla="*/ 24109 h 1097837"/>
                <a:gd name="connsiteX8" fmla="*/ 23256 w 524963"/>
                <a:gd name="connsiteY8" fmla="*/ 0 h 1097837"/>
                <a:gd name="connsiteX9" fmla="*/ 88062 w 524963"/>
                <a:gd name="connsiteY9" fmla="*/ 0 h 1097837"/>
                <a:gd name="connsiteX10" fmla="*/ 111318 w 524963"/>
                <a:gd name="connsiteY10" fmla="*/ 24109 h 1097837"/>
                <a:gd name="connsiteX11" fmla="*/ 111318 w 524963"/>
                <a:gd name="connsiteY11" fmla="*/ 1005925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963" h="1097837">
                  <a:moveTo>
                    <a:pt x="111318" y="1005925"/>
                  </a:moveTo>
                  <a:lnTo>
                    <a:pt x="501708" y="1005925"/>
                  </a:lnTo>
                  <a:cubicBezTo>
                    <a:pt x="516591" y="1005925"/>
                    <a:pt x="524964" y="1010748"/>
                    <a:pt x="524964" y="1026719"/>
                  </a:cubicBezTo>
                  <a:lnTo>
                    <a:pt x="524964" y="1075236"/>
                  </a:lnTo>
                  <a:cubicBezTo>
                    <a:pt x="524964" y="1091511"/>
                    <a:pt x="516591" y="1097838"/>
                    <a:pt x="501708" y="1097838"/>
                  </a:cubicBezTo>
                  <a:lnTo>
                    <a:pt x="19845" y="1097838"/>
                  </a:lnTo>
                  <a:cubicBezTo>
                    <a:pt x="6512" y="1097838"/>
                    <a:pt x="0" y="1089703"/>
                    <a:pt x="0" y="1073730"/>
                  </a:cubicBezTo>
                  <a:lnTo>
                    <a:pt x="0" y="24109"/>
                  </a:lnTo>
                  <a:cubicBezTo>
                    <a:pt x="0" y="7836"/>
                    <a:pt x="6512" y="0"/>
                    <a:pt x="23256" y="0"/>
                  </a:cubicBezTo>
                  <a:lnTo>
                    <a:pt x="88062" y="0"/>
                  </a:lnTo>
                  <a:cubicBezTo>
                    <a:pt x="104807" y="0"/>
                    <a:pt x="111318" y="8137"/>
                    <a:pt x="111318" y="24109"/>
                  </a:cubicBezTo>
                  <a:lnTo>
                    <a:pt x="111318" y="1005925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5" name="手繪多邊形: 圖案 254">
              <a:extLst>
                <a:ext uri="{FF2B5EF4-FFF2-40B4-BE49-F238E27FC236}">
                  <a16:creationId xmlns:a16="http://schemas.microsoft.com/office/drawing/2014/main" id="{32CA06CB-5E38-4575-6B98-507C8C060887}"/>
                </a:ext>
              </a:extLst>
            </p:cNvPr>
            <p:cNvSpPr/>
            <p:nvPr/>
          </p:nvSpPr>
          <p:spPr>
            <a:xfrm>
              <a:off x="-11444016" y="24826373"/>
              <a:ext cx="608063" cy="1124055"/>
            </a:xfrm>
            <a:custGeom>
              <a:avLst/>
              <a:gdLst>
                <a:gd name="connsiteX0" fmla="*/ 608064 w 608063"/>
                <a:gd name="connsiteY0" fmla="*/ 899546 h 1124055"/>
                <a:gd name="connsiteX1" fmla="*/ 304187 w 608063"/>
                <a:gd name="connsiteY1" fmla="*/ 1124056 h 1124055"/>
                <a:gd name="connsiteX2" fmla="*/ 0 w 608063"/>
                <a:gd name="connsiteY2" fmla="*/ 899546 h 1124055"/>
                <a:gd name="connsiteX3" fmla="*/ 0 w 608063"/>
                <a:gd name="connsiteY3" fmla="*/ 224510 h 1124055"/>
                <a:gd name="connsiteX4" fmla="*/ 304187 w 608063"/>
                <a:gd name="connsiteY4" fmla="*/ 0 h 1124055"/>
                <a:gd name="connsiteX5" fmla="*/ 608064 w 608063"/>
                <a:gd name="connsiteY5" fmla="*/ 224510 h 1124055"/>
                <a:gd name="connsiteX6" fmla="*/ 608064 w 608063"/>
                <a:gd name="connsiteY6" fmla="*/ 316423 h 1124055"/>
                <a:gd name="connsiteX7" fmla="*/ 584808 w 608063"/>
                <a:gd name="connsiteY7" fmla="*/ 340531 h 1124055"/>
                <a:gd name="connsiteX8" fmla="*/ 523413 w 608063"/>
                <a:gd name="connsiteY8" fmla="*/ 340531 h 1124055"/>
                <a:gd name="connsiteX9" fmla="*/ 498606 w 608063"/>
                <a:gd name="connsiteY9" fmla="*/ 316423 h 1124055"/>
                <a:gd name="connsiteX10" fmla="*/ 498606 w 608063"/>
                <a:gd name="connsiteY10" fmla="*/ 232345 h 1124055"/>
                <a:gd name="connsiteX11" fmla="*/ 304187 w 608063"/>
                <a:gd name="connsiteY11" fmla="*/ 91913 h 1124055"/>
                <a:gd name="connsiteX12" fmla="*/ 111318 w 608063"/>
                <a:gd name="connsiteY12" fmla="*/ 232345 h 1124055"/>
                <a:gd name="connsiteX13" fmla="*/ 111318 w 608063"/>
                <a:gd name="connsiteY13" fmla="*/ 891109 h 1124055"/>
                <a:gd name="connsiteX14" fmla="*/ 304187 w 608063"/>
                <a:gd name="connsiteY14" fmla="*/ 1031539 h 1124055"/>
                <a:gd name="connsiteX15" fmla="*/ 498606 w 608063"/>
                <a:gd name="connsiteY15" fmla="*/ 891109 h 1124055"/>
                <a:gd name="connsiteX16" fmla="*/ 498606 w 608063"/>
                <a:gd name="connsiteY16" fmla="*/ 786237 h 1124055"/>
                <a:gd name="connsiteX17" fmla="*/ 523413 w 608063"/>
                <a:gd name="connsiteY17" fmla="*/ 763636 h 1124055"/>
                <a:gd name="connsiteX18" fmla="*/ 584808 w 608063"/>
                <a:gd name="connsiteY18" fmla="*/ 763636 h 1124055"/>
                <a:gd name="connsiteX19" fmla="*/ 608064 w 608063"/>
                <a:gd name="connsiteY19" fmla="*/ 786237 h 1124055"/>
                <a:gd name="connsiteX20" fmla="*/ 608064 w 608063"/>
                <a:gd name="connsiteY20" fmla="*/ 899246 h 112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8063" h="1124055">
                  <a:moveTo>
                    <a:pt x="608064" y="899546"/>
                  </a:moveTo>
                  <a:cubicBezTo>
                    <a:pt x="608064" y="1022197"/>
                    <a:pt x="541707" y="1124056"/>
                    <a:pt x="304187" y="1124056"/>
                  </a:cubicBezTo>
                  <a:cubicBezTo>
                    <a:pt x="66667" y="1124056"/>
                    <a:pt x="0" y="1022197"/>
                    <a:pt x="0" y="899546"/>
                  </a:cubicBezTo>
                  <a:lnTo>
                    <a:pt x="0" y="224510"/>
                  </a:lnTo>
                  <a:cubicBezTo>
                    <a:pt x="0" y="101858"/>
                    <a:pt x="66356" y="0"/>
                    <a:pt x="304187" y="0"/>
                  </a:cubicBezTo>
                  <a:cubicBezTo>
                    <a:pt x="542018" y="0"/>
                    <a:pt x="608064" y="101858"/>
                    <a:pt x="608064" y="224510"/>
                  </a:cubicBezTo>
                  <a:lnTo>
                    <a:pt x="608064" y="316423"/>
                  </a:lnTo>
                  <a:cubicBezTo>
                    <a:pt x="608064" y="332697"/>
                    <a:pt x="601552" y="340531"/>
                    <a:pt x="584808" y="340531"/>
                  </a:cubicBezTo>
                  <a:lnTo>
                    <a:pt x="523413" y="340531"/>
                  </a:lnTo>
                  <a:cubicBezTo>
                    <a:pt x="505118" y="340531"/>
                    <a:pt x="498606" y="332395"/>
                    <a:pt x="498606" y="316423"/>
                  </a:cubicBezTo>
                  <a:lnTo>
                    <a:pt x="498606" y="232345"/>
                  </a:lnTo>
                  <a:cubicBezTo>
                    <a:pt x="498606" y="148267"/>
                    <a:pt x="453645" y="91913"/>
                    <a:pt x="304187" y="91913"/>
                  </a:cubicBezTo>
                  <a:cubicBezTo>
                    <a:pt x="154729" y="91913"/>
                    <a:pt x="111318" y="148267"/>
                    <a:pt x="111318" y="232345"/>
                  </a:cubicBezTo>
                  <a:lnTo>
                    <a:pt x="111318" y="891109"/>
                  </a:lnTo>
                  <a:cubicBezTo>
                    <a:pt x="111318" y="975186"/>
                    <a:pt x="156280" y="1031539"/>
                    <a:pt x="304187" y="1031539"/>
                  </a:cubicBezTo>
                  <a:cubicBezTo>
                    <a:pt x="452094" y="1031539"/>
                    <a:pt x="498606" y="975186"/>
                    <a:pt x="498606" y="891109"/>
                  </a:cubicBezTo>
                  <a:lnTo>
                    <a:pt x="498606" y="786237"/>
                  </a:lnTo>
                  <a:cubicBezTo>
                    <a:pt x="498606" y="769963"/>
                    <a:pt x="505428" y="763636"/>
                    <a:pt x="523413" y="763636"/>
                  </a:cubicBezTo>
                  <a:lnTo>
                    <a:pt x="584808" y="763636"/>
                  </a:lnTo>
                  <a:cubicBezTo>
                    <a:pt x="601552" y="763636"/>
                    <a:pt x="608064" y="769963"/>
                    <a:pt x="608064" y="786237"/>
                  </a:cubicBezTo>
                  <a:lnTo>
                    <a:pt x="608064" y="89924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6" name="手繪多邊形: 圖案 255">
              <a:extLst>
                <a:ext uri="{FF2B5EF4-FFF2-40B4-BE49-F238E27FC236}">
                  <a16:creationId xmlns:a16="http://schemas.microsoft.com/office/drawing/2014/main" id="{C8E56910-2091-203D-941D-8C5995E7EE36}"/>
                </a:ext>
              </a:extLst>
            </p:cNvPr>
            <p:cNvSpPr/>
            <p:nvPr/>
          </p:nvSpPr>
          <p:spPr>
            <a:xfrm>
              <a:off x="-10083391" y="24839331"/>
              <a:ext cx="524962" cy="1097837"/>
            </a:xfrm>
            <a:custGeom>
              <a:avLst/>
              <a:gdLst>
                <a:gd name="connsiteX0" fmla="*/ 111318 w 524962"/>
                <a:gd name="connsiteY0" fmla="*/ 1005925 h 1097837"/>
                <a:gd name="connsiteX1" fmla="*/ 501707 w 524962"/>
                <a:gd name="connsiteY1" fmla="*/ 1005925 h 1097837"/>
                <a:gd name="connsiteX2" fmla="*/ 524963 w 524962"/>
                <a:gd name="connsiteY2" fmla="*/ 1026719 h 1097837"/>
                <a:gd name="connsiteX3" fmla="*/ 524963 w 524962"/>
                <a:gd name="connsiteY3" fmla="*/ 1075236 h 1097837"/>
                <a:gd name="connsiteX4" fmla="*/ 501707 w 524962"/>
                <a:gd name="connsiteY4" fmla="*/ 1097838 h 1097837"/>
                <a:gd name="connsiteX5" fmla="*/ 19845 w 524962"/>
                <a:gd name="connsiteY5" fmla="*/ 1097838 h 1097837"/>
                <a:gd name="connsiteX6" fmla="*/ 0 w 524962"/>
                <a:gd name="connsiteY6" fmla="*/ 1073730 h 1097837"/>
                <a:gd name="connsiteX7" fmla="*/ 0 w 524962"/>
                <a:gd name="connsiteY7" fmla="*/ 24109 h 1097837"/>
                <a:gd name="connsiteX8" fmla="*/ 23256 w 524962"/>
                <a:gd name="connsiteY8" fmla="*/ 0 h 1097837"/>
                <a:gd name="connsiteX9" fmla="*/ 88062 w 524962"/>
                <a:gd name="connsiteY9" fmla="*/ 0 h 1097837"/>
                <a:gd name="connsiteX10" fmla="*/ 111318 w 524962"/>
                <a:gd name="connsiteY10" fmla="*/ 24109 h 1097837"/>
                <a:gd name="connsiteX11" fmla="*/ 111318 w 524962"/>
                <a:gd name="connsiteY11" fmla="*/ 1005925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4962" h="1097837">
                  <a:moveTo>
                    <a:pt x="111318" y="1005925"/>
                  </a:moveTo>
                  <a:lnTo>
                    <a:pt x="501707" y="1005925"/>
                  </a:lnTo>
                  <a:cubicBezTo>
                    <a:pt x="516591" y="1005925"/>
                    <a:pt x="524963" y="1010748"/>
                    <a:pt x="524963" y="1026719"/>
                  </a:cubicBezTo>
                  <a:lnTo>
                    <a:pt x="524963" y="1075236"/>
                  </a:lnTo>
                  <a:cubicBezTo>
                    <a:pt x="524963" y="1091511"/>
                    <a:pt x="516591" y="1097838"/>
                    <a:pt x="501707" y="1097838"/>
                  </a:cubicBezTo>
                  <a:lnTo>
                    <a:pt x="19845" y="1097838"/>
                  </a:lnTo>
                  <a:cubicBezTo>
                    <a:pt x="6511" y="1097838"/>
                    <a:pt x="0" y="1089703"/>
                    <a:pt x="0" y="1073730"/>
                  </a:cubicBezTo>
                  <a:lnTo>
                    <a:pt x="0" y="24109"/>
                  </a:lnTo>
                  <a:cubicBezTo>
                    <a:pt x="0" y="7836"/>
                    <a:pt x="6511" y="0"/>
                    <a:pt x="23256" y="0"/>
                  </a:cubicBezTo>
                  <a:lnTo>
                    <a:pt x="88062" y="0"/>
                  </a:lnTo>
                  <a:cubicBezTo>
                    <a:pt x="104807" y="0"/>
                    <a:pt x="111318" y="8137"/>
                    <a:pt x="111318" y="24109"/>
                  </a:cubicBezTo>
                  <a:lnTo>
                    <a:pt x="111318" y="1005925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7" name="手繪多邊形: 圖案 256">
              <a:extLst>
                <a:ext uri="{FF2B5EF4-FFF2-40B4-BE49-F238E27FC236}">
                  <a16:creationId xmlns:a16="http://schemas.microsoft.com/office/drawing/2014/main" id="{1FBB2ECE-0449-A177-4777-25F6BC2D59F2}"/>
                </a:ext>
              </a:extLst>
            </p:cNvPr>
            <p:cNvSpPr/>
            <p:nvPr/>
          </p:nvSpPr>
          <p:spPr>
            <a:xfrm>
              <a:off x="-8855479" y="24839633"/>
              <a:ext cx="111318" cy="1097837"/>
            </a:xfrm>
            <a:custGeom>
              <a:avLst/>
              <a:gdLst>
                <a:gd name="connsiteX0" fmla="*/ 111318 w 111318"/>
                <a:gd name="connsiteY0" fmla="*/ 1073730 h 1097837"/>
                <a:gd name="connsiteX1" fmla="*/ 88062 w 111318"/>
                <a:gd name="connsiteY1" fmla="*/ 1097838 h 1097837"/>
                <a:gd name="connsiteX2" fmla="*/ 23256 w 111318"/>
                <a:gd name="connsiteY2" fmla="*/ 1097838 h 1097837"/>
                <a:gd name="connsiteX3" fmla="*/ 0 w 111318"/>
                <a:gd name="connsiteY3" fmla="*/ 1073730 h 1097837"/>
                <a:gd name="connsiteX4" fmla="*/ 0 w 111318"/>
                <a:gd name="connsiteY4" fmla="*/ 24108 h 1097837"/>
                <a:gd name="connsiteX5" fmla="*/ 23256 w 111318"/>
                <a:gd name="connsiteY5" fmla="*/ 0 h 1097837"/>
                <a:gd name="connsiteX6" fmla="*/ 88062 w 111318"/>
                <a:gd name="connsiteY6" fmla="*/ 0 h 1097837"/>
                <a:gd name="connsiteX7" fmla="*/ 111318 w 111318"/>
                <a:gd name="connsiteY7" fmla="*/ 24108 h 1097837"/>
                <a:gd name="connsiteX8" fmla="*/ 111318 w 111318"/>
                <a:gd name="connsiteY8" fmla="*/ 1073730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318" h="1097837">
                  <a:moveTo>
                    <a:pt x="111318" y="1073730"/>
                  </a:moveTo>
                  <a:cubicBezTo>
                    <a:pt x="111318" y="1090003"/>
                    <a:pt x="104806" y="1097838"/>
                    <a:pt x="88062" y="1097838"/>
                  </a:cubicBezTo>
                  <a:lnTo>
                    <a:pt x="23256" y="1097838"/>
                  </a:lnTo>
                  <a:cubicBezTo>
                    <a:pt x="6511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1" y="0"/>
                    <a:pt x="23256" y="0"/>
                  </a:cubicBezTo>
                  <a:lnTo>
                    <a:pt x="88062" y="0"/>
                  </a:lnTo>
                  <a:cubicBezTo>
                    <a:pt x="104806" y="0"/>
                    <a:pt x="111318" y="8136"/>
                    <a:pt x="111318" y="24108"/>
                  </a:cubicBezTo>
                  <a:lnTo>
                    <a:pt x="111318" y="107373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8" name="手繪多邊形: 圖案 257">
              <a:extLst>
                <a:ext uri="{FF2B5EF4-FFF2-40B4-BE49-F238E27FC236}">
                  <a16:creationId xmlns:a16="http://schemas.microsoft.com/office/drawing/2014/main" id="{E4BA27C2-97DC-BF07-F6CE-BB12C3A625F8}"/>
                </a:ext>
              </a:extLst>
            </p:cNvPr>
            <p:cNvSpPr/>
            <p:nvPr/>
          </p:nvSpPr>
          <p:spPr>
            <a:xfrm>
              <a:off x="-7936717" y="24839633"/>
              <a:ext cx="624809" cy="1097837"/>
            </a:xfrm>
            <a:custGeom>
              <a:avLst/>
              <a:gdLst>
                <a:gd name="connsiteX0" fmla="*/ 624809 w 624809"/>
                <a:gd name="connsiteY0" fmla="*/ 1075236 h 1097837"/>
                <a:gd name="connsiteX1" fmla="*/ 603103 w 624809"/>
                <a:gd name="connsiteY1" fmla="*/ 1097838 h 1097837"/>
                <a:gd name="connsiteX2" fmla="*/ 543258 w 624809"/>
                <a:gd name="connsiteY2" fmla="*/ 1097838 h 1097837"/>
                <a:gd name="connsiteX3" fmla="*/ 518451 w 624809"/>
                <a:gd name="connsiteY3" fmla="*/ 1084880 h 1097837"/>
                <a:gd name="connsiteX4" fmla="*/ 149458 w 624809"/>
                <a:gd name="connsiteY4" fmla="*/ 337217 h 1097837"/>
                <a:gd name="connsiteX5" fmla="*/ 102946 w 624809"/>
                <a:gd name="connsiteY5" fmla="*/ 229030 h 1097837"/>
                <a:gd name="connsiteX6" fmla="*/ 102946 w 624809"/>
                <a:gd name="connsiteY6" fmla="*/ 1075236 h 1097837"/>
                <a:gd name="connsiteX7" fmla="*/ 79690 w 624809"/>
                <a:gd name="connsiteY7" fmla="*/ 1097838 h 1097837"/>
                <a:gd name="connsiteX8" fmla="*/ 23256 w 624809"/>
                <a:gd name="connsiteY8" fmla="*/ 1097838 h 1097837"/>
                <a:gd name="connsiteX9" fmla="*/ 0 w 624809"/>
                <a:gd name="connsiteY9" fmla="*/ 1075236 h 1097837"/>
                <a:gd name="connsiteX10" fmla="*/ 0 w 624809"/>
                <a:gd name="connsiteY10" fmla="*/ 22602 h 1097837"/>
                <a:gd name="connsiteX11" fmla="*/ 23256 w 624809"/>
                <a:gd name="connsiteY11" fmla="*/ 0 h 1097837"/>
                <a:gd name="connsiteX12" fmla="*/ 83102 w 624809"/>
                <a:gd name="connsiteY12" fmla="*/ 0 h 1097837"/>
                <a:gd name="connsiteX13" fmla="*/ 104807 w 624809"/>
                <a:gd name="connsiteY13" fmla="*/ 12958 h 1097837"/>
                <a:gd name="connsiteX14" fmla="*/ 480312 w 624809"/>
                <a:gd name="connsiteY14" fmla="*/ 766950 h 1097837"/>
                <a:gd name="connsiteX15" fmla="*/ 521863 w 624809"/>
                <a:gd name="connsiteY15" fmla="*/ 865492 h 1097837"/>
                <a:gd name="connsiteX16" fmla="*/ 521863 w 624809"/>
                <a:gd name="connsiteY16" fmla="*/ 22602 h 1097837"/>
                <a:gd name="connsiteX17" fmla="*/ 546669 w 624809"/>
                <a:gd name="connsiteY17" fmla="*/ 0 h 1097837"/>
                <a:gd name="connsiteX18" fmla="*/ 603103 w 624809"/>
                <a:gd name="connsiteY18" fmla="*/ 0 h 1097837"/>
                <a:gd name="connsiteX19" fmla="*/ 624809 w 624809"/>
                <a:gd name="connsiteY19" fmla="*/ 22602 h 1097837"/>
                <a:gd name="connsiteX20" fmla="*/ 624809 w 624809"/>
                <a:gd name="connsiteY20" fmla="*/ 1075236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4809" h="1097837">
                  <a:moveTo>
                    <a:pt x="624809" y="1075236"/>
                  </a:moveTo>
                  <a:cubicBezTo>
                    <a:pt x="624809" y="1090003"/>
                    <a:pt x="619848" y="1097838"/>
                    <a:pt x="603103" y="1097838"/>
                  </a:cubicBezTo>
                  <a:lnTo>
                    <a:pt x="543258" y="1097838"/>
                  </a:lnTo>
                  <a:cubicBezTo>
                    <a:pt x="529924" y="1097838"/>
                    <a:pt x="523413" y="1094524"/>
                    <a:pt x="518451" y="1084880"/>
                  </a:cubicBezTo>
                  <a:lnTo>
                    <a:pt x="149458" y="337217"/>
                  </a:lnTo>
                  <a:cubicBezTo>
                    <a:pt x="132714" y="304972"/>
                    <a:pt x="112869" y="261276"/>
                    <a:pt x="102946" y="229030"/>
                  </a:cubicBezTo>
                  <a:lnTo>
                    <a:pt x="102946" y="1075236"/>
                  </a:lnTo>
                  <a:cubicBezTo>
                    <a:pt x="102946" y="1090003"/>
                    <a:pt x="96435" y="1097838"/>
                    <a:pt x="79690" y="1097838"/>
                  </a:cubicBezTo>
                  <a:lnTo>
                    <a:pt x="23256" y="1097838"/>
                  </a:lnTo>
                  <a:cubicBezTo>
                    <a:pt x="6512" y="1097838"/>
                    <a:pt x="0" y="1089701"/>
                    <a:pt x="0" y="1075236"/>
                  </a:cubicBezTo>
                  <a:lnTo>
                    <a:pt x="0" y="22602"/>
                  </a:lnTo>
                  <a:cubicBezTo>
                    <a:pt x="0" y="8136"/>
                    <a:pt x="6512" y="0"/>
                    <a:pt x="23256" y="0"/>
                  </a:cubicBezTo>
                  <a:lnTo>
                    <a:pt x="83102" y="0"/>
                  </a:lnTo>
                  <a:cubicBezTo>
                    <a:pt x="94575" y="0"/>
                    <a:pt x="99845" y="3014"/>
                    <a:pt x="104807" y="12958"/>
                  </a:cubicBezTo>
                  <a:lnTo>
                    <a:pt x="480312" y="766950"/>
                  </a:lnTo>
                  <a:cubicBezTo>
                    <a:pt x="497056" y="799195"/>
                    <a:pt x="515041" y="844399"/>
                    <a:pt x="521863" y="865492"/>
                  </a:cubicBezTo>
                  <a:lnTo>
                    <a:pt x="521863" y="22602"/>
                  </a:lnTo>
                  <a:cubicBezTo>
                    <a:pt x="521863" y="8136"/>
                    <a:pt x="530235" y="0"/>
                    <a:pt x="546669" y="0"/>
                  </a:cubicBezTo>
                  <a:lnTo>
                    <a:pt x="603103" y="0"/>
                  </a:lnTo>
                  <a:cubicBezTo>
                    <a:pt x="619848" y="0"/>
                    <a:pt x="624809" y="8136"/>
                    <a:pt x="624809" y="22602"/>
                  </a:cubicBezTo>
                  <a:lnTo>
                    <a:pt x="624809" y="107523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59" name="手繪多邊形: 圖案 258">
              <a:extLst>
                <a:ext uri="{FF2B5EF4-FFF2-40B4-BE49-F238E27FC236}">
                  <a16:creationId xmlns:a16="http://schemas.microsoft.com/office/drawing/2014/main" id="{9FAF5583-97BE-5A12-8FE9-3B3B2B327660}"/>
                </a:ext>
              </a:extLst>
            </p:cNvPr>
            <p:cNvSpPr/>
            <p:nvPr/>
          </p:nvSpPr>
          <p:spPr>
            <a:xfrm>
              <a:off x="-6504463" y="24839633"/>
              <a:ext cx="111318" cy="1097837"/>
            </a:xfrm>
            <a:custGeom>
              <a:avLst/>
              <a:gdLst>
                <a:gd name="connsiteX0" fmla="*/ 111318 w 111318"/>
                <a:gd name="connsiteY0" fmla="*/ 1073730 h 1097837"/>
                <a:gd name="connsiteX1" fmla="*/ 88062 w 111318"/>
                <a:gd name="connsiteY1" fmla="*/ 1097838 h 1097837"/>
                <a:gd name="connsiteX2" fmla="*/ 23256 w 111318"/>
                <a:gd name="connsiteY2" fmla="*/ 1097838 h 1097837"/>
                <a:gd name="connsiteX3" fmla="*/ 0 w 111318"/>
                <a:gd name="connsiteY3" fmla="*/ 1073730 h 1097837"/>
                <a:gd name="connsiteX4" fmla="*/ 0 w 111318"/>
                <a:gd name="connsiteY4" fmla="*/ 24108 h 1097837"/>
                <a:gd name="connsiteX5" fmla="*/ 23256 w 111318"/>
                <a:gd name="connsiteY5" fmla="*/ 0 h 1097837"/>
                <a:gd name="connsiteX6" fmla="*/ 88062 w 111318"/>
                <a:gd name="connsiteY6" fmla="*/ 0 h 1097837"/>
                <a:gd name="connsiteX7" fmla="*/ 111318 w 111318"/>
                <a:gd name="connsiteY7" fmla="*/ 24108 h 1097837"/>
                <a:gd name="connsiteX8" fmla="*/ 111318 w 111318"/>
                <a:gd name="connsiteY8" fmla="*/ 1073730 h 1097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1318" h="1097837">
                  <a:moveTo>
                    <a:pt x="111318" y="1073730"/>
                  </a:moveTo>
                  <a:cubicBezTo>
                    <a:pt x="111318" y="1090003"/>
                    <a:pt x="104806" y="1097838"/>
                    <a:pt x="88062" y="1097838"/>
                  </a:cubicBezTo>
                  <a:lnTo>
                    <a:pt x="23256" y="1097838"/>
                  </a:lnTo>
                  <a:cubicBezTo>
                    <a:pt x="6511" y="1097838"/>
                    <a:pt x="0" y="1089701"/>
                    <a:pt x="0" y="1073730"/>
                  </a:cubicBezTo>
                  <a:lnTo>
                    <a:pt x="0" y="24108"/>
                  </a:lnTo>
                  <a:cubicBezTo>
                    <a:pt x="0" y="7836"/>
                    <a:pt x="6511" y="0"/>
                    <a:pt x="23256" y="0"/>
                  </a:cubicBezTo>
                  <a:lnTo>
                    <a:pt x="88062" y="0"/>
                  </a:lnTo>
                  <a:cubicBezTo>
                    <a:pt x="104806" y="0"/>
                    <a:pt x="111318" y="8136"/>
                    <a:pt x="111318" y="24108"/>
                  </a:cubicBezTo>
                  <a:lnTo>
                    <a:pt x="111318" y="107373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0" name="手繪多邊形: 圖案 259">
              <a:extLst>
                <a:ext uri="{FF2B5EF4-FFF2-40B4-BE49-F238E27FC236}">
                  <a16:creationId xmlns:a16="http://schemas.microsoft.com/office/drawing/2014/main" id="{2EE28E56-9F64-C406-E7F4-F25036E00D84}"/>
                </a:ext>
              </a:extLst>
            </p:cNvPr>
            <p:cNvSpPr/>
            <p:nvPr/>
          </p:nvSpPr>
          <p:spPr>
            <a:xfrm>
              <a:off x="-5602135" y="24826373"/>
              <a:ext cx="608064" cy="1124055"/>
            </a:xfrm>
            <a:custGeom>
              <a:avLst/>
              <a:gdLst>
                <a:gd name="connsiteX0" fmla="*/ 608064 w 608064"/>
                <a:gd name="connsiteY0" fmla="*/ 899546 h 1124055"/>
                <a:gd name="connsiteX1" fmla="*/ 304187 w 608064"/>
                <a:gd name="connsiteY1" fmla="*/ 1124056 h 1124055"/>
                <a:gd name="connsiteX2" fmla="*/ 0 w 608064"/>
                <a:gd name="connsiteY2" fmla="*/ 899546 h 1124055"/>
                <a:gd name="connsiteX3" fmla="*/ 0 w 608064"/>
                <a:gd name="connsiteY3" fmla="*/ 224510 h 1124055"/>
                <a:gd name="connsiteX4" fmla="*/ 304187 w 608064"/>
                <a:gd name="connsiteY4" fmla="*/ 0 h 1124055"/>
                <a:gd name="connsiteX5" fmla="*/ 608064 w 608064"/>
                <a:gd name="connsiteY5" fmla="*/ 224510 h 1124055"/>
                <a:gd name="connsiteX6" fmla="*/ 608064 w 608064"/>
                <a:gd name="connsiteY6" fmla="*/ 316423 h 1124055"/>
                <a:gd name="connsiteX7" fmla="*/ 584808 w 608064"/>
                <a:gd name="connsiteY7" fmla="*/ 340531 h 1124055"/>
                <a:gd name="connsiteX8" fmla="*/ 523413 w 608064"/>
                <a:gd name="connsiteY8" fmla="*/ 340531 h 1124055"/>
                <a:gd name="connsiteX9" fmla="*/ 498606 w 608064"/>
                <a:gd name="connsiteY9" fmla="*/ 316423 h 1124055"/>
                <a:gd name="connsiteX10" fmla="*/ 498606 w 608064"/>
                <a:gd name="connsiteY10" fmla="*/ 232345 h 1124055"/>
                <a:gd name="connsiteX11" fmla="*/ 304187 w 608064"/>
                <a:gd name="connsiteY11" fmla="*/ 91913 h 1124055"/>
                <a:gd name="connsiteX12" fmla="*/ 111318 w 608064"/>
                <a:gd name="connsiteY12" fmla="*/ 232345 h 1124055"/>
                <a:gd name="connsiteX13" fmla="*/ 111318 w 608064"/>
                <a:gd name="connsiteY13" fmla="*/ 891109 h 1124055"/>
                <a:gd name="connsiteX14" fmla="*/ 304187 w 608064"/>
                <a:gd name="connsiteY14" fmla="*/ 1031539 h 1124055"/>
                <a:gd name="connsiteX15" fmla="*/ 498606 w 608064"/>
                <a:gd name="connsiteY15" fmla="*/ 891109 h 1124055"/>
                <a:gd name="connsiteX16" fmla="*/ 498606 w 608064"/>
                <a:gd name="connsiteY16" fmla="*/ 786237 h 1124055"/>
                <a:gd name="connsiteX17" fmla="*/ 523413 w 608064"/>
                <a:gd name="connsiteY17" fmla="*/ 763636 h 1124055"/>
                <a:gd name="connsiteX18" fmla="*/ 584808 w 608064"/>
                <a:gd name="connsiteY18" fmla="*/ 763636 h 1124055"/>
                <a:gd name="connsiteX19" fmla="*/ 608064 w 608064"/>
                <a:gd name="connsiteY19" fmla="*/ 786237 h 1124055"/>
                <a:gd name="connsiteX20" fmla="*/ 608064 w 608064"/>
                <a:gd name="connsiteY20" fmla="*/ 899246 h 112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8064" h="1124055">
                  <a:moveTo>
                    <a:pt x="608064" y="899546"/>
                  </a:moveTo>
                  <a:cubicBezTo>
                    <a:pt x="608064" y="1022197"/>
                    <a:pt x="541707" y="1124056"/>
                    <a:pt x="304187" y="1124056"/>
                  </a:cubicBezTo>
                  <a:cubicBezTo>
                    <a:pt x="66667" y="1124056"/>
                    <a:pt x="0" y="1022197"/>
                    <a:pt x="0" y="899546"/>
                  </a:cubicBezTo>
                  <a:lnTo>
                    <a:pt x="0" y="224510"/>
                  </a:lnTo>
                  <a:cubicBezTo>
                    <a:pt x="0" y="101858"/>
                    <a:pt x="66357" y="0"/>
                    <a:pt x="304187" y="0"/>
                  </a:cubicBezTo>
                  <a:cubicBezTo>
                    <a:pt x="542017" y="0"/>
                    <a:pt x="608064" y="101858"/>
                    <a:pt x="608064" y="224510"/>
                  </a:cubicBezTo>
                  <a:lnTo>
                    <a:pt x="608064" y="316423"/>
                  </a:lnTo>
                  <a:cubicBezTo>
                    <a:pt x="608064" y="332697"/>
                    <a:pt x="601553" y="340531"/>
                    <a:pt x="584808" y="340531"/>
                  </a:cubicBezTo>
                  <a:lnTo>
                    <a:pt x="523413" y="340531"/>
                  </a:lnTo>
                  <a:cubicBezTo>
                    <a:pt x="505118" y="340531"/>
                    <a:pt x="498606" y="332395"/>
                    <a:pt x="498606" y="316423"/>
                  </a:cubicBezTo>
                  <a:lnTo>
                    <a:pt x="498606" y="232345"/>
                  </a:lnTo>
                  <a:cubicBezTo>
                    <a:pt x="498606" y="148267"/>
                    <a:pt x="453645" y="91913"/>
                    <a:pt x="304187" y="91913"/>
                  </a:cubicBezTo>
                  <a:cubicBezTo>
                    <a:pt x="154729" y="91913"/>
                    <a:pt x="111318" y="148267"/>
                    <a:pt x="111318" y="232345"/>
                  </a:cubicBezTo>
                  <a:lnTo>
                    <a:pt x="111318" y="891109"/>
                  </a:lnTo>
                  <a:cubicBezTo>
                    <a:pt x="111318" y="975186"/>
                    <a:pt x="156280" y="1031539"/>
                    <a:pt x="304187" y="1031539"/>
                  </a:cubicBezTo>
                  <a:cubicBezTo>
                    <a:pt x="452095" y="1031539"/>
                    <a:pt x="498606" y="975186"/>
                    <a:pt x="498606" y="891109"/>
                  </a:cubicBezTo>
                  <a:lnTo>
                    <a:pt x="498606" y="786237"/>
                  </a:lnTo>
                  <a:cubicBezTo>
                    <a:pt x="498606" y="769963"/>
                    <a:pt x="505428" y="763636"/>
                    <a:pt x="523413" y="763636"/>
                  </a:cubicBezTo>
                  <a:lnTo>
                    <a:pt x="584808" y="763636"/>
                  </a:lnTo>
                  <a:cubicBezTo>
                    <a:pt x="601553" y="763636"/>
                    <a:pt x="608064" y="769963"/>
                    <a:pt x="608064" y="786237"/>
                  </a:cubicBezTo>
                  <a:lnTo>
                    <a:pt x="608064" y="899246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</p:grpSp>
      <p:grpSp>
        <p:nvGrpSpPr>
          <p:cNvPr id="261" name="圖形 17">
            <a:extLst>
              <a:ext uri="{FF2B5EF4-FFF2-40B4-BE49-F238E27FC236}">
                <a16:creationId xmlns:a16="http://schemas.microsoft.com/office/drawing/2014/main" id="{3CCD8EEC-4AAF-7074-BFB4-C3B42BCC2463}"/>
              </a:ext>
            </a:extLst>
          </p:cNvPr>
          <p:cNvGrpSpPr/>
          <p:nvPr/>
        </p:nvGrpSpPr>
        <p:grpSpPr>
          <a:xfrm>
            <a:off x="-31168397" y="33811655"/>
            <a:ext cx="156776787" cy="19601434"/>
            <a:chOff x="-31362534" y="19442656"/>
            <a:chExt cx="157753293" cy="19723524"/>
          </a:xfrm>
          <a:solidFill>
            <a:srgbClr val="231815"/>
          </a:solidFill>
        </p:grpSpPr>
        <p:sp>
          <p:nvSpPr>
            <p:cNvPr id="262" name="手繪多邊形: 圖案 261">
              <a:extLst>
                <a:ext uri="{FF2B5EF4-FFF2-40B4-BE49-F238E27FC236}">
                  <a16:creationId xmlns:a16="http://schemas.microsoft.com/office/drawing/2014/main" id="{147E0DB6-42F3-6EDC-0074-44CC5ED458B1}"/>
                </a:ext>
              </a:extLst>
            </p:cNvPr>
            <p:cNvSpPr/>
            <p:nvPr/>
          </p:nvSpPr>
          <p:spPr>
            <a:xfrm>
              <a:off x="-31362534" y="19455313"/>
              <a:ext cx="590078" cy="1086989"/>
            </a:xfrm>
            <a:custGeom>
              <a:avLst/>
              <a:gdLst>
                <a:gd name="connsiteX0" fmla="*/ 552248 w 590078"/>
                <a:gd name="connsiteY0" fmla="*/ 0 h 1086989"/>
                <a:gd name="connsiteX1" fmla="*/ 590079 w 590078"/>
                <a:gd name="connsiteY1" fmla="*/ 36765 h 1086989"/>
                <a:gd name="connsiteX2" fmla="*/ 590079 w 590078"/>
                <a:gd name="connsiteY2" fmla="*/ 131090 h 1086989"/>
                <a:gd name="connsiteX3" fmla="*/ 552248 w 590078"/>
                <a:gd name="connsiteY3" fmla="*/ 167855 h 1086989"/>
                <a:gd name="connsiteX4" fmla="*/ 300154 w 590078"/>
                <a:gd name="connsiteY4" fmla="*/ 167855 h 1086989"/>
                <a:gd name="connsiteX5" fmla="*/ 206820 w 590078"/>
                <a:gd name="connsiteY5" fmla="*/ 258564 h 1086989"/>
                <a:gd name="connsiteX6" fmla="*/ 206820 w 590078"/>
                <a:gd name="connsiteY6" fmla="*/ 442993 h 1086989"/>
                <a:gd name="connsiteX7" fmla="*/ 529303 w 590078"/>
                <a:gd name="connsiteY7" fmla="*/ 442993 h 1086989"/>
                <a:gd name="connsiteX8" fmla="*/ 567133 w 590078"/>
                <a:gd name="connsiteY8" fmla="*/ 479758 h 1086989"/>
                <a:gd name="connsiteX9" fmla="*/ 567133 w 590078"/>
                <a:gd name="connsiteY9" fmla="*/ 574083 h 1086989"/>
                <a:gd name="connsiteX10" fmla="*/ 527753 w 590078"/>
                <a:gd name="connsiteY10" fmla="*/ 612355 h 1086989"/>
                <a:gd name="connsiteX11" fmla="*/ 207130 w 590078"/>
                <a:gd name="connsiteY11" fmla="*/ 612355 h 1086989"/>
                <a:gd name="connsiteX12" fmla="*/ 207130 w 590078"/>
                <a:gd name="connsiteY12" fmla="*/ 1048718 h 1086989"/>
                <a:gd name="connsiteX13" fmla="*/ 167750 w 590078"/>
                <a:gd name="connsiteY13" fmla="*/ 1086990 h 1086989"/>
                <a:gd name="connsiteX14" fmla="*/ 37829 w 590078"/>
                <a:gd name="connsiteY14" fmla="*/ 1086990 h 1086989"/>
                <a:gd name="connsiteX15" fmla="*/ 0 w 590078"/>
                <a:gd name="connsiteY15" fmla="*/ 1048718 h 1086989"/>
                <a:gd name="connsiteX16" fmla="*/ 0 w 590078"/>
                <a:gd name="connsiteY16" fmla="*/ 253742 h 1086989"/>
                <a:gd name="connsiteX17" fmla="*/ 261084 w 590078"/>
                <a:gd name="connsiteY17" fmla="*/ 0 h 1086989"/>
                <a:gd name="connsiteX18" fmla="*/ 552869 w 590078"/>
                <a:gd name="connsiteY18" fmla="*/ 0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078" h="1086989">
                  <a:moveTo>
                    <a:pt x="552248" y="0"/>
                  </a:moveTo>
                  <a:cubicBezTo>
                    <a:pt x="573025" y="0"/>
                    <a:pt x="590079" y="16575"/>
                    <a:pt x="590079" y="36765"/>
                  </a:cubicBezTo>
                  <a:lnTo>
                    <a:pt x="590079" y="131090"/>
                  </a:lnTo>
                  <a:cubicBezTo>
                    <a:pt x="590079" y="151281"/>
                    <a:pt x="573025" y="167855"/>
                    <a:pt x="552248" y="167855"/>
                  </a:cubicBezTo>
                  <a:lnTo>
                    <a:pt x="300154" y="167855"/>
                  </a:lnTo>
                  <a:cubicBezTo>
                    <a:pt x="248684" y="167855"/>
                    <a:pt x="206820" y="208538"/>
                    <a:pt x="206820" y="258564"/>
                  </a:cubicBezTo>
                  <a:lnTo>
                    <a:pt x="206820" y="442993"/>
                  </a:lnTo>
                  <a:lnTo>
                    <a:pt x="529303" y="442993"/>
                  </a:lnTo>
                  <a:cubicBezTo>
                    <a:pt x="555660" y="442993"/>
                    <a:pt x="567133" y="452637"/>
                    <a:pt x="567133" y="479758"/>
                  </a:cubicBezTo>
                  <a:lnTo>
                    <a:pt x="567133" y="574083"/>
                  </a:lnTo>
                  <a:cubicBezTo>
                    <a:pt x="567133" y="595177"/>
                    <a:pt x="549458" y="612355"/>
                    <a:pt x="527753" y="612355"/>
                  </a:cubicBezTo>
                  <a:lnTo>
                    <a:pt x="207130" y="612355"/>
                  </a:lnTo>
                  <a:lnTo>
                    <a:pt x="207130" y="1048718"/>
                  </a:lnTo>
                  <a:cubicBezTo>
                    <a:pt x="207130" y="1069812"/>
                    <a:pt x="189458" y="1086990"/>
                    <a:pt x="167750" y="1086990"/>
                  </a:cubicBezTo>
                  <a:lnTo>
                    <a:pt x="37829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253742"/>
                  </a:lnTo>
                  <a:cubicBezTo>
                    <a:pt x="0" y="113612"/>
                    <a:pt x="116900" y="0"/>
                    <a:pt x="261084" y="0"/>
                  </a:cubicBezTo>
                  <a:lnTo>
                    <a:pt x="552869" y="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3" name="手繪多邊形: 圖案 262">
              <a:extLst>
                <a:ext uri="{FF2B5EF4-FFF2-40B4-BE49-F238E27FC236}">
                  <a16:creationId xmlns:a16="http://schemas.microsoft.com/office/drawing/2014/main" id="{864C58F6-BD16-5E48-FA19-98EE0D2BB5D1}"/>
                </a:ext>
              </a:extLst>
            </p:cNvPr>
            <p:cNvSpPr/>
            <p:nvPr/>
          </p:nvSpPr>
          <p:spPr>
            <a:xfrm>
              <a:off x="-30215014" y="19455313"/>
              <a:ext cx="764085" cy="1086989"/>
            </a:xfrm>
            <a:custGeom>
              <a:avLst/>
              <a:gdLst>
                <a:gd name="connsiteX0" fmla="*/ 450935 w 764085"/>
                <a:gd name="connsiteY0" fmla="*/ 0 h 1086989"/>
                <a:gd name="connsiteX1" fmla="*/ 498686 w 764085"/>
                <a:gd name="connsiteY1" fmla="*/ 38273 h 1086989"/>
                <a:gd name="connsiteX2" fmla="*/ 761943 w 764085"/>
                <a:gd name="connsiteY2" fmla="*/ 1048718 h 1086989"/>
                <a:gd name="connsiteX3" fmla="*/ 734035 w 764085"/>
                <a:gd name="connsiteY3" fmla="*/ 1086990 h 1086989"/>
                <a:gd name="connsiteX4" fmla="*/ 600701 w 764085"/>
                <a:gd name="connsiteY4" fmla="*/ 1086990 h 1086989"/>
                <a:gd name="connsiteX5" fmla="*/ 554500 w 764085"/>
                <a:gd name="connsiteY5" fmla="*/ 1048718 h 1086989"/>
                <a:gd name="connsiteX6" fmla="*/ 503646 w 764085"/>
                <a:gd name="connsiteY6" fmla="*/ 840783 h 1086989"/>
                <a:gd name="connsiteX7" fmla="*/ 250313 w 764085"/>
                <a:gd name="connsiteY7" fmla="*/ 840783 h 1086989"/>
                <a:gd name="connsiteX8" fmla="*/ 199459 w 764085"/>
                <a:gd name="connsiteY8" fmla="*/ 1048718 h 1086989"/>
                <a:gd name="connsiteX9" fmla="*/ 155118 w 764085"/>
                <a:gd name="connsiteY9" fmla="*/ 1086990 h 1086989"/>
                <a:gd name="connsiteX10" fmla="*/ 31708 w 764085"/>
                <a:gd name="connsiteY10" fmla="*/ 1086990 h 1086989"/>
                <a:gd name="connsiteX11" fmla="*/ 2250 w 764085"/>
                <a:gd name="connsiteY11" fmla="*/ 1048718 h 1086989"/>
                <a:gd name="connsiteX12" fmla="*/ 267056 w 764085"/>
                <a:gd name="connsiteY12" fmla="*/ 38273 h 1086989"/>
                <a:gd name="connsiteX13" fmla="*/ 314810 w 764085"/>
                <a:gd name="connsiteY13" fmla="*/ 0 h 1086989"/>
                <a:gd name="connsiteX14" fmla="*/ 451243 w 764085"/>
                <a:gd name="connsiteY14" fmla="*/ 0 h 1086989"/>
                <a:gd name="connsiteX15" fmla="*/ 418066 w 764085"/>
                <a:gd name="connsiteY15" fmla="*/ 487594 h 1086989"/>
                <a:gd name="connsiteX16" fmla="*/ 378686 w 764085"/>
                <a:gd name="connsiteY16" fmla="*/ 235058 h 1086989"/>
                <a:gd name="connsiteX17" fmla="*/ 337445 w 764085"/>
                <a:gd name="connsiteY17" fmla="*/ 487594 h 1086989"/>
                <a:gd name="connsiteX18" fmla="*/ 288143 w 764085"/>
                <a:gd name="connsiteY18" fmla="*/ 681064 h 1086989"/>
                <a:gd name="connsiteX19" fmla="*/ 465818 w 764085"/>
                <a:gd name="connsiteY19" fmla="*/ 681064 h 1086989"/>
                <a:gd name="connsiteX20" fmla="*/ 418066 w 764085"/>
                <a:gd name="connsiteY20" fmla="*/ 487594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4085" h="1086989">
                  <a:moveTo>
                    <a:pt x="450935" y="0"/>
                  </a:moveTo>
                  <a:cubicBezTo>
                    <a:pt x="477291" y="0"/>
                    <a:pt x="492174" y="12657"/>
                    <a:pt x="498686" y="38273"/>
                  </a:cubicBezTo>
                  <a:lnTo>
                    <a:pt x="761943" y="1048718"/>
                  </a:lnTo>
                  <a:cubicBezTo>
                    <a:pt x="768455" y="1074333"/>
                    <a:pt x="760392" y="1086990"/>
                    <a:pt x="734035" y="1086990"/>
                  </a:cubicBezTo>
                  <a:lnTo>
                    <a:pt x="600701" y="1086990"/>
                  </a:lnTo>
                  <a:cubicBezTo>
                    <a:pt x="572795" y="1086990"/>
                    <a:pt x="561323" y="1072525"/>
                    <a:pt x="554500" y="1048718"/>
                  </a:cubicBezTo>
                  <a:lnTo>
                    <a:pt x="503646" y="840783"/>
                  </a:lnTo>
                  <a:lnTo>
                    <a:pt x="250313" y="840783"/>
                  </a:lnTo>
                  <a:lnTo>
                    <a:pt x="199459" y="1048718"/>
                  </a:lnTo>
                  <a:cubicBezTo>
                    <a:pt x="192949" y="1072826"/>
                    <a:pt x="181476" y="1086990"/>
                    <a:pt x="155118" y="1086990"/>
                  </a:cubicBezTo>
                  <a:lnTo>
                    <a:pt x="31708" y="1086990"/>
                  </a:lnTo>
                  <a:cubicBezTo>
                    <a:pt x="3800" y="1086990"/>
                    <a:pt x="-4571" y="1074333"/>
                    <a:pt x="2250" y="1048718"/>
                  </a:cubicBezTo>
                  <a:lnTo>
                    <a:pt x="267056" y="38273"/>
                  </a:lnTo>
                  <a:cubicBezTo>
                    <a:pt x="273569" y="12657"/>
                    <a:pt x="288452" y="0"/>
                    <a:pt x="314810" y="0"/>
                  </a:cubicBezTo>
                  <a:lnTo>
                    <a:pt x="451243" y="0"/>
                  </a:lnTo>
                  <a:close/>
                  <a:moveTo>
                    <a:pt x="418066" y="487594"/>
                  </a:moveTo>
                  <a:cubicBezTo>
                    <a:pt x="401631" y="423707"/>
                    <a:pt x="381786" y="267001"/>
                    <a:pt x="378686" y="235058"/>
                  </a:cubicBezTo>
                  <a:cubicBezTo>
                    <a:pt x="373723" y="273330"/>
                    <a:pt x="353880" y="425213"/>
                    <a:pt x="337445" y="487594"/>
                  </a:cubicBezTo>
                  <a:lnTo>
                    <a:pt x="288143" y="681064"/>
                  </a:lnTo>
                  <a:lnTo>
                    <a:pt x="465818" y="681064"/>
                  </a:lnTo>
                  <a:lnTo>
                    <a:pt x="418066" y="487594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4" name="手繪多邊形: 圖案 263">
              <a:extLst>
                <a:ext uri="{FF2B5EF4-FFF2-40B4-BE49-F238E27FC236}">
                  <a16:creationId xmlns:a16="http://schemas.microsoft.com/office/drawing/2014/main" id="{7F1AC16F-37B9-BBD4-A8C5-502BDFF0DDC4}"/>
                </a:ext>
              </a:extLst>
            </p:cNvPr>
            <p:cNvSpPr/>
            <p:nvPr/>
          </p:nvSpPr>
          <p:spPr>
            <a:xfrm>
              <a:off x="-28788573" y="19455313"/>
              <a:ext cx="699226" cy="1086989"/>
            </a:xfrm>
            <a:custGeom>
              <a:avLst/>
              <a:gdLst>
                <a:gd name="connsiteX0" fmla="*/ 699227 w 699226"/>
                <a:gd name="connsiteY0" fmla="*/ 1048718 h 1086989"/>
                <a:gd name="connsiteX1" fmla="*/ 662948 w 699226"/>
                <a:gd name="connsiteY1" fmla="*/ 1086990 h 1086989"/>
                <a:gd name="connsiteX2" fmla="*/ 541088 w 699226"/>
                <a:gd name="connsiteY2" fmla="*/ 1086990 h 1086989"/>
                <a:gd name="connsiteX3" fmla="*/ 503259 w 699226"/>
                <a:gd name="connsiteY3" fmla="*/ 1064690 h 1086989"/>
                <a:gd name="connsiteX4" fmla="*/ 243413 w 699226"/>
                <a:gd name="connsiteY4" fmla="*/ 540331 h 1086989"/>
                <a:gd name="connsiteX5" fmla="*/ 190699 w 699226"/>
                <a:gd name="connsiteY5" fmla="*/ 418885 h 1086989"/>
                <a:gd name="connsiteX6" fmla="*/ 190699 w 699226"/>
                <a:gd name="connsiteY6" fmla="*/ 1048718 h 1086989"/>
                <a:gd name="connsiteX7" fmla="*/ 154420 w 699226"/>
                <a:gd name="connsiteY7" fmla="*/ 1086990 h 1086989"/>
                <a:gd name="connsiteX8" fmla="*/ 39381 w 699226"/>
                <a:gd name="connsiteY8" fmla="*/ 1086990 h 1086989"/>
                <a:gd name="connsiteX9" fmla="*/ 0 w 699226"/>
                <a:gd name="connsiteY9" fmla="*/ 1048718 h 1086989"/>
                <a:gd name="connsiteX10" fmla="*/ 0 w 699226"/>
                <a:gd name="connsiteY10" fmla="*/ 38273 h 1086989"/>
                <a:gd name="connsiteX11" fmla="*/ 39381 w 699226"/>
                <a:gd name="connsiteY11" fmla="*/ 0 h 1086989"/>
                <a:gd name="connsiteX12" fmla="*/ 162791 w 699226"/>
                <a:gd name="connsiteY12" fmla="*/ 0 h 1086989"/>
                <a:gd name="connsiteX13" fmla="*/ 197210 w 699226"/>
                <a:gd name="connsiteY13" fmla="*/ 20794 h 1086989"/>
                <a:gd name="connsiteX14" fmla="*/ 465428 w 699226"/>
                <a:gd name="connsiteY14" fmla="*/ 556303 h 1086989"/>
                <a:gd name="connsiteX15" fmla="*/ 509769 w 699226"/>
                <a:gd name="connsiteY15" fmla="*/ 665092 h 1086989"/>
                <a:gd name="connsiteX16" fmla="*/ 509769 w 699226"/>
                <a:gd name="connsiteY16" fmla="*/ 38273 h 1086989"/>
                <a:gd name="connsiteX17" fmla="*/ 547600 w 699226"/>
                <a:gd name="connsiteY17" fmla="*/ 0 h 1086989"/>
                <a:gd name="connsiteX18" fmla="*/ 662638 w 699226"/>
                <a:gd name="connsiteY18" fmla="*/ 0 h 1086989"/>
                <a:gd name="connsiteX19" fmla="*/ 698918 w 699226"/>
                <a:gd name="connsiteY19" fmla="*/ 38273 h 1086989"/>
                <a:gd name="connsiteX20" fmla="*/ 698918 w 699226"/>
                <a:gd name="connsiteY20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226" h="1086989">
                  <a:moveTo>
                    <a:pt x="699227" y="1048718"/>
                  </a:moveTo>
                  <a:cubicBezTo>
                    <a:pt x="699227" y="1075840"/>
                    <a:pt x="690856" y="1086990"/>
                    <a:pt x="662948" y="1086990"/>
                  </a:cubicBezTo>
                  <a:lnTo>
                    <a:pt x="541088" y="1086990"/>
                  </a:lnTo>
                  <a:cubicBezTo>
                    <a:pt x="519692" y="1086990"/>
                    <a:pt x="511630" y="1080661"/>
                    <a:pt x="503259" y="1064690"/>
                  </a:cubicBezTo>
                  <a:lnTo>
                    <a:pt x="243413" y="540331"/>
                  </a:lnTo>
                  <a:cubicBezTo>
                    <a:pt x="223567" y="502058"/>
                    <a:pt x="204032" y="458663"/>
                    <a:pt x="190699" y="418885"/>
                  </a:cubicBezTo>
                  <a:lnTo>
                    <a:pt x="190699" y="1048718"/>
                  </a:lnTo>
                  <a:cubicBezTo>
                    <a:pt x="190699" y="1075840"/>
                    <a:pt x="180776" y="1086990"/>
                    <a:pt x="154420" y="1086990"/>
                  </a:cubicBezTo>
                  <a:lnTo>
                    <a:pt x="39381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9381" y="0"/>
                  </a:cubicBezTo>
                  <a:lnTo>
                    <a:pt x="162791" y="0"/>
                  </a:lnTo>
                  <a:cubicBezTo>
                    <a:pt x="180776" y="0"/>
                    <a:pt x="189149" y="6329"/>
                    <a:pt x="197210" y="20794"/>
                  </a:cubicBezTo>
                  <a:lnTo>
                    <a:pt x="465428" y="556303"/>
                  </a:lnTo>
                  <a:cubicBezTo>
                    <a:pt x="481863" y="588247"/>
                    <a:pt x="498297" y="631340"/>
                    <a:pt x="509769" y="665092"/>
                  </a:cubicBezTo>
                  <a:lnTo>
                    <a:pt x="509769" y="38273"/>
                  </a:lnTo>
                  <a:cubicBezTo>
                    <a:pt x="509769" y="11151"/>
                    <a:pt x="521242" y="0"/>
                    <a:pt x="547600" y="0"/>
                  </a:cubicBezTo>
                  <a:lnTo>
                    <a:pt x="662638" y="0"/>
                  </a:lnTo>
                  <a:cubicBezTo>
                    <a:pt x="690546" y="0"/>
                    <a:pt x="698918" y="11151"/>
                    <a:pt x="698918" y="38273"/>
                  </a:cubicBezTo>
                  <a:lnTo>
                    <a:pt x="698918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5" name="手繪多邊形: 圖案 264">
              <a:extLst>
                <a:ext uri="{FF2B5EF4-FFF2-40B4-BE49-F238E27FC236}">
                  <a16:creationId xmlns:a16="http://schemas.microsoft.com/office/drawing/2014/main" id="{358172E7-45A2-FDE5-09DB-B2274FA0B1FD}"/>
                </a:ext>
              </a:extLst>
            </p:cNvPr>
            <p:cNvSpPr/>
            <p:nvPr/>
          </p:nvSpPr>
          <p:spPr>
            <a:xfrm>
              <a:off x="-27360970" y="19442656"/>
              <a:ext cx="674729" cy="1112604"/>
            </a:xfrm>
            <a:custGeom>
              <a:avLst/>
              <a:gdLst>
                <a:gd name="connsiteX0" fmla="*/ 635351 w 674729"/>
                <a:gd name="connsiteY0" fmla="*/ 535508 h 1112604"/>
                <a:gd name="connsiteX1" fmla="*/ 674729 w 674729"/>
                <a:gd name="connsiteY1" fmla="*/ 572274 h 1112604"/>
                <a:gd name="connsiteX2" fmla="*/ 674729 w 674729"/>
                <a:gd name="connsiteY2" fmla="*/ 866397 h 1112604"/>
                <a:gd name="connsiteX3" fmla="*/ 337364 w 674729"/>
                <a:gd name="connsiteY3" fmla="*/ 1112604 h 1112604"/>
                <a:gd name="connsiteX4" fmla="*/ 0 w 674729"/>
                <a:gd name="connsiteY4" fmla="*/ 866397 h 1112604"/>
                <a:gd name="connsiteX5" fmla="*/ 0 w 674729"/>
                <a:gd name="connsiteY5" fmla="*/ 246207 h 1112604"/>
                <a:gd name="connsiteX6" fmla="*/ 337364 w 674729"/>
                <a:gd name="connsiteY6" fmla="*/ 0 h 1112604"/>
                <a:gd name="connsiteX7" fmla="*/ 674729 w 674729"/>
                <a:gd name="connsiteY7" fmla="*/ 246207 h 1112604"/>
                <a:gd name="connsiteX8" fmla="*/ 674729 w 674729"/>
                <a:gd name="connsiteY8" fmla="*/ 321245 h 1112604"/>
                <a:gd name="connsiteX9" fmla="*/ 638451 w 674729"/>
                <a:gd name="connsiteY9" fmla="*/ 359517 h 1112604"/>
                <a:gd name="connsiteX10" fmla="*/ 511938 w 674729"/>
                <a:gd name="connsiteY10" fmla="*/ 359517 h 1112604"/>
                <a:gd name="connsiteX11" fmla="*/ 474110 w 674729"/>
                <a:gd name="connsiteY11" fmla="*/ 321245 h 1112604"/>
                <a:gd name="connsiteX12" fmla="*/ 474110 w 674729"/>
                <a:gd name="connsiteY12" fmla="*/ 267001 h 1112604"/>
                <a:gd name="connsiteX13" fmla="*/ 339226 w 674729"/>
                <a:gd name="connsiteY13" fmla="*/ 167855 h 1112604"/>
                <a:gd name="connsiteX14" fmla="*/ 205891 w 674729"/>
                <a:gd name="connsiteY14" fmla="*/ 267001 h 1112604"/>
                <a:gd name="connsiteX15" fmla="*/ 205891 w 674729"/>
                <a:gd name="connsiteY15" fmla="*/ 845604 h 1112604"/>
                <a:gd name="connsiteX16" fmla="*/ 339226 w 674729"/>
                <a:gd name="connsiteY16" fmla="*/ 944750 h 1112604"/>
                <a:gd name="connsiteX17" fmla="*/ 474110 w 674729"/>
                <a:gd name="connsiteY17" fmla="*/ 847110 h 1112604"/>
                <a:gd name="connsiteX18" fmla="*/ 474110 w 674729"/>
                <a:gd name="connsiteY18" fmla="*/ 703364 h 1112604"/>
                <a:gd name="connsiteX19" fmla="*/ 352249 w 674729"/>
                <a:gd name="connsiteY19" fmla="*/ 703364 h 1112604"/>
                <a:gd name="connsiteX20" fmla="*/ 314418 w 674729"/>
                <a:gd name="connsiteY20" fmla="*/ 666598 h 1112604"/>
                <a:gd name="connsiteX21" fmla="*/ 314418 w 674729"/>
                <a:gd name="connsiteY21" fmla="*/ 572274 h 1112604"/>
                <a:gd name="connsiteX22" fmla="*/ 352249 w 674729"/>
                <a:gd name="connsiteY22" fmla="*/ 535508 h 1112604"/>
                <a:gd name="connsiteX23" fmla="*/ 635040 w 674729"/>
                <a:gd name="connsiteY23" fmla="*/ 535508 h 111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4729" h="1112604">
                  <a:moveTo>
                    <a:pt x="635351" y="535508"/>
                  </a:moveTo>
                  <a:cubicBezTo>
                    <a:pt x="661707" y="535508"/>
                    <a:pt x="674729" y="546658"/>
                    <a:pt x="674729" y="572274"/>
                  </a:cubicBezTo>
                  <a:lnTo>
                    <a:pt x="674729" y="866397"/>
                  </a:lnTo>
                  <a:cubicBezTo>
                    <a:pt x="674729" y="994172"/>
                    <a:pt x="597520" y="1112604"/>
                    <a:pt x="337364" y="1112604"/>
                  </a:cubicBezTo>
                  <a:cubicBezTo>
                    <a:pt x="77209" y="1112604"/>
                    <a:pt x="0" y="994172"/>
                    <a:pt x="0" y="866397"/>
                  </a:cubicBezTo>
                  <a:lnTo>
                    <a:pt x="0" y="246207"/>
                  </a:lnTo>
                  <a:cubicBezTo>
                    <a:pt x="0" y="118433"/>
                    <a:pt x="75659" y="0"/>
                    <a:pt x="337364" y="0"/>
                  </a:cubicBezTo>
                  <a:cubicBezTo>
                    <a:pt x="599070" y="0"/>
                    <a:pt x="674729" y="118433"/>
                    <a:pt x="674729" y="246207"/>
                  </a:cubicBezTo>
                  <a:lnTo>
                    <a:pt x="674729" y="321245"/>
                  </a:lnTo>
                  <a:cubicBezTo>
                    <a:pt x="674729" y="348367"/>
                    <a:pt x="666359" y="359517"/>
                    <a:pt x="638451" y="359517"/>
                  </a:cubicBezTo>
                  <a:lnTo>
                    <a:pt x="511938" y="359517"/>
                  </a:lnTo>
                  <a:cubicBezTo>
                    <a:pt x="484032" y="359517"/>
                    <a:pt x="474110" y="348367"/>
                    <a:pt x="474110" y="321245"/>
                  </a:cubicBezTo>
                  <a:lnTo>
                    <a:pt x="474110" y="267001"/>
                  </a:lnTo>
                  <a:cubicBezTo>
                    <a:pt x="474110" y="201305"/>
                    <a:pt x="429769" y="167855"/>
                    <a:pt x="339226" y="167855"/>
                  </a:cubicBezTo>
                  <a:cubicBezTo>
                    <a:pt x="248682" y="167855"/>
                    <a:pt x="205891" y="201305"/>
                    <a:pt x="205891" y="267001"/>
                  </a:cubicBezTo>
                  <a:lnTo>
                    <a:pt x="205891" y="845604"/>
                  </a:lnTo>
                  <a:cubicBezTo>
                    <a:pt x="205891" y="911299"/>
                    <a:pt x="250232" y="944750"/>
                    <a:pt x="339226" y="944750"/>
                  </a:cubicBezTo>
                  <a:cubicBezTo>
                    <a:pt x="428218" y="944750"/>
                    <a:pt x="474110" y="911299"/>
                    <a:pt x="474110" y="847110"/>
                  </a:cubicBezTo>
                  <a:lnTo>
                    <a:pt x="474110" y="703364"/>
                  </a:lnTo>
                  <a:lnTo>
                    <a:pt x="352249" y="703364"/>
                  </a:lnTo>
                  <a:cubicBezTo>
                    <a:pt x="325891" y="703364"/>
                    <a:pt x="314418" y="692214"/>
                    <a:pt x="314418" y="666598"/>
                  </a:cubicBezTo>
                  <a:lnTo>
                    <a:pt x="314418" y="572274"/>
                  </a:lnTo>
                  <a:cubicBezTo>
                    <a:pt x="314418" y="546658"/>
                    <a:pt x="325891" y="535508"/>
                    <a:pt x="352249" y="535508"/>
                  </a:cubicBezTo>
                  <a:lnTo>
                    <a:pt x="635040" y="53550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6" name="手繪多邊形: 圖案 265">
              <a:extLst>
                <a:ext uri="{FF2B5EF4-FFF2-40B4-BE49-F238E27FC236}">
                  <a16:creationId xmlns:a16="http://schemas.microsoft.com/office/drawing/2014/main" id="{27B5227C-2BD7-B341-BDD7-148594F3B60A}"/>
                </a:ext>
              </a:extLst>
            </p:cNvPr>
            <p:cNvSpPr/>
            <p:nvPr/>
          </p:nvSpPr>
          <p:spPr>
            <a:xfrm>
              <a:off x="-25146699" y="19455313"/>
              <a:ext cx="686506" cy="1087291"/>
            </a:xfrm>
            <a:custGeom>
              <a:avLst/>
              <a:gdLst>
                <a:gd name="connsiteX0" fmla="*/ 37829 w 686506"/>
                <a:gd name="connsiteY0" fmla="*/ 1086990 h 1087291"/>
                <a:gd name="connsiteX1" fmla="*/ 0 w 686506"/>
                <a:gd name="connsiteY1" fmla="*/ 1048718 h 1087291"/>
                <a:gd name="connsiteX2" fmla="*/ 0 w 686506"/>
                <a:gd name="connsiteY2" fmla="*/ 38273 h 1087291"/>
                <a:gd name="connsiteX3" fmla="*/ 37829 w 686506"/>
                <a:gd name="connsiteY3" fmla="*/ 0 h 1087291"/>
                <a:gd name="connsiteX4" fmla="*/ 337366 w 686506"/>
                <a:gd name="connsiteY4" fmla="*/ 0 h 1087291"/>
                <a:gd name="connsiteX5" fmla="*/ 684344 w 686506"/>
                <a:gd name="connsiteY5" fmla="*/ 246208 h 1087291"/>
                <a:gd name="connsiteX6" fmla="*/ 684344 w 686506"/>
                <a:gd name="connsiteY6" fmla="*/ 423707 h 1087291"/>
                <a:gd name="connsiteX7" fmla="*/ 533025 w 686506"/>
                <a:gd name="connsiteY7" fmla="*/ 636464 h 1087291"/>
                <a:gd name="connsiteX8" fmla="*/ 684344 w 686506"/>
                <a:gd name="connsiteY8" fmla="*/ 1049020 h 1087291"/>
                <a:gd name="connsiteX9" fmla="*/ 648065 w 686506"/>
                <a:gd name="connsiteY9" fmla="*/ 1087291 h 1087291"/>
                <a:gd name="connsiteX10" fmla="*/ 506669 w 686506"/>
                <a:gd name="connsiteY10" fmla="*/ 1087291 h 1087291"/>
                <a:gd name="connsiteX11" fmla="*/ 463878 w 686506"/>
                <a:gd name="connsiteY11" fmla="*/ 1049020 h 1087291"/>
                <a:gd name="connsiteX12" fmla="*/ 330543 w 686506"/>
                <a:gd name="connsiteY12" fmla="*/ 668407 h 1087291"/>
                <a:gd name="connsiteX13" fmla="*/ 205582 w 686506"/>
                <a:gd name="connsiteY13" fmla="*/ 668407 h 1087291"/>
                <a:gd name="connsiteX14" fmla="*/ 205582 w 686506"/>
                <a:gd name="connsiteY14" fmla="*/ 1049020 h 1087291"/>
                <a:gd name="connsiteX15" fmla="*/ 169304 w 686506"/>
                <a:gd name="connsiteY15" fmla="*/ 1087291 h 1087291"/>
                <a:gd name="connsiteX16" fmla="*/ 37829 w 686506"/>
                <a:gd name="connsiteY16" fmla="*/ 1087291 h 1087291"/>
                <a:gd name="connsiteX17" fmla="*/ 205893 w 686506"/>
                <a:gd name="connsiteY17" fmla="*/ 167855 h 1087291"/>
                <a:gd name="connsiteX18" fmla="*/ 205893 w 686506"/>
                <a:gd name="connsiteY18" fmla="*/ 502058 h 1087291"/>
                <a:gd name="connsiteX19" fmla="*/ 337366 w 686506"/>
                <a:gd name="connsiteY19" fmla="*/ 502058 h 1087291"/>
                <a:gd name="connsiteX20" fmla="*/ 480622 w 686506"/>
                <a:gd name="connsiteY20" fmla="*/ 401406 h 1087291"/>
                <a:gd name="connsiteX21" fmla="*/ 480622 w 686506"/>
                <a:gd name="connsiteY21" fmla="*/ 268810 h 1087291"/>
                <a:gd name="connsiteX22" fmla="*/ 337366 w 686506"/>
                <a:gd name="connsiteY22" fmla="*/ 168157 h 1087291"/>
                <a:gd name="connsiteX23" fmla="*/ 205893 w 686506"/>
                <a:gd name="connsiteY23" fmla="*/ 168157 h 1087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6506" h="1087291">
                  <a:moveTo>
                    <a:pt x="37829" y="1086990"/>
                  </a:move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29" y="0"/>
                  </a:cubicBezTo>
                  <a:lnTo>
                    <a:pt x="337366" y="0"/>
                  </a:lnTo>
                  <a:cubicBezTo>
                    <a:pt x="597212" y="0"/>
                    <a:pt x="684344" y="118433"/>
                    <a:pt x="684344" y="246208"/>
                  </a:cubicBezTo>
                  <a:lnTo>
                    <a:pt x="684344" y="423707"/>
                  </a:lnTo>
                  <a:cubicBezTo>
                    <a:pt x="684344" y="509894"/>
                    <a:pt x="643103" y="593068"/>
                    <a:pt x="533025" y="636464"/>
                  </a:cubicBezTo>
                  <a:lnTo>
                    <a:pt x="684344" y="1049020"/>
                  </a:lnTo>
                  <a:cubicBezTo>
                    <a:pt x="692716" y="1073128"/>
                    <a:pt x="675971" y="1087291"/>
                    <a:pt x="648065" y="1087291"/>
                  </a:cubicBezTo>
                  <a:lnTo>
                    <a:pt x="506669" y="1087291"/>
                  </a:lnTo>
                  <a:cubicBezTo>
                    <a:pt x="480311" y="1087291"/>
                    <a:pt x="472249" y="1072826"/>
                    <a:pt x="463878" y="1049020"/>
                  </a:cubicBezTo>
                  <a:lnTo>
                    <a:pt x="330543" y="668407"/>
                  </a:lnTo>
                  <a:lnTo>
                    <a:pt x="205582" y="668407"/>
                  </a:lnTo>
                  <a:lnTo>
                    <a:pt x="205582" y="1049020"/>
                  </a:lnTo>
                  <a:cubicBezTo>
                    <a:pt x="205582" y="1076141"/>
                    <a:pt x="197210" y="1087291"/>
                    <a:pt x="169304" y="1087291"/>
                  </a:cubicBezTo>
                  <a:lnTo>
                    <a:pt x="37829" y="1087291"/>
                  </a:lnTo>
                  <a:close/>
                  <a:moveTo>
                    <a:pt x="205893" y="167855"/>
                  </a:moveTo>
                  <a:lnTo>
                    <a:pt x="205893" y="502058"/>
                  </a:lnTo>
                  <a:lnTo>
                    <a:pt x="337366" y="502058"/>
                  </a:lnTo>
                  <a:cubicBezTo>
                    <a:pt x="427908" y="502058"/>
                    <a:pt x="480622" y="466800"/>
                    <a:pt x="480622" y="401406"/>
                  </a:cubicBezTo>
                  <a:lnTo>
                    <a:pt x="480622" y="268810"/>
                  </a:lnTo>
                  <a:cubicBezTo>
                    <a:pt x="480622" y="201607"/>
                    <a:pt x="427908" y="168157"/>
                    <a:pt x="337366" y="168157"/>
                  </a:cubicBezTo>
                  <a:lnTo>
                    <a:pt x="205893" y="168157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7" name="手繪多邊形: 圖案 266">
              <a:extLst>
                <a:ext uri="{FF2B5EF4-FFF2-40B4-BE49-F238E27FC236}">
                  <a16:creationId xmlns:a16="http://schemas.microsoft.com/office/drawing/2014/main" id="{AAAFFE3F-B4F7-01D4-6BAD-1B2DFBF6F06C}"/>
                </a:ext>
              </a:extLst>
            </p:cNvPr>
            <p:cNvSpPr/>
            <p:nvPr/>
          </p:nvSpPr>
          <p:spPr>
            <a:xfrm>
              <a:off x="-23750106" y="19455313"/>
              <a:ext cx="572095" cy="1086989"/>
            </a:xfrm>
            <a:custGeom>
              <a:avLst/>
              <a:gdLst>
                <a:gd name="connsiteX0" fmla="*/ 37831 w 572095"/>
                <a:gd name="connsiteY0" fmla="*/ 1086990 h 1086989"/>
                <a:gd name="connsiteX1" fmla="*/ 0 w 572095"/>
                <a:gd name="connsiteY1" fmla="*/ 1048718 h 1086989"/>
                <a:gd name="connsiteX2" fmla="*/ 0 w 572095"/>
                <a:gd name="connsiteY2" fmla="*/ 38273 h 1086989"/>
                <a:gd name="connsiteX3" fmla="*/ 37831 w 572095"/>
                <a:gd name="connsiteY3" fmla="*/ 0 h 1086989"/>
                <a:gd name="connsiteX4" fmla="*/ 519692 w 572095"/>
                <a:gd name="connsiteY4" fmla="*/ 0 h 1086989"/>
                <a:gd name="connsiteX5" fmla="*/ 557523 w 572095"/>
                <a:gd name="connsiteY5" fmla="*/ 35259 h 1086989"/>
                <a:gd name="connsiteX6" fmla="*/ 557523 w 572095"/>
                <a:gd name="connsiteY6" fmla="*/ 131090 h 1086989"/>
                <a:gd name="connsiteX7" fmla="*/ 519692 w 572095"/>
                <a:gd name="connsiteY7" fmla="*/ 167855 h 1086989"/>
                <a:gd name="connsiteX8" fmla="*/ 207132 w 572095"/>
                <a:gd name="connsiteY8" fmla="*/ 167855 h 1086989"/>
                <a:gd name="connsiteX9" fmla="*/ 207132 w 572095"/>
                <a:gd name="connsiteY9" fmla="*/ 442691 h 1086989"/>
                <a:gd name="connsiteX10" fmla="*/ 494886 w 572095"/>
                <a:gd name="connsiteY10" fmla="*/ 442691 h 1086989"/>
                <a:gd name="connsiteX11" fmla="*/ 534267 w 572095"/>
                <a:gd name="connsiteY11" fmla="*/ 477950 h 1086989"/>
                <a:gd name="connsiteX12" fmla="*/ 534267 w 572095"/>
                <a:gd name="connsiteY12" fmla="*/ 567453 h 1086989"/>
                <a:gd name="connsiteX13" fmla="*/ 494886 w 572095"/>
                <a:gd name="connsiteY13" fmla="*/ 604218 h 1086989"/>
                <a:gd name="connsiteX14" fmla="*/ 207132 w 572095"/>
                <a:gd name="connsiteY14" fmla="*/ 604218 h 1086989"/>
                <a:gd name="connsiteX15" fmla="*/ 207132 w 572095"/>
                <a:gd name="connsiteY15" fmla="*/ 919134 h 1086989"/>
                <a:gd name="connsiteX16" fmla="*/ 532715 w 572095"/>
                <a:gd name="connsiteY16" fmla="*/ 919134 h 1086989"/>
                <a:gd name="connsiteX17" fmla="*/ 572095 w 572095"/>
                <a:gd name="connsiteY17" fmla="*/ 954393 h 1086989"/>
                <a:gd name="connsiteX18" fmla="*/ 572095 w 572095"/>
                <a:gd name="connsiteY18" fmla="*/ 1050224 h 1086989"/>
                <a:gd name="connsiteX19" fmla="*/ 532715 w 572095"/>
                <a:gd name="connsiteY19" fmla="*/ 1086990 h 1086989"/>
                <a:gd name="connsiteX20" fmla="*/ 37520 w 572095"/>
                <a:gd name="connsiteY20" fmla="*/ 1086990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2095" h="1086989">
                  <a:moveTo>
                    <a:pt x="37831" y="1086990"/>
                  </a:move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31" y="0"/>
                  </a:cubicBezTo>
                  <a:lnTo>
                    <a:pt x="519692" y="0"/>
                  </a:lnTo>
                  <a:cubicBezTo>
                    <a:pt x="546050" y="0"/>
                    <a:pt x="557523" y="9644"/>
                    <a:pt x="557523" y="35259"/>
                  </a:cubicBezTo>
                  <a:lnTo>
                    <a:pt x="557523" y="131090"/>
                  </a:lnTo>
                  <a:cubicBezTo>
                    <a:pt x="557523" y="156705"/>
                    <a:pt x="546050" y="167855"/>
                    <a:pt x="519692" y="167855"/>
                  </a:cubicBezTo>
                  <a:lnTo>
                    <a:pt x="207132" y="167855"/>
                  </a:lnTo>
                  <a:lnTo>
                    <a:pt x="207132" y="442691"/>
                  </a:lnTo>
                  <a:lnTo>
                    <a:pt x="494886" y="442691"/>
                  </a:lnTo>
                  <a:cubicBezTo>
                    <a:pt x="522794" y="442691"/>
                    <a:pt x="534267" y="452335"/>
                    <a:pt x="534267" y="477950"/>
                  </a:cubicBezTo>
                  <a:lnTo>
                    <a:pt x="534267" y="567453"/>
                  </a:lnTo>
                  <a:cubicBezTo>
                    <a:pt x="534267" y="593068"/>
                    <a:pt x="522794" y="604218"/>
                    <a:pt x="494886" y="604218"/>
                  </a:cubicBezTo>
                  <a:lnTo>
                    <a:pt x="207132" y="604218"/>
                  </a:lnTo>
                  <a:lnTo>
                    <a:pt x="207132" y="919134"/>
                  </a:lnTo>
                  <a:lnTo>
                    <a:pt x="532715" y="919134"/>
                  </a:lnTo>
                  <a:cubicBezTo>
                    <a:pt x="560623" y="919134"/>
                    <a:pt x="572095" y="928778"/>
                    <a:pt x="572095" y="954393"/>
                  </a:cubicBezTo>
                  <a:lnTo>
                    <a:pt x="572095" y="1050224"/>
                  </a:lnTo>
                  <a:cubicBezTo>
                    <a:pt x="572095" y="1077346"/>
                    <a:pt x="560623" y="1086990"/>
                    <a:pt x="532715" y="1086990"/>
                  </a:cubicBezTo>
                  <a:lnTo>
                    <a:pt x="37520" y="108699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8" name="手繪多邊形: 圖案 267">
              <a:extLst>
                <a:ext uri="{FF2B5EF4-FFF2-40B4-BE49-F238E27FC236}">
                  <a16:creationId xmlns:a16="http://schemas.microsoft.com/office/drawing/2014/main" id="{51F9ADA8-3AC8-FF41-58E0-C4C427D41BFA}"/>
                </a:ext>
              </a:extLst>
            </p:cNvPr>
            <p:cNvSpPr/>
            <p:nvPr/>
          </p:nvSpPr>
          <p:spPr>
            <a:xfrm>
              <a:off x="-22480334" y="19455313"/>
              <a:ext cx="699226" cy="1086989"/>
            </a:xfrm>
            <a:custGeom>
              <a:avLst/>
              <a:gdLst>
                <a:gd name="connsiteX0" fmla="*/ 699227 w 699226"/>
                <a:gd name="connsiteY0" fmla="*/ 1048718 h 1086989"/>
                <a:gd name="connsiteX1" fmla="*/ 662948 w 699226"/>
                <a:gd name="connsiteY1" fmla="*/ 1086990 h 1086989"/>
                <a:gd name="connsiteX2" fmla="*/ 541088 w 699226"/>
                <a:gd name="connsiteY2" fmla="*/ 1086990 h 1086989"/>
                <a:gd name="connsiteX3" fmla="*/ 503257 w 699226"/>
                <a:gd name="connsiteY3" fmla="*/ 1064690 h 1086989"/>
                <a:gd name="connsiteX4" fmla="*/ 243413 w 699226"/>
                <a:gd name="connsiteY4" fmla="*/ 540331 h 1086989"/>
                <a:gd name="connsiteX5" fmla="*/ 190699 w 699226"/>
                <a:gd name="connsiteY5" fmla="*/ 418885 h 1086989"/>
                <a:gd name="connsiteX6" fmla="*/ 190699 w 699226"/>
                <a:gd name="connsiteY6" fmla="*/ 1048718 h 1086989"/>
                <a:gd name="connsiteX7" fmla="*/ 154419 w 699226"/>
                <a:gd name="connsiteY7" fmla="*/ 1086990 h 1086989"/>
                <a:gd name="connsiteX8" fmla="*/ 39381 w 699226"/>
                <a:gd name="connsiteY8" fmla="*/ 1086990 h 1086989"/>
                <a:gd name="connsiteX9" fmla="*/ 0 w 699226"/>
                <a:gd name="connsiteY9" fmla="*/ 1048718 h 1086989"/>
                <a:gd name="connsiteX10" fmla="*/ 0 w 699226"/>
                <a:gd name="connsiteY10" fmla="*/ 38273 h 1086989"/>
                <a:gd name="connsiteX11" fmla="*/ 39381 w 699226"/>
                <a:gd name="connsiteY11" fmla="*/ 0 h 1086989"/>
                <a:gd name="connsiteX12" fmla="*/ 162791 w 699226"/>
                <a:gd name="connsiteY12" fmla="*/ 0 h 1086989"/>
                <a:gd name="connsiteX13" fmla="*/ 197210 w 699226"/>
                <a:gd name="connsiteY13" fmla="*/ 20794 h 1086989"/>
                <a:gd name="connsiteX14" fmla="*/ 465428 w 699226"/>
                <a:gd name="connsiteY14" fmla="*/ 556303 h 1086989"/>
                <a:gd name="connsiteX15" fmla="*/ 509769 w 699226"/>
                <a:gd name="connsiteY15" fmla="*/ 665092 h 1086989"/>
                <a:gd name="connsiteX16" fmla="*/ 509769 w 699226"/>
                <a:gd name="connsiteY16" fmla="*/ 38273 h 1086989"/>
                <a:gd name="connsiteX17" fmla="*/ 547600 w 699226"/>
                <a:gd name="connsiteY17" fmla="*/ 0 h 1086989"/>
                <a:gd name="connsiteX18" fmla="*/ 662638 w 699226"/>
                <a:gd name="connsiteY18" fmla="*/ 0 h 1086989"/>
                <a:gd name="connsiteX19" fmla="*/ 698918 w 699226"/>
                <a:gd name="connsiteY19" fmla="*/ 38273 h 1086989"/>
                <a:gd name="connsiteX20" fmla="*/ 698918 w 699226"/>
                <a:gd name="connsiteY20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226" h="1086989">
                  <a:moveTo>
                    <a:pt x="699227" y="1048718"/>
                  </a:moveTo>
                  <a:cubicBezTo>
                    <a:pt x="699227" y="1075840"/>
                    <a:pt x="690856" y="1086990"/>
                    <a:pt x="662948" y="1086990"/>
                  </a:cubicBezTo>
                  <a:lnTo>
                    <a:pt x="541088" y="1086990"/>
                  </a:lnTo>
                  <a:cubicBezTo>
                    <a:pt x="519692" y="1086990"/>
                    <a:pt x="511630" y="1080661"/>
                    <a:pt x="503257" y="1064690"/>
                  </a:cubicBezTo>
                  <a:lnTo>
                    <a:pt x="243413" y="540331"/>
                  </a:lnTo>
                  <a:cubicBezTo>
                    <a:pt x="223567" y="502058"/>
                    <a:pt x="204032" y="458663"/>
                    <a:pt x="190699" y="418885"/>
                  </a:cubicBezTo>
                  <a:lnTo>
                    <a:pt x="190699" y="1048718"/>
                  </a:lnTo>
                  <a:cubicBezTo>
                    <a:pt x="190699" y="1075840"/>
                    <a:pt x="180776" y="1086990"/>
                    <a:pt x="154419" y="1086990"/>
                  </a:cubicBezTo>
                  <a:lnTo>
                    <a:pt x="39381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9381" y="0"/>
                  </a:cubicBezTo>
                  <a:lnTo>
                    <a:pt x="162791" y="0"/>
                  </a:lnTo>
                  <a:cubicBezTo>
                    <a:pt x="180776" y="0"/>
                    <a:pt x="189149" y="6329"/>
                    <a:pt x="197210" y="20794"/>
                  </a:cubicBezTo>
                  <a:lnTo>
                    <a:pt x="465428" y="556303"/>
                  </a:lnTo>
                  <a:cubicBezTo>
                    <a:pt x="481863" y="588247"/>
                    <a:pt x="498297" y="631340"/>
                    <a:pt x="509769" y="665092"/>
                  </a:cubicBezTo>
                  <a:lnTo>
                    <a:pt x="509769" y="38273"/>
                  </a:lnTo>
                  <a:cubicBezTo>
                    <a:pt x="509769" y="11151"/>
                    <a:pt x="521242" y="0"/>
                    <a:pt x="547600" y="0"/>
                  </a:cubicBezTo>
                  <a:lnTo>
                    <a:pt x="662638" y="0"/>
                  </a:lnTo>
                  <a:cubicBezTo>
                    <a:pt x="690546" y="0"/>
                    <a:pt x="698918" y="11151"/>
                    <a:pt x="698918" y="38273"/>
                  </a:cubicBezTo>
                  <a:lnTo>
                    <a:pt x="698918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69" name="手繪多邊形: 圖案 268">
              <a:extLst>
                <a:ext uri="{FF2B5EF4-FFF2-40B4-BE49-F238E27FC236}">
                  <a16:creationId xmlns:a16="http://schemas.microsoft.com/office/drawing/2014/main" id="{EA6A471D-3C19-AAA6-2D80-57A6EEB4F75B}"/>
                </a:ext>
              </a:extLst>
            </p:cNvPr>
            <p:cNvSpPr/>
            <p:nvPr/>
          </p:nvSpPr>
          <p:spPr>
            <a:xfrm>
              <a:off x="-20218310" y="19455313"/>
              <a:ext cx="697676" cy="1086989"/>
            </a:xfrm>
            <a:custGeom>
              <a:avLst/>
              <a:gdLst>
                <a:gd name="connsiteX0" fmla="*/ 32868 w 697676"/>
                <a:gd name="connsiteY0" fmla="*/ 1086990 h 1086989"/>
                <a:gd name="connsiteX1" fmla="*/ 0 w 697676"/>
                <a:gd name="connsiteY1" fmla="*/ 1048718 h 1086989"/>
                <a:gd name="connsiteX2" fmla="*/ 0 w 697676"/>
                <a:gd name="connsiteY2" fmla="*/ 38273 h 1086989"/>
                <a:gd name="connsiteX3" fmla="*/ 37829 w 697676"/>
                <a:gd name="connsiteY3" fmla="*/ 0 h 1086989"/>
                <a:gd name="connsiteX4" fmla="*/ 348838 w 697676"/>
                <a:gd name="connsiteY4" fmla="*/ 0 h 1086989"/>
                <a:gd name="connsiteX5" fmla="*/ 697677 w 697676"/>
                <a:gd name="connsiteY5" fmla="*/ 246208 h 1086989"/>
                <a:gd name="connsiteX6" fmla="*/ 697677 w 697676"/>
                <a:gd name="connsiteY6" fmla="*/ 840783 h 1086989"/>
                <a:gd name="connsiteX7" fmla="*/ 348838 w 697676"/>
                <a:gd name="connsiteY7" fmla="*/ 1086990 h 1086989"/>
                <a:gd name="connsiteX8" fmla="*/ 32868 w 697676"/>
                <a:gd name="connsiteY8" fmla="*/ 1086990 h 1086989"/>
                <a:gd name="connsiteX9" fmla="*/ 207443 w 697676"/>
                <a:gd name="connsiteY9" fmla="*/ 167855 h 1086989"/>
                <a:gd name="connsiteX10" fmla="*/ 207443 w 697676"/>
                <a:gd name="connsiteY10" fmla="*/ 919134 h 1086989"/>
                <a:gd name="connsiteX11" fmla="*/ 347288 w 697676"/>
                <a:gd name="connsiteY11" fmla="*/ 919134 h 1086989"/>
                <a:gd name="connsiteX12" fmla="*/ 492095 w 697676"/>
                <a:gd name="connsiteY12" fmla="*/ 816674 h 1086989"/>
                <a:gd name="connsiteX13" fmla="*/ 492095 w 697676"/>
                <a:gd name="connsiteY13" fmla="*/ 270015 h 1086989"/>
                <a:gd name="connsiteX14" fmla="*/ 347288 w 697676"/>
                <a:gd name="connsiteY14" fmla="*/ 167555 h 1086989"/>
                <a:gd name="connsiteX15" fmla="*/ 207443 w 697676"/>
                <a:gd name="connsiteY15" fmla="*/ 167555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7676" h="1086989">
                  <a:moveTo>
                    <a:pt x="32868" y="1086990"/>
                  </a:moveTo>
                  <a:cubicBezTo>
                    <a:pt x="9923" y="1086990"/>
                    <a:pt x="0" y="1074333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29" y="0"/>
                  </a:cubicBezTo>
                  <a:lnTo>
                    <a:pt x="348838" y="0"/>
                  </a:lnTo>
                  <a:cubicBezTo>
                    <a:pt x="608684" y="0"/>
                    <a:pt x="697677" y="118433"/>
                    <a:pt x="697677" y="246208"/>
                  </a:cubicBezTo>
                  <a:lnTo>
                    <a:pt x="697677" y="840783"/>
                  </a:lnTo>
                  <a:cubicBezTo>
                    <a:pt x="697677" y="968557"/>
                    <a:pt x="608995" y="1086990"/>
                    <a:pt x="348838" y="1086990"/>
                  </a:cubicBezTo>
                  <a:lnTo>
                    <a:pt x="32868" y="1086990"/>
                  </a:lnTo>
                  <a:close/>
                  <a:moveTo>
                    <a:pt x="207443" y="167855"/>
                  </a:moveTo>
                  <a:lnTo>
                    <a:pt x="207443" y="919134"/>
                  </a:lnTo>
                  <a:lnTo>
                    <a:pt x="347288" y="919134"/>
                  </a:lnTo>
                  <a:cubicBezTo>
                    <a:pt x="439381" y="919134"/>
                    <a:pt x="492095" y="883876"/>
                    <a:pt x="492095" y="816674"/>
                  </a:cubicBezTo>
                  <a:lnTo>
                    <a:pt x="492095" y="270015"/>
                  </a:lnTo>
                  <a:cubicBezTo>
                    <a:pt x="492095" y="202813"/>
                    <a:pt x="439381" y="167555"/>
                    <a:pt x="347288" y="167555"/>
                  </a:cubicBezTo>
                  <a:lnTo>
                    <a:pt x="207443" y="167555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0" name="手繪多邊形: 圖案 269">
              <a:extLst>
                <a:ext uri="{FF2B5EF4-FFF2-40B4-BE49-F238E27FC236}">
                  <a16:creationId xmlns:a16="http://schemas.microsoft.com/office/drawing/2014/main" id="{8926920E-9FB1-6F61-96E9-01D2A5C51336}"/>
                </a:ext>
              </a:extLst>
            </p:cNvPr>
            <p:cNvSpPr/>
            <p:nvPr/>
          </p:nvSpPr>
          <p:spPr>
            <a:xfrm>
              <a:off x="-18795359" y="19455313"/>
              <a:ext cx="572095" cy="1086989"/>
            </a:xfrm>
            <a:custGeom>
              <a:avLst/>
              <a:gdLst>
                <a:gd name="connsiteX0" fmla="*/ 37829 w 572095"/>
                <a:gd name="connsiteY0" fmla="*/ 1086990 h 1086989"/>
                <a:gd name="connsiteX1" fmla="*/ 0 w 572095"/>
                <a:gd name="connsiteY1" fmla="*/ 1048718 h 1086989"/>
                <a:gd name="connsiteX2" fmla="*/ 0 w 572095"/>
                <a:gd name="connsiteY2" fmla="*/ 38273 h 1086989"/>
                <a:gd name="connsiteX3" fmla="*/ 37829 w 572095"/>
                <a:gd name="connsiteY3" fmla="*/ 0 h 1086989"/>
                <a:gd name="connsiteX4" fmla="*/ 519692 w 572095"/>
                <a:gd name="connsiteY4" fmla="*/ 0 h 1086989"/>
                <a:gd name="connsiteX5" fmla="*/ 557521 w 572095"/>
                <a:gd name="connsiteY5" fmla="*/ 35259 h 1086989"/>
                <a:gd name="connsiteX6" fmla="*/ 557521 w 572095"/>
                <a:gd name="connsiteY6" fmla="*/ 131090 h 1086989"/>
                <a:gd name="connsiteX7" fmla="*/ 519692 w 572095"/>
                <a:gd name="connsiteY7" fmla="*/ 167855 h 1086989"/>
                <a:gd name="connsiteX8" fmla="*/ 207132 w 572095"/>
                <a:gd name="connsiteY8" fmla="*/ 167855 h 1086989"/>
                <a:gd name="connsiteX9" fmla="*/ 207132 w 572095"/>
                <a:gd name="connsiteY9" fmla="*/ 442691 h 1086989"/>
                <a:gd name="connsiteX10" fmla="*/ 494884 w 572095"/>
                <a:gd name="connsiteY10" fmla="*/ 442691 h 1086989"/>
                <a:gd name="connsiteX11" fmla="*/ 534265 w 572095"/>
                <a:gd name="connsiteY11" fmla="*/ 477950 h 1086989"/>
                <a:gd name="connsiteX12" fmla="*/ 534265 w 572095"/>
                <a:gd name="connsiteY12" fmla="*/ 567453 h 1086989"/>
                <a:gd name="connsiteX13" fmla="*/ 494884 w 572095"/>
                <a:gd name="connsiteY13" fmla="*/ 604218 h 1086989"/>
                <a:gd name="connsiteX14" fmla="*/ 207132 w 572095"/>
                <a:gd name="connsiteY14" fmla="*/ 604218 h 1086989"/>
                <a:gd name="connsiteX15" fmla="*/ 207132 w 572095"/>
                <a:gd name="connsiteY15" fmla="*/ 919134 h 1086989"/>
                <a:gd name="connsiteX16" fmla="*/ 532715 w 572095"/>
                <a:gd name="connsiteY16" fmla="*/ 919134 h 1086989"/>
                <a:gd name="connsiteX17" fmla="*/ 572095 w 572095"/>
                <a:gd name="connsiteY17" fmla="*/ 954393 h 1086989"/>
                <a:gd name="connsiteX18" fmla="*/ 572095 w 572095"/>
                <a:gd name="connsiteY18" fmla="*/ 1050224 h 1086989"/>
                <a:gd name="connsiteX19" fmla="*/ 532715 w 572095"/>
                <a:gd name="connsiteY19" fmla="*/ 1086990 h 1086989"/>
                <a:gd name="connsiteX20" fmla="*/ 37518 w 572095"/>
                <a:gd name="connsiteY20" fmla="*/ 1086990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72095" h="1086989">
                  <a:moveTo>
                    <a:pt x="37829" y="1086990"/>
                  </a:move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29" y="0"/>
                  </a:cubicBezTo>
                  <a:lnTo>
                    <a:pt x="519692" y="0"/>
                  </a:lnTo>
                  <a:cubicBezTo>
                    <a:pt x="546048" y="0"/>
                    <a:pt x="557521" y="9644"/>
                    <a:pt x="557521" y="35259"/>
                  </a:cubicBezTo>
                  <a:lnTo>
                    <a:pt x="557521" y="131090"/>
                  </a:lnTo>
                  <a:cubicBezTo>
                    <a:pt x="557521" y="156705"/>
                    <a:pt x="546048" y="167855"/>
                    <a:pt x="519692" y="167855"/>
                  </a:cubicBezTo>
                  <a:lnTo>
                    <a:pt x="207132" y="167855"/>
                  </a:lnTo>
                  <a:lnTo>
                    <a:pt x="207132" y="442691"/>
                  </a:lnTo>
                  <a:lnTo>
                    <a:pt x="494884" y="442691"/>
                  </a:lnTo>
                  <a:cubicBezTo>
                    <a:pt x="522792" y="442691"/>
                    <a:pt x="534265" y="452335"/>
                    <a:pt x="534265" y="477950"/>
                  </a:cubicBezTo>
                  <a:lnTo>
                    <a:pt x="534265" y="567453"/>
                  </a:lnTo>
                  <a:cubicBezTo>
                    <a:pt x="534265" y="593068"/>
                    <a:pt x="522792" y="604218"/>
                    <a:pt x="494884" y="604218"/>
                  </a:cubicBezTo>
                  <a:lnTo>
                    <a:pt x="207132" y="604218"/>
                  </a:lnTo>
                  <a:lnTo>
                    <a:pt x="207132" y="919134"/>
                  </a:lnTo>
                  <a:lnTo>
                    <a:pt x="532715" y="919134"/>
                  </a:lnTo>
                  <a:cubicBezTo>
                    <a:pt x="560621" y="919134"/>
                    <a:pt x="572095" y="928778"/>
                    <a:pt x="572095" y="954393"/>
                  </a:cubicBezTo>
                  <a:lnTo>
                    <a:pt x="572095" y="1050224"/>
                  </a:lnTo>
                  <a:cubicBezTo>
                    <a:pt x="572095" y="1077346"/>
                    <a:pt x="560621" y="1086990"/>
                    <a:pt x="532715" y="1086990"/>
                  </a:cubicBezTo>
                  <a:lnTo>
                    <a:pt x="37518" y="108699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1" name="手繪多邊形: 圖案 270">
              <a:extLst>
                <a:ext uri="{FF2B5EF4-FFF2-40B4-BE49-F238E27FC236}">
                  <a16:creationId xmlns:a16="http://schemas.microsoft.com/office/drawing/2014/main" id="{D3A65FDC-B64A-67B5-2228-F05186A572A8}"/>
                </a:ext>
              </a:extLst>
            </p:cNvPr>
            <p:cNvSpPr/>
            <p:nvPr/>
          </p:nvSpPr>
          <p:spPr>
            <a:xfrm>
              <a:off x="-17525587" y="19455313"/>
              <a:ext cx="699226" cy="1086989"/>
            </a:xfrm>
            <a:custGeom>
              <a:avLst/>
              <a:gdLst>
                <a:gd name="connsiteX0" fmla="*/ 699227 w 699226"/>
                <a:gd name="connsiteY0" fmla="*/ 1048718 h 1086989"/>
                <a:gd name="connsiteX1" fmla="*/ 662946 w 699226"/>
                <a:gd name="connsiteY1" fmla="*/ 1086990 h 1086989"/>
                <a:gd name="connsiteX2" fmla="*/ 541086 w 699226"/>
                <a:gd name="connsiteY2" fmla="*/ 1086990 h 1086989"/>
                <a:gd name="connsiteX3" fmla="*/ 503257 w 699226"/>
                <a:gd name="connsiteY3" fmla="*/ 1064690 h 1086989"/>
                <a:gd name="connsiteX4" fmla="*/ 243411 w 699226"/>
                <a:gd name="connsiteY4" fmla="*/ 540331 h 1086989"/>
                <a:gd name="connsiteX5" fmla="*/ 190697 w 699226"/>
                <a:gd name="connsiteY5" fmla="*/ 418885 h 1086989"/>
                <a:gd name="connsiteX6" fmla="*/ 190697 w 699226"/>
                <a:gd name="connsiteY6" fmla="*/ 1048718 h 1086989"/>
                <a:gd name="connsiteX7" fmla="*/ 154419 w 699226"/>
                <a:gd name="connsiteY7" fmla="*/ 1086990 h 1086989"/>
                <a:gd name="connsiteX8" fmla="*/ 39379 w 699226"/>
                <a:gd name="connsiteY8" fmla="*/ 1086990 h 1086989"/>
                <a:gd name="connsiteX9" fmla="*/ 0 w 699226"/>
                <a:gd name="connsiteY9" fmla="*/ 1048718 h 1086989"/>
                <a:gd name="connsiteX10" fmla="*/ 0 w 699226"/>
                <a:gd name="connsiteY10" fmla="*/ 38273 h 1086989"/>
                <a:gd name="connsiteX11" fmla="*/ 39379 w 699226"/>
                <a:gd name="connsiteY11" fmla="*/ 0 h 1086989"/>
                <a:gd name="connsiteX12" fmla="*/ 162791 w 699226"/>
                <a:gd name="connsiteY12" fmla="*/ 0 h 1086989"/>
                <a:gd name="connsiteX13" fmla="*/ 197210 w 699226"/>
                <a:gd name="connsiteY13" fmla="*/ 20794 h 1086989"/>
                <a:gd name="connsiteX14" fmla="*/ 465426 w 699226"/>
                <a:gd name="connsiteY14" fmla="*/ 556303 h 1086989"/>
                <a:gd name="connsiteX15" fmla="*/ 509767 w 699226"/>
                <a:gd name="connsiteY15" fmla="*/ 665092 h 1086989"/>
                <a:gd name="connsiteX16" fmla="*/ 509767 w 699226"/>
                <a:gd name="connsiteY16" fmla="*/ 38273 h 1086989"/>
                <a:gd name="connsiteX17" fmla="*/ 547598 w 699226"/>
                <a:gd name="connsiteY17" fmla="*/ 0 h 1086989"/>
                <a:gd name="connsiteX18" fmla="*/ 662638 w 699226"/>
                <a:gd name="connsiteY18" fmla="*/ 0 h 1086989"/>
                <a:gd name="connsiteX19" fmla="*/ 698917 w 699226"/>
                <a:gd name="connsiteY19" fmla="*/ 38273 h 1086989"/>
                <a:gd name="connsiteX20" fmla="*/ 698917 w 699226"/>
                <a:gd name="connsiteY20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226" h="1086989">
                  <a:moveTo>
                    <a:pt x="699227" y="1048718"/>
                  </a:moveTo>
                  <a:cubicBezTo>
                    <a:pt x="699227" y="1075840"/>
                    <a:pt x="690854" y="1086990"/>
                    <a:pt x="662946" y="1086990"/>
                  </a:cubicBezTo>
                  <a:lnTo>
                    <a:pt x="541086" y="1086990"/>
                  </a:lnTo>
                  <a:cubicBezTo>
                    <a:pt x="519690" y="1086990"/>
                    <a:pt x="511630" y="1080661"/>
                    <a:pt x="503257" y="1064690"/>
                  </a:cubicBezTo>
                  <a:lnTo>
                    <a:pt x="243411" y="540331"/>
                  </a:lnTo>
                  <a:cubicBezTo>
                    <a:pt x="223565" y="502058"/>
                    <a:pt x="204030" y="458663"/>
                    <a:pt x="190697" y="418885"/>
                  </a:cubicBezTo>
                  <a:lnTo>
                    <a:pt x="190697" y="1048718"/>
                  </a:lnTo>
                  <a:cubicBezTo>
                    <a:pt x="190697" y="1075840"/>
                    <a:pt x="180774" y="1086990"/>
                    <a:pt x="154419" y="1086990"/>
                  </a:cubicBezTo>
                  <a:lnTo>
                    <a:pt x="39379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9379" y="0"/>
                  </a:cubicBezTo>
                  <a:lnTo>
                    <a:pt x="162791" y="0"/>
                  </a:lnTo>
                  <a:cubicBezTo>
                    <a:pt x="180774" y="0"/>
                    <a:pt x="189147" y="6329"/>
                    <a:pt x="197210" y="20794"/>
                  </a:cubicBezTo>
                  <a:lnTo>
                    <a:pt x="465426" y="556303"/>
                  </a:lnTo>
                  <a:cubicBezTo>
                    <a:pt x="481861" y="588247"/>
                    <a:pt x="498295" y="631340"/>
                    <a:pt x="509767" y="665092"/>
                  </a:cubicBezTo>
                  <a:lnTo>
                    <a:pt x="509767" y="38273"/>
                  </a:lnTo>
                  <a:cubicBezTo>
                    <a:pt x="509767" y="11151"/>
                    <a:pt x="521242" y="0"/>
                    <a:pt x="547598" y="0"/>
                  </a:cubicBezTo>
                  <a:lnTo>
                    <a:pt x="662638" y="0"/>
                  </a:lnTo>
                  <a:cubicBezTo>
                    <a:pt x="690544" y="0"/>
                    <a:pt x="698917" y="11151"/>
                    <a:pt x="698917" y="38273"/>
                  </a:cubicBezTo>
                  <a:lnTo>
                    <a:pt x="698917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2" name="手繪多邊形: 圖案 271">
              <a:extLst>
                <a:ext uri="{FF2B5EF4-FFF2-40B4-BE49-F238E27FC236}">
                  <a16:creationId xmlns:a16="http://schemas.microsoft.com/office/drawing/2014/main" id="{5807CC1E-CB0A-0508-2E1F-CEC922C25CF0}"/>
                </a:ext>
              </a:extLst>
            </p:cNvPr>
            <p:cNvSpPr/>
            <p:nvPr/>
          </p:nvSpPr>
          <p:spPr>
            <a:xfrm>
              <a:off x="-16164963" y="19455313"/>
              <a:ext cx="667910" cy="1086989"/>
            </a:xfrm>
            <a:custGeom>
              <a:avLst/>
              <a:gdLst>
                <a:gd name="connsiteX0" fmla="*/ 630080 w 667910"/>
                <a:gd name="connsiteY0" fmla="*/ 0 h 1086989"/>
                <a:gd name="connsiteX1" fmla="*/ 667911 w 667910"/>
                <a:gd name="connsiteY1" fmla="*/ 35259 h 1086989"/>
                <a:gd name="connsiteX2" fmla="*/ 667911 w 667910"/>
                <a:gd name="connsiteY2" fmla="*/ 131090 h 1086989"/>
                <a:gd name="connsiteX3" fmla="*/ 630080 w 667910"/>
                <a:gd name="connsiteY3" fmla="*/ 167855 h 1086989"/>
                <a:gd name="connsiteX4" fmla="*/ 437522 w 667910"/>
                <a:gd name="connsiteY4" fmla="*/ 167855 h 1086989"/>
                <a:gd name="connsiteX5" fmla="*/ 437522 w 667910"/>
                <a:gd name="connsiteY5" fmla="*/ 1048718 h 1086989"/>
                <a:gd name="connsiteX6" fmla="*/ 401242 w 667910"/>
                <a:gd name="connsiteY6" fmla="*/ 1086990 h 1086989"/>
                <a:gd name="connsiteX7" fmla="*/ 269769 w 667910"/>
                <a:gd name="connsiteY7" fmla="*/ 1086990 h 1086989"/>
                <a:gd name="connsiteX8" fmla="*/ 231940 w 667910"/>
                <a:gd name="connsiteY8" fmla="*/ 1048718 h 1086989"/>
                <a:gd name="connsiteX9" fmla="*/ 231940 w 667910"/>
                <a:gd name="connsiteY9" fmla="*/ 167855 h 1086989"/>
                <a:gd name="connsiteX10" fmla="*/ 39381 w 667910"/>
                <a:gd name="connsiteY10" fmla="*/ 167855 h 1086989"/>
                <a:gd name="connsiteX11" fmla="*/ 0 w 667910"/>
                <a:gd name="connsiteY11" fmla="*/ 131090 h 1086989"/>
                <a:gd name="connsiteX12" fmla="*/ 0 w 667910"/>
                <a:gd name="connsiteY12" fmla="*/ 35259 h 1086989"/>
                <a:gd name="connsiteX13" fmla="*/ 39381 w 667910"/>
                <a:gd name="connsiteY13" fmla="*/ 0 h 1086989"/>
                <a:gd name="connsiteX14" fmla="*/ 630080 w 667910"/>
                <a:gd name="connsiteY14" fmla="*/ 0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7910" h="1086989">
                  <a:moveTo>
                    <a:pt x="630080" y="0"/>
                  </a:moveTo>
                  <a:cubicBezTo>
                    <a:pt x="656438" y="0"/>
                    <a:pt x="667911" y="9644"/>
                    <a:pt x="667911" y="35259"/>
                  </a:cubicBezTo>
                  <a:lnTo>
                    <a:pt x="667911" y="131090"/>
                  </a:lnTo>
                  <a:cubicBezTo>
                    <a:pt x="667911" y="156705"/>
                    <a:pt x="656438" y="167855"/>
                    <a:pt x="630080" y="167855"/>
                  </a:cubicBezTo>
                  <a:lnTo>
                    <a:pt x="437522" y="167855"/>
                  </a:lnTo>
                  <a:lnTo>
                    <a:pt x="437522" y="1048718"/>
                  </a:lnTo>
                  <a:cubicBezTo>
                    <a:pt x="437522" y="1075840"/>
                    <a:pt x="427600" y="1086990"/>
                    <a:pt x="401242" y="1086990"/>
                  </a:cubicBezTo>
                  <a:lnTo>
                    <a:pt x="269769" y="1086990"/>
                  </a:lnTo>
                  <a:cubicBezTo>
                    <a:pt x="241863" y="1086990"/>
                    <a:pt x="231940" y="1075840"/>
                    <a:pt x="231940" y="1048718"/>
                  </a:cubicBezTo>
                  <a:lnTo>
                    <a:pt x="231940" y="167855"/>
                  </a:lnTo>
                  <a:lnTo>
                    <a:pt x="39381" y="167855"/>
                  </a:lnTo>
                  <a:cubicBezTo>
                    <a:pt x="11475" y="167855"/>
                    <a:pt x="0" y="156705"/>
                    <a:pt x="0" y="131090"/>
                  </a:cubicBezTo>
                  <a:lnTo>
                    <a:pt x="0" y="35259"/>
                  </a:lnTo>
                  <a:cubicBezTo>
                    <a:pt x="0" y="9644"/>
                    <a:pt x="11475" y="0"/>
                    <a:pt x="39381" y="0"/>
                  </a:cubicBezTo>
                  <a:lnTo>
                    <a:pt x="630080" y="0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3" name="手繪多邊形: 圖案 272">
              <a:extLst>
                <a:ext uri="{FF2B5EF4-FFF2-40B4-BE49-F238E27FC236}">
                  <a16:creationId xmlns:a16="http://schemas.microsoft.com/office/drawing/2014/main" id="{A1E282BD-5F90-DA1C-69D7-73C43011917E}"/>
                </a:ext>
              </a:extLst>
            </p:cNvPr>
            <p:cNvSpPr/>
            <p:nvPr/>
          </p:nvSpPr>
          <p:spPr>
            <a:xfrm>
              <a:off x="-14985813" y="19455313"/>
              <a:ext cx="764085" cy="1086989"/>
            </a:xfrm>
            <a:custGeom>
              <a:avLst/>
              <a:gdLst>
                <a:gd name="connsiteX0" fmla="*/ 450934 w 764085"/>
                <a:gd name="connsiteY0" fmla="*/ 0 h 1086989"/>
                <a:gd name="connsiteX1" fmla="*/ 498686 w 764085"/>
                <a:gd name="connsiteY1" fmla="*/ 38273 h 1086989"/>
                <a:gd name="connsiteX2" fmla="*/ 761943 w 764085"/>
                <a:gd name="connsiteY2" fmla="*/ 1048718 h 1086989"/>
                <a:gd name="connsiteX3" fmla="*/ 734035 w 764085"/>
                <a:gd name="connsiteY3" fmla="*/ 1086990 h 1086989"/>
                <a:gd name="connsiteX4" fmla="*/ 600702 w 764085"/>
                <a:gd name="connsiteY4" fmla="*/ 1086990 h 1086989"/>
                <a:gd name="connsiteX5" fmla="*/ 554501 w 764085"/>
                <a:gd name="connsiteY5" fmla="*/ 1048718 h 1086989"/>
                <a:gd name="connsiteX6" fmla="*/ 503647 w 764085"/>
                <a:gd name="connsiteY6" fmla="*/ 840783 h 1086989"/>
                <a:gd name="connsiteX7" fmla="*/ 250314 w 764085"/>
                <a:gd name="connsiteY7" fmla="*/ 840783 h 1086989"/>
                <a:gd name="connsiteX8" fmla="*/ 199460 w 764085"/>
                <a:gd name="connsiteY8" fmla="*/ 1048718 h 1086989"/>
                <a:gd name="connsiteX9" fmla="*/ 155119 w 764085"/>
                <a:gd name="connsiteY9" fmla="*/ 1086990 h 1086989"/>
                <a:gd name="connsiteX10" fmla="*/ 31708 w 764085"/>
                <a:gd name="connsiteY10" fmla="*/ 1086990 h 1086989"/>
                <a:gd name="connsiteX11" fmla="*/ 2251 w 764085"/>
                <a:gd name="connsiteY11" fmla="*/ 1048718 h 1086989"/>
                <a:gd name="connsiteX12" fmla="*/ 267057 w 764085"/>
                <a:gd name="connsiteY12" fmla="*/ 38273 h 1086989"/>
                <a:gd name="connsiteX13" fmla="*/ 314809 w 764085"/>
                <a:gd name="connsiteY13" fmla="*/ 0 h 1086989"/>
                <a:gd name="connsiteX14" fmla="*/ 451244 w 764085"/>
                <a:gd name="connsiteY14" fmla="*/ 0 h 1086989"/>
                <a:gd name="connsiteX15" fmla="*/ 418066 w 764085"/>
                <a:gd name="connsiteY15" fmla="*/ 487594 h 1086989"/>
                <a:gd name="connsiteX16" fmla="*/ 378686 w 764085"/>
                <a:gd name="connsiteY16" fmla="*/ 235058 h 1086989"/>
                <a:gd name="connsiteX17" fmla="*/ 337446 w 764085"/>
                <a:gd name="connsiteY17" fmla="*/ 487594 h 1086989"/>
                <a:gd name="connsiteX18" fmla="*/ 288143 w 764085"/>
                <a:gd name="connsiteY18" fmla="*/ 681064 h 1086989"/>
                <a:gd name="connsiteX19" fmla="*/ 465818 w 764085"/>
                <a:gd name="connsiteY19" fmla="*/ 681064 h 1086989"/>
                <a:gd name="connsiteX20" fmla="*/ 418066 w 764085"/>
                <a:gd name="connsiteY20" fmla="*/ 487594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64085" h="1086989">
                  <a:moveTo>
                    <a:pt x="450934" y="0"/>
                  </a:moveTo>
                  <a:cubicBezTo>
                    <a:pt x="477290" y="0"/>
                    <a:pt x="492174" y="12657"/>
                    <a:pt x="498686" y="38273"/>
                  </a:cubicBezTo>
                  <a:lnTo>
                    <a:pt x="761943" y="1048718"/>
                  </a:lnTo>
                  <a:cubicBezTo>
                    <a:pt x="768455" y="1074333"/>
                    <a:pt x="760392" y="1086990"/>
                    <a:pt x="734035" y="1086990"/>
                  </a:cubicBezTo>
                  <a:lnTo>
                    <a:pt x="600702" y="1086990"/>
                  </a:lnTo>
                  <a:cubicBezTo>
                    <a:pt x="572795" y="1086990"/>
                    <a:pt x="561322" y="1072525"/>
                    <a:pt x="554501" y="1048718"/>
                  </a:cubicBezTo>
                  <a:lnTo>
                    <a:pt x="503647" y="840783"/>
                  </a:lnTo>
                  <a:lnTo>
                    <a:pt x="250314" y="840783"/>
                  </a:lnTo>
                  <a:lnTo>
                    <a:pt x="199460" y="1048718"/>
                  </a:lnTo>
                  <a:cubicBezTo>
                    <a:pt x="192949" y="1072826"/>
                    <a:pt x="181476" y="1086990"/>
                    <a:pt x="155119" y="1086990"/>
                  </a:cubicBezTo>
                  <a:lnTo>
                    <a:pt x="31708" y="1086990"/>
                  </a:lnTo>
                  <a:cubicBezTo>
                    <a:pt x="3801" y="1086990"/>
                    <a:pt x="-4572" y="1074333"/>
                    <a:pt x="2251" y="1048718"/>
                  </a:cubicBezTo>
                  <a:lnTo>
                    <a:pt x="267057" y="38273"/>
                  </a:lnTo>
                  <a:cubicBezTo>
                    <a:pt x="273569" y="12657"/>
                    <a:pt x="288453" y="0"/>
                    <a:pt x="314809" y="0"/>
                  </a:cubicBezTo>
                  <a:lnTo>
                    <a:pt x="451244" y="0"/>
                  </a:lnTo>
                  <a:close/>
                  <a:moveTo>
                    <a:pt x="418066" y="487594"/>
                  </a:moveTo>
                  <a:cubicBezTo>
                    <a:pt x="401632" y="423707"/>
                    <a:pt x="381787" y="267001"/>
                    <a:pt x="378686" y="235058"/>
                  </a:cubicBezTo>
                  <a:cubicBezTo>
                    <a:pt x="373724" y="273330"/>
                    <a:pt x="353880" y="425213"/>
                    <a:pt x="337446" y="487594"/>
                  </a:cubicBezTo>
                  <a:lnTo>
                    <a:pt x="288143" y="681064"/>
                  </a:lnTo>
                  <a:lnTo>
                    <a:pt x="465818" y="681064"/>
                  </a:lnTo>
                  <a:lnTo>
                    <a:pt x="418066" y="487594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4" name="手繪多邊形: 圖案 273">
              <a:extLst>
                <a:ext uri="{FF2B5EF4-FFF2-40B4-BE49-F238E27FC236}">
                  <a16:creationId xmlns:a16="http://schemas.microsoft.com/office/drawing/2014/main" id="{E3321177-8A12-C96D-82EB-A6C356CA5FE5}"/>
                </a:ext>
              </a:extLst>
            </p:cNvPr>
            <p:cNvSpPr/>
            <p:nvPr/>
          </p:nvSpPr>
          <p:spPr>
            <a:xfrm>
              <a:off x="-13559372" y="19455313"/>
              <a:ext cx="546047" cy="1086989"/>
            </a:xfrm>
            <a:custGeom>
              <a:avLst/>
              <a:gdLst>
                <a:gd name="connsiteX0" fmla="*/ 207132 w 546047"/>
                <a:gd name="connsiteY0" fmla="*/ 919134 h 1086989"/>
                <a:gd name="connsiteX1" fmla="*/ 506668 w 546047"/>
                <a:gd name="connsiteY1" fmla="*/ 919134 h 1086989"/>
                <a:gd name="connsiteX2" fmla="*/ 546048 w 546047"/>
                <a:gd name="connsiteY2" fmla="*/ 954393 h 1086989"/>
                <a:gd name="connsiteX3" fmla="*/ 546048 w 546047"/>
                <a:gd name="connsiteY3" fmla="*/ 1050224 h 1086989"/>
                <a:gd name="connsiteX4" fmla="*/ 506668 w 546047"/>
                <a:gd name="connsiteY4" fmla="*/ 1086990 h 1086989"/>
                <a:gd name="connsiteX5" fmla="*/ 32868 w 546047"/>
                <a:gd name="connsiteY5" fmla="*/ 1086990 h 1086989"/>
                <a:gd name="connsiteX6" fmla="*/ 0 w 546047"/>
                <a:gd name="connsiteY6" fmla="*/ 1048718 h 1086989"/>
                <a:gd name="connsiteX7" fmla="*/ 0 w 546047"/>
                <a:gd name="connsiteY7" fmla="*/ 38273 h 1086989"/>
                <a:gd name="connsiteX8" fmla="*/ 37830 w 546047"/>
                <a:gd name="connsiteY8" fmla="*/ 0 h 1086989"/>
                <a:gd name="connsiteX9" fmla="*/ 171163 w 546047"/>
                <a:gd name="connsiteY9" fmla="*/ 0 h 1086989"/>
                <a:gd name="connsiteX10" fmla="*/ 207443 w 546047"/>
                <a:gd name="connsiteY10" fmla="*/ 38273 h 1086989"/>
                <a:gd name="connsiteX11" fmla="*/ 207443 w 546047"/>
                <a:gd name="connsiteY11" fmla="*/ 919134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6047" h="1086989">
                  <a:moveTo>
                    <a:pt x="207132" y="919134"/>
                  </a:moveTo>
                  <a:lnTo>
                    <a:pt x="506668" y="919134"/>
                  </a:lnTo>
                  <a:cubicBezTo>
                    <a:pt x="533025" y="919134"/>
                    <a:pt x="546048" y="928778"/>
                    <a:pt x="546048" y="954393"/>
                  </a:cubicBezTo>
                  <a:lnTo>
                    <a:pt x="546048" y="1050224"/>
                  </a:lnTo>
                  <a:cubicBezTo>
                    <a:pt x="546048" y="1077346"/>
                    <a:pt x="533025" y="1086990"/>
                    <a:pt x="506668" y="1086990"/>
                  </a:cubicBezTo>
                  <a:lnTo>
                    <a:pt x="32868" y="1086990"/>
                  </a:lnTo>
                  <a:cubicBezTo>
                    <a:pt x="11473" y="1086990"/>
                    <a:pt x="0" y="1074333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30" y="0"/>
                  </a:cubicBezTo>
                  <a:lnTo>
                    <a:pt x="171163" y="0"/>
                  </a:lnTo>
                  <a:cubicBezTo>
                    <a:pt x="199070" y="0"/>
                    <a:pt x="207443" y="11151"/>
                    <a:pt x="207443" y="38273"/>
                  </a:cubicBezTo>
                  <a:lnTo>
                    <a:pt x="207443" y="919134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5" name="手繪多邊形: 圖案 274">
              <a:extLst>
                <a:ext uri="{FF2B5EF4-FFF2-40B4-BE49-F238E27FC236}">
                  <a16:creationId xmlns:a16="http://schemas.microsoft.com/office/drawing/2014/main" id="{6245EE0B-6142-BDEA-90F2-8A4C6697292B}"/>
                </a:ext>
              </a:extLst>
            </p:cNvPr>
            <p:cNvSpPr/>
            <p:nvPr/>
          </p:nvSpPr>
          <p:spPr>
            <a:xfrm>
              <a:off x="-11568977" y="19442656"/>
              <a:ext cx="672870" cy="1112604"/>
            </a:xfrm>
            <a:custGeom>
              <a:avLst/>
              <a:gdLst>
                <a:gd name="connsiteX0" fmla="*/ 672870 w 672870"/>
                <a:gd name="connsiteY0" fmla="*/ 866397 h 1112604"/>
                <a:gd name="connsiteX1" fmla="*/ 335505 w 672870"/>
                <a:gd name="connsiteY1" fmla="*/ 1112604 h 1112604"/>
                <a:gd name="connsiteX2" fmla="*/ 0 w 672870"/>
                <a:gd name="connsiteY2" fmla="*/ 866397 h 1112604"/>
                <a:gd name="connsiteX3" fmla="*/ 0 w 672870"/>
                <a:gd name="connsiteY3" fmla="*/ 246207 h 1112604"/>
                <a:gd name="connsiteX4" fmla="*/ 335505 w 672870"/>
                <a:gd name="connsiteY4" fmla="*/ 0 h 1112604"/>
                <a:gd name="connsiteX5" fmla="*/ 672870 w 672870"/>
                <a:gd name="connsiteY5" fmla="*/ 246207 h 1112604"/>
                <a:gd name="connsiteX6" fmla="*/ 672870 w 672870"/>
                <a:gd name="connsiteY6" fmla="*/ 334203 h 1112604"/>
                <a:gd name="connsiteX7" fmla="*/ 636591 w 672870"/>
                <a:gd name="connsiteY7" fmla="*/ 372475 h 1112604"/>
                <a:gd name="connsiteX8" fmla="*/ 510079 w 672870"/>
                <a:gd name="connsiteY8" fmla="*/ 372475 h 1112604"/>
                <a:gd name="connsiteX9" fmla="*/ 472249 w 672870"/>
                <a:gd name="connsiteY9" fmla="*/ 334203 h 1112604"/>
                <a:gd name="connsiteX10" fmla="*/ 472249 w 672870"/>
                <a:gd name="connsiteY10" fmla="*/ 267001 h 1112604"/>
                <a:gd name="connsiteX11" fmla="*/ 338916 w 672870"/>
                <a:gd name="connsiteY11" fmla="*/ 167855 h 1112604"/>
                <a:gd name="connsiteX12" fmla="*/ 205582 w 672870"/>
                <a:gd name="connsiteY12" fmla="*/ 267001 h 1112604"/>
                <a:gd name="connsiteX13" fmla="*/ 205582 w 672870"/>
                <a:gd name="connsiteY13" fmla="*/ 845604 h 1112604"/>
                <a:gd name="connsiteX14" fmla="*/ 338916 w 672870"/>
                <a:gd name="connsiteY14" fmla="*/ 944750 h 1112604"/>
                <a:gd name="connsiteX15" fmla="*/ 472249 w 672870"/>
                <a:gd name="connsiteY15" fmla="*/ 845604 h 1112604"/>
                <a:gd name="connsiteX16" fmla="*/ 472249 w 672870"/>
                <a:gd name="connsiteY16" fmla="*/ 756101 h 1112604"/>
                <a:gd name="connsiteX17" fmla="*/ 510079 w 672870"/>
                <a:gd name="connsiteY17" fmla="*/ 719336 h 1112604"/>
                <a:gd name="connsiteX18" fmla="*/ 636591 w 672870"/>
                <a:gd name="connsiteY18" fmla="*/ 719336 h 1112604"/>
                <a:gd name="connsiteX19" fmla="*/ 672870 w 672870"/>
                <a:gd name="connsiteY19" fmla="*/ 756101 h 1112604"/>
                <a:gd name="connsiteX20" fmla="*/ 672870 w 672870"/>
                <a:gd name="connsiteY20" fmla="*/ 866397 h 111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2870" h="1112604">
                  <a:moveTo>
                    <a:pt x="672870" y="866397"/>
                  </a:moveTo>
                  <a:cubicBezTo>
                    <a:pt x="672870" y="994172"/>
                    <a:pt x="597212" y="1112604"/>
                    <a:pt x="335505" y="1112604"/>
                  </a:cubicBezTo>
                  <a:cubicBezTo>
                    <a:pt x="73799" y="1112604"/>
                    <a:pt x="0" y="994172"/>
                    <a:pt x="0" y="866397"/>
                  </a:cubicBezTo>
                  <a:lnTo>
                    <a:pt x="0" y="246207"/>
                  </a:lnTo>
                  <a:cubicBezTo>
                    <a:pt x="0" y="118433"/>
                    <a:pt x="77209" y="0"/>
                    <a:pt x="335505" y="0"/>
                  </a:cubicBezTo>
                  <a:cubicBezTo>
                    <a:pt x="593800" y="0"/>
                    <a:pt x="672870" y="118433"/>
                    <a:pt x="672870" y="246207"/>
                  </a:cubicBezTo>
                  <a:lnTo>
                    <a:pt x="672870" y="334203"/>
                  </a:lnTo>
                  <a:cubicBezTo>
                    <a:pt x="672870" y="361325"/>
                    <a:pt x="662948" y="372475"/>
                    <a:pt x="636591" y="372475"/>
                  </a:cubicBezTo>
                  <a:lnTo>
                    <a:pt x="510079" y="372475"/>
                  </a:lnTo>
                  <a:cubicBezTo>
                    <a:pt x="482172" y="372475"/>
                    <a:pt x="472249" y="361325"/>
                    <a:pt x="472249" y="334203"/>
                  </a:cubicBezTo>
                  <a:lnTo>
                    <a:pt x="472249" y="267001"/>
                  </a:lnTo>
                  <a:cubicBezTo>
                    <a:pt x="472249" y="201305"/>
                    <a:pt x="427908" y="167855"/>
                    <a:pt x="338916" y="167855"/>
                  </a:cubicBezTo>
                  <a:cubicBezTo>
                    <a:pt x="249923" y="167855"/>
                    <a:pt x="205582" y="201305"/>
                    <a:pt x="205582" y="267001"/>
                  </a:cubicBezTo>
                  <a:lnTo>
                    <a:pt x="205582" y="845604"/>
                  </a:lnTo>
                  <a:cubicBezTo>
                    <a:pt x="205582" y="911299"/>
                    <a:pt x="248373" y="944750"/>
                    <a:pt x="338916" y="944750"/>
                  </a:cubicBezTo>
                  <a:cubicBezTo>
                    <a:pt x="429459" y="944750"/>
                    <a:pt x="472249" y="911299"/>
                    <a:pt x="472249" y="845604"/>
                  </a:cubicBezTo>
                  <a:lnTo>
                    <a:pt x="472249" y="756101"/>
                  </a:lnTo>
                  <a:cubicBezTo>
                    <a:pt x="472249" y="728979"/>
                    <a:pt x="482172" y="719336"/>
                    <a:pt x="510079" y="719336"/>
                  </a:cubicBezTo>
                  <a:lnTo>
                    <a:pt x="636591" y="719336"/>
                  </a:lnTo>
                  <a:cubicBezTo>
                    <a:pt x="662948" y="719336"/>
                    <a:pt x="672870" y="728979"/>
                    <a:pt x="672870" y="756101"/>
                  </a:cubicBezTo>
                  <a:lnTo>
                    <a:pt x="672870" y="866397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6" name="手繪多邊形: 圖案 275">
              <a:extLst>
                <a:ext uri="{FF2B5EF4-FFF2-40B4-BE49-F238E27FC236}">
                  <a16:creationId xmlns:a16="http://schemas.microsoft.com/office/drawing/2014/main" id="{3EEBBC3B-AA7D-9DD5-0779-94F8E1F927EF}"/>
                </a:ext>
              </a:extLst>
            </p:cNvPr>
            <p:cNvSpPr/>
            <p:nvPr/>
          </p:nvSpPr>
          <p:spPr>
            <a:xfrm>
              <a:off x="-10196879" y="19455313"/>
              <a:ext cx="546047" cy="1086989"/>
            </a:xfrm>
            <a:custGeom>
              <a:avLst/>
              <a:gdLst>
                <a:gd name="connsiteX0" fmla="*/ 207132 w 546047"/>
                <a:gd name="connsiteY0" fmla="*/ 919134 h 1086989"/>
                <a:gd name="connsiteX1" fmla="*/ 506668 w 546047"/>
                <a:gd name="connsiteY1" fmla="*/ 919134 h 1086989"/>
                <a:gd name="connsiteX2" fmla="*/ 546048 w 546047"/>
                <a:gd name="connsiteY2" fmla="*/ 954393 h 1086989"/>
                <a:gd name="connsiteX3" fmla="*/ 546048 w 546047"/>
                <a:gd name="connsiteY3" fmla="*/ 1050224 h 1086989"/>
                <a:gd name="connsiteX4" fmla="*/ 506668 w 546047"/>
                <a:gd name="connsiteY4" fmla="*/ 1086990 h 1086989"/>
                <a:gd name="connsiteX5" fmla="*/ 32868 w 546047"/>
                <a:gd name="connsiteY5" fmla="*/ 1086990 h 1086989"/>
                <a:gd name="connsiteX6" fmla="*/ 0 w 546047"/>
                <a:gd name="connsiteY6" fmla="*/ 1048718 h 1086989"/>
                <a:gd name="connsiteX7" fmla="*/ 0 w 546047"/>
                <a:gd name="connsiteY7" fmla="*/ 38273 h 1086989"/>
                <a:gd name="connsiteX8" fmla="*/ 37830 w 546047"/>
                <a:gd name="connsiteY8" fmla="*/ 0 h 1086989"/>
                <a:gd name="connsiteX9" fmla="*/ 171163 w 546047"/>
                <a:gd name="connsiteY9" fmla="*/ 0 h 1086989"/>
                <a:gd name="connsiteX10" fmla="*/ 207443 w 546047"/>
                <a:gd name="connsiteY10" fmla="*/ 38273 h 1086989"/>
                <a:gd name="connsiteX11" fmla="*/ 207443 w 546047"/>
                <a:gd name="connsiteY11" fmla="*/ 919134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6047" h="1086989">
                  <a:moveTo>
                    <a:pt x="207132" y="919134"/>
                  </a:moveTo>
                  <a:lnTo>
                    <a:pt x="506668" y="919134"/>
                  </a:lnTo>
                  <a:cubicBezTo>
                    <a:pt x="533025" y="919134"/>
                    <a:pt x="546048" y="928778"/>
                    <a:pt x="546048" y="954393"/>
                  </a:cubicBezTo>
                  <a:lnTo>
                    <a:pt x="546048" y="1050224"/>
                  </a:lnTo>
                  <a:cubicBezTo>
                    <a:pt x="546048" y="1077346"/>
                    <a:pt x="533025" y="1086990"/>
                    <a:pt x="506668" y="1086990"/>
                  </a:cubicBezTo>
                  <a:lnTo>
                    <a:pt x="32868" y="1086990"/>
                  </a:lnTo>
                  <a:cubicBezTo>
                    <a:pt x="11473" y="1086990"/>
                    <a:pt x="0" y="1074333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30" y="0"/>
                  </a:cubicBezTo>
                  <a:lnTo>
                    <a:pt x="171163" y="0"/>
                  </a:lnTo>
                  <a:cubicBezTo>
                    <a:pt x="199070" y="0"/>
                    <a:pt x="207443" y="11151"/>
                    <a:pt x="207443" y="38273"/>
                  </a:cubicBezTo>
                  <a:lnTo>
                    <a:pt x="207443" y="919134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7" name="手繪多邊形: 圖案 276">
              <a:extLst>
                <a:ext uri="{FF2B5EF4-FFF2-40B4-BE49-F238E27FC236}">
                  <a16:creationId xmlns:a16="http://schemas.microsoft.com/office/drawing/2014/main" id="{8C25AC88-852A-B1A2-C815-B04B1F509617}"/>
                </a:ext>
              </a:extLst>
            </p:cNvPr>
            <p:cNvSpPr/>
            <p:nvPr/>
          </p:nvSpPr>
          <p:spPr>
            <a:xfrm>
              <a:off x="-8993154" y="19455313"/>
              <a:ext cx="207442" cy="1086989"/>
            </a:xfrm>
            <a:custGeom>
              <a:avLst/>
              <a:gdLst>
                <a:gd name="connsiteX0" fmla="*/ 207443 w 207442"/>
                <a:gd name="connsiteY0" fmla="*/ 1048718 h 1086989"/>
                <a:gd name="connsiteX1" fmla="*/ 171163 w 207442"/>
                <a:gd name="connsiteY1" fmla="*/ 1086990 h 1086989"/>
                <a:gd name="connsiteX2" fmla="*/ 37830 w 207442"/>
                <a:gd name="connsiteY2" fmla="*/ 1086990 h 1086989"/>
                <a:gd name="connsiteX3" fmla="*/ 0 w 207442"/>
                <a:gd name="connsiteY3" fmla="*/ 1048718 h 1086989"/>
                <a:gd name="connsiteX4" fmla="*/ 0 w 207442"/>
                <a:gd name="connsiteY4" fmla="*/ 38273 h 1086989"/>
                <a:gd name="connsiteX5" fmla="*/ 37830 w 207442"/>
                <a:gd name="connsiteY5" fmla="*/ 0 h 1086989"/>
                <a:gd name="connsiteX6" fmla="*/ 171163 w 207442"/>
                <a:gd name="connsiteY6" fmla="*/ 0 h 1086989"/>
                <a:gd name="connsiteX7" fmla="*/ 207443 w 207442"/>
                <a:gd name="connsiteY7" fmla="*/ 38273 h 1086989"/>
                <a:gd name="connsiteX8" fmla="*/ 207443 w 207442"/>
                <a:gd name="connsiteY8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442" h="1086989">
                  <a:moveTo>
                    <a:pt x="207443" y="1048718"/>
                  </a:moveTo>
                  <a:cubicBezTo>
                    <a:pt x="207443" y="1075840"/>
                    <a:pt x="199070" y="1086990"/>
                    <a:pt x="171163" y="1086990"/>
                  </a:cubicBezTo>
                  <a:lnTo>
                    <a:pt x="37830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30" y="0"/>
                  </a:cubicBezTo>
                  <a:lnTo>
                    <a:pt x="171163" y="0"/>
                  </a:lnTo>
                  <a:cubicBezTo>
                    <a:pt x="199070" y="0"/>
                    <a:pt x="207443" y="11151"/>
                    <a:pt x="207443" y="38273"/>
                  </a:cubicBezTo>
                  <a:lnTo>
                    <a:pt x="207443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8" name="手繪多邊形: 圖案 277">
              <a:extLst>
                <a:ext uri="{FF2B5EF4-FFF2-40B4-BE49-F238E27FC236}">
                  <a16:creationId xmlns:a16="http://schemas.microsoft.com/office/drawing/2014/main" id="{84A7957F-F71D-70D8-9D4D-AE78087624C7}"/>
                </a:ext>
              </a:extLst>
            </p:cNvPr>
            <p:cNvSpPr/>
            <p:nvPr/>
          </p:nvSpPr>
          <p:spPr>
            <a:xfrm>
              <a:off x="-8044004" y="19455313"/>
              <a:ext cx="699226" cy="1086989"/>
            </a:xfrm>
            <a:custGeom>
              <a:avLst/>
              <a:gdLst>
                <a:gd name="connsiteX0" fmla="*/ 699227 w 699226"/>
                <a:gd name="connsiteY0" fmla="*/ 1048718 h 1086989"/>
                <a:gd name="connsiteX1" fmla="*/ 662948 w 699226"/>
                <a:gd name="connsiteY1" fmla="*/ 1086990 h 1086989"/>
                <a:gd name="connsiteX2" fmla="*/ 541088 w 699226"/>
                <a:gd name="connsiteY2" fmla="*/ 1086990 h 1086989"/>
                <a:gd name="connsiteX3" fmla="*/ 503258 w 699226"/>
                <a:gd name="connsiteY3" fmla="*/ 1064690 h 1086989"/>
                <a:gd name="connsiteX4" fmla="*/ 243412 w 699226"/>
                <a:gd name="connsiteY4" fmla="*/ 540331 h 1086989"/>
                <a:gd name="connsiteX5" fmla="*/ 190698 w 699226"/>
                <a:gd name="connsiteY5" fmla="*/ 418885 h 1086989"/>
                <a:gd name="connsiteX6" fmla="*/ 190698 w 699226"/>
                <a:gd name="connsiteY6" fmla="*/ 1048718 h 1086989"/>
                <a:gd name="connsiteX7" fmla="*/ 154419 w 699226"/>
                <a:gd name="connsiteY7" fmla="*/ 1086990 h 1086989"/>
                <a:gd name="connsiteX8" fmla="*/ 39380 w 699226"/>
                <a:gd name="connsiteY8" fmla="*/ 1086990 h 1086989"/>
                <a:gd name="connsiteX9" fmla="*/ 0 w 699226"/>
                <a:gd name="connsiteY9" fmla="*/ 1048718 h 1086989"/>
                <a:gd name="connsiteX10" fmla="*/ 0 w 699226"/>
                <a:gd name="connsiteY10" fmla="*/ 38273 h 1086989"/>
                <a:gd name="connsiteX11" fmla="*/ 39380 w 699226"/>
                <a:gd name="connsiteY11" fmla="*/ 0 h 1086989"/>
                <a:gd name="connsiteX12" fmla="*/ 162791 w 699226"/>
                <a:gd name="connsiteY12" fmla="*/ 0 h 1086989"/>
                <a:gd name="connsiteX13" fmla="*/ 197210 w 699226"/>
                <a:gd name="connsiteY13" fmla="*/ 20794 h 1086989"/>
                <a:gd name="connsiteX14" fmla="*/ 465428 w 699226"/>
                <a:gd name="connsiteY14" fmla="*/ 556303 h 1086989"/>
                <a:gd name="connsiteX15" fmla="*/ 509769 w 699226"/>
                <a:gd name="connsiteY15" fmla="*/ 665092 h 1086989"/>
                <a:gd name="connsiteX16" fmla="*/ 509769 w 699226"/>
                <a:gd name="connsiteY16" fmla="*/ 38273 h 1086989"/>
                <a:gd name="connsiteX17" fmla="*/ 547599 w 699226"/>
                <a:gd name="connsiteY17" fmla="*/ 0 h 1086989"/>
                <a:gd name="connsiteX18" fmla="*/ 662638 w 699226"/>
                <a:gd name="connsiteY18" fmla="*/ 0 h 1086989"/>
                <a:gd name="connsiteX19" fmla="*/ 698917 w 699226"/>
                <a:gd name="connsiteY19" fmla="*/ 38273 h 1086989"/>
                <a:gd name="connsiteX20" fmla="*/ 698917 w 699226"/>
                <a:gd name="connsiteY20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9226" h="1086989">
                  <a:moveTo>
                    <a:pt x="699227" y="1048718"/>
                  </a:moveTo>
                  <a:cubicBezTo>
                    <a:pt x="699227" y="1075840"/>
                    <a:pt x="690855" y="1086990"/>
                    <a:pt x="662948" y="1086990"/>
                  </a:cubicBezTo>
                  <a:lnTo>
                    <a:pt x="541088" y="1086990"/>
                  </a:lnTo>
                  <a:cubicBezTo>
                    <a:pt x="519692" y="1086990"/>
                    <a:pt x="511630" y="1080661"/>
                    <a:pt x="503258" y="1064690"/>
                  </a:cubicBezTo>
                  <a:lnTo>
                    <a:pt x="243412" y="540331"/>
                  </a:lnTo>
                  <a:cubicBezTo>
                    <a:pt x="223566" y="502058"/>
                    <a:pt x="204032" y="458663"/>
                    <a:pt x="190698" y="418885"/>
                  </a:cubicBezTo>
                  <a:lnTo>
                    <a:pt x="190698" y="1048718"/>
                  </a:lnTo>
                  <a:cubicBezTo>
                    <a:pt x="190698" y="1075840"/>
                    <a:pt x="180776" y="1086990"/>
                    <a:pt x="154419" y="1086990"/>
                  </a:cubicBezTo>
                  <a:lnTo>
                    <a:pt x="39380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9380" y="0"/>
                  </a:cubicBezTo>
                  <a:lnTo>
                    <a:pt x="162791" y="0"/>
                  </a:lnTo>
                  <a:cubicBezTo>
                    <a:pt x="180776" y="0"/>
                    <a:pt x="189148" y="6329"/>
                    <a:pt x="197210" y="20794"/>
                  </a:cubicBezTo>
                  <a:lnTo>
                    <a:pt x="465428" y="556303"/>
                  </a:lnTo>
                  <a:cubicBezTo>
                    <a:pt x="481862" y="588247"/>
                    <a:pt x="498297" y="631340"/>
                    <a:pt x="509769" y="665092"/>
                  </a:cubicBezTo>
                  <a:lnTo>
                    <a:pt x="509769" y="38273"/>
                  </a:lnTo>
                  <a:cubicBezTo>
                    <a:pt x="509769" y="11151"/>
                    <a:pt x="521242" y="0"/>
                    <a:pt x="547599" y="0"/>
                  </a:cubicBezTo>
                  <a:lnTo>
                    <a:pt x="662638" y="0"/>
                  </a:lnTo>
                  <a:cubicBezTo>
                    <a:pt x="690545" y="0"/>
                    <a:pt x="698917" y="11151"/>
                    <a:pt x="698917" y="38273"/>
                  </a:cubicBezTo>
                  <a:lnTo>
                    <a:pt x="698917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79" name="手繪多邊形: 圖案 278">
              <a:extLst>
                <a:ext uri="{FF2B5EF4-FFF2-40B4-BE49-F238E27FC236}">
                  <a16:creationId xmlns:a16="http://schemas.microsoft.com/office/drawing/2014/main" id="{5CE45E52-EC47-7021-76CE-EE21120F0965}"/>
                </a:ext>
              </a:extLst>
            </p:cNvPr>
            <p:cNvSpPr/>
            <p:nvPr/>
          </p:nvSpPr>
          <p:spPr>
            <a:xfrm>
              <a:off x="-6603069" y="19455313"/>
              <a:ext cx="207442" cy="1086989"/>
            </a:xfrm>
            <a:custGeom>
              <a:avLst/>
              <a:gdLst>
                <a:gd name="connsiteX0" fmla="*/ 207443 w 207442"/>
                <a:gd name="connsiteY0" fmla="*/ 1048718 h 1086989"/>
                <a:gd name="connsiteX1" fmla="*/ 171164 w 207442"/>
                <a:gd name="connsiteY1" fmla="*/ 1086990 h 1086989"/>
                <a:gd name="connsiteX2" fmla="*/ 37830 w 207442"/>
                <a:gd name="connsiteY2" fmla="*/ 1086990 h 1086989"/>
                <a:gd name="connsiteX3" fmla="*/ 0 w 207442"/>
                <a:gd name="connsiteY3" fmla="*/ 1048718 h 1086989"/>
                <a:gd name="connsiteX4" fmla="*/ 0 w 207442"/>
                <a:gd name="connsiteY4" fmla="*/ 38273 h 1086989"/>
                <a:gd name="connsiteX5" fmla="*/ 37830 w 207442"/>
                <a:gd name="connsiteY5" fmla="*/ 0 h 1086989"/>
                <a:gd name="connsiteX6" fmla="*/ 171164 w 207442"/>
                <a:gd name="connsiteY6" fmla="*/ 0 h 1086989"/>
                <a:gd name="connsiteX7" fmla="*/ 207443 w 207442"/>
                <a:gd name="connsiteY7" fmla="*/ 38273 h 1086989"/>
                <a:gd name="connsiteX8" fmla="*/ 207443 w 207442"/>
                <a:gd name="connsiteY8" fmla="*/ 1048718 h 108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7442" h="1086989">
                  <a:moveTo>
                    <a:pt x="207443" y="1048718"/>
                  </a:moveTo>
                  <a:cubicBezTo>
                    <a:pt x="207443" y="1075840"/>
                    <a:pt x="199070" y="1086990"/>
                    <a:pt x="171164" y="1086990"/>
                  </a:cubicBezTo>
                  <a:lnTo>
                    <a:pt x="37830" y="1086990"/>
                  </a:lnTo>
                  <a:cubicBezTo>
                    <a:pt x="11473" y="1086990"/>
                    <a:pt x="0" y="1075840"/>
                    <a:pt x="0" y="1048718"/>
                  </a:cubicBezTo>
                  <a:lnTo>
                    <a:pt x="0" y="38273"/>
                  </a:lnTo>
                  <a:cubicBezTo>
                    <a:pt x="0" y="11151"/>
                    <a:pt x="11473" y="0"/>
                    <a:pt x="37830" y="0"/>
                  </a:cubicBezTo>
                  <a:lnTo>
                    <a:pt x="171164" y="0"/>
                  </a:lnTo>
                  <a:cubicBezTo>
                    <a:pt x="199070" y="0"/>
                    <a:pt x="207443" y="11151"/>
                    <a:pt x="207443" y="38273"/>
                  </a:cubicBezTo>
                  <a:lnTo>
                    <a:pt x="207443" y="1048718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280" name="手繪多邊形: 圖案 279">
              <a:extLst>
                <a:ext uri="{FF2B5EF4-FFF2-40B4-BE49-F238E27FC236}">
                  <a16:creationId xmlns:a16="http://schemas.microsoft.com/office/drawing/2014/main" id="{05A16BC1-4E27-F13A-5D21-059D8CE95CF5}"/>
                </a:ext>
              </a:extLst>
            </p:cNvPr>
            <p:cNvSpPr/>
            <p:nvPr/>
          </p:nvSpPr>
          <p:spPr>
            <a:xfrm>
              <a:off x="-5666941" y="19442656"/>
              <a:ext cx="672870" cy="1112604"/>
            </a:xfrm>
            <a:custGeom>
              <a:avLst/>
              <a:gdLst>
                <a:gd name="connsiteX0" fmla="*/ 672871 w 672870"/>
                <a:gd name="connsiteY0" fmla="*/ 866397 h 1112604"/>
                <a:gd name="connsiteX1" fmla="*/ 335505 w 672870"/>
                <a:gd name="connsiteY1" fmla="*/ 1112604 h 1112604"/>
                <a:gd name="connsiteX2" fmla="*/ 0 w 672870"/>
                <a:gd name="connsiteY2" fmla="*/ 866397 h 1112604"/>
                <a:gd name="connsiteX3" fmla="*/ 0 w 672870"/>
                <a:gd name="connsiteY3" fmla="*/ 246207 h 1112604"/>
                <a:gd name="connsiteX4" fmla="*/ 335505 w 672870"/>
                <a:gd name="connsiteY4" fmla="*/ 0 h 1112604"/>
                <a:gd name="connsiteX5" fmla="*/ 672871 w 672870"/>
                <a:gd name="connsiteY5" fmla="*/ 246207 h 1112604"/>
                <a:gd name="connsiteX6" fmla="*/ 672871 w 672870"/>
                <a:gd name="connsiteY6" fmla="*/ 334203 h 1112604"/>
                <a:gd name="connsiteX7" fmla="*/ 636591 w 672870"/>
                <a:gd name="connsiteY7" fmla="*/ 372475 h 1112604"/>
                <a:gd name="connsiteX8" fmla="*/ 510079 w 672870"/>
                <a:gd name="connsiteY8" fmla="*/ 372475 h 1112604"/>
                <a:gd name="connsiteX9" fmla="*/ 472250 w 672870"/>
                <a:gd name="connsiteY9" fmla="*/ 334203 h 1112604"/>
                <a:gd name="connsiteX10" fmla="*/ 472250 w 672870"/>
                <a:gd name="connsiteY10" fmla="*/ 267001 h 1112604"/>
                <a:gd name="connsiteX11" fmla="*/ 338916 w 672870"/>
                <a:gd name="connsiteY11" fmla="*/ 167855 h 1112604"/>
                <a:gd name="connsiteX12" fmla="*/ 205582 w 672870"/>
                <a:gd name="connsiteY12" fmla="*/ 267001 h 1112604"/>
                <a:gd name="connsiteX13" fmla="*/ 205582 w 672870"/>
                <a:gd name="connsiteY13" fmla="*/ 845604 h 1112604"/>
                <a:gd name="connsiteX14" fmla="*/ 338916 w 672870"/>
                <a:gd name="connsiteY14" fmla="*/ 944750 h 1112604"/>
                <a:gd name="connsiteX15" fmla="*/ 472250 w 672870"/>
                <a:gd name="connsiteY15" fmla="*/ 845604 h 1112604"/>
                <a:gd name="connsiteX16" fmla="*/ 472250 w 672870"/>
                <a:gd name="connsiteY16" fmla="*/ 756101 h 1112604"/>
                <a:gd name="connsiteX17" fmla="*/ 510079 w 672870"/>
                <a:gd name="connsiteY17" fmla="*/ 719336 h 1112604"/>
                <a:gd name="connsiteX18" fmla="*/ 636591 w 672870"/>
                <a:gd name="connsiteY18" fmla="*/ 719336 h 1112604"/>
                <a:gd name="connsiteX19" fmla="*/ 672871 w 672870"/>
                <a:gd name="connsiteY19" fmla="*/ 756101 h 1112604"/>
                <a:gd name="connsiteX20" fmla="*/ 672871 w 672870"/>
                <a:gd name="connsiteY20" fmla="*/ 866397 h 1112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72870" h="1112604">
                  <a:moveTo>
                    <a:pt x="672871" y="866397"/>
                  </a:moveTo>
                  <a:cubicBezTo>
                    <a:pt x="672871" y="994172"/>
                    <a:pt x="597211" y="1112604"/>
                    <a:pt x="335505" y="1112604"/>
                  </a:cubicBezTo>
                  <a:cubicBezTo>
                    <a:pt x="73799" y="1112604"/>
                    <a:pt x="0" y="994172"/>
                    <a:pt x="0" y="866397"/>
                  </a:cubicBezTo>
                  <a:lnTo>
                    <a:pt x="0" y="246207"/>
                  </a:lnTo>
                  <a:cubicBezTo>
                    <a:pt x="0" y="118433"/>
                    <a:pt x="77210" y="0"/>
                    <a:pt x="335505" y="0"/>
                  </a:cubicBezTo>
                  <a:cubicBezTo>
                    <a:pt x="593800" y="0"/>
                    <a:pt x="672871" y="118433"/>
                    <a:pt x="672871" y="246207"/>
                  </a:cubicBezTo>
                  <a:lnTo>
                    <a:pt x="672871" y="334203"/>
                  </a:lnTo>
                  <a:cubicBezTo>
                    <a:pt x="672871" y="361325"/>
                    <a:pt x="662948" y="372475"/>
                    <a:pt x="636591" y="372475"/>
                  </a:cubicBezTo>
                  <a:lnTo>
                    <a:pt x="510079" y="372475"/>
                  </a:lnTo>
                  <a:cubicBezTo>
                    <a:pt x="482172" y="372475"/>
                    <a:pt x="472250" y="361325"/>
                    <a:pt x="472250" y="334203"/>
                  </a:cubicBezTo>
                  <a:lnTo>
                    <a:pt x="472250" y="267001"/>
                  </a:lnTo>
                  <a:cubicBezTo>
                    <a:pt x="472250" y="201305"/>
                    <a:pt x="427909" y="167855"/>
                    <a:pt x="338916" y="167855"/>
                  </a:cubicBezTo>
                  <a:cubicBezTo>
                    <a:pt x="249923" y="167855"/>
                    <a:pt x="205582" y="201305"/>
                    <a:pt x="205582" y="267001"/>
                  </a:cubicBezTo>
                  <a:lnTo>
                    <a:pt x="205582" y="845604"/>
                  </a:lnTo>
                  <a:cubicBezTo>
                    <a:pt x="205582" y="911299"/>
                    <a:pt x="248373" y="944750"/>
                    <a:pt x="338916" y="944750"/>
                  </a:cubicBezTo>
                  <a:cubicBezTo>
                    <a:pt x="429459" y="944750"/>
                    <a:pt x="472250" y="911299"/>
                    <a:pt x="472250" y="845604"/>
                  </a:cubicBezTo>
                  <a:lnTo>
                    <a:pt x="472250" y="756101"/>
                  </a:lnTo>
                  <a:cubicBezTo>
                    <a:pt x="472250" y="728979"/>
                    <a:pt x="482172" y="719336"/>
                    <a:pt x="510079" y="719336"/>
                  </a:cubicBezTo>
                  <a:lnTo>
                    <a:pt x="636591" y="719336"/>
                  </a:lnTo>
                  <a:cubicBezTo>
                    <a:pt x="662948" y="719336"/>
                    <a:pt x="672871" y="728979"/>
                    <a:pt x="672871" y="756101"/>
                  </a:cubicBezTo>
                  <a:lnTo>
                    <a:pt x="672871" y="866397"/>
                  </a:lnTo>
                  <a:close/>
                </a:path>
              </a:pathLst>
            </a:custGeom>
            <a:solidFill>
              <a:srgbClr val="231815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</p:grpSp>
      <p:grpSp>
        <p:nvGrpSpPr>
          <p:cNvPr id="281" name="圖形 17">
            <a:extLst>
              <a:ext uri="{FF2B5EF4-FFF2-40B4-BE49-F238E27FC236}">
                <a16:creationId xmlns:a16="http://schemas.microsoft.com/office/drawing/2014/main" id="{699F6A32-C674-2D32-BA44-7059DC261C90}"/>
              </a:ext>
            </a:extLst>
          </p:cNvPr>
          <p:cNvGrpSpPr/>
          <p:nvPr/>
        </p:nvGrpSpPr>
        <p:grpSpPr>
          <a:xfrm>
            <a:off x="-68873526" y="39162046"/>
            <a:ext cx="161570179" cy="66470766"/>
            <a:chOff x="-69302514" y="24826373"/>
            <a:chExt cx="162576542" cy="66884789"/>
          </a:xfrm>
          <a:noFill/>
        </p:grpSpPr>
        <p:grpSp>
          <p:nvGrpSpPr>
            <p:cNvPr id="282" name="圖形 17">
              <a:extLst>
                <a:ext uri="{FF2B5EF4-FFF2-40B4-BE49-F238E27FC236}">
                  <a16:creationId xmlns:a16="http://schemas.microsoft.com/office/drawing/2014/main" id="{ECB47B0D-2913-7A84-B085-FE53720BF07F}"/>
                </a:ext>
              </a:extLst>
            </p:cNvPr>
            <p:cNvGrpSpPr/>
            <p:nvPr/>
          </p:nvGrpSpPr>
          <p:grpSpPr>
            <a:xfrm>
              <a:off x="-54761377" y="24826373"/>
              <a:ext cx="18176195" cy="66884789"/>
              <a:chOff x="-54761377" y="24826373"/>
              <a:chExt cx="18176195" cy="66884789"/>
            </a:xfrm>
            <a:noFill/>
          </p:grpSpPr>
          <p:grpSp>
            <p:nvGrpSpPr>
              <p:cNvPr id="283" name="圖形 17">
                <a:extLst>
                  <a:ext uri="{FF2B5EF4-FFF2-40B4-BE49-F238E27FC236}">
                    <a16:creationId xmlns:a16="http://schemas.microsoft.com/office/drawing/2014/main" id="{96A21668-E463-C1C8-1C36-9AC9F9CD0F5E}"/>
                  </a:ext>
                </a:extLst>
              </p:cNvPr>
              <p:cNvGrpSpPr/>
              <p:nvPr/>
            </p:nvGrpSpPr>
            <p:grpSpPr>
              <a:xfrm>
                <a:off x="-54761377" y="24826373"/>
                <a:ext cx="18176195" cy="30338539"/>
                <a:chOff x="-54761377" y="24826373"/>
                <a:chExt cx="18176195" cy="30338539"/>
              </a:xfrm>
              <a:noFill/>
            </p:grpSpPr>
            <p:sp>
              <p:nvSpPr>
                <p:cNvPr id="284" name="手繪多邊形: 圖案 283">
                  <a:extLst>
                    <a:ext uri="{FF2B5EF4-FFF2-40B4-BE49-F238E27FC236}">
                      <a16:creationId xmlns:a16="http://schemas.microsoft.com/office/drawing/2014/main" id="{A9215B4A-CE52-4BD8-AACE-507BA02ADB56}"/>
                    </a:ext>
                  </a:extLst>
                </p:cNvPr>
                <p:cNvSpPr/>
                <p:nvPr/>
              </p:nvSpPr>
              <p:spPr>
                <a:xfrm>
                  <a:off x="-54761377" y="24826373"/>
                  <a:ext cx="1485276" cy="30135"/>
                </a:xfrm>
                <a:custGeom>
                  <a:avLst/>
                  <a:gdLst>
                    <a:gd name="connsiteX0" fmla="*/ 2 w 1485276"/>
                    <a:gd name="connsiteY0" fmla="*/ 0 h 30135"/>
                    <a:gd name="connsiteX1" fmla="*/ 1485275 w 1485276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5276" h="30135">
                      <a:moveTo>
                        <a:pt x="2" y="0"/>
                      </a:moveTo>
                      <a:lnTo>
                        <a:pt x="1485275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85" name="手繪多邊形: 圖案 284">
                  <a:extLst>
                    <a:ext uri="{FF2B5EF4-FFF2-40B4-BE49-F238E27FC236}">
                      <a16:creationId xmlns:a16="http://schemas.microsoft.com/office/drawing/2014/main" id="{30567078-38A1-C6C9-9ABD-8AE283735A95}"/>
                    </a:ext>
                  </a:extLst>
                </p:cNvPr>
                <p:cNvSpPr/>
                <p:nvPr/>
              </p:nvSpPr>
              <p:spPr>
                <a:xfrm>
                  <a:off x="-54578121" y="24826373"/>
                  <a:ext cx="1302019" cy="1711397"/>
                </a:xfrm>
                <a:custGeom>
                  <a:avLst/>
                  <a:gdLst>
                    <a:gd name="connsiteX0" fmla="*/ 1302020 w 1302019"/>
                    <a:gd name="connsiteY0" fmla="*/ 1711397 h 1711397"/>
                    <a:gd name="connsiteX1" fmla="*/ 388219 w 1302019"/>
                    <a:gd name="connsiteY1" fmla="*/ 1711397 h 1711397"/>
                    <a:gd name="connsiteX2" fmla="*/ 0 w 1302019"/>
                    <a:gd name="connsiteY2" fmla="*/ 1334102 h 1711397"/>
                    <a:gd name="connsiteX3" fmla="*/ 0 w 1302019"/>
                    <a:gd name="connsiteY3" fmla="*/ 0 h 17113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2019" h="1711397">
                      <a:moveTo>
                        <a:pt x="1302020" y="1711397"/>
                      </a:moveTo>
                      <a:lnTo>
                        <a:pt x="388219" y="1711397"/>
                      </a:lnTo>
                      <a:cubicBezTo>
                        <a:pt x="173954" y="1711397"/>
                        <a:pt x="0" y="1542337"/>
                        <a:pt x="0" y="1334102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86" name="手繪多邊形: 圖案 285">
                  <a:extLst>
                    <a:ext uri="{FF2B5EF4-FFF2-40B4-BE49-F238E27FC236}">
                      <a16:creationId xmlns:a16="http://schemas.microsoft.com/office/drawing/2014/main" id="{B3F75FA8-00CD-E955-C11E-2B4D89E8E926}"/>
                    </a:ext>
                  </a:extLst>
                </p:cNvPr>
                <p:cNvSpPr/>
                <p:nvPr/>
              </p:nvSpPr>
              <p:spPr>
                <a:xfrm>
                  <a:off x="-54225871" y="25221450"/>
                  <a:ext cx="826359" cy="30135"/>
                </a:xfrm>
                <a:custGeom>
                  <a:avLst/>
                  <a:gdLst>
                    <a:gd name="connsiteX0" fmla="*/ -2 w 826359"/>
                    <a:gd name="connsiteY0" fmla="*/ 0 h 30135"/>
                    <a:gd name="connsiteX1" fmla="*/ 826359 w 826359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6359" h="30135">
                      <a:moveTo>
                        <a:pt x="-2" y="0"/>
                      </a:moveTo>
                      <a:lnTo>
                        <a:pt x="826359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87" name="手繪多邊形: 圖案 286">
                  <a:extLst>
                    <a:ext uri="{FF2B5EF4-FFF2-40B4-BE49-F238E27FC236}">
                      <a16:creationId xmlns:a16="http://schemas.microsoft.com/office/drawing/2014/main" id="{8E9DB39E-7635-A842-8402-68FFFA7A236D}"/>
                    </a:ext>
                  </a:extLst>
                </p:cNvPr>
                <p:cNvSpPr/>
                <p:nvPr/>
              </p:nvSpPr>
              <p:spPr>
                <a:xfrm>
                  <a:off x="-54287887" y="25673785"/>
                  <a:ext cx="888375" cy="30135"/>
                </a:xfrm>
                <a:custGeom>
                  <a:avLst/>
                  <a:gdLst>
                    <a:gd name="connsiteX0" fmla="*/ -2 w 888375"/>
                    <a:gd name="connsiteY0" fmla="*/ 0 h 30135"/>
                    <a:gd name="connsiteX1" fmla="*/ 888374 w 88837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375" h="30135">
                      <a:moveTo>
                        <a:pt x="-2" y="0"/>
                      </a:moveTo>
                      <a:lnTo>
                        <a:pt x="888374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88" name="手繪多邊形: 圖案 287">
                  <a:extLst>
                    <a:ext uri="{FF2B5EF4-FFF2-40B4-BE49-F238E27FC236}">
                      <a16:creationId xmlns:a16="http://schemas.microsoft.com/office/drawing/2014/main" id="{FFB8C4D5-7547-A270-830E-E411D4A386A9}"/>
                    </a:ext>
                  </a:extLst>
                </p:cNvPr>
                <p:cNvSpPr/>
                <p:nvPr/>
              </p:nvSpPr>
              <p:spPr>
                <a:xfrm>
                  <a:off x="-52886951" y="24826373"/>
                  <a:ext cx="1163725" cy="498140"/>
                </a:xfrm>
                <a:custGeom>
                  <a:avLst/>
                  <a:gdLst>
                    <a:gd name="connsiteX0" fmla="*/ 1163726 w 1163725"/>
                    <a:gd name="connsiteY0" fmla="*/ 498141 h 498140"/>
                    <a:gd name="connsiteX1" fmla="*/ 1143260 w 1163725"/>
                    <a:gd name="connsiteY1" fmla="*/ 498141 h 498140"/>
                    <a:gd name="connsiteX2" fmla="*/ 949150 w 1163725"/>
                    <a:gd name="connsiteY2" fmla="*/ 309492 h 498140"/>
                    <a:gd name="connsiteX3" fmla="*/ 949150 w 1163725"/>
                    <a:gd name="connsiteY3" fmla="*/ 0 h 498140"/>
                    <a:gd name="connsiteX4" fmla="*/ 0 w 1163725"/>
                    <a:gd name="connsiteY4" fmla="*/ 0 h 498140"/>
                    <a:gd name="connsiteX5" fmla="*/ 0 w 1163725"/>
                    <a:gd name="connsiteY5" fmla="*/ 207634 h 498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3725" h="498140">
                      <a:moveTo>
                        <a:pt x="1163726" y="498141"/>
                      </a:moveTo>
                      <a:lnTo>
                        <a:pt x="1143260" y="498141"/>
                      </a:lnTo>
                      <a:cubicBezTo>
                        <a:pt x="1035974" y="498141"/>
                        <a:pt x="949150" y="413761"/>
                        <a:pt x="949150" y="309492"/>
                      </a:cubicBezTo>
                      <a:lnTo>
                        <a:pt x="949150" y="0"/>
                      </a:lnTo>
                      <a:lnTo>
                        <a:pt x="0" y="0"/>
                      </a:lnTo>
                      <a:lnTo>
                        <a:pt x="0" y="207634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89" name="手繪多邊形: 圖案 288">
                  <a:extLst>
                    <a:ext uri="{FF2B5EF4-FFF2-40B4-BE49-F238E27FC236}">
                      <a16:creationId xmlns:a16="http://schemas.microsoft.com/office/drawing/2014/main" id="{AED2F299-B965-C2A6-E53D-AA350A2082C5}"/>
                    </a:ext>
                  </a:extLst>
                </p:cNvPr>
                <p:cNvSpPr/>
                <p:nvPr/>
              </p:nvSpPr>
              <p:spPr>
                <a:xfrm>
                  <a:off x="-53711139" y="25956456"/>
                  <a:ext cx="285581" cy="282973"/>
                </a:xfrm>
                <a:custGeom>
                  <a:avLst/>
                  <a:gdLst>
                    <a:gd name="connsiteX0" fmla="*/ 0 w 285581"/>
                    <a:gd name="connsiteY0" fmla="*/ 0 h 282973"/>
                    <a:gd name="connsiteX1" fmla="*/ 0 w 285581"/>
                    <a:gd name="connsiteY1" fmla="*/ 94324 h 282973"/>
                    <a:gd name="connsiteX2" fmla="*/ 194110 w 285581"/>
                    <a:gd name="connsiteY2" fmla="*/ 282973 h 282973"/>
                    <a:gd name="connsiteX3" fmla="*/ 285581 w 285581"/>
                    <a:gd name="connsiteY3" fmla="*/ 282973 h 2829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581" h="282973">
                      <a:moveTo>
                        <a:pt x="0" y="0"/>
                      </a:moveTo>
                      <a:lnTo>
                        <a:pt x="0" y="94324"/>
                      </a:lnTo>
                      <a:cubicBezTo>
                        <a:pt x="0" y="198594"/>
                        <a:pt x="86820" y="282973"/>
                        <a:pt x="194110" y="282973"/>
                      </a:cubicBezTo>
                      <a:lnTo>
                        <a:pt x="285581" y="282973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90" name="手繪多邊形: 圖案 289">
                  <a:extLst>
                    <a:ext uri="{FF2B5EF4-FFF2-40B4-BE49-F238E27FC236}">
                      <a16:creationId xmlns:a16="http://schemas.microsoft.com/office/drawing/2014/main" id="{BDA01D7F-D0BD-600D-7403-D26321809748}"/>
                    </a:ext>
                  </a:extLst>
                </p:cNvPr>
                <p:cNvSpPr/>
                <p:nvPr/>
              </p:nvSpPr>
              <p:spPr>
                <a:xfrm>
                  <a:off x="-52955788" y="25673784"/>
                  <a:ext cx="1140466" cy="863985"/>
                </a:xfrm>
                <a:custGeom>
                  <a:avLst/>
                  <a:gdLst>
                    <a:gd name="connsiteX0" fmla="*/ 1140466 w 1140466"/>
                    <a:gd name="connsiteY0" fmla="*/ 863986 h 863985"/>
                    <a:gd name="connsiteX1" fmla="*/ 68837 w 1140466"/>
                    <a:gd name="connsiteY1" fmla="*/ 0 h 863985"/>
                    <a:gd name="connsiteX2" fmla="*/ 1075040 w 1140466"/>
                    <a:gd name="connsiteY2" fmla="*/ 0 h 863985"/>
                    <a:gd name="connsiteX3" fmla="*/ 0 w 1140466"/>
                    <a:gd name="connsiteY3" fmla="*/ 863986 h 8639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0466" h="863985">
                      <a:moveTo>
                        <a:pt x="1140466" y="863986"/>
                      </a:moveTo>
                      <a:cubicBezTo>
                        <a:pt x="650855" y="863986"/>
                        <a:pt x="83409" y="518634"/>
                        <a:pt x="68837" y="0"/>
                      </a:cubicBezTo>
                      <a:lnTo>
                        <a:pt x="1075040" y="0"/>
                      </a:lnTo>
                      <a:cubicBezTo>
                        <a:pt x="1062947" y="515921"/>
                        <a:pt x="470076" y="863986"/>
                        <a:pt x="0" y="863986"/>
                      </a:cubicBez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91" name="手繪多邊形: 圖案 290">
                  <a:extLst>
                    <a:ext uri="{FF2B5EF4-FFF2-40B4-BE49-F238E27FC236}">
                      <a16:creationId xmlns:a16="http://schemas.microsoft.com/office/drawing/2014/main" id="{A9CD93F9-A995-12B1-F871-2AB78BF8BBD3}"/>
                    </a:ext>
                  </a:extLst>
                </p:cNvPr>
                <p:cNvSpPr/>
                <p:nvPr/>
              </p:nvSpPr>
              <p:spPr>
                <a:xfrm>
                  <a:off x="-54192383" y="25221450"/>
                  <a:ext cx="419226" cy="1018280"/>
                </a:xfrm>
                <a:custGeom>
                  <a:avLst/>
                  <a:gdLst>
                    <a:gd name="connsiteX0" fmla="*/ 419228 w 419226"/>
                    <a:gd name="connsiteY0" fmla="*/ 0 h 1018280"/>
                    <a:gd name="connsiteX1" fmla="*/ 1 w 419226"/>
                    <a:gd name="connsiteY1" fmla="*/ 1018281 h 1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9226" h="1018280">
                      <a:moveTo>
                        <a:pt x="419228" y="0"/>
                      </a:moveTo>
                      <a:lnTo>
                        <a:pt x="1" y="1018281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92" name="手繪多邊形: 圖案 291">
                  <a:extLst>
                    <a:ext uri="{FF2B5EF4-FFF2-40B4-BE49-F238E27FC236}">
                      <a16:creationId xmlns:a16="http://schemas.microsoft.com/office/drawing/2014/main" id="{C74C304C-A5CC-944A-CDBB-82929C445D04}"/>
                    </a:ext>
                  </a:extLst>
                </p:cNvPr>
                <p:cNvSpPr/>
                <p:nvPr/>
              </p:nvSpPr>
              <p:spPr>
                <a:xfrm>
                  <a:off x="-53006332" y="25034308"/>
                  <a:ext cx="119380" cy="290205"/>
                </a:xfrm>
                <a:custGeom>
                  <a:avLst/>
                  <a:gdLst>
                    <a:gd name="connsiteX0" fmla="*/ 119380 w 119380"/>
                    <a:gd name="connsiteY0" fmla="*/ 0 h 290205"/>
                    <a:gd name="connsiteX1" fmla="*/ 1 w 119380"/>
                    <a:gd name="connsiteY1" fmla="*/ 290205 h 290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380" h="290205">
                      <a:moveTo>
                        <a:pt x="119380" y="0"/>
                      </a:moveTo>
                      <a:lnTo>
                        <a:pt x="1" y="290205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93" name="手繪多邊形: 圖案 292">
                  <a:extLst>
                    <a:ext uri="{FF2B5EF4-FFF2-40B4-BE49-F238E27FC236}">
                      <a16:creationId xmlns:a16="http://schemas.microsoft.com/office/drawing/2014/main" id="{C10D6B3D-CB22-4EF2-D678-9BE55F0B3416}"/>
                    </a:ext>
                  </a:extLst>
                </p:cNvPr>
                <p:cNvSpPr/>
                <p:nvPr/>
              </p:nvSpPr>
              <p:spPr>
                <a:xfrm>
                  <a:off x="-54287887" y="24826373"/>
                  <a:ext cx="224806" cy="545754"/>
                </a:xfrm>
                <a:custGeom>
                  <a:avLst/>
                  <a:gdLst>
                    <a:gd name="connsiteX0" fmla="*/ 224805 w 224806"/>
                    <a:gd name="connsiteY0" fmla="*/ 0 h 545754"/>
                    <a:gd name="connsiteX1" fmla="*/ -2 w 224806"/>
                    <a:gd name="connsiteY1" fmla="*/ 545755 h 545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4806" h="545754">
                      <a:moveTo>
                        <a:pt x="224805" y="0"/>
                      </a:moveTo>
                      <a:lnTo>
                        <a:pt x="-2" y="545755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sp>
            <p:nvSpPr>
              <p:cNvPr id="294" name="手繪多邊形: 圖案 293">
                <a:extLst>
                  <a:ext uri="{FF2B5EF4-FFF2-40B4-BE49-F238E27FC236}">
                    <a16:creationId xmlns:a16="http://schemas.microsoft.com/office/drawing/2014/main" id="{2BAEF4AA-672C-4D35-D768-8A67E73341C8}"/>
                  </a:ext>
                </a:extLst>
              </p:cNvPr>
              <p:cNvSpPr/>
              <p:nvPr/>
            </p:nvSpPr>
            <p:spPr>
              <a:xfrm>
                <a:off x="-54658741" y="26895781"/>
                <a:ext cx="2911328" cy="30135"/>
              </a:xfrm>
              <a:custGeom>
                <a:avLst/>
                <a:gdLst>
                  <a:gd name="connsiteX0" fmla="*/ 0 w 2911328"/>
                  <a:gd name="connsiteY0" fmla="*/ -1 h 30135"/>
                  <a:gd name="connsiteX1" fmla="*/ 2911328 w 2911328"/>
                  <a:gd name="connsiteY1" fmla="*/ -1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328" h="30135">
                    <a:moveTo>
                      <a:pt x="0" y="-1"/>
                    </a:moveTo>
                    <a:lnTo>
                      <a:pt x="2911328" y="-1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95" name="手繪多邊形: 圖案 294">
                <a:extLst>
                  <a:ext uri="{FF2B5EF4-FFF2-40B4-BE49-F238E27FC236}">
                    <a16:creationId xmlns:a16="http://schemas.microsoft.com/office/drawing/2014/main" id="{8E0BF080-94C0-09D4-9A13-60703D7259E7}"/>
                  </a:ext>
                </a:extLst>
              </p:cNvPr>
              <p:cNvSpPr/>
              <p:nvPr/>
            </p:nvSpPr>
            <p:spPr>
              <a:xfrm>
                <a:off x="-54558380" y="27292064"/>
                <a:ext cx="2710911" cy="1307280"/>
              </a:xfrm>
              <a:custGeom>
                <a:avLst/>
                <a:gdLst>
                  <a:gd name="connsiteX0" fmla="*/ 2708640 w 2710911"/>
                  <a:gd name="connsiteY0" fmla="*/ 216976 h 1307280"/>
                  <a:gd name="connsiteX1" fmla="*/ 2587713 w 2710911"/>
                  <a:gd name="connsiteY1" fmla="*/ 986939 h 1307280"/>
                  <a:gd name="connsiteX2" fmla="*/ 2203835 w 2710911"/>
                  <a:gd name="connsiteY2" fmla="*/ 1307281 h 1307280"/>
                  <a:gd name="connsiteX3" fmla="*/ 507082 w 2710911"/>
                  <a:gd name="connsiteY3" fmla="*/ 1307281 h 1307280"/>
                  <a:gd name="connsiteX4" fmla="*/ 123205 w 2710911"/>
                  <a:gd name="connsiteY4" fmla="*/ 986939 h 1307280"/>
                  <a:gd name="connsiteX5" fmla="*/ 2277 w 2710911"/>
                  <a:gd name="connsiteY5" fmla="*/ 216976 h 1307280"/>
                  <a:gd name="connsiteX6" fmla="*/ 194214 w 2710911"/>
                  <a:gd name="connsiteY6" fmla="*/ 0 h 1307280"/>
                  <a:gd name="connsiteX7" fmla="*/ 2516704 w 2710911"/>
                  <a:gd name="connsiteY7" fmla="*/ 0 h 1307280"/>
                  <a:gd name="connsiteX8" fmla="*/ 2708640 w 2710911"/>
                  <a:gd name="connsiteY8" fmla="*/ 216976 h 1307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0911" h="1307280">
                    <a:moveTo>
                      <a:pt x="2708640" y="216976"/>
                    </a:moveTo>
                    <a:lnTo>
                      <a:pt x="2587713" y="986939"/>
                    </a:lnTo>
                    <a:cubicBezTo>
                      <a:pt x="2558874" y="1171067"/>
                      <a:pt x="2395772" y="1307281"/>
                      <a:pt x="2203835" y="1307281"/>
                    </a:cubicBezTo>
                    <a:lnTo>
                      <a:pt x="507082" y="1307281"/>
                    </a:lnTo>
                    <a:cubicBezTo>
                      <a:pt x="315456" y="1307281"/>
                      <a:pt x="152354" y="1171067"/>
                      <a:pt x="123205" y="986939"/>
                    </a:cubicBezTo>
                    <a:lnTo>
                      <a:pt x="2277" y="216976"/>
                    </a:lnTo>
                    <a:cubicBezTo>
                      <a:pt x="-15710" y="102761"/>
                      <a:pt x="75145" y="0"/>
                      <a:pt x="194214" y="0"/>
                    </a:cubicBezTo>
                    <a:lnTo>
                      <a:pt x="2516704" y="0"/>
                    </a:lnTo>
                    <a:cubicBezTo>
                      <a:pt x="2635462" y="0"/>
                      <a:pt x="2726627" y="102761"/>
                      <a:pt x="2708640" y="216976"/>
                    </a:cubicBezTo>
                    <a:close/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96" name="手繪多邊形: 圖案 295">
                <a:extLst>
                  <a:ext uri="{FF2B5EF4-FFF2-40B4-BE49-F238E27FC236}">
                    <a16:creationId xmlns:a16="http://schemas.microsoft.com/office/drawing/2014/main" id="{3FB0DA8C-A78F-86CC-48A7-F99BFDE58B4A}"/>
                  </a:ext>
                </a:extLst>
              </p:cNvPr>
              <p:cNvSpPr/>
              <p:nvPr/>
            </p:nvSpPr>
            <p:spPr>
              <a:xfrm>
                <a:off x="-54143080" y="26895781"/>
                <a:ext cx="591628" cy="970063"/>
              </a:xfrm>
              <a:custGeom>
                <a:avLst/>
                <a:gdLst>
                  <a:gd name="connsiteX0" fmla="*/ 591629 w 591628"/>
                  <a:gd name="connsiteY0" fmla="*/ 0 h 970063"/>
                  <a:gd name="connsiteX1" fmla="*/ 591629 w 591628"/>
                  <a:gd name="connsiteY1" fmla="*/ 592768 h 970063"/>
                  <a:gd name="connsiteX2" fmla="*/ 203413 w 591628"/>
                  <a:gd name="connsiteY2" fmla="*/ 970064 h 970063"/>
                  <a:gd name="connsiteX3" fmla="*/ 0 w 591628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628" h="970063">
                    <a:moveTo>
                      <a:pt x="591629" y="0"/>
                    </a:moveTo>
                    <a:lnTo>
                      <a:pt x="591629" y="592768"/>
                    </a:lnTo>
                    <a:cubicBezTo>
                      <a:pt x="591629" y="801004"/>
                      <a:pt x="417675" y="970064"/>
                      <a:pt x="203413" y="970064"/>
                    </a:cubicBezTo>
                    <a:lnTo>
                      <a:pt x="0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97" name="手繪多邊形: 圖案 296">
                <a:extLst>
                  <a:ext uri="{FF2B5EF4-FFF2-40B4-BE49-F238E27FC236}">
                    <a16:creationId xmlns:a16="http://schemas.microsoft.com/office/drawing/2014/main" id="{CA0B99A2-D00A-2822-EE27-1A63A9EAF066}"/>
                  </a:ext>
                </a:extLst>
              </p:cNvPr>
              <p:cNvSpPr/>
              <p:nvPr/>
            </p:nvSpPr>
            <p:spPr>
              <a:xfrm>
                <a:off x="-52853154" y="26895781"/>
                <a:ext cx="562483" cy="970063"/>
              </a:xfrm>
              <a:custGeom>
                <a:avLst/>
                <a:gdLst>
                  <a:gd name="connsiteX0" fmla="*/ 0 w 562483"/>
                  <a:gd name="connsiteY0" fmla="*/ 0 h 970063"/>
                  <a:gd name="connsiteX1" fmla="*/ 0 w 562483"/>
                  <a:gd name="connsiteY1" fmla="*/ 592768 h 970063"/>
                  <a:gd name="connsiteX2" fmla="*/ 388219 w 562483"/>
                  <a:gd name="connsiteY2" fmla="*/ 970064 h 970063"/>
                  <a:gd name="connsiteX3" fmla="*/ 562483 w 562483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83" h="970063">
                    <a:moveTo>
                      <a:pt x="0" y="0"/>
                    </a:moveTo>
                    <a:lnTo>
                      <a:pt x="0" y="592768"/>
                    </a:lnTo>
                    <a:cubicBezTo>
                      <a:pt x="0" y="801004"/>
                      <a:pt x="173954" y="970064"/>
                      <a:pt x="388219" y="970064"/>
                    </a:cubicBezTo>
                    <a:lnTo>
                      <a:pt x="562483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98" name="手繪多邊形: 圖案 297">
                <a:extLst>
                  <a:ext uri="{FF2B5EF4-FFF2-40B4-BE49-F238E27FC236}">
                    <a16:creationId xmlns:a16="http://schemas.microsoft.com/office/drawing/2014/main" id="{2036BD17-2F64-F9AD-55F8-5AED92498D50}"/>
                  </a:ext>
                </a:extLst>
              </p:cNvPr>
              <p:cNvSpPr/>
              <p:nvPr/>
            </p:nvSpPr>
            <p:spPr>
              <a:xfrm>
                <a:off x="-53755172" y="28235608"/>
                <a:ext cx="1104499" cy="30135"/>
              </a:xfrm>
              <a:custGeom>
                <a:avLst/>
                <a:gdLst>
                  <a:gd name="connsiteX0" fmla="*/ 0 w 1104499"/>
                  <a:gd name="connsiteY0" fmla="*/ 0 h 30135"/>
                  <a:gd name="connsiteX1" fmla="*/ 1104500 w 1104499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499" h="30135">
                    <a:moveTo>
                      <a:pt x="0" y="0"/>
                    </a:moveTo>
                    <a:lnTo>
                      <a:pt x="1104500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99" name="圖形 17">
              <a:extLst>
                <a:ext uri="{FF2B5EF4-FFF2-40B4-BE49-F238E27FC236}">
                  <a16:creationId xmlns:a16="http://schemas.microsoft.com/office/drawing/2014/main" id="{34BBFFE2-E84F-4AF5-36F7-749AAE97D844}"/>
                </a:ext>
              </a:extLst>
            </p:cNvPr>
            <p:cNvGrpSpPr/>
            <p:nvPr/>
          </p:nvGrpSpPr>
          <p:grpSpPr>
            <a:xfrm>
              <a:off x="-64586525" y="24826373"/>
              <a:ext cx="18237391" cy="66884789"/>
              <a:chOff x="-64586525" y="24826373"/>
              <a:chExt cx="18237391" cy="66884789"/>
            </a:xfrm>
            <a:noFill/>
          </p:grpSpPr>
          <p:sp>
            <p:nvSpPr>
              <p:cNvPr id="300" name="手繪多邊形: 圖案 299">
                <a:extLst>
                  <a:ext uri="{FF2B5EF4-FFF2-40B4-BE49-F238E27FC236}">
                    <a16:creationId xmlns:a16="http://schemas.microsoft.com/office/drawing/2014/main" id="{55168E65-BAE3-BC2A-FE80-A55624EE2C23}"/>
                  </a:ext>
                </a:extLst>
              </p:cNvPr>
              <p:cNvSpPr/>
              <p:nvPr/>
            </p:nvSpPr>
            <p:spPr>
              <a:xfrm>
                <a:off x="-63199546" y="25552640"/>
                <a:ext cx="1661401" cy="30135"/>
              </a:xfrm>
              <a:custGeom>
                <a:avLst/>
                <a:gdLst>
                  <a:gd name="connsiteX0" fmla="*/ 2 w 1661401"/>
                  <a:gd name="connsiteY0" fmla="*/ -1 h 30135"/>
                  <a:gd name="connsiteX1" fmla="*/ 1661401 w 1661401"/>
                  <a:gd name="connsiteY1" fmla="*/ -1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-1"/>
                    </a:moveTo>
                    <a:lnTo>
                      <a:pt x="1661401" y="-1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1" name="手繪多邊形: 圖案 300">
                <a:extLst>
                  <a:ext uri="{FF2B5EF4-FFF2-40B4-BE49-F238E27FC236}">
                    <a16:creationId xmlns:a16="http://schemas.microsoft.com/office/drawing/2014/main" id="{0AC75BD1-23C7-B31F-61CD-063A60C9D05C}"/>
                  </a:ext>
                </a:extLst>
              </p:cNvPr>
              <p:cNvSpPr/>
              <p:nvPr/>
            </p:nvSpPr>
            <p:spPr>
              <a:xfrm>
                <a:off x="-63199546" y="28235608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2" name="手繪多邊形: 圖案 301">
                <a:extLst>
                  <a:ext uri="{FF2B5EF4-FFF2-40B4-BE49-F238E27FC236}">
                    <a16:creationId xmlns:a16="http://schemas.microsoft.com/office/drawing/2014/main" id="{14C45C25-B8EA-3B56-3A32-B2F2C5077A91}"/>
                  </a:ext>
                </a:extLst>
              </p:cNvPr>
              <p:cNvSpPr/>
              <p:nvPr/>
            </p:nvSpPr>
            <p:spPr>
              <a:xfrm>
                <a:off x="-63874587" y="26521196"/>
                <a:ext cx="31007" cy="2078147"/>
              </a:xfrm>
              <a:custGeom>
                <a:avLst/>
                <a:gdLst>
                  <a:gd name="connsiteX0" fmla="*/ 1 w 31007"/>
                  <a:gd name="connsiteY0" fmla="*/ 2078148 h 2078147"/>
                  <a:gd name="connsiteX1" fmla="*/ 1 w 31007"/>
                  <a:gd name="connsiteY1" fmla="*/ 0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2078147">
                    <a:moveTo>
                      <a:pt x="1" y="2078148"/>
                    </a:moveTo>
                    <a:lnTo>
                      <a:pt x="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3" name="手繪多邊形: 圖案 302">
                <a:extLst>
                  <a:ext uri="{FF2B5EF4-FFF2-40B4-BE49-F238E27FC236}">
                    <a16:creationId xmlns:a16="http://schemas.microsoft.com/office/drawing/2014/main" id="{31400E6C-7BD6-506A-D528-4DE36DD8FA22}"/>
                  </a:ext>
                </a:extLst>
              </p:cNvPr>
              <p:cNvSpPr/>
              <p:nvPr/>
            </p:nvSpPr>
            <p:spPr>
              <a:xfrm>
                <a:off x="-64586525" y="24826373"/>
                <a:ext cx="1088060" cy="1645702"/>
              </a:xfrm>
              <a:custGeom>
                <a:avLst/>
                <a:gdLst>
                  <a:gd name="connsiteX0" fmla="*/ 1088061 w 1088060"/>
                  <a:gd name="connsiteY0" fmla="*/ 0 h 1645702"/>
                  <a:gd name="connsiteX1" fmla="*/ 0 w 1088060"/>
                  <a:gd name="connsiteY1" fmla="*/ 1645702 h 1645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8060" h="1645702">
                    <a:moveTo>
                      <a:pt x="1088061" y="0"/>
                    </a:moveTo>
                    <a:cubicBezTo>
                      <a:pt x="1088061" y="0"/>
                      <a:pt x="983568" y="1132193"/>
                      <a:pt x="0" y="1645702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304" name="圖形 17">
              <a:extLst>
                <a:ext uri="{FF2B5EF4-FFF2-40B4-BE49-F238E27FC236}">
                  <a16:creationId xmlns:a16="http://schemas.microsoft.com/office/drawing/2014/main" id="{4BA0669D-8630-F199-909E-62FB980B2A79}"/>
                </a:ext>
              </a:extLst>
            </p:cNvPr>
            <p:cNvGrpSpPr/>
            <p:nvPr/>
          </p:nvGrpSpPr>
          <p:grpSpPr>
            <a:xfrm>
              <a:off x="-69302514" y="24854700"/>
              <a:ext cx="17419311" cy="66382627"/>
              <a:chOff x="-69302514" y="24854700"/>
              <a:chExt cx="17419311" cy="66382627"/>
            </a:xfrm>
            <a:noFill/>
          </p:grpSpPr>
          <p:sp>
            <p:nvSpPr>
              <p:cNvPr id="305" name="手繪多邊形: 圖案 304">
                <a:extLst>
                  <a:ext uri="{FF2B5EF4-FFF2-40B4-BE49-F238E27FC236}">
                    <a16:creationId xmlns:a16="http://schemas.microsoft.com/office/drawing/2014/main" id="{48DC5882-8077-B7A3-D7C4-900FE1B840FC}"/>
                  </a:ext>
                </a:extLst>
              </p:cNvPr>
              <p:cNvSpPr/>
              <p:nvPr/>
            </p:nvSpPr>
            <p:spPr>
              <a:xfrm>
                <a:off x="-69302513" y="25203670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6" name="手繪多邊形: 圖案 305">
                <a:extLst>
                  <a:ext uri="{FF2B5EF4-FFF2-40B4-BE49-F238E27FC236}">
                    <a16:creationId xmlns:a16="http://schemas.microsoft.com/office/drawing/2014/main" id="{FFC2E21D-9971-B205-7C4D-131C74E032CE}"/>
                  </a:ext>
                </a:extLst>
              </p:cNvPr>
              <p:cNvSpPr/>
              <p:nvPr/>
            </p:nvSpPr>
            <p:spPr>
              <a:xfrm>
                <a:off x="-69302513" y="26278304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7" name="手繪多邊形: 圖案 306">
                <a:extLst>
                  <a:ext uri="{FF2B5EF4-FFF2-40B4-BE49-F238E27FC236}">
                    <a16:creationId xmlns:a16="http://schemas.microsoft.com/office/drawing/2014/main" id="{A22DAD75-A883-3B18-7ADB-B474505DABE2}"/>
                  </a:ext>
                </a:extLst>
              </p:cNvPr>
              <p:cNvSpPr/>
              <p:nvPr/>
            </p:nvSpPr>
            <p:spPr>
              <a:xfrm>
                <a:off x="-68545921" y="24854700"/>
                <a:ext cx="31007" cy="697939"/>
              </a:xfrm>
              <a:custGeom>
                <a:avLst/>
                <a:gdLst>
                  <a:gd name="connsiteX0" fmla="*/ -4 w 31007"/>
                  <a:gd name="connsiteY0" fmla="*/ 0 h 697939"/>
                  <a:gd name="connsiteX1" fmla="*/ -4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4" y="0"/>
                    </a:moveTo>
                    <a:lnTo>
                      <a:pt x="-4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8" name="手繪多邊形: 圖案 307">
                <a:extLst>
                  <a:ext uri="{FF2B5EF4-FFF2-40B4-BE49-F238E27FC236}">
                    <a16:creationId xmlns:a16="http://schemas.microsoft.com/office/drawing/2014/main" id="{784ABECE-2916-6642-AD0B-6CAF96B3FA86}"/>
                  </a:ext>
                </a:extLst>
              </p:cNvPr>
              <p:cNvSpPr/>
              <p:nvPr/>
            </p:nvSpPr>
            <p:spPr>
              <a:xfrm>
                <a:off x="-67095684" y="24854700"/>
                <a:ext cx="31007" cy="697939"/>
              </a:xfrm>
              <a:custGeom>
                <a:avLst/>
                <a:gdLst>
                  <a:gd name="connsiteX0" fmla="*/ -3 w 31007"/>
                  <a:gd name="connsiteY0" fmla="*/ 0 h 697939"/>
                  <a:gd name="connsiteX1" fmla="*/ -3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3" y="0"/>
                    </a:moveTo>
                    <a:lnTo>
                      <a:pt x="-3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09" name="手繪多邊形: 圖案 308">
                <a:extLst>
                  <a:ext uri="{FF2B5EF4-FFF2-40B4-BE49-F238E27FC236}">
                    <a16:creationId xmlns:a16="http://schemas.microsoft.com/office/drawing/2014/main" id="{B9F74AFB-9637-BB84-D834-AA6B230065AA}"/>
                  </a:ext>
                </a:extLst>
              </p:cNvPr>
              <p:cNvSpPr/>
              <p:nvPr/>
            </p:nvSpPr>
            <p:spPr>
              <a:xfrm>
                <a:off x="-67551190" y="26872877"/>
                <a:ext cx="900469" cy="1726467"/>
              </a:xfrm>
              <a:custGeom>
                <a:avLst/>
                <a:gdLst>
                  <a:gd name="connsiteX0" fmla="*/ 0 w 900469"/>
                  <a:gd name="connsiteY0" fmla="*/ 0 h 1726467"/>
                  <a:gd name="connsiteX1" fmla="*/ 318141 w 900469"/>
                  <a:gd name="connsiteY1" fmla="*/ 0 h 1726467"/>
                  <a:gd name="connsiteX2" fmla="*/ 900470 w 900469"/>
                  <a:gd name="connsiteY2" fmla="*/ 565947 h 1726467"/>
                  <a:gd name="connsiteX3" fmla="*/ 900470 w 900469"/>
                  <a:gd name="connsiteY3" fmla="*/ 1349169 h 1726467"/>
                  <a:gd name="connsiteX4" fmla="*/ 512250 w 900469"/>
                  <a:gd name="connsiteY4" fmla="*/ 1726467 h 1726467"/>
                  <a:gd name="connsiteX5" fmla="*/ 262015 w 900469"/>
                  <a:gd name="connsiteY5" fmla="*/ 1726467 h 1726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0469" h="1726467">
                    <a:moveTo>
                      <a:pt x="0" y="0"/>
                    </a:moveTo>
                    <a:lnTo>
                      <a:pt x="318141" y="0"/>
                    </a:lnTo>
                    <a:cubicBezTo>
                      <a:pt x="639696" y="0"/>
                      <a:pt x="900470" y="253441"/>
                      <a:pt x="900470" y="565947"/>
                    </a:cubicBezTo>
                    <a:lnTo>
                      <a:pt x="900470" y="1349169"/>
                    </a:lnTo>
                    <a:cubicBezTo>
                      <a:pt x="900470" y="1557407"/>
                      <a:pt x="726512" y="1726467"/>
                      <a:pt x="512250" y="1726467"/>
                    </a:cubicBezTo>
                    <a:lnTo>
                      <a:pt x="262015" y="1726467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0" name="手繪多邊形: 圖案 309">
                <a:extLst>
                  <a:ext uri="{FF2B5EF4-FFF2-40B4-BE49-F238E27FC236}">
                    <a16:creationId xmlns:a16="http://schemas.microsoft.com/office/drawing/2014/main" id="{798EA50F-5C66-59E9-4F17-282945044EC1}"/>
                  </a:ext>
                </a:extLst>
              </p:cNvPr>
              <p:cNvSpPr/>
              <p:nvPr/>
            </p:nvSpPr>
            <p:spPr>
              <a:xfrm>
                <a:off x="-69302514" y="25879007"/>
                <a:ext cx="1455871" cy="2720035"/>
              </a:xfrm>
              <a:custGeom>
                <a:avLst/>
                <a:gdLst>
                  <a:gd name="connsiteX0" fmla="*/ 1455818 w 1455871"/>
                  <a:gd name="connsiteY0" fmla="*/ 0 h 2720035"/>
                  <a:gd name="connsiteX1" fmla="*/ 0 w 1455871"/>
                  <a:gd name="connsiteY1" fmla="*/ 2720035 h 2720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5871" h="2720035">
                    <a:moveTo>
                      <a:pt x="1455818" y="0"/>
                    </a:moveTo>
                    <a:cubicBezTo>
                      <a:pt x="1455818" y="0"/>
                      <a:pt x="1487757" y="1632744"/>
                      <a:pt x="0" y="2720035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311" name="圖形 17">
              <a:extLst>
                <a:ext uri="{FF2B5EF4-FFF2-40B4-BE49-F238E27FC236}">
                  <a16:creationId xmlns:a16="http://schemas.microsoft.com/office/drawing/2014/main" id="{695FCD34-9E83-8781-BF24-F0B5ACE4B3D9}"/>
                </a:ext>
              </a:extLst>
            </p:cNvPr>
            <p:cNvGrpSpPr/>
            <p:nvPr/>
          </p:nvGrpSpPr>
          <p:grpSpPr>
            <a:xfrm>
              <a:off x="-59597053" y="24826373"/>
              <a:ext cx="17421172" cy="66884789"/>
              <a:chOff x="-59597053" y="24826373"/>
              <a:chExt cx="17421172" cy="66884789"/>
            </a:xfrm>
            <a:noFill/>
          </p:grpSpPr>
          <p:sp>
            <p:nvSpPr>
              <p:cNvPr id="312" name="手繪多邊形: 圖案 311">
                <a:extLst>
                  <a:ext uri="{FF2B5EF4-FFF2-40B4-BE49-F238E27FC236}">
                    <a16:creationId xmlns:a16="http://schemas.microsoft.com/office/drawing/2014/main" id="{20D28D7D-61E6-2E6D-91E0-B2284FD8F404}"/>
                  </a:ext>
                </a:extLst>
              </p:cNvPr>
              <p:cNvSpPr/>
              <p:nvPr/>
            </p:nvSpPr>
            <p:spPr>
              <a:xfrm>
                <a:off x="-59597053" y="26521196"/>
                <a:ext cx="2911948" cy="30135"/>
              </a:xfrm>
              <a:custGeom>
                <a:avLst/>
                <a:gdLst>
                  <a:gd name="connsiteX0" fmla="*/ -1 w 2911948"/>
                  <a:gd name="connsiteY0" fmla="*/ 0 h 30135"/>
                  <a:gd name="connsiteX1" fmla="*/ 2911949 w 291194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948" h="30135">
                    <a:moveTo>
                      <a:pt x="-1" y="0"/>
                    </a:moveTo>
                    <a:lnTo>
                      <a:pt x="2911949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3" name="手繪多邊形: 圖案 312">
                <a:extLst>
                  <a:ext uri="{FF2B5EF4-FFF2-40B4-BE49-F238E27FC236}">
                    <a16:creationId xmlns:a16="http://schemas.microsoft.com/office/drawing/2014/main" id="{32841914-1B62-8C10-7100-B4C12D6AC9B9}"/>
                  </a:ext>
                </a:extLst>
              </p:cNvPr>
              <p:cNvSpPr/>
              <p:nvPr/>
            </p:nvSpPr>
            <p:spPr>
              <a:xfrm>
                <a:off x="-59323872" y="24826373"/>
                <a:ext cx="2638768" cy="1694823"/>
              </a:xfrm>
              <a:custGeom>
                <a:avLst/>
                <a:gdLst>
                  <a:gd name="connsiteX0" fmla="*/ 2638768 w 2638768"/>
                  <a:gd name="connsiteY0" fmla="*/ 0 h 1694823"/>
                  <a:gd name="connsiteX1" fmla="*/ 776434 w 2638768"/>
                  <a:gd name="connsiteY1" fmla="*/ 0 h 1694823"/>
                  <a:gd name="connsiteX2" fmla="*/ 0 w 2638768"/>
                  <a:gd name="connsiteY2" fmla="*/ 754594 h 1694823"/>
                  <a:gd name="connsiteX3" fmla="*/ 0 w 2638768"/>
                  <a:gd name="connsiteY3" fmla="*/ 1694823 h 169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8768" h="1694823">
                    <a:moveTo>
                      <a:pt x="2638768" y="0"/>
                    </a:moveTo>
                    <a:lnTo>
                      <a:pt x="776434" y="0"/>
                    </a:lnTo>
                    <a:cubicBezTo>
                      <a:pt x="347597" y="0"/>
                      <a:pt x="0" y="337819"/>
                      <a:pt x="0" y="754594"/>
                    </a:cubicBezTo>
                    <a:lnTo>
                      <a:pt x="0" y="1694823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4" name="手繪多邊形: 圖案 313">
                <a:extLst>
                  <a:ext uri="{FF2B5EF4-FFF2-40B4-BE49-F238E27FC236}">
                    <a16:creationId xmlns:a16="http://schemas.microsoft.com/office/drawing/2014/main" id="{8A000C11-60CD-EAD5-EAE1-21D67B3E22F3}"/>
                  </a:ext>
                </a:extLst>
              </p:cNvPr>
              <p:cNvSpPr/>
              <p:nvPr/>
            </p:nvSpPr>
            <p:spPr>
              <a:xfrm>
                <a:off x="-57661852" y="25221450"/>
                <a:ext cx="654575" cy="3377894"/>
              </a:xfrm>
              <a:custGeom>
                <a:avLst/>
                <a:gdLst>
                  <a:gd name="connsiteX0" fmla="*/ 654576 w 654575"/>
                  <a:gd name="connsiteY0" fmla="*/ 0 h 3377894"/>
                  <a:gd name="connsiteX1" fmla="*/ 654576 w 654575"/>
                  <a:gd name="connsiteY1" fmla="*/ 3000596 h 3377894"/>
                  <a:gd name="connsiteX2" fmla="*/ 266356 w 654575"/>
                  <a:gd name="connsiteY2" fmla="*/ 3377894 h 3377894"/>
                  <a:gd name="connsiteX3" fmla="*/ 0 w 654575"/>
                  <a:gd name="connsiteY3" fmla="*/ 3377894 h 3377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75" h="3377894">
                    <a:moveTo>
                      <a:pt x="654576" y="0"/>
                    </a:moveTo>
                    <a:lnTo>
                      <a:pt x="654576" y="3000596"/>
                    </a:lnTo>
                    <a:cubicBezTo>
                      <a:pt x="654576" y="3208834"/>
                      <a:pt x="480622" y="3377894"/>
                      <a:pt x="266356" y="3377894"/>
                    </a:cubicBezTo>
                    <a:lnTo>
                      <a:pt x="0" y="337789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5" name="手繪多邊形: 圖案 314">
                <a:extLst>
                  <a:ext uri="{FF2B5EF4-FFF2-40B4-BE49-F238E27FC236}">
                    <a16:creationId xmlns:a16="http://schemas.microsoft.com/office/drawing/2014/main" id="{8F3D52CB-CDB3-B2FA-36CE-990254C6421D}"/>
                  </a:ext>
                </a:extLst>
              </p:cNvPr>
              <p:cNvSpPr/>
              <p:nvPr/>
            </p:nvSpPr>
            <p:spPr>
              <a:xfrm>
                <a:off x="-59597053" y="26521196"/>
                <a:ext cx="1935201" cy="2078148"/>
              </a:xfrm>
              <a:custGeom>
                <a:avLst/>
                <a:gdLst>
                  <a:gd name="connsiteX0" fmla="*/ 1935202 w 1935201"/>
                  <a:gd name="connsiteY0" fmla="*/ 0 h 2078148"/>
                  <a:gd name="connsiteX1" fmla="*/ 0 w 1935201"/>
                  <a:gd name="connsiteY1" fmla="*/ 2078148 h 20781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35201" h="2078148">
                    <a:moveTo>
                      <a:pt x="1935202" y="0"/>
                    </a:moveTo>
                    <a:cubicBezTo>
                      <a:pt x="1935202" y="0"/>
                      <a:pt x="1663573" y="1714412"/>
                      <a:pt x="0" y="2078148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316" name="圖形 17">
              <a:extLst>
                <a:ext uri="{FF2B5EF4-FFF2-40B4-BE49-F238E27FC236}">
                  <a16:creationId xmlns:a16="http://schemas.microsoft.com/office/drawing/2014/main" id="{BB7FFD19-A470-C79A-8FFF-C7A3C2132664}"/>
                </a:ext>
              </a:extLst>
            </p:cNvPr>
            <p:cNvGrpSpPr/>
            <p:nvPr/>
          </p:nvGrpSpPr>
          <p:grpSpPr>
            <a:xfrm>
              <a:off x="-45107699" y="24826373"/>
              <a:ext cx="17827430" cy="66884789"/>
              <a:chOff x="-45107699" y="24826373"/>
              <a:chExt cx="17827430" cy="66884789"/>
            </a:xfrm>
            <a:noFill/>
          </p:grpSpPr>
          <p:sp>
            <p:nvSpPr>
              <p:cNvPr id="317" name="手繪多邊形: 圖案 316">
                <a:extLst>
                  <a:ext uri="{FF2B5EF4-FFF2-40B4-BE49-F238E27FC236}">
                    <a16:creationId xmlns:a16="http://schemas.microsoft.com/office/drawing/2014/main" id="{743DBE65-6339-3618-6EA4-1A7A694F95D1}"/>
                  </a:ext>
                </a:extLst>
              </p:cNvPr>
              <p:cNvSpPr/>
              <p:nvPr/>
            </p:nvSpPr>
            <p:spPr>
              <a:xfrm>
                <a:off x="-45107699" y="24826373"/>
                <a:ext cx="1130545" cy="3772971"/>
              </a:xfrm>
              <a:custGeom>
                <a:avLst/>
                <a:gdLst>
                  <a:gd name="connsiteX0" fmla="*/ 0 w 1130545"/>
                  <a:gd name="connsiteY0" fmla="*/ 3772972 h 3772971"/>
                  <a:gd name="connsiteX1" fmla="*/ 0 w 1130545"/>
                  <a:gd name="connsiteY1" fmla="*/ 565946 h 3772971"/>
                  <a:gd name="connsiteX2" fmla="*/ 582329 w 1130545"/>
                  <a:gd name="connsiteY2" fmla="*/ 0 h 3772971"/>
                  <a:gd name="connsiteX3" fmla="*/ 1130545 w 1130545"/>
                  <a:gd name="connsiteY3" fmla="*/ 0 h 3772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30545" h="3772971">
                    <a:moveTo>
                      <a:pt x="0" y="3772972"/>
                    </a:moveTo>
                    <a:lnTo>
                      <a:pt x="0" y="565946"/>
                    </a:lnTo>
                    <a:cubicBezTo>
                      <a:pt x="0" y="253440"/>
                      <a:pt x="260777" y="0"/>
                      <a:pt x="582329" y="0"/>
                    </a:cubicBezTo>
                    <a:lnTo>
                      <a:pt x="1130545" y="0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8" name="手繪多邊形: 圖案 317">
                <a:extLst>
                  <a:ext uri="{FF2B5EF4-FFF2-40B4-BE49-F238E27FC236}">
                    <a16:creationId xmlns:a16="http://schemas.microsoft.com/office/drawing/2014/main" id="{17485DB3-6FC3-33D5-4ACC-1B1E25F91FFE}"/>
                  </a:ext>
                </a:extLst>
              </p:cNvPr>
              <p:cNvSpPr/>
              <p:nvPr/>
            </p:nvSpPr>
            <p:spPr>
              <a:xfrm>
                <a:off x="-43449089" y="26048370"/>
                <a:ext cx="1321244" cy="30135"/>
              </a:xfrm>
              <a:custGeom>
                <a:avLst/>
                <a:gdLst>
                  <a:gd name="connsiteX0" fmla="*/ 0 w 1321244"/>
                  <a:gd name="connsiteY0" fmla="*/ 0 h 30135"/>
                  <a:gd name="connsiteX1" fmla="*/ 1321245 w 1321244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21244" h="30135">
                    <a:moveTo>
                      <a:pt x="0" y="0"/>
                    </a:moveTo>
                    <a:lnTo>
                      <a:pt x="132124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19" name="手繪多邊形: 圖案 318">
                <a:extLst>
                  <a:ext uri="{FF2B5EF4-FFF2-40B4-BE49-F238E27FC236}">
                    <a16:creationId xmlns:a16="http://schemas.microsoft.com/office/drawing/2014/main" id="{502A1ED4-3D97-77A6-12B8-907A22FDFF50}"/>
                  </a:ext>
                </a:extLst>
              </p:cNvPr>
              <p:cNvSpPr/>
              <p:nvPr/>
            </p:nvSpPr>
            <p:spPr>
              <a:xfrm>
                <a:off x="-43449089" y="24826373"/>
                <a:ext cx="1155973" cy="3772971"/>
              </a:xfrm>
              <a:custGeom>
                <a:avLst/>
                <a:gdLst>
                  <a:gd name="connsiteX0" fmla="*/ 0 w 1155973"/>
                  <a:gd name="connsiteY0" fmla="*/ 3772972 h 3772971"/>
                  <a:gd name="connsiteX1" fmla="*/ 0 w 1155973"/>
                  <a:gd name="connsiteY1" fmla="*/ 565946 h 3772971"/>
                  <a:gd name="connsiteX2" fmla="*/ 582329 w 1155973"/>
                  <a:gd name="connsiteY2" fmla="*/ 0 h 3772971"/>
                  <a:gd name="connsiteX3" fmla="*/ 1155974 w 1155973"/>
                  <a:gd name="connsiteY3" fmla="*/ 0 h 37729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55973" h="3772971">
                    <a:moveTo>
                      <a:pt x="0" y="3772972"/>
                    </a:moveTo>
                    <a:lnTo>
                      <a:pt x="0" y="565946"/>
                    </a:lnTo>
                    <a:cubicBezTo>
                      <a:pt x="0" y="253440"/>
                      <a:pt x="260777" y="0"/>
                      <a:pt x="582329" y="0"/>
                    </a:cubicBezTo>
                    <a:lnTo>
                      <a:pt x="1155974" y="0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0" name="手繪多邊形: 圖案 319">
                <a:extLst>
                  <a:ext uri="{FF2B5EF4-FFF2-40B4-BE49-F238E27FC236}">
                    <a16:creationId xmlns:a16="http://schemas.microsoft.com/office/drawing/2014/main" id="{73060306-0782-8179-32BE-31BC8FE05E5E}"/>
                  </a:ext>
                </a:extLst>
              </p:cNvPr>
              <p:cNvSpPr/>
              <p:nvPr/>
            </p:nvSpPr>
            <p:spPr>
              <a:xfrm>
                <a:off x="-42557613" y="26048370"/>
                <a:ext cx="31007" cy="2550974"/>
              </a:xfrm>
              <a:custGeom>
                <a:avLst/>
                <a:gdLst>
                  <a:gd name="connsiteX0" fmla="*/ 0 w 31007"/>
                  <a:gd name="connsiteY0" fmla="*/ 0 h 2550974"/>
                  <a:gd name="connsiteX1" fmla="*/ 0 w 31007"/>
                  <a:gd name="connsiteY1" fmla="*/ 2550975 h 2550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2550974">
                    <a:moveTo>
                      <a:pt x="0" y="0"/>
                    </a:moveTo>
                    <a:lnTo>
                      <a:pt x="0" y="2550975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1" name="手繪多邊形: 圖案 320">
                <a:extLst>
                  <a:ext uri="{FF2B5EF4-FFF2-40B4-BE49-F238E27FC236}">
                    <a16:creationId xmlns:a16="http://schemas.microsoft.com/office/drawing/2014/main" id="{E14C0F62-DC81-F540-EB6F-39BAE58A49C4}"/>
                  </a:ext>
                </a:extLst>
              </p:cNvPr>
              <p:cNvSpPr/>
              <p:nvPr/>
            </p:nvSpPr>
            <p:spPr>
              <a:xfrm>
                <a:off x="-45107699" y="25696989"/>
                <a:ext cx="1099017" cy="1474532"/>
              </a:xfrm>
              <a:custGeom>
                <a:avLst/>
                <a:gdLst>
                  <a:gd name="connsiteX0" fmla="*/ 0 w 1099017"/>
                  <a:gd name="connsiteY0" fmla="*/ 0 h 1474532"/>
                  <a:gd name="connsiteX1" fmla="*/ 904807 w 1099017"/>
                  <a:gd name="connsiteY1" fmla="*/ 0 h 1474532"/>
                  <a:gd name="connsiteX2" fmla="*/ 1096748 w 1099017"/>
                  <a:gd name="connsiteY2" fmla="*/ 216976 h 1474532"/>
                  <a:gd name="connsiteX3" fmla="*/ 924342 w 1099017"/>
                  <a:gd name="connsiteY3" fmla="*/ 1314513 h 1474532"/>
                  <a:gd name="connsiteX4" fmla="*/ 732406 w 1099017"/>
                  <a:gd name="connsiteY4" fmla="*/ 1474532 h 1474532"/>
                  <a:gd name="connsiteX5" fmla="*/ 0 w 1099017"/>
                  <a:gd name="connsiteY5" fmla="*/ 1474532 h 1474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9017" h="1474532">
                    <a:moveTo>
                      <a:pt x="0" y="0"/>
                    </a:moveTo>
                    <a:lnTo>
                      <a:pt x="904807" y="0"/>
                    </a:lnTo>
                    <a:cubicBezTo>
                      <a:pt x="1023570" y="0"/>
                      <a:pt x="1114731" y="102761"/>
                      <a:pt x="1096748" y="216976"/>
                    </a:cubicBezTo>
                    <a:lnTo>
                      <a:pt x="924342" y="1314513"/>
                    </a:lnTo>
                    <a:cubicBezTo>
                      <a:pt x="909770" y="1406727"/>
                      <a:pt x="828219" y="1474532"/>
                      <a:pt x="732406" y="1474532"/>
                    </a:cubicBezTo>
                    <a:lnTo>
                      <a:pt x="0" y="1474532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322" name="圖形 17">
              <a:extLst>
                <a:ext uri="{FF2B5EF4-FFF2-40B4-BE49-F238E27FC236}">
                  <a16:creationId xmlns:a16="http://schemas.microsoft.com/office/drawing/2014/main" id="{425026CD-43C7-65D1-FB7D-787B7E2BDF1B}"/>
                </a:ext>
              </a:extLst>
            </p:cNvPr>
            <p:cNvGrpSpPr/>
            <p:nvPr/>
          </p:nvGrpSpPr>
          <p:grpSpPr>
            <a:xfrm>
              <a:off x="-49960430" y="24826373"/>
              <a:ext cx="19207627" cy="66884789"/>
              <a:chOff x="-49960430" y="24826373"/>
              <a:chExt cx="19207627" cy="66884789"/>
            </a:xfrm>
            <a:noFill/>
          </p:grpSpPr>
          <p:sp>
            <p:nvSpPr>
              <p:cNvPr id="323" name="手繪多邊形: 圖案 322">
                <a:extLst>
                  <a:ext uri="{FF2B5EF4-FFF2-40B4-BE49-F238E27FC236}">
                    <a16:creationId xmlns:a16="http://schemas.microsoft.com/office/drawing/2014/main" id="{4247DD95-6086-BD9A-08E6-7526F661CC35}"/>
                  </a:ext>
                </a:extLst>
              </p:cNvPr>
              <p:cNvSpPr/>
              <p:nvPr/>
            </p:nvSpPr>
            <p:spPr>
              <a:xfrm>
                <a:off x="-49960430" y="25172329"/>
                <a:ext cx="955352" cy="30135"/>
              </a:xfrm>
              <a:custGeom>
                <a:avLst/>
                <a:gdLst>
                  <a:gd name="connsiteX0" fmla="*/ 0 w 955352"/>
                  <a:gd name="connsiteY0" fmla="*/ 0 h 30135"/>
                  <a:gd name="connsiteX1" fmla="*/ 955351 w 955352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5352" h="30135">
                    <a:moveTo>
                      <a:pt x="0" y="0"/>
                    </a:moveTo>
                    <a:lnTo>
                      <a:pt x="95535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4" name="手繪多邊形: 圖案 323">
                <a:extLst>
                  <a:ext uri="{FF2B5EF4-FFF2-40B4-BE49-F238E27FC236}">
                    <a16:creationId xmlns:a16="http://schemas.microsoft.com/office/drawing/2014/main" id="{DC24BC36-5373-B279-88AD-BB94FF9B1742}"/>
                  </a:ext>
                </a:extLst>
              </p:cNvPr>
              <p:cNvSpPr/>
              <p:nvPr/>
            </p:nvSpPr>
            <p:spPr>
              <a:xfrm>
                <a:off x="-49960430" y="25878706"/>
                <a:ext cx="955352" cy="30135"/>
              </a:xfrm>
              <a:custGeom>
                <a:avLst/>
                <a:gdLst>
                  <a:gd name="connsiteX0" fmla="*/ 0 w 955352"/>
                  <a:gd name="connsiteY0" fmla="*/ -1 h 30135"/>
                  <a:gd name="connsiteX1" fmla="*/ 955351 w 955352"/>
                  <a:gd name="connsiteY1" fmla="*/ -1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5352" h="30135">
                    <a:moveTo>
                      <a:pt x="0" y="-1"/>
                    </a:moveTo>
                    <a:lnTo>
                      <a:pt x="955351" y="-1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5" name="手繪多邊形: 圖案 324">
                <a:extLst>
                  <a:ext uri="{FF2B5EF4-FFF2-40B4-BE49-F238E27FC236}">
                    <a16:creationId xmlns:a16="http://schemas.microsoft.com/office/drawing/2014/main" id="{DC3BC948-EE44-553E-8237-1FD7CD1B4313}"/>
                  </a:ext>
                </a:extLst>
              </p:cNvPr>
              <p:cNvSpPr/>
              <p:nvPr/>
            </p:nvSpPr>
            <p:spPr>
              <a:xfrm>
                <a:off x="-49960430" y="26585385"/>
                <a:ext cx="955352" cy="30135"/>
              </a:xfrm>
              <a:custGeom>
                <a:avLst/>
                <a:gdLst>
                  <a:gd name="connsiteX0" fmla="*/ 0 w 955352"/>
                  <a:gd name="connsiteY0" fmla="*/ 0 h 30135"/>
                  <a:gd name="connsiteX1" fmla="*/ 955351 w 955352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55352" h="30135">
                    <a:moveTo>
                      <a:pt x="0" y="0"/>
                    </a:moveTo>
                    <a:lnTo>
                      <a:pt x="95535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6" name="手繪多邊形: 圖案 325">
                <a:extLst>
                  <a:ext uri="{FF2B5EF4-FFF2-40B4-BE49-F238E27FC236}">
                    <a16:creationId xmlns:a16="http://schemas.microsoft.com/office/drawing/2014/main" id="{3AE1447B-711A-BCD5-3B58-4A167BB33283}"/>
                  </a:ext>
                </a:extLst>
              </p:cNvPr>
              <p:cNvSpPr/>
              <p:nvPr/>
            </p:nvSpPr>
            <p:spPr>
              <a:xfrm>
                <a:off x="-49960430" y="27291763"/>
                <a:ext cx="955352" cy="1307581"/>
              </a:xfrm>
              <a:custGeom>
                <a:avLst/>
                <a:gdLst>
                  <a:gd name="connsiteX0" fmla="*/ 25430166 w 955352"/>
                  <a:gd name="connsiteY0" fmla="*/ 0 h 1307581"/>
                  <a:gd name="connsiteX1" fmla="*/ 49904980 w 955352"/>
                  <a:gd name="connsiteY1" fmla="*/ 23786296 h 1307581"/>
                  <a:gd name="connsiteX2" fmla="*/ 49904980 w 955352"/>
                  <a:gd name="connsiteY2" fmla="*/ 72666464 h 1307581"/>
                  <a:gd name="connsiteX3" fmla="*/ 25430166 w 955352"/>
                  <a:gd name="connsiteY3" fmla="*/ 96452752 h 1307581"/>
                  <a:gd name="connsiteX4" fmla="*/ -24474816 w 955352"/>
                  <a:gd name="connsiteY4" fmla="*/ 96452752 h 1307581"/>
                  <a:gd name="connsiteX5" fmla="*/ -48949632 w 955352"/>
                  <a:gd name="connsiteY5" fmla="*/ 72666464 h 1307581"/>
                  <a:gd name="connsiteX6" fmla="*/ -48949632 w 955352"/>
                  <a:gd name="connsiteY6" fmla="*/ 23786292 h 1307581"/>
                  <a:gd name="connsiteX7" fmla="*/ -24474816 w 955352"/>
                  <a:gd name="connsiteY7" fmla="*/ -2 h 1307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55352" h="1307581">
                    <a:moveTo>
                      <a:pt x="25430166" y="0"/>
                    </a:moveTo>
                    <a:cubicBezTo>
                      <a:pt x="38947232" y="0"/>
                      <a:pt x="49904980" y="10649486"/>
                      <a:pt x="49904980" y="23786296"/>
                    </a:cubicBezTo>
                    <a:lnTo>
                      <a:pt x="49904980" y="72666464"/>
                    </a:lnTo>
                    <a:cubicBezTo>
                      <a:pt x="49904980" y="85803264"/>
                      <a:pt x="38947232" y="96452752"/>
                      <a:pt x="25430166" y="96452752"/>
                    </a:cubicBezTo>
                    <a:lnTo>
                      <a:pt x="-24474816" y="96452752"/>
                    </a:lnTo>
                    <a:cubicBezTo>
                      <a:pt x="-37991880" y="96452752"/>
                      <a:pt x="-48949632" y="85803264"/>
                      <a:pt x="-48949632" y="72666464"/>
                    </a:cubicBezTo>
                    <a:lnTo>
                      <a:pt x="-48949632" y="23786292"/>
                    </a:lnTo>
                    <a:cubicBezTo>
                      <a:pt x="-48949632" y="10649484"/>
                      <a:pt x="-37991880" y="-2"/>
                      <a:pt x="-24474816" y="-2"/>
                    </a:cubicBezTo>
                    <a:close/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7" name="手繪多邊形: 圖案 326">
                <a:extLst>
                  <a:ext uri="{FF2B5EF4-FFF2-40B4-BE49-F238E27FC236}">
                    <a16:creationId xmlns:a16="http://schemas.microsoft.com/office/drawing/2014/main" id="{D873EA5B-25E3-4F22-9D96-FB7B9DEE9E05}"/>
                  </a:ext>
                </a:extLst>
              </p:cNvPr>
              <p:cNvSpPr/>
              <p:nvPr/>
            </p:nvSpPr>
            <p:spPr>
              <a:xfrm>
                <a:off x="-48494998" y="25956456"/>
                <a:ext cx="918142" cy="628627"/>
              </a:xfrm>
              <a:custGeom>
                <a:avLst/>
                <a:gdLst>
                  <a:gd name="connsiteX0" fmla="*/ 918142 w 918142"/>
                  <a:gd name="connsiteY0" fmla="*/ 0 h 628627"/>
                  <a:gd name="connsiteX1" fmla="*/ 0 w 918142"/>
                  <a:gd name="connsiteY1" fmla="*/ 628627 h 628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8142" h="628627">
                    <a:moveTo>
                      <a:pt x="918142" y="0"/>
                    </a:moveTo>
                    <a:cubicBezTo>
                      <a:pt x="918142" y="0"/>
                      <a:pt x="621705" y="564438"/>
                      <a:pt x="0" y="628627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8" name="手繪多邊形: 圖案 327">
                <a:extLst>
                  <a:ext uri="{FF2B5EF4-FFF2-40B4-BE49-F238E27FC236}">
                    <a16:creationId xmlns:a16="http://schemas.microsoft.com/office/drawing/2014/main" id="{5C2E0DAF-5240-E24C-9253-9DBC1AF0A164}"/>
                  </a:ext>
                </a:extLst>
              </p:cNvPr>
              <p:cNvSpPr/>
              <p:nvPr/>
            </p:nvSpPr>
            <p:spPr>
              <a:xfrm>
                <a:off x="-48494998" y="26650177"/>
                <a:ext cx="1243724" cy="861876"/>
              </a:xfrm>
              <a:custGeom>
                <a:avLst/>
                <a:gdLst>
                  <a:gd name="connsiteX0" fmla="*/ 1243725 w 1243724"/>
                  <a:gd name="connsiteY0" fmla="*/ 0 h 861876"/>
                  <a:gd name="connsiteX1" fmla="*/ 0 w 1243724"/>
                  <a:gd name="connsiteY1" fmla="*/ 861876 h 8618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43724" h="861876">
                    <a:moveTo>
                      <a:pt x="1243725" y="0"/>
                    </a:moveTo>
                    <a:cubicBezTo>
                      <a:pt x="1243725" y="0"/>
                      <a:pt x="888686" y="730787"/>
                      <a:pt x="0" y="861876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29" name="手繪多邊形: 圖案 328">
                <a:extLst>
                  <a:ext uri="{FF2B5EF4-FFF2-40B4-BE49-F238E27FC236}">
                    <a16:creationId xmlns:a16="http://schemas.microsoft.com/office/drawing/2014/main" id="{57040227-E182-3418-ABC5-8E9E4ED4BCEA}"/>
                  </a:ext>
                </a:extLst>
              </p:cNvPr>
              <p:cNvSpPr/>
              <p:nvPr/>
            </p:nvSpPr>
            <p:spPr>
              <a:xfrm>
                <a:off x="-48494998" y="27440632"/>
                <a:ext cx="1616439" cy="1158712"/>
              </a:xfrm>
              <a:custGeom>
                <a:avLst/>
                <a:gdLst>
                  <a:gd name="connsiteX0" fmla="*/ 1616440 w 1616439"/>
                  <a:gd name="connsiteY0" fmla="*/ 0 h 1158712"/>
                  <a:gd name="connsiteX1" fmla="*/ 0 w 1616439"/>
                  <a:gd name="connsiteY1" fmla="*/ 1158712 h 1158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16439" h="1158712">
                    <a:moveTo>
                      <a:pt x="1616440" y="0"/>
                    </a:moveTo>
                    <a:cubicBezTo>
                      <a:pt x="1616440" y="0"/>
                      <a:pt x="1097679" y="886587"/>
                      <a:pt x="0" y="1158712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30" name="手繪多邊形: 圖案 329">
                <a:extLst>
                  <a:ext uri="{FF2B5EF4-FFF2-40B4-BE49-F238E27FC236}">
                    <a16:creationId xmlns:a16="http://schemas.microsoft.com/office/drawing/2014/main" id="{A38503BD-D40C-4530-284B-EE7EB363A038}"/>
                  </a:ext>
                </a:extLst>
              </p:cNvPr>
              <p:cNvSpPr/>
              <p:nvPr/>
            </p:nvSpPr>
            <p:spPr>
              <a:xfrm>
                <a:off x="-48659651" y="24826373"/>
                <a:ext cx="1909776" cy="1052333"/>
              </a:xfrm>
              <a:custGeom>
                <a:avLst/>
                <a:gdLst>
                  <a:gd name="connsiteX0" fmla="*/ 0 w 1909776"/>
                  <a:gd name="connsiteY0" fmla="*/ 1052333 h 1052333"/>
                  <a:gd name="connsiteX1" fmla="*/ 951323 w 1909776"/>
                  <a:gd name="connsiteY1" fmla="*/ 0 h 1052333"/>
                  <a:gd name="connsiteX2" fmla="*/ 1909777 w 1909776"/>
                  <a:gd name="connsiteY2" fmla="*/ 1052333 h 10523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909776" h="1052333">
                    <a:moveTo>
                      <a:pt x="0" y="1052333"/>
                    </a:moveTo>
                    <a:cubicBezTo>
                      <a:pt x="767755" y="881767"/>
                      <a:pt x="951323" y="0"/>
                      <a:pt x="951323" y="0"/>
                    </a:cubicBezTo>
                    <a:cubicBezTo>
                      <a:pt x="951323" y="0"/>
                      <a:pt x="1135197" y="813660"/>
                      <a:pt x="1909777" y="1052333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331" name="手繪多邊形: 圖案 330">
                <a:extLst>
                  <a:ext uri="{FF2B5EF4-FFF2-40B4-BE49-F238E27FC236}">
                    <a16:creationId xmlns:a16="http://schemas.microsoft.com/office/drawing/2014/main" id="{49FDEA2A-2C19-47E8-304A-9F8A036920AD}"/>
                  </a:ext>
                </a:extLst>
              </p:cNvPr>
              <p:cNvSpPr/>
              <p:nvPr/>
            </p:nvSpPr>
            <p:spPr>
              <a:xfrm>
                <a:off x="-49482599" y="24826373"/>
                <a:ext cx="31007" cy="345956"/>
              </a:xfrm>
              <a:custGeom>
                <a:avLst/>
                <a:gdLst>
                  <a:gd name="connsiteX0" fmla="*/ 1 w 31007"/>
                  <a:gd name="connsiteY0" fmla="*/ 345956 h 345956"/>
                  <a:gd name="connsiteX1" fmla="*/ 1 w 31007"/>
                  <a:gd name="connsiteY1" fmla="*/ 0 h 345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345956">
                    <a:moveTo>
                      <a:pt x="1" y="345956"/>
                    </a:moveTo>
                    <a:lnTo>
                      <a:pt x="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592" name="圖形 18">
            <a:extLst>
              <a:ext uri="{FF2B5EF4-FFF2-40B4-BE49-F238E27FC236}">
                <a16:creationId xmlns:a16="http://schemas.microsoft.com/office/drawing/2014/main" id="{A3876734-F8A6-195C-254B-8CDD1A58BC4B}"/>
              </a:ext>
            </a:extLst>
          </p:cNvPr>
          <p:cNvGrpSpPr/>
          <p:nvPr/>
        </p:nvGrpSpPr>
        <p:grpSpPr>
          <a:xfrm>
            <a:off x="21542000" y="25295799"/>
            <a:ext cx="47447373" cy="150547039"/>
            <a:chOff x="21542000" y="25295799"/>
            <a:chExt cx="47447373" cy="150547039"/>
          </a:xfrm>
        </p:grpSpPr>
        <p:sp>
          <p:nvSpPr>
            <p:cNvPr id="593" name="手繪多邊形: 圖案 592">
              <a:extLst>
                <a:ext uri="{FF2B5EF4-FFF2-40B4-BE49-F238E27FC236}">
                  <a16:creationId xmlns:a16="http://schemas.microsoft.com/office/drawing/2014/main" id="{366ED981-EC39-3229-B1B0-4759DCC38371}"/>
                </a:ext>
              </a:extLst>
            </p:cNvPr>
            <p:cNvSpPr/>
            <p:nvPr/>
          </p:nvSpPr>
          <p:spPr>
            <a:xfrm>
              <a:off x="21542000" y="25295799"/>
              <a:ext cx="8735536" cy="8490853"/>
            </a:xfrm>
            <a:custGeom>
              <a:avLst/>
              <a:gdLst>
                <a:gd name="connsiteX0" fmla="*/ 8735537 w 8735536"/>
                <a:gd name="connsiteY0" fmla="*/ 4245427 h 8490853"/>
                <a:gd name="connsiteX1" fmla="*/ 4367770 w 8735536"/>
                <a:gd name="connsiteY1" fmla="*/ 8490853 h 8490853"/>
                <a:gd name="connsiteX2" fmla="*/ 1 w 8735536"/>
                <a:gd name="connsiteY2" fmla="*/ 4245426 h 8490853"/>
                <a:gd name="connsiteX3" fmla="*/ 4367770 w 8735536"/>
                <a:gd name="connsiteY3" fmla="*/ -1 h 8490853"/>
                <a:gd name="connsiteX4" fmla="*/ 8735537 w 8735536"/>
                <a:gd name="connsiteY4" fmla="*/ 4245427 h 849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536" h="8490853">
                  <a:moveTo>
                    <a:pt x="8735537" y="4245427"/>
                  </a:moveTo>
                  <a:cubicBezTo>
                    <a:pt x="8735537" y="6590112"/>
                    <a:pt x="6780020" y="8490853"/>
                    <a:pt x="4367770" y="8490853"/>
                  </a:cubicBezTo>
                  <a:cubicBezTo>
                    <a:pt x="1955517" y="8490853"/>
                    <a:pt x="1" y="6590111"/>
                    <a:pt x="1" y="4245426"/>
                  </a:cubicBezTo>
                  <a:cubicBezTo>
                    <a:pt x="1" y="1900741"/>
                    <a:pt x="1955517" y="-1"/>
                    <a:pt x="4367770" y="-1"/>
                  </a:cubicBezTo>
                  <a:cubicBezTo>
                    <a:pt x="6780022" y="-1"/>
                    <a:pt x="8735537" y="1900741"/>
                    <a:pt x="8735537" y="4245427"/>
                  </a:cubicBezTo>
                  <a:close/>
                </a:path>
              </a:pathLst>
            </a:custGeom>
            <a:noFill/>
            <a:ln w="141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594" name="圖形 18">
              <a:extLst>
                <a:ext uri="{FF2B5EF4-FFF2-40B4-BE49-F238E27FC236}">
                  <a16:creationId xmlns:a16="http://schemas.microsoft.com/office/drawing/2014/main" id="{2573C8E3-FE36-5036-EE7C-F414BF3B7DF4}"/>
                </a:ext>
              </a:extLst>
            </p:cNvPr>
            <p:cNvGrpSpPr/>
            <p:nvPr/>
          </p:nvGrpSpPr>
          <p:grpSpPr>
            <a:xfrm>
              <a:off x="22851744" y="27524173"/>
              <a:ext cx="33216175" cy="71533262"/>
              <a:chOff x="22851744" y="27524173"/>
              <a:chExt cx="33216175" cy="71533262"/>
            </a:xfrm>
          </p:grpSpPr>
          <p:sp>
            <p:nvSpPr>
              <p:cNvPr id="595" name="手繪多邊形: 圖案 594">
                <a:extLst>
                  <a:ext uri="{FF2B5EF4-FFF2-40B4-BE49-F238E27FC236}">
                    <a16:creationId xmlns:a16="http://schemas.microsoft.com/office/drawing/2014/main" id="{A93DEC52-8359-75B1-3449-AED0488F2B5E}"/>
                  </a:ext>
                </a:extLst>
              </p:cNvPr>
              <p:cNvSpPr/>
              <p:nvPr/>
            </p:nvSpPr>
            <p:spPr>
              <a:xfrm>
                <a:off x="24973224" y="27811962"/>
                <a:ext cx="571356" cy="29954"/>
              </a:xfrm>
              <a:custGeom>
                <a:avLst/>
                <a:gdLst>
                  <a:gd name="connsiteX0" fmla="*/ 0 w 571356"/>
                  <a:gd name="connsiteY0" fmla="*/ 0 h 29954"/>
                  <a:gd name="connsiteX1" fmla="*/ 571357 w 571356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56" h="29954">
                    <a:moveTo>
                      <a:pt x="0" y="0"/>
                    </a:moveTo>
                    <a:lnTo>
                      <a:pt x="571357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96" name="手繪多邊形: 圖案 595">
                <a:extLst>
                  <a:ext uri="{FF2B5EF4-FFF2-40B4-BE49-F238E27FC236}">
                    <a16:creationId xmlns:a16="http://schemas.microsoft.com/office/drawing/2014/main" id="{2A7655B8-434A-12B5-3BEC-32BE991434CA}"/>
                  </a:ext>
                </a:extLst>
              </p:cNvPr>
              <p:cNvSpPr/>
              <p:nvPr/>
            </p:nvSpPr>
            <p:spPr>
              <a:xfrm>
                <a:off x="24973224" y="28735155"/>
                <a:ext cx="571356" cy="29954"/>
              </a:xfrm>
              <a:custGeom>
                <a:avLst/>
                <a:gdLst>
                  <a:gd name="connsiteX0" fmla="*/ 0 w 571356"/>
                  <a:gd name="connsiteY0" fmla="*/ 0 h 29954"/>
                  <a:gd name="connsiteX1" fmla="*/ 571357 w 571356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1356" h="29954">
                    <a:moveTo>
                      <a:pt x="0" y="0"/>
                    </a:moveTo>
                    <a:lnTo>
                      <a:pt x="571357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97" name="手繪多邊形: 圖案 596">
                <a:extLst>
                  <a:ext uri="{FF2B5EF4-FFF2-40B4-BE49-F238E27FC236}">
                    <a16:creationId xmlns:a16="http://schemas.microsoft.com/office/drawing/2014/main" id="{788939DB-EFFE-CE6A-9830-2911C6C90325}"/>
                  </a:ext>
                </a:extLst>
              </p:cNvPr>
              <p:cNvSpPr/>
              <p:nvPr/>
            </p:nvSpPr>
            <p:spPr>
              <a:xfrm>
                <a:off x="24717438" y="28213949"/>
                <a:ext cx="30817" cy="646414"/>
              </a:xfrm>
              <a:custGeom>
                <a:avLst/>
                <a:gdLst>
                  <a:gd name="connsiteX0" fmla="*/ 1 w 30817"/>
                  <a:gd name="connsiteY0" fmla="*/ 646414 h 646414"/>
                  <a:gd name="connsiteX1" fmla="*/ 1 w 30817"/>
                  <a:gd name="connsiteY1" fmla="*/ 0 h 646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46414">
                    <a:moveTo>
                      <a:pt x="1" y="646414"/>
                    </a:moveTo>
                    <a:lnTo>
                      <a:pt x="1" y="0"/>
                    </a:lnTo>
                  </a:path>
                </a:pathLst>
              </a:custGeom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598" name="手繪多邊形: 圖案 597">
                <a:extLst>
                  <a:ext uri="{FF2B5EF4-FFF2-40B4-BE49-F238E27FC236}">
                    <a16:creationId xmlns:a16="http://schemas.microsoft.com/office/drawing/2014/main" id="{929F1170-EBE7-6FE3-F171-1FA191E62D7F}"/>
                  </a:ext>
                </a:extLst>
              </p:cNvPr>
              <p:cNvSpPr/>
              <p:nvPr/>
            </p:nvSpPr>
            <p:spPr>
              <a:xfrm>
                <a:off x="24472131" y="27562143"/>
                <a:ext cx="374433" cy="566136"/>
              </a:xfrm>
              <a:custGeom>
                <a:avLst/>
                <a:gdLst>
                  <a:gd name="connsiteX0" fmla="*/ 374434 w 374433"/>
                  <a:gd name="connsiteY0" fmla="*/ 0 h 566136"/>
                  <a:gd name="connsiteX1" fmla="*/ 0 w 374433"/>
                  <a:gd name="connsiteY1" fmla="*/ 566137 h 566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4433" h="566136">
                    <a:moveTo>
                      <a:pt x="374434" y="0"/>
                    </a:moveTo>
                    <a:cubicBezTo>
                      <a:pt x="374434" y="0"/>
                      <a:pt x="338376" y="389406"/>
                      <a:pt x="0" y="566137"/>
                    </a:cubicBezTo>
                  </a:path>
                </a:pathLst>
              </a:custGeom>
              <a:noFill/>
              <a:ln w="19506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599" name="圖形 18">
                <a:extLst>
                  <a:ext uri="{FF2B5EF4-FFF2-40B4-BE49-F238E27FC236}">
                    <a16:creationId xmlns:a16="http://schemas.microsoft.com/office/drawing/2014/main" id="{6A1C7301-016E-04FC-E5BA-837E0E1638AD}"/>
                  </a:ext>
                </a:extLst>
              </p:cNvPr>
              <p:cNvGrpSpPr/>
              <p:nvPr/>
            </p:nvGrpSpPr>
            <p:grpSpPr>
              <a:xfrm>
                <a:off x="22904751" y="27572028"/>
                <a:ext cx="5440063" cy="22842819"/>
                <a:chOff x="22904751" y="27572028"/>
                <a:chExt cx="5440063" cy="22842819"/>
              </a:xfrm>
              <a:noFill/>
            </p:grpSpPr>
            <p:sp>
              <p:nvSpPr>
                <p:cNvPr id="600" name="手繪多邊形: 圖案 599">
                  <a:extLst>
                    <a:ext uri="{FF2B5EF4-FFF2-40B4-BE49-F238E27FC236}">
                      <a16:creationId xmlns:a16="http://schemas.microsoft.com/office/drawing/2014/main" id="{BA5CBDFF-CE89-9BCB-3A49-8BB252B24132}"/>
                    </a:ext>
                  </a:extLst>
                </p:cNvPr>
                <p:cNvSpPr/>
                <p:nvPr/>
              </p:nvSpPr>
              <p:spPr>
                <a:xfrm>
                  <a:off x="22904751" y="27692145"/>
                  <a:ext cx="1001569" cy="29954"/>
                </a:xfrm>
                <a:custGeom>
                  <a:avLst/>
                  <a:gdLst>
                    <a:gd name="connsiteX0" fmla="*/ 0 w 1001569"/>
                    <a:gd name="connsiteY0" fmla="*/ 0 h 29954"/>
                    <a:gd name="connsiteX1" fmla="*/ 1001570 w 100156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69" h="29954">
                      <a:moveTo>
                        <a:pt x="0" y="0"/>
                      </a:moveTo>
                      <a:lnTo>
                        <a:pt x="1001570" y="0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1" name="手繪多邊形: 圖案 600">
                  <a:extLst>
                    <a:ext uri="{FF2B5EF4-FFF2-40B4-BE49-F238E27FC236}">
                      <a16:creationId xmlns:a16="http://schemas.microsoft.com/office/drawing/2014/main" id="{69947553-FBAB-FBC9-AB15-8CAD2DD1F99E}"/>
                    </a:ext>
                  </a:extLst>
                </p:cNvPr>
                <p:cNvSpPr/>
                <p:nvPr/>
              </p:nvSpPr>
              <p:spPr>
                <a:xfrm>
                  <a:off x="22904751" y="28061781"/>
                  <a:ext cx="1001569" cy="29954"/>
                </a:xfrm>
                <a:custGeom>
                  <a:avLst/>
                  <a:gdLst>
                    <a:gd name="connsiteX0" fmla="*/ 0 w 1001569"/>
                    <a:gd name="connsiteY0" fmla="*/ 0 h 29954"/>
                    <a:gd name="connsiteX1" fmla="*/ 1001570 w 100156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1569" h="29954">
                      <a:moveTo>
                        <a:pt x="0" y="0"/>
                      </a:moveTo>
                      <a:lnTo>
                        <a:pt x="1001570" y="0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2" name="手繪多邊形: 圖案 601">
                  <a:extLst>
                    <a:ext uri="{FF2B5EF4-FFF2-40B4-BE49-F238E27FC236}">
                      <a16:creationId xmlns:a16="http://schemas.microsoft.com/office/drawing/2014/main" id="{1328D6ED-B99E-07E5-5BC0-9771A1F9BF86}"/>
                    </a:ext>
                  </a:extLst>
                </p:cNvPr>
                <p:cNvSpPr/>
                <p:nvPr/>
              </p:nvSpPr>
              <p:spPr>
                <a:xfrm>
                  <a:off x="23164851" y="27572028"/>
                  <a:ext cx="30817" cy="239934"/>
                </a:xfrm>
                <a:custGeom>
                  <a:avLst/>
                  <a:gdLst>
                    <a:gd name="connsiteX0" fmla="*/ 0 w 30817"/>
                    <a:gd name="connsiteY0" fmla="*/ 0 h 239934"/>
                    <a:gd name="connsiteX1" fmla="*/ 0 w 30817"/>
                    <a:gd name="connsiteY1" fmla="*/ 239934 h 239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39934">
                      <a:moveTo>
                        <a:pt x="0" y="0"/>
                      </a:moveTo>
                      <a:lnTo>
                        <a:pt x="0" y="239934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3" name="手繪多邊形: 圖案 602">
                  <a:extLst>
                    <a:ext uri="{FF2B5EF4-FFF2-40B4-BE49-F238E27FC236}">
                      <a16:creationId xmlns:a16="http://schemas.microsoft.com/office/drawing/2014/main" id="{12D2DD84-A36E-C2E1-B8E0-7674CF204093}"/>
                    </a:ext>
                  </a:extLst>
                </p:cNvPr>
                <p:cNvSpPr/>
                <p:nvPr/>
              </p:nvSpPr>
              <p:spPr>
                <a:xfrm>
                  <a:off x="23663787" y="27572028"/>
                  <a:ext cx="30817" cy="239934"/>
                </a:xfrm>
                <a:custGeom>
                  <a:avLst/>
                  <a:gdLst>
                    <a:gd name="connsiteX0" fmla="*/ 1 w 30817"/>
                    <a:gd name="connsiteY0" fmla="*/ 0 h 239934"/>
                    <a:gd name="connsiteX1" fmla="*/ 1 w 30817"/>
                    <a:gd name="connsiteY1" fmla="*/ 239934 h 239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39934">
                      <a:moveTo>
                        <a:pt x="1" y="0"/>
                      </a:moveTo>
                      <a:lnTo>
                        <a:pt x="1" y="239934"/>
                      </a:lnTo>
                    </a:path>
                  </a:pathLst>
                </a:custGeom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4" name="手繪多邊形: 圖案 603">
                  <a:extLst>
                    <a:ext uri="{FF2B5EF4-FFF2-40B4-BE49-F238E27FC236}">
                      <a16:creationId xmlns:a16="http://schemas.microsoft.com/office/drawing/2014/main" id="{30BE3C04-0AF7-1735-8580-D0491A8D0698}"/>
                    </a:ext>
                  </a:extLst>
                </p:cNvPr>
                <p:cNvSpPr/>
                <p:nvPr/>
              </p:nvSpPr>
              <p:spPr>
                <a:xfrm>
                  <a:off x="23554384" y="28266370"/>
                  <a:ext cx="262565" cy="593993"/>
                </a:xfrm>
                <a:custGeom>
                  <a:avLst/>
                  <a:gdLst>
                    <a:gd name="connsiteX0" fmla="*/ 0 w 262565"/>
                    <a:gd name="connsiteY0" fmla="*/ 0 h 593993"/>
                    <a:gd name="connsiteX1" fmla="*/ 62252 w 262565"/>
                    <a:gd name="connsiteY1" fmla="*/ 0 h 593993"/>
                    <a:gd name="connsiteX2" fmla="*/ 262566 w 262565"/>
                    <a:gd name="connsiteY2" fmla="*/ 194703 h 593993"/>
                    <a:gd name="connsiteX3" fmla="*/ 262566 w 262565"/>
                    <a:gd name="connsiteY3" fmla="*/ 464292 h 593993"/>
                    <a:gd name="connsiteX4" fmla="*/ 129126 w 262565"/>
                    <a:gd name="connsiteY4" fmla="*/ 593994 h 593993"/>
                    <a:gd name="connsiteX5" fmla="*/ 43145 w 262565"/>
                    <a:gd name="connsiteY5" fmla="*/ 593994 h 5939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2565" h="593993">
                      <a:moveTo>
                        <a:pt x="0" y="0"/>
                      </a:moveTo>
                      <a:lnTo>
                        <a:pt x="62252" y="0"/>
                      </a:lnTo>
                      <a:cubicBezTo>
                        <a:pt x="172888" y="0"/>
                        <a:pt x="262566" y="87167"/>
                        <a:pt x="262566" y="194703"/>
                      </a:cubicBezTo>
                      <a:lnTo>
                        <a:pt x="262566" y="464292"/>
                      </a:lnTo>
                      <a:cubicBezTo>
                        <a:pt x="262566" y="535882"/>
                        <a:pt x="202780" y="593994"/>
                        <a:pt x="129126" y="593994"/>
                      </a:cubicBezTo>
                      <a:lnTo>
                        <a:pt x="43145" y="593994"/>
                      </a:lnTo>
                    </a:path>
                  </a:pathLst>
                </a:custGeom>
                <a:noFill/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05" name="手繪多邊形: 圖案 604">
                  <a:extLst>
                    <a:ext uri="{FF2B5EF4-FFF2-40B4-BE49-F238E27FC236}">
                      <a16:creationId xmlns:a16="http://schemas.microsoft.com/office/drawing/2014/main" id="{03AE562D-705E-AFDB-00E5-AD28D995A5A5}"/>
                    </a:ext>
                  </a:extLst>
                </p:cNvPr>
                <p:cNvSpPr/>
                <p:nvPr/>
              </p:nvSpPr>
              <p:spPr>
                <a:xfrm>
                  <a:off x="22904751" y="27924591"/>
                  <a:ext cx="500804" cy="935772"/>
                </a:xfrm>
                <a:custGeom>
                  <a:avLst/>
                  <a:gdLst>
                    <a:gd name="connsiteX0" fmla="*/ 500786 w 500804"/>
                    <a:gd name="connsiteY0" fmla="*/ 0 h 935772"/>
                    <a:gd name="connsiteX1" fmla="*/ 0 w 500804"/>
                    <a:gd name="connsiteY1" fmla="*/ 935773 h 9357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0804" h="935772">
                      <a:moveTo>
                        <a:pt x="500786" y="0"/>
                      </a:moveTo>
                      <a:cubicBezTo>
                        <a:pt x="500786" y="0"/>
                        <a:pt x="511880" y="561943"/>
                        <a:pt x="0" y="935773"/>
                      </a:cubicBezTo>
                    </a:path>
                  </a:pathLst>
                </a:custGeom>
                <a:noFill/>
                <a:ln w="19506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06" name="圖形 18">
                <a:extLst>
                  <a:ext uri="{FF2B5EF4-FFF2-40B4-BE49-F238E27FC236}">
                    <a16:creationId xmlns:a16="http://schemas.microsoft.com/office/drawing/2014/main" id="{3F8FDB0F-6396-0E01-BBC9-05EBF0EC8467}"/>
                  </a:ext>
                </a:extLst>
              </p:cNvPr>
              <p:cNvGrpSpPr/>
              <p:nvPr/>
            </p:nvGrpSpPr>
            <p:grpSpPr>
              <a:xfrm>
                <a:off x="22904751" y="29470533"/>
                <a:ext cx="32642040" cy="23023404"/>
                <a:chOff x="22904751" y="29470533"/>
                <a:chExt cx="32642040" cy="23023404"/>
              </a:xfrm>
              <a:noFill/>
            </p:grpSpPr>
            <p:grpSp>
              <p:nvGrpSpPr>
                <p:cNvPr id="607" name="圖形 18">
                  <a:extLst>
                    <a:ext uri="{FF2B5EF4-FFF2-40B4-BE49-F238E27FC236}">
                      <a16:creationId xmlns:a16="http://schemas.microsoft.com/office/drawing/2014/main" id="{47644D2A-392B-32B7-5203-97D47C3EF7BF}"/>
                    </a:ext>
                  </a:extLst>
                </p:cNvPr>
                <p:cNvGrpSpPr/>
                <p:nvPr/>
              </p:nvGrpSpPr>
              <p:grpSpPr>
                <a:xfrm>
                  <a:off x="24568281" y="29470833"/>
                  <a:ext cx="5677746" cy="23018085"/>
                  <a:chOff x="24568281" y="29470833"/>
                  <a:chExt cx="5677746" cy="23018085"/>
                </a:xfrm>
                <a:noFill/>
              </p:grpSpPr>
              <p:grpSp>
                <p:nvGrpSpPr>
                  <p:cNvPr id="608" name="圖形 18">
                    <a:extLst>
                      <a:ext uri="{FF2B5EF4-FFF2-40B4-BE49-F238E27FC236}">
                        <a16:creationId xmlns:a16="http://schemas.microsoft.com/office/drawing/2014/main" id="{42BAC0B6-0E2A-947F-3D2F-56A5E398D2CB}"/>
                      </a:ext>
                    </a:extLst>
                  </p:cNvPr>
                  <p:cNvGrpSpPr/>
                  <p:nvPr/>
                </p:nvGrpSpPr>
                <p:grpSpPr>
                  <a:xfrm>
                    <a:off x="24568281" y="29470833"/>
                    <a:ext cx="5677746" cy="10441524"/>
                    <a:chOff x="24568281" y="29470833"/>
                    <a:chExt cx="5677746" cy="10441524"/>
                  </a:xfrm>
                  <a:noFill/>
                </p:grpSpPr>
                <p:sp>
                  <p:nvSpPr>
                    <p:cNvPr id="609" name="手繪多邊形: 圖案 608">
                      <a:extLst>
                        <a:ext uri="{FF2B5EF4-FFF2-40B4-BE49-F238E27FC236}">
                          <a16:creationId xmlns:a16="http://schemas.microsoft.com/office/drawing/2014/main" id="{EA41EF8D-49CF-B1F1-1CED-FC088EFDA0D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568281" y="29470833"/>
                      <a:ext cx="510954" cy="29954"/>
                    </a:xfrm>
                    <a:custGeom>
                      <a:avLst/>
                      <a:gdLst>
                        <a:gd name="connsiteX0" fmla="*/ 0 w 510954"/>
                        <a:gd name="connsiteY0" fmla="*/ 0 h 29954"/>
                        <a:gd name="connsiteX1" fmla="*/ 510955 w 510954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0954" h="29954">
                          <a:moveTo>
                            <a:pt x="0" y="0"/>
                          </a:moveTo>
                          <a:lnTo>
                            <a:pt x="510955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0" name="手繪多邊形: 圖案 609">
                      <a:extLst>
                        <a:ext uri="{FF2B5EF4-FFF2-40B4-BE49-F238E27FC236}">
                          <a16:creationId xmlns:a16="http://schemas.microsoft.com/office/drawing/2014/main" id="{4D8121C3-56CB-FB43-33AA-0EE1F38172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631457" y="29470833"/>
                      <a:ext cx="447779" cy="588902"/>
                    </a:xfrm>
                    <a:custGeom>
                      <a:avLst/>
                      <a:gdLst>
                        <a:gd name="connsiteX0" fmla="*/ 447780 w 447779"/>
                        <a:gd name="connsiteY0" fmla="*/ 588902 h 588902"/>
                        <a:gd name="connsiteX1" fmla="*/ 133440 w 447779"/>
                        <a:gd name="connsiteY1" fmla="*/ 588902 h 588902"/>
                        <a:gd name="connsiteX2" fmla="*/ 0 w 447779"/>
                        <a:gd name="connsiteY2" fmla="*/ 459200 h 588902"/>
                        <a:gd name="connsiteX3" fmla="*/ 0 w 447779"/>
                        <a:gd name="connsiteY3" fmla="*/ 0 h 58890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47779" h="588902">
                          <a:moveTo>
                            <a:pt x="447780" y="588902"/>
                          </a:moveTo>
                          <a:lnTo>
                            <a:pt x="133440" y="588902"/>
                          </a:lnTo>
                          <a:cubicBezTo>
                            <a:pt x="59786" y="588902"/>
                            <a:pt x="0" y="530791"/>
                            <a:pt x="0" y="459200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1" name="手繪多邊形: 圖案 610">
                      <a:extLst>
                        <a:ext uri="{FF2B5EF4-FFF2-40B4-BE49-F238E27FC236}">
                          <a16:creationId xmlns:a16="http://schemas.microsoft.com/office/drawing/2014/main" id="{847E9702-C947-4413-3F97-B6052F0568D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52570" y="29606526"/>
                      <a:ext cx="284137" cy="29954"/>
                    </a:xfrm>
                    <a:custGeom>
                      <a:avLst/>
                      <a:gdLst>
                        <a:gd name="connsiteX0" fmla="*/ -1 w 284137"/>
                        <a:gd name="connsiteY0" fmla="*/ 0 h 29954"/>
                        <a:gd name="connsiteX1" fmla="*/ 284138 w 284137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4137" h="29954">
                          <a:moveTo>
                            <a:pt x="-1" y="0"/>
                          </a:moveTo>
                          <a:lnTo>
                            <a:pt x="284138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2" name="手繪多邊形: 圖案 611">
                      <a:extLst>
                        <a:ext uri="{FF2B5EF4-FFF2-40B4-BE49-F238E27FC236}">
                          <a16:creationId xmlns:a16="http://schemas.microsoft.com/office/drawing/2014/main" id="{C78EF78B-4C14-4F04-8E40-816AA1E306C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31306" y="29762288"/>
                      <a:ext cx="305401" cy="29954"/>
                    </a:xfrm>
                    <a:custGeom>
                      <a:avLst/>
                      <a:gdLst>
                        <a:gd name="connsiteX0" fmla="*/ -1 w 305401"/>
                        <a:gd name="connsiteY0" fmla="*/ 0 h 29954"/>
                        <a:gd name="connsiteX1" fmla="*/ 305402 w 305401"/>
                        <a:gd name="connsiteY1" fmla="*/ 0 h 299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5401" h="29954">
                          <a:moveTo>
                            <a:pt x="-1" y="0"/>
                          </a:moveTo>
                          <a:lnTo>
                            <a:pt x="305402" y="0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3" name="手繪多邊形: 圖案 612">
                      <a:extLst>
                        <a:ext uri="{FF2B5EF4-FFF2-40B4-BE49-F238E27FC236}">
                          <a16:creationId xmlns:a16="http://schemas.microsoft.com/office/drawing/2014/main" id="{61F11BD6-1007-DF19-4B4F-CFCD1E1705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212983" y="29470833"/>
                      <a:ext cx="400627" cy="171338"/>
                    </a:xfrm>
                    <a:custGeom>
                      <a:avLst/>
                      <a:gdLst>
                        <a:gd name="connsiteX0" fmla="*/ 400628 w 400627"/>
                        <a:gd name="connsiteY0" fmla="*/ 171339 h 171338"/>
                        <a:gd name="connsiteX1" fmla="*/ 393540 w 400627"/>
                        <a:gd name="connsiteY1" fmla="*/ 171339 h 171338"/>
                        <a:gd name="connsiteX2" fmla="*/ 326667 w 400627"/>
                        <a:gd name="connsiteY2" fmla="*/ 106338 h 171338"/>
                        <a:gd name="connsiteX3" fmla="*/ 326667 w 400627"/>
                        <a:gd name="connsiteY3" fmla="*/ 0 h 171338"/>
                        <a:gd name="connsiteX4" fmla="*/ 0 w 400627"/>
                        <a:gd name="connsiteY4" fmla="*/ 0 h 171338"/>
                        <a:gd name="connsiteX5" fmla="*/ 0 w 400627"/>
                        <a:gd name="connsiteY5" fmla="*/ 71591 h 17133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0627" h="171338">
                          <a:moveTo>
                            <a:pt x="400628" y="171339"/>
                          </a:moveTo>
                          <a:lnTo>
                            <a:pt x="393540" y="171339"/>
                          </a:lnTo>
                          <a:cubicBezTo>
                            <a:pt x="356559" y="171339"/>
                            <a:pt x="326667" y="142283"/>
                            <a:pt x="326667" y="106338"/>
                          </a:cubicBezTo>
                          <a:lnTo>
                            <a:pt x="326667" y="0"/>
                          </a:lnTo>
                          <a:lnTo>
                            <a:pt x="0" y="0"/>
                          </a:lnTo>
                          <a:lnTo>
                            <a:pt x="0" y="71591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4" name="手繪多邊形: 圖案 613">
                      <a:extLst>
                        <a:ext uri="{FF2B5EF4-FFF2-40B4-BE49-F238E27FC236}">
                          <a16:creationId xmlns:a16="http://schemas.microsoft.com/office/drawing/2014/main" id="{50FA6AE8-342C-772A-EAC3-EBADA9199F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929462" y="29859640"/>
                      <a:ext cx="98307" cy="97650"/>
                    </a:xfrm>
                    <a:custGeom>
                      <a:avLst/>
                      <a:gdLst>
                        <a:gd name="connsiteX0" fmla="*/ 0 w 98307"/>
                        <a:gd name="connsiteY0" fmla="*/ 0 h 97650"/>
                        <a:gd name="connsiteX1" fmla="*/ 0 w 98307"/>
                        <a:gd name="connsiteY1" fmla="*/ 32650 h 97650"/>
                        <a:gd name="connsiteX2" fmla="*/ 66875 w 98307"/>
                        <a:gd name="connsiteY2" fmla="*/ 97650 h 97650"/>
                        <a:gd name="connsiteX3" fmla="*/ 98308 w 98307"/>
                        <a:gd name="connsiteY3" fmla="*/ 97650 h 9765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307" h="97650">
                          <a:moveTo>
                            <a:pt x="0" y="0"/>
                          </a:moveTo>
                          <a:lnTo>
                            <a:pt x="0" y="32650"/>
                          </a:lnTo>
                          <a:cubicBezTo>
                            <a:pt x="0" y="68595"/>
                            <a:pt x="29894" y="97650"/>
                            <a:pt x="66875" y="97650"/>
                          </a:cubicBezTo>
                          <a:lnTo>
                            <a:pt x="98308" y="97650"/>
                          </a:ln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5" name="手繪多邊形: 圖案 614">
                      <a:extLst>
                        <a:ext uri="{FF2B5EF4-FFF2-40B4-BE49-F238E27FC236}">
                          <a16:creationId xmlns:a16="http://schemas.microsoft.com/office/drawing/2014/main" id="{5E953023-F6D3-73D8-7061-610F2A35D6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189562" y="29762289"/>
                      <a:ext cx="392308" cy="297446"/>
                    </a:xfrm>
                    <a:custGeom>
                      <a:avLst/>
                      <a:gdLst>
                        <a:gd name="connsiteX0" fmla="*/ 392308 w 392308"/>
                        <a:gd name="connsiteY0" fmla="*/ 297446 h 297446"/>
                        <a:gd name="connsiteX1" fmla="*/ 23730 w 392308"/>
                        <a:gd name="connsiteY1" fmla="*/ 0 h 297446"/>
                        <a:gd name="connsiteX2" fmla="*/ 369810 w 392308"/>
                        <a:gd name="connsiteY2" fmla="*/ 0 h 297446"/>
                        <a:gd name="connsiteX3" fmla="*/ 0 w 392308"/>
                        <a:gd name="connsiteY3" fmla="*/ 297446 h 29744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2308" h="297446">
                          <a:moveTo>
                            <a:pt x="392308" y="297446"/>
                          </a:moveTo>
                          <a:cubicBezTo>
                            <a:pt x="223736" y="297446"/>
                            <a:pt x="28662" y="178528"/>
                            <a:pt x="23730" y="0"/>
                          </a:cubicBezTo>
                          <a:lnTo>
                            <a:pt x="369810" y="0"/>
                          </a:lnTo>
                          <a:cubicBezTo>
                            <a:pt x="365806" y="177629"/>
                            <a:pt x="161792" y="297446"/>
                            <a:pt x="0" y="297446"/>
                          </a:cubicBezTo>
                        </a:path>
                      </a:pathLst>
                    </a:custGeom>
                    <a:noFill/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6" name="手繪多邊形: 圖案 615">
                      <a:extLst>
                        <a:ext uri="{FF2B5EF4-FFF2-40B4-BE49-F238E27FC236}">
                          <a16:creationId xmlns:a16="http://schemas.microsoft.com/office/drawing/2014/main" id="{CB3A19EF-63F6-706D-DABA-C58AED333E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63972" y="29606526"/>
                      <a:ext cx="144226" cy="350465"/>
                    </a:xfrm>
                    <a:custGeom>
                      <a:avLst/>
                      <a:gdLst>
                        <a:gd name="connsiteX0" fmla="*/ 144227 w 144226"/>
                        <a:gd name="connsiteY0" fmla="*/ 0 h 350465"/>
                        <a:gd name="connsiteX1" fmla="*/ -1 w 144226"/>
                        <a:gd name="connsiteY1" fmla="*/ 350466 h 3504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4226" h="350465">
                          <a:moveTo>
                            <a:pt x="144227" y="0"/>
                          </a:moveTo>
                          <a:lnTo>
                            <a:pt x="-1" y="350466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7" name="手繪多邊形: 圖案 616">
                      <a:extLst>
                        <a:ext uri="{FF2B5EF4-FFF2-40B4-BE49-F238E27FC236}">
                          <a16:creationId xmlns:a16="http://schemas.microsoft.com/office/drawing/2014/main" id="{3964B298-62A3-F6DA-64B9-490841A57C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171997" y="29542124"/>
                      <a:ext cx="41295" cy="100047"/>
                    </a:xfrm>
                    <a:custGeom>
                      <a:avLst/>
                      <a:gdLst>
                        <a:gd name="connsiteX0" fmla="*/ 41295 w 41295"/>
                        <a:gd name="connsiteY0" fmla="*/ 0 h 100047"/>
                        <a:gd name="connsiteX1" fmla="*/ 1 w 41295"/>
                        <a:gd name="connsiteY1" fmla="*/ 100047 h 10004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295" h="100047">
                          <a:moveTo>
                            <a:pt x="41295" y="0"/>
                          </a:moveTo>
                          <a:lnTo>
                            <a:pt x="1" y="100047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  <p:sp>
                  <p:nvSpPr>
                    <p:cNvPr id="618" name="手繪多邊形: 圖案 617">
                      <a:extLst>
                        <a:ext uri="{FF2B5EF4-FFF2-40B4-BE49-F238E27FC236}">
                          <a16:creationId xmlns:a16="http://schemas.microsoft.com/office/drawing/2014/main" id="{A54B2B9D-42C0-640E-4565-B6E70AD87E3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4731306" y="29470833"/>
                      <a:ext cx="77043" cy="187813"/>
                    </a:xfrm>
                    <a:custGeom>
                      <a:avLst/>
                      <a:gdLst>
                        <a:gd name="connsiteX0" fmla="*/ 77043 w 77043"/>
                        <a:gd name="connsiteY0" fmla="*/ 0 h 187813"/>
                        <a:gd name="connsiteX1" fmla="*/ -1 w 77043"/>
                        <a:gd name="connsiteY1" fmla="*/ 187813 h 18781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043" h="187813">
                          <a:moveTo>
                            <a:pt x="77043" y="0"/>
                          </a:moveTo>
                          <a:lnTo>
                            <a:pt x="-1" y="187813"/>
                          </a:lnTo>
                        </a:path>
                      </a:pathLst>
                    </a:custGeom>
                    <a:ln w="8675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tlCol="0" anchor="ctr"/>
                    <a:lstStyle/>
                    <a:p>
                      <a:endParaRPr lang="zh-TW" altLang="en-US"/>
                    </a:p>
                  </p:txBody>
                </p:sp>
              </p:grpSp>
              <p:sp>
                <p:nvSpPr>
                  <p:cNvPr id="619" name="手繪多邊形: 圖案 618">
                    <a:extLst>
                      <a:ext uri="{FF2B5EF4-FFF2-40B4-BE49-F238E27FC236}">
                        <a16:creationId xmlns:a16="http://schemas.microsoft.com/office/drawing/2014/main" id="{EECB01A3-8A71-A00A-01D2-4AA58BC8E0BA}"/>
                      </a:ext>
                    </a:extLst>
                  </p:cNvPr>
                  <p:cNvSpPr/>
                  <p:nvPr/>
                </p:nvSpPr>
                <p:spPr>
                  <a:xfrm>
                    <a:off x="24603721" y="30182847"/>
                    <a:ext cx="1001569" cy="29954"/>
                  </a:xfrm>
                  <a:custGeom>
                    <a:avLst/>
                    <a:gdLst>
                      <a:gd name="connsiteX0" fmla="*/ 1 w 1001569"/>
                      <a:gd name="connsiteY0" fmla="*/ 0 h 29954"/>
                      <a:gd name="connsiteX1" fmla="*/ 1001570 w 100156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569" h="29954">
                        <a:moveTo>
                          <a:pt x="1" y="0"/>
                        </a:moveTo>
                        <a:lnTo>
                          <a:pt x="100157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0" name="手繪多邊形: 圖案 619">
                    <a:extLst>
                      <a:ext uri="{FF2B5EF4-FFF2-40B4-BE49-F238E27FC236}">
                        <a16:creationId xmlns:a16="http://schemas.microsoft.com/office/drawing/2014/main" id="{726C51C2-6CA5-C95C-F1E9-D97C52D04340}"/>
                      </a:ext>
                    </a:extLst>
                  </p:cNvPr>
                  <p:cNvSpPr/>
                  <p:nvPr/>
                </p:nvSpPr>
                <p:spPr>
                  <a:xfrm>
                    <a:off x="24638381" y="30319139"/>
                    <a:ext cx="932559" cy="449913"/>
                  </a:xfrm>
                  <a:custGeom>
                    <a:avLst/>
                    <a:gdLst>
                      <a:gd name="connsiteX0" fmla="*/ 931470 w 932559"/>
                      <a:gd name="connsiteY0" fmla="*/ 74586 h 449913"/>
                      <a:gd name="connsiteX1" fmla="*/ 889867 w 932559"/>
                      <a:gd name="connsiteY1" fmla="*/ 339682 h 449913"/>
                      <a:gd name="connsiteX2" fmla="*/ 757967 w 932559"/>
                      <a:gd name="connsiteY2" fmla="*/ 449914 h 449913"/>
                      <a:gd name="connsiteX3" fmla="*/ 174283 w 932559"/>
                      <a:gd name="connsiteY3" fmla="*/ 449914 h 449913"/>
                      <a:gd name="connsiteX4" fmla="*/ 42385 w 932559"/>
                      <a:gd name="connsiteY4" fmla="*/ 339682 h 449913"/>
                      <a:gd name="connsiteX5" fmla="*/ 780 w 932559"/>
                      <a:gd name="connsiteY5" fmla="*/ 74586 h 449913"/>
                      <a:gd name="connsiteX6" fmla="*/ 66730 w 932559"/>
                      <a:gd name="connsiteY6" fmla="*/ 0 h 449913"/>
                      <a:gd name="connsiteX7" fmla="*/ 865829 w 932559"/>
                      <a:gd name="connsiteY7" fmla="*/ 0 h 449913"/>
                      <a:gd name="connsiteX8" fmla="*/ 931779 w 932559"/>
                      <a:gd name="connsiteY8" fmla="*/ 74586 h 4499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2559" h="449913">
                        <a:moveTo>
                          <a:pt x="931470" y="74586"/>
                        </a:moveTo>
                        <a:lnTo>
                          <a:pt x="889867" y="339682"/>
                        </a:lnTo>
                        <a:cubicBezTo>
                          <a:pt x="880005" y="403185"/>
                          <a:pt x="823917" y="449914"/>
                          <a:pt x="757967" y="449914"/>
                        </a:cubicBezTo>
                        <a:lnTo>
                          <a:pt x="174283" y="449914"/>
                        </a:lnTo>
                        <a:cubicBezTo>
                          <a:pt x="108333" y="449914"/>
                          <a:pt x="52245" y="403185"/>
                          <a:pt x="42385" y="339682"/>
                        </a:cubicBezTo>
                        <a:lnTo>
                          <a:pt x="780" y="74586"/>
                        </a:lnTo>
                        <a:cubicBezTo>
                          <a:pt x="-5383" y="35346"/>
                          <a:pt x="25743" y="0"/>
                          <a:pt x="66730" y="0"/>
                        </a:cubicBezTo>
                        <a:lnTo>
                          <a:pt x="865829" y="0"/>
                        </a:lnTo>
                        <a:cubicBezTo>
                          <a:pt x="906817" y="0"/>
                          <a:pt x="937943" y="35346"/>
                          <a:pt x="931779" y="74586"/>
                        </a:cubicBezTo>
                        <a:close/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1" name="手繪多邊形: 圖案 620">
                    <a:extLst>
                      <a:ext uri="{FF2B5EF4-FFF2-40B4-BE49-F238E27FC236}">
                        <a16:creationId xmlns:a16="http://schemas.microsoft.com/office/drawing/2014/main" id="{A6E51CCF-A8AD-BE09-5286-9281C64F0F5C}"/>
                      </a:ext>
                    </a:extLst>
                  </p:cNvPr>
                  <p:cNvSpPr/>
                  <p:nvPr/>
                </p:nvSpPr>
                <p:spPr>
                  <a:xfrm>
                    <a:off x="24781229" y="30182847"/>
                    <a:ext cx="203396" cy="333691"/>
                  </a:xfrm>
                  <a:custGeom>
                    <a:avLst/>
                    <a:gdLst>
                      <a:gd name="connsiteX0" fmla="*/ 203397 w 203396"/>
                      <a:gd name="connsiteY0" fmla="*/ 0 h 333691"/>
                      <a:gd name="connsiteX1" fmla="*/ 203397 w 203396"/>
                      <a:gd name="connsiteY1" fmla="*/ 203990 h 333691"/>
                      <a:gd name="connsiteX2" fmla="*/ 69956 w 203396"/>
                      <a:gd name="connsiteY2" fmla="*/ 333692 h 333691"/>
                      <a:gd name="connsiteX3" fmla="*/ 0 w 203396"/>
                      <a:gd name="connsiteY3" fmla="*/ 333692 h 3336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3396" h="333691">
                        <a:moveTo>
                          <a:pt x="203397" y="0"/>
                        </a:moveTo>
                        <a:lnTo>
                          <a:pt x="203397" y="203990"/>
                        </a:lnTo>
                        <a:cubicBezTo>
                          <a:pt x="203397" y="275580"/>
                          <a:pt x="143611" y="333692"/>
                          <a:pt x="69956" y="333692"/>
                        </a:cubicBezTo>
                        <a:lnTo>
                          <a:pt x="0" y="333692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2" name="手繪多邊形: 圖案 621">
                    <a:extLst>
                      <a:ext uri="{FF2B5EF4-FFF2-40B4-BE49-F238E27FC236}">
                        <a16:creationId xmlns:a16="http://schemas.microsoft.com/office/drawing/2014/main" id="{965F6971-DE09-FC84-B6D6-D1EBFB7E63E4}"/>
                      </a:ext>
                    </a:extLst>
                  </p:cNvPr>
                  <p:cNvSpPr/>
                  <p:nvPr/>
                </p:nvSpPr>
                <p:spPr>
                  <a:xfrm>
                    <a:off x="25224694" y="30182847"/>
                    <a:ext cx="193534" cy="333691"/>
                  </a:xfrm>
                  <a:custGeom>
                    <a:avLst/>
                    <a:gdLst>
                      <a:gd name="connsiteX0" fmla="*/ 0 w 193534"/>
                      <a:gd name="connsiteY0" fmla="*/ 0 h 333691"/>
                      <a:gd name="connsiteX1" fmla="*/ 0 w 193534"/>
                      <a:gd name="connsiteY1" fmla="*/ 203990 h 333691"/>
                      <a:gd name="connsiteX2" fmla="*/ 133440 w 193534"/>
                      <a:gd name="connsiteY2" fmla="*/ 333692 h 333691"/>
                      <a:gd name="connsiteX3" fmla="*/ 193535 w 193534"/>
                      <a:gd name="connsiteY3" fmla="*/ 333692 h 3336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3534" h="333691">
                        <a:moveTo>
                          <a:pt x="0" y="0"/>
                        </a:moveTo>
                        <a:lnTo>
                          <a:pt x="0" y="203990"/>
                        </a:lnTo>
                        <a:cubicBezTo>
                          <a:pt x="0" y="275580"/>
                          <a:pt x="59786" y="333692"/>
                          <a:pt x="133440" y="333692"/>
                        </a:cubicBezTo>
                        <a:lnTo>
                          <a:pt x="193535" y="333692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3" name="手繪多邊形: 圖案 622">
                    <a:extLst>
                      <a:ext uri="{FF2B5EF4-FFF2-40B4-BE49-F238E27FC236}">
                        <a16:creationId xmlns:a16="http://schemas.microsoft.com/office/drawing/2014/main" id="{9394AC1B-84AA-774C-B9B0-3B0B0481F3F3}"/>
                      </a:ext>
                    </a:extLst>
                  </p:cNvPr>
                  <p:cNvSpPr/>
                  <p:nvPr/>
                </p:nvSpPr>
                <p:spPr>
                  <a:xfrm>
                    <a:off x="24914362" y="30643844"/>
                    <a:ext cx="379980" cy="29954"/>
                  </a:xfrm>
                  <a:custGeom>
                    <a:avLst/>
                    <a:gdLst>
                      <a:gd name="connsiteX0" fmla="*/ -1 w 379980"/>
                      <a:gd name="connsiteY0" fmla="*/ 0 h 29954"/>
                      <a:gd name="connsiteX1" fmla="*/ 379980 w 379980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79980" h="29954">
                        <a:moveTo>
                          <a:pt x="-1" y="0"/>
                        </a:moveTo>
                        <a:lnTo>
                          <a:pt x="37998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24" name="圖形 18">
                  <a:extLst>
                    <a:ext uri="{FF2B5EF4-FFF2-40B4-BE49-F238E27FC236}">
                      <a16:creationId xmlns:a16="http://schemas.microsoft.com/office/drawing/2014/main" id="{71FBCA6D-E8B8-39BF-1F01-77EE72BD78C4}"/>
                    </a:ext>
                  </a:extLst>
                </p:cNvPr>
                <p:cNvGrpSpPr/>
                <p:nvPr/>
              </p:nvGrpSpPr>
              <p:grpSpPr>
                <a:xfrm>
                  <a:off x="22904751" y="29470833"/>
                  <a:ext cx="5441741" cy="23012783"/>
                  <a:chOff x="22904751" y="29470833"/>
                  <a:chExt cx="5441741" cy="23012783"/>
                </a:xfrm>
                <a:noFill/>
              </p:grpSpPr>
              <p:sp>
                <p:nvSpPr>
                  <p:cNvPr id="625" name="手繪多邊形: 圖案 624">
                    <a:extLst>
                      <a:ext uri="{FF2B5EF4-FFF2-40B4-BE49-F238E27FC236}">
                        <a16:creationId xmlns:a16="http://schemas.microsoft.com/office/drawing/2014/main" id="{85195A6C-DC4D-BE1B-6697-8D03E44E90BE}"/>
                      </a:ext>
                    </a:extLst>
                  </p:cNvPr>
                  <p:cNvSpPr/>
                  <p:nvPr/>
                </p:nvSpPr>
                <p:spPr>
                  <a:xfrm>
                    <a:off x="22904751" y="30053744"/>
                    <a:ext cx="1001877" cy="29954"/>
                  </a:xfrm>
                  <a:custGeom>
                    <a:avLst/>
                    <a:gdLst>
                      <a:gd name="connsiteX0" fmla="*/ 0 w 1001877"/>
                      <a:gd name="connsiteY0" fmla="*/ 0 h 29954"/>
                      <a:gd name="connsiteX1" fmla="*/ 1001879 w 1001877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1877" h="29954">
                        <a:moveTo>
                          <a:pt x="0" y="0"/>
                        </a:moveTo>
                        <a:lnTo>
                          <a:pt x="1001879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6" name="手繪多邊形: 圖案 625">
                    <a:extLst>
                      <a:ext uri="{FF2B5EF4-FFF2-40B4-BE49-F238E27FC236}">
                        <a16:creationId xmlns:a16="http://schemas.microsoft.com/office/drawing/2014/main" id="{49F25CDB-2C31-5352-B583-E8E58938A3A6}"/>
                      </a:ext>
                    </a:extLst>
                  </p:cNvPr>
                  <p:cNvSpPr/>
                  <p:nvPr/>
                </p:nvSpPr>
                <p:spPr>
                  <a:xfrm>
                    <a:off x="22998745" y="29470833"/>
                    <a:ext cx="907885" cy="583210"/>
                  </a:xfrm>
                  <a:custGeom>
                    <a:avLst/>
                    <a:gdLst>
                      <a:gd name="connsiteX0" fmla="*/ 907885 w 907885"/>
                      <a:gd name="connsiteY0" fmla="*/ 0 h 583210"/>
                      <a:gd name="connsiteX1" fmla="*/ 267187 w 907885"/>
                      <a:gd name="connsiteY1" fmla="*/ 0 h 583210"/>
                      <a:gd name="connsiteX2" fmla="*/ 0 w 907885"/>
                      <a:gd name="connsiteY2" fmla="*/ 259704 h 583210"/>
                      <a:gd name="connsiteX3" fmla="*/ 0 w 907885"/>
                      <a:gd name="connsiteY3" fmla="*/ 583211 h 5832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07885" h="583210">
                        <a:moveTo>
                          <a:pt x="907885" y="0"/>
                        </a:moveTo>
                        <a:lnTo>
                          <a:pt x="267187" y="0"/>
                        </a:lnTo>
                        <a:cubicBezTo>
                          <a:pt x="119572" y="0"/>
                          <a:pt x="0" y="116223"/>
                          <a:pt x="0" y="259704"/>
                        </a:cubicBezTo>
                        <a:lnTo>
                          <a:pt x="0" y="583211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7" name="手繪多邊形: 圖案 626">
                    <a:extLst>
                      <a:ext uri="{FF2B5EF4-FFF2-40B4-BE49-F238E27FC236}">
                        <a16:creationId xmlns:a16="http://schemas.microsoft.com/office/drawing/2014/main" id="{F6925C3F-6FF6-0811-ECA3-7D61CCC1B130}"/>
                      </a:ext>
                    </a:extLst>
                  </p:cNvPr>
                  <p:cNvSpPr/>
                  <p:nvPr/>
                </p:nvSpPr>
                <p:spPr>
                  <a:xfrm>
                    <a:off x="23570718" y="29606526"/>
                    <a:ext cx="224967" cy="1162228"/>
                  </a:xfrm>
                  <a:custGeom>
                    <a:avLst/>
                    <a:gdLst>
                      <a:gd name="connsiteX0" fmla="*/ 224968 w 224967"/>
                      <a:gd name="connsiteY0" fmla="*/ 0 h 1162228"/>
                      <a:gd name="connsiteX1" fmla="*/ 224968 w 224967"/>
                      <a:gd name="connsiteY1" fmla="*/ 1032526 h 1162228"/>
                      <a:gd name="connsiteX2" fmla="*/ 91527 w 224967"/>
                      <a:gd name="connsiteY2" fmla="*/ 1162228 h 1162228"/>
                      <a:gd name="connsiteX3" fmla="*/ 0 w 224967"/>
                      <a:gd name="connsiteY3" fmla="*/ 1162228 h 116222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4967" h="1162228">
                        <a:moveTo>
                          <a:pt x="224968" y="0"/>
                        </a:moveTo>
                        <a:lnTo>
                          <a:pt x="224968" y="1032526"/>
                        </a:lnTo>
                        <a:cubicBezTo>
                          <a:pt x="224968" y="1104117"/>
                          <a:pt x="165182" y="1162228"/>
                          <a:pt x="91527" y="1162228"/>
                        </a:cubicBezTo>
                        <a:lnTo>
                          <a:pt x="0" y="1162228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28" name="手繪多邊形: 圖案 627">
                    <a:extLst>
                      <a:ext uri="{FF2B5EF4-FFF2-40B4-BE49-F238E27FC236}">
                        <a16:creationId xmlns:a16="http://schemas.microsoft.com/office/drawing/2014/main" id="{DFDD2FFC-26A0-9A5F-DDAE-E95D966035BB}"/>
                      </a:ext>
                    </a:extLst>
                  </p:cNvPr>
                  <p:cNvSpPr/>
                  <p:nvPr/>
                </p:nvSpPr>
                <p:spPr>
                  <a:xfrm>
                    <a:off x="22904751" y="30053744"/>
                    <a:ext cx="665658" cy="715010"/>
                  </a:xfrm>
                  <a:custGeom>
                    <a:avLst/>
                    <a:gdLst>
                      <a:gd name="connsiteX0" fmla="*/ 665659 w 665658"/>
                      <a:gd name="connsiteY0" fmla="*/ 0 h 715010"/>
                      <a:gd name="connsiteX1" fmla="*/ 0 w 665658"/>
                      <a:gd name="connsiteY1" fmla="*/ 715011 h 7150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5658" h="715010">
                        <a:moveTo>
                          <a:pt x="665659" y="0"/>
                        </a:moveTo>
                        <a:cubicBezTo>
                          <a:pt x="665659" y="0"/>
                          <a:pt x="572283" y="589801"/>
                          <a:pt x="0" y="715011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29" name="圖形 18">
                  <a:extLst>
                    <a:ext uri="{FF2B5EF4-FFF2-40B4-BE49-F238E27FC236}">
                      <a16:creationId xmlns:a16="http://schemas.microsoft.com/office/drawing/2014/main" id="{07C0E9D9-C2D8-9517-3461-B01A8585C8DB}"/>
                    </a:ext>
                  </a:extLst>
                </p:cNvPr>
                <p:cNvGrpSpPr/>
                <p:nvPr/>
              </p:nvGrpSpPr>
              <p:grpSpPr>
                <a:xfrm>
                  <a:off x="27889487" y="29470533"/>
                  <a:ext cx="5567269" cy="23018102"/>
                  <a:chOff x="27889487" y="29470533"/>
                  <a:chExt cx="5567269" cy="23018102"/>
                </a:xfrm>
                <a:noFill/>
              </p:grpSpPr>
              <p:sp>
                <p:nvSpPr>
                  <p:cNvPr id="630" name="手繪多邊形: 圖案 629">
                    <a:extLst>
                      <a:ext uri="{FF2B5EF4-FFF2-40B4-BE49-F238E27FC236}">
                        <a16:creationId xmlns:a16="http://schemas.microsoft.com/office/drawing/2014/main" id="{BEB214D8-7322-CC5A-5627-C9F4A8D20445}"/>
                      </a:ext>
                    </a:extLst>
                  </p:cNvPr>
                  <p:cNvSpPr/>
                  <p:nvPr/>
                </p:nvSpPr>
                <p:spPr>
                  <a:xfrm>
                    <a:off x="27889487" y="29470533"/>
                    <a:ext cx="388917" cy="1298221"/>
                  </a:xfrm>
                  <a:custGeom>
                    <a:avLst/>
                    <a:gdLst>
                      <a:gd name="connsiteX0" fmla="*/ 0 w 388917"/>
                      <a:gd name="connsiteY0" fmla="*/ 1298221 h 1298221"/>
                      <a:gd name="connsiteX1" fmla="*/ 0 w 388917"/>
                      <a:gd name="connsiteY1" fmla="*/ 194703 h 1298221"/>
                      <a:gd name="connsiteX2" fmla="*/ 200314 w 388917"/>
                      <a:gd name="connsiteY2" fmla="*/ 0 h 1298221"/>
                      <a:gd name="connsiteX3" fmla="*/ 388917 w 388917"/>
                      <a:gd name="connsiteY3" fmla="*/ 0 h 1298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88917" h="1298221">
                        <a:moveTo>
                          <a:pt x="0" y="1298221"/>
                        </a:moveTo>
                        <a:lnTo>
                          <a:pt x="0" y="194703"/>
                        </a:lnTo>
                        <a:cubicBezTo>
                          <a:pt x="0" y="87167"/>
                          <a:pt x="89678" y="0"/>
                          <a:pt x="200314" y="0"/>
                        </a:cubicBezTo>
                        <a:lnTo>
                          <a:pt x="388917" y="0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1" name="手繪多邊形: 圖案 630">
                    <a:extLst>
                      <a:ext uri="{FF2B5EF4-FFF2-40B4-BE49-F238E27FC236}">
                        <a16:creationId xmlns:a16="http://schemas.microsoft.com/office/drawing/2014/main" id="{45C18286-4413-9DB2-F7EC-18A3EB3BB066}"/>
                      </a:ext>
                    </a:extLst>
                  </p:cNvPr>
                  <p:cNvSpPr/>
                  <p:nvPr/>
                </p:nvSpPr>
                <p:spPr>
                  <a:xfrm>
                    <a:off x="28459919" y="29891092"/>
                    <a:ext cx="454558" cy="29954"/>
                  </a:xfrm>
                  <a:custGeom>
                    <a:avLst/>
                    <a:gdLst>
                      <a:gd name="connsiteX0" fmla="*/ 1 w 454558"/>
                      <a:gd name="connsiteY0" fmla="*/ 0 h 29954"/>
                      <a:gd name="connsiteX1" fmla="*/ 454559 w 454558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4558" h="29954">
                        <a:moveTo>
                          <a:pt x="1" y="0"/>
                        </a:moveTo>
                        <a:lnTo>
                          <a:pt x="454559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2" name="手繪多邊形: 圖案 631">
                    <a:extLst>
                      <a:ext uri="{FF2B5EF4-FFF2-40B4-BE49-F238E27FC236}">
                        <a16:creationId xmlns:a16="http://schemas.microsoft.com/office/drawing/2014/main" id="{F5628B6A-35F5-C158-E36D-BAEDF2AA5022}"/>
                      </a:ext>
                    </a:extLst>
                  </p:cNvPr>
                  <p:cNvSpPr/>
                  <p:nvPr/>
                </p:nvSpPr>
                <p:spPr>
                  <a:xfrm>
                    <a:off x="28459920" y="29470533"/>
                    <a:ext cx="397544" cy="1298221"/>
                  </a:xfrm>
                  <a:custGeom>
                    <a:avLst/>
                    <a:gdLst>
                      <a:gd name="connsiteX0" fmla="*/ 0 w 397544"/>
                      <a:gd name="connsiteY0" fmla="*/ 1298221 h 1298221"/>
                      <a:gd name="connsiteX1" fmla="*/ 0 w 397544"/>
                      <a:gd name="connsiteY1" fmla="*/ 194703 h 1298221"/>
                      <a:gd name="connsiteX2" fmla="*/ 200314 w 397544"/>
                      <a:gd name="connsiteY2" fmla="*/ 0 h 1298221"/>
                      <a:gd name="connsiteX3" fmla="*/ 397545 w 397544"/>
                      <a:gd name="connsiteY3" fmla="*/ 0 h 129822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7544" h="1298221">
                        <a:moveTo>
                          <a:pt x="0" y="1298221"/>
                        </a:moveTo>
                        <a:lnTo>
                          <a:pt x="0" y="194703"/>
                        </a:lnTo>
                        <a:cubicBezTo>
                          <a:pt x="0" y="87167"/>
                          <a:pt x="89678" y="0"/>
                          <a:pt x="200314" y="0"/>
                        </a:cubicBezTo>
                        <a:lnTo>
                          <a:pt x="397545" y="0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3" name="手繪多邊形: 圖案 632">
                    <a:extLst>
                      <a:ext uri="{FF2B5EF4-FFF2-40B4-BE49-F238E27FC236}">
                        <a16:creationId xmlns:a16="http://schemas.microsoft.com/office/drawing/2014/main" id="{36D48C99-A8B9-4D2B-C5E6-4174875F6E4C}"/>
                      </a:ext>
                    </a:extLst>
                  </p:cNvPr>
                  <p:cNvSpPr/>
                  <p:nvPr/>
                </p:nvSpPr>
                <p:spPr>
                  <a:xfrm>
                    <a:off x="28766553" y="29891092"/>
                    <a:ext cx="30817" cy="877661"/>
                  </a:xfrm>
                  <a:custGeom>
                    <a:avLst/>
                    <a:gdLst>
                      <a:gd name="connsiteX0" fmla="*/ -1 w 30817"/>
                      <a:gd name="connsiteY0" fmla="*/ 0 h 877661"/>
                      <a:gd name="connsiteX1" fmla="*/ -1 w 30817"/>
                      <a:gd name="connsiteY1" fmla="*/ 877662 h 8776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7" h="877661">
                        <a:moveTo>
                          <a:pt x="-1" y="0"/>
                        </a:moveTo>
                        <a:lnTo>
                          <a:pt x="-1" y="877662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4" name="手繪多邊形: 圖案 633">
                    <a:extLst>
                      <a:ext uri="{FF2B5EF4-FFF2-40B4-BE49-F238E27FC236}">
                        <a16:creationId xmlns:a16="http://schemas.microsoft.com/office/drawing/2014/main" id="{F788D98E-7B57-2CB9-EDA2-FA082F0825C3}"/>
                      </a:ext>
                    </a:extLst>
                  </p:cNvPr>
                  <p:cNvSpPr/>
                  <p:nvPr/>
                </p:nvSpPr>
                <p:spPr>
                  <a:xfrm>
                    <a:off x="27889487" y="29770376"/>
                    <a:ext cx="377986" cy="507426"/>
                  </a:xfrm>
                  <a:custGeom>
                    <a:avLst/>
                    <a:gdLst>
                      <a:gd name="connsiteX0" fmla="*/ 0 w 377986"/>
                      <a:gd name="connsiteY0" fmla="*/ 0 h 507426"/>
                      <a:gd name="connsiteX1" fmla="*/ 311256 w 377986"/>
                      <a:gd name="connsiteY1" fmla="*/ 0 h 507426"/>
                      <a:gd name="connsiteX2" fmla="*/ 377206 w 377986"/>
                      <a:gd name="connsiteY2" fmla="*/ 74586 h 507426"/>
                      <a:gd name="connsiteX3" fmla="*/ 318037 w 377986"/>
                      <a:gd name="connsiteY3" fmla="*/ 452311 h 507426"/>
                      <a:gd name="connsiteX4" fmla="*/ 252087 w 377986"/>
                      <a:gd name="connsiteY4" fmla="*/ 507426 h 507426"/>
                      <a:gd name="connsiteX5" fmla="*/ 308 w 377986"/>
                      <a:gd name="connsiteY5" fmla="*/ 507426 h 50742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77986" h="507426">
                        <a:moveTo>
                          <a:pt x="0" y="0"/>
                        </a:moveTo>
                        <a:lnTo>
                          <a:pt x="311256" y="0"/>
                        </a:lnTo>
                        <a:cubicBezTo>
                          <a:pt x="352244" y="0"/>
                          <a:pt x="383370" y="35346"/>
                          <a:pt x="377206" y="74586"/>
                        </a:cubicBezTo>
                        <a:lnTo>
                          <a:pt x="318037" y="452311"/>
                        </a:lnTo>
                        <a:cubicBezTo>
                          <a:pt x="313105" y="484062"/>
                          <a:pt x="285062" y="507426"/>
                          <a:pt x="252087" y="507426"/>
                        </a:cubicBezTo>
                        <a:lnTo>
                          <a:pt x="308" y="507426"/>
                        </a:ln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grpSp>
              <p:nvGrpSpPr>
                <p:cNvPr id="635" name="圖形 18">
                  <a:extLst>
                    <a:ext uri="{FF2B5EF4-FFF2-40B4-BE49-F238E27FC236}">
                      <a16:creationId xmlns:a16="http://schemas.microsoft.com/office/drawing/2014/main" id="{9C88A59B-97E3-19E1-BB75-CD1379503C5A}"/>
                    </a:ext>
                  </a:extLst>
                </p:cNvPr>
                <p:cNvGrpSpPr/>
                <p:nvPr/>
              </p:nvGrpSpPr>
              <p:grpSpPr>
                <a:xfrm>
                  <a:off x="26220101" y="29470833"/>
                  <a:ext cx="5999130" cy="23018085"/>
                  <a:chOff x="26220101" y="29470833"/>
                  <a:chExt cx="5999130" cy="23018085"/>
                </a:xfrm>
                <a:noFill/>
              </p:grpSpPr>
              <p:sp>
                <p:nvSpPr>
                  <p:cNvPr id="636" name="手繪多邊形: 圖案 635">
                    <a:extLst>
                      <a:ext uri="{FF2B5EF4-FFF2-40B4-BE49-F238E27FC236}">
                        <a16:creationId xmlns:a16="http://schemas.microsoft.com/office/drawing/2014/main" id="{FB933CEA-ECB7-3B96-D903-21B52E4FD47E}"/>
                      </a:ext>
                    </a:extLst>
                  </p:cNvPr>
                  <p:cNvSpPr/>
                  <p:nvPr/>
                </p:nvSpPr>
                <p:spPr>
                  <a:xfrm>
                    <a:off x="26220101" y="29589752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7" name="手繪多邊形: 圖案 636">
                    <a:extLst>
                      <a:ext uri="{FF2B5EF4-FFF2-40B4-BE49-F238E27FC236}">
                        <a16:creationId xmlns:a16="http://schemas.microsoft.com/office/drawing/2014/main" id="{D107BF45-927B-1459-2ED0-7C77102DFB00}"/>
                      </a:ext>
                    </a:extLst>
                  </p:cNvPr>
                  <p:cNvSpPr/>
                  <p:nvPr/>
                </p:nvSpPr>
                <p:spPr>
                  <a:xfrm>
                    <a:off x="26220101" y="29832981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8" name="手繪多邊形: 圖案 637">
                    <a:extLst>
                      <a:ext uri="{FF2B5EF4-FFF2-40B4-BE49-F238E27FC236}">
                        <a16:creationId xmlns:a16="http://schemas.microsoft.com/office/drawing/2014/main" id="{FF1C6A0C-7FA2-50CF-14DA-0E469AA7B5FE}"/>
                      </a:ext>
                    </a:extLst>
                  </p:cNvPr>
                  <p:cNvSpPr/>
                  <p:nvPr/>
                </p:nvSpPr>
                <p:spPr>
                  <a:xfrm>
                    <a:off x="26220101" y="30075910"/>
                    <a:ext cx="328514" cy="29954"/>
                  </a:xfrm>
                  <a:custGeom>
                    <a:avLst/>
                    <a:gdLst>
                      <a:gd name="connsiteX0" fmla="*/ -1 w 328514"/>
                      <a:gd name="connsiteY0" fmla="*/ 0 h 29954"/>
                      <a:gd name="connsiteX1" fmla="*/ 328515 w 328514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28514" h="29954">
                        <a:moveTo>
                          <a:pt x="-1" y="0"/>
                        </a:moveTo>
                        <a:lnTo>
                          <a:pt x="328515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39" name="手繪多邊形: 圖案 638">
                    <a:extLst>
                      <a:ext uri="{FF2B5EF4-FFF2-40B4-BE49-F238E27FC236}">
                        <a16:creationId xmlns:a16="http://schemas.microsoft.com/office/drawing/2014/main" id="{81657EC3-3999-7628-2A59-C02D813D16AC}"/>
                      </a:ext>
                    </a:extLst>
                  </p:cNvPr>
                  <p:cNvSpPr/>
                  <p:nvPr/>
                </p:nvSpPr>
                <p:spPr>
                  <a:xfrm>
                    <a:off x="26220101" y="30319139"/>
                    <a:ext cx="328823" cy="449913"/>
                  </a:xfrm>
                  <a:custGeom>
                    <a:avLst/>
                    <a:gdLst>
                      <a:gd name="connsiteX0" fmla="*/ 195383 w 328823"/>
                      <a:gd name="connsiteY0" fmla="*/ 0 h 449913"/>
                      <a:gd name="connsiteX1" fmla="*/ 328824 w 328823"/>
                      <a:gd name="connsiteY1" fmla="*/ 129702 h 449913"/>
                      <a:gd name="connsiteX2" fmla="*/ 328824 w 328823"/>
                      <a:gd name="connsiteY2" fmla="*/ 320211 h 449913"/>
                      <a:gd name="connsiteX3" fmla="*/ 195383 w 328823"/>
                      <a:gd name="connsiteY3" fmla="*/ 449913 h 449913"/>
                      <a:gd name="connsiteX4" fmla="*/ 133440 w 328823"/>
                      <a:gd name="connsiteY4" fmla="*/ 449913 h 449913"/>
                      <a:gd name="connsiteX5" fmla="*/ -1 w 328823"/>
                      <a:gd name="connsiteY5" fmla="*/ 320211 h 449913"/>
                      <a:gd name="connsiteX6" fmla="*/ -1 w 328823"/>
                      <a:gd name="connsiteY6" fmla="*/ 129702 h 449913"/>
                      <a:gd name="connsiteX7" fmla="*/ 133440 w 328823"/>
                      <a:gd name="connsiteY7" fmla="*/ 0 h 44991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28823" h="449913">
                        <a:moveTo>
                          <a:pt x="195383" y="0"/>
                        </a:moveTo>
                        <a:cubicBezTo>
                          <a:pt x="269081" y="0"/>
                          <a:pt x="328824" y="58070"/>
                          <a:pt x="328824" y="129702"/>
                        </a:cubicBezTo>
                        <a:lnTo>
                          <a:pt x="328824" y="320211"/>
                        </a:lnTo>
                        <a:cubicBezTo>
                          <a:pt x="328824" y="391843"/>
                          <a:pt x="269081" y="449913"/>
                          <a:pt x="195383" y="449913"/>
                        </a:cubicBezTo>
                        <a:lnTo>
                          <a:pt x="133440" y="449913"/>
                        </a:lnTo>
                        <a:cubicBezTo>
                          <a:pt x="59742" y="449913"/>
                          <a:pt x="-1" y="391843"/>
                          <a:pt x="-1" y="320211"/>
                        </a:cubicBezTo>
                        <a:lnTo>
                          <a:pt x="-1" y="129702"/>
                        </a:lnTo>
                        <a:cubicBezTo>
                          <a:pt x="-1" y="58070"/>
                          <a:pt x="59742" y="0"/>
                          <a:pt x="133440" y="0"/>
                        </a:cubicBezTo>
                        <a:close/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0" name="手繪多邊形: 圖案 639">
                    <a:extLst>
                      <a:ext uri="{FF2B5EF4-FFF2-40B4-BE49-F238E27FC236}">
                        <a16:creationId xmlns:a16="http://schemas.microsoft.com/office/drawing/2014/main" id="{395347C0-57D5-BFA1-9F17-0C921ADFD88F}"/>
                      </a:ext>
                    </a:extLst>
                  </p:cNvPr>
                  <p:cNvSpPr/>
                  <p:nvPr/>
                </p:nvSpPr>
                <p:spPr>
                  <a:xfrm>
                    <a:off x="26723968" y="29859640"/>
                    <a:ext cx="315879" cy="216270"/>
                  </a:xfrm>
                  <a:custGeom>
                    <a:avLst/>
                    <a:gdLst>
                      <a:gd name="connsiteX0" fmla="*/ 315880 w 315879"/>
                      <a:gd name="connsiteY0" fmla="*/ 0 h 216270"/>
                      <a:gd name="connsiteX1" fmla="*/ 0 w 315879"/>
                      <a:gd name="connsiteY1" fmla="*/ 216270 h 21627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5879" h="216270">
                        <a:moveTo>
                          <a:pt x="315880" y="0"/>
                        </a:moveTo>
                        <a:cubicBezTo>
                          <a:pt x="315880" y="0"/>
                          <a:pt x="213874" y="194103"/>
                          <a:pt x="0" y="216270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1" name="手繪多邊形: 圖案 640">
                    <a:extLst>
                      <a:ext uri="{FF2B5EF4-FFF2-40B4-BE49-F238E27FC236}">
                        <a16:creationId xmlns:a16="http://schemas.microsoft.com/office/drawing/2014/main" id="{AC0D3BD3-FE1C-3094-80B9-4F8CC80E7A2C}"/>
                      </a:ext>
                    </a:extLst>
                  </p:cNvPr>
                  <p:cNvSpPr/>
                  <p:nvPr/>
                </p:nvSpPr>
                <p:spPr>
                  <a:xfrm>
                    <a:off x="26724276" y="30098376"/>
                    <a:ext cx="427747" cy="296547"/>
                  </a:xfrm>
                  <a:custGeom>
                    <a:avLst/>
                    <a:gdLst>
                      <a:gd name="connsiteX0" fmla="*/ 427747 w 427747"/>
                      <a:gd name="connsiteY0" fmla="*/ 0 h 296547"/>
                      <a:gd name="connsiteX1" fmla="*/ 0 w 427747"/>
                      <a:gd name="connsiteY1" fmla="*/ 296548 h 2965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27747" h="296547">
                        <a:moveTo>
                          <a:pt x="427747" y="0"/>
                        </a:moveTo>
                        <a:cubicBezTo>
                          <a:pt x="427747" y="0"/>
                          <a:pt x="305709" y="251316"/>
                          <a:pt x="0" y="296548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2" name="手繪多邊形: 圖案 641">
                    <a:extLst>
                      <a:ext uri="{FF2B5EF4-FFF2-40B4-BE49-F238E27FC236}">
                        <a16:creationId xmlns:a16="http://schemas.microsoft.com/office/drawing/2014/main" id="{3A7C3D55-4958-5929-7F16-ECBACEE23E07}"/>
                      </a:ext>
                    </a:extLst>
                  </p:cNvPr>
                  <p:cNvSpPr/>
                  <p:nvPr/>
                </p:nvSpPr>
                <p:spPr>
                  <a:xfrm>
                    <a:off x="26724276" y="30370361"/>
                    <a:ext cx="555947" cy="398692"/>
                  </a:xfrm>
                  <a:custGeom>
                    <a:avLst/>
                    <a:gdLst>
                      <a:gd name="connsiteX0" fmla="*/ 555948 w 555947"/>
                      <a:gd name="connsiteY0" fmla="*/ 0 h 398692"/>
                      <a:gd name="connsiteX1" fmla="*/ 0 w 555947"/>
                      <a:gd name="connsiteY1" fmla="*/ 398692 h 39869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5947" h="398692">
                        <a:moveTo>
                          <a:pt x="555948" y="0"/>
                        </a:moveTo>
                        <a:cubicBezTo>
                          <a:pt x="555948" y="0"/>
                          <a:pt x="377515" y="304935"/>
                          <a:pt x="0" y="398692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3" name="手繪多邊形: 圖案 642">
                    <a:extLst>
                      <a:ext uri="{FF2B5EF4-FFF2-40B4-BE49-F238E27FC236}">
                        <a16:creationId xmlns:a16="http://schemas.microsoft.com/office/drawing/2014/main" id="{2B712748-7F63-4B93-7ED7-F4FD1C19448C}"/>
                      </a:ext>
                    </a:extLst>
                  </p:cNvPr>
                  <p:cNvSpPr/>
                  <p:nvPr/>
                </p:nvSpPr>
                <p:spPr>
                  <a:xfrm>
                    <a:off x="26667571" y="29470833"/>
                    <a:ext cx="657029" cy="362147"/>
                  </a:xfrm>
                  <a:custGeom>
                    <a:avLst/>
                    <a:gdLst>
                      <a:gd name="connsiteX0" fmla="*/ 0 w 657029"/>
                      <a:gd name="connsiteY0" fmla="*/ 362148 h 362147"/>
                      <a:gd name="connsiteX1" fmla="*/ 327282 w 657029"/>
                      <a:gd name="connsiteY1" fmla="*/ 0 h 362147"/>
                      <a:gd name="connsiteX2" fmla="*/ 657030 w 657029"/>
                      <a:gd name="connsiteY2" fmla="*/ 362148 h 36214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57029" h="362147">
                        <a:moveTo>
                          <a:pt x="0" y="362148"/>
                        </a:moveTo>
                        <a:cubicBezTo>
                          <a:pt x="264106" y="303437"/>
                          <a:pt x="327282" y="0"/>
                          <a:pt x="327282" y="0"/>
                        </a:cubicBezTo>
                        <a:cubicBezTo>
                          <a:pt x="327282" y="0"/>
                          <a:pt x="390458" y="280073"/>
                          <a:pt x="657030" y="362148"/>
                        </a:cubicBezTo>
                      </a:path>
                    </a:pathLst>
                  </a:custGeom>
                  <a:noFill/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44" name="手繪多邊形: 圖案 643">
                    <a:extLst>
                      <a:ext uri="{FF2B5EF4-FFF2-40B4-BE49-F238E27FC236}">
                        <a16:creationId xmlns:a16="http://schemas.microsoft.com/office/drawing/2014/main" id="{595278CD-150A-E137-D5D2-540BF5F4B893}"/>
                      </a:ext>
                    </a:extLst>
                  </p:cNvPr>
                  <p:cNvSpPr/>
                  <p:nvPr/>
                </p:nvSpPr>
                <p:spPr>
                  <a:xfrm>
                    <a:off x="26384358" y="29470833"/>
                    <a:ext cx="30817" cy="118918"/>
                  </a:xfrm>
                  <a:custGeom>
                    <a:avLst/>
                    <a:gdLst>
                      <a:gd name="connsiteX0" fmla="*/ 0 w 30817"/>
                      <a:gd name="connsiteY0" fmla="*/ 118919 h 118918"/>
                      <a:gd name="connsiteX1" fmla="*/ 0 w 30817"/>
                      <a:gd name="connsiteY1" fmla="*/ 0 h 1189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17" h="118918">
                        <a:moveTo>
                          <a:pt x="0" y="118919"/>
                        </a:moveTo>
                        <a:lnTo>
                          <a:pt x="0" y="0"/>
                        </a:lnTo>
                      </a:path>
                    </a:pathLst>
                  </a:custGeom>
                  <a:ln w="8675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</p:grpSp>
          <p:grpSp>
            <p:nvGrpSpPr>
              <p:cNvPr id="645" name="圖形 18">
                <a:extLst>
                  <a:ext uri="{FF2B5EF4-FFF2-40B4-BE49-F238E27FC236}">
                    <a16:creationId xmlns:a16="http://schemas.microsoft.com/office/drawing/2014/main" id="{2DF9476E-B909-B497-9D7D-48EA059F3A8D}"/>
                  </a:ext>
                </a:extLst>
              </p:cNvPr>
              <p:cNvGrpSpPr/>
              <p:nvPr/>
            </p:nvGrpSpPr>
            <p:grpSpPr>
              <a:xfrm>
                <a:off x="26843625" y="27524173"/>
                <a:ext cx="11483938" cy="17960531"/>
                <a:chOff x="26843625" y="27524173"/>
                <a:chExt cx="11483938" cy="17960531"/>
              </a:xfrm>
            </p:grpSpPr>
            <p:sp>
              <p:nvSpPr>
                <p:cNvPr id="646" name="手繪多邊形: 圖案 645">
                  <a:extLst>
                    <a:ext uri="{FF2B5EF4-FFF2-40B4-BE49-F238E27FC236}">
                      <a16:creationId xmlns:a16="http://schemas.microsoft.com/office/drawing/2014/main" id="{AEFC6A61-1636-3481-FEDB-A1DD539CCBAC}"/>
                    </a:ext>
                  </a:extLst>
                </p:cNvPr>
                <p:cNvSpPr/>
                <p:nvPr/>
              </p:nvSpPr>
              <p:spPr>
                <a:xfrm>
                  <a:off x="26843625" y="27524173"/>
                  <a:ext cx="2114308" cy="1012974"/>
                </a:xfrm>
                <a:custGeom>
                  <a:avLst/>
                  <a:gdLst>
                    <a:gd name="connsiteX0" fmla="*/ 345686 w 2114308"/>
                    <a:gd name="connsiteY0" fmla="*/ 955471 h 1012974"/>
                    <a:gd name="connsiteX1" fmla="*/ 766655 w 2114308"/>
                    <a:gd name="connsiteY1" fmla="*/ 966255 h 1012974"/>
                    <a:gd name="connsiteX2" fmla="*/ 1387012 w 2114308"/>
                    <a:gd name="connsiteY2" fmla="*/ 978536 h 1012974"/>
                    <a:gd name="connsiteX3" fmla="*/ 1773154 w 2114308"/>
                    <a:gd name="connsiteY3" fmla="*/ 968951 h 1012974"/>
                    <a:gd name="connsiteX4" fmla="*/ 2045582 w 2114308"/>
                    <a:gd name="connsiteY4" fmla="*/ 148202 h 1012974"/>
                    <a:gd name="connsiteX5" fmla="*/ 1534319 w 2114308"/>
                    <a:gd name="connsiteY5" fmla="*/ 40966 h 1012974"/>
                    <a:gd name="connsiteX6" fmla="*/ 493303 w 2114308"/>
                    <a:gd name="connsiteY6" fmla="*/ 31081 h 1012974"/>
                    <a:gd name="connsiteX7" fmla="*/ 35353 w 2114308"/>
                    <a:gd name="connsiteY7" fmla="*/ 147903 h 1012974"/>
                    <a:gd name="connsiteX8" fmla="*/ 345995 w 2114308"/>
                    <a:gd name="connsiteY8" fmla="*/ 954873 h 10129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14308" h="1012974">
                      <a:moveTo>
                        <a:pt x="345686" y="955471"/>
                      </a:moveTo>
                      <a:cubicBezTo>
                        <a:pt x="427968" y="1019274"/>
                        <a:pt x="596233" y="1037247"/>
                        <a:pt x="766655" y="966255"/>
                      </a:cubicBezTo>
                      <a:cubicBezTo>
                        <a:pt x="998093" y="869803"/>
                        <a:pt x="1191011" y="911439"/>
                        <a:pt x="1387012" y="978536"/>
                      </a:cubicBezTo>
                      <a:cubicBezTo>
                        <a:pt x="1444332" y="998306"/>
                        <a:pt x="1647112" y="1049827"/>
                        <a:pt x="1773154" y="968951"/>
                      </a:cubicBezTo>
                      <a:cubicBezTo>
                        <a:pt x="1923236" y="872797"/>
                        <a:pt x="2258222" y="426778"/>
                        <a:pt x="2045582" y="148202"/>
                      </a:cubicBezTo>
                      <a:cubicBezTo>
                        <a:pt x="1868688" y="-83644"/>
                        <a:pt x="1593181" y="20597"/>
                        <a:pt x="1534319" y="40966"/>
                      </a:cubicBezTo>
                      <a:cubicBezTo>
                        <a:pt x="1323528" y="114354"/>
                        <a:pt x="959264" y="197627"/>
                        <a:pt x="493303" y="31081"/>
                      </a:cubicBezTo>
                      <a:cubicBezTo>
                        <a:pt x="411636" y="1726"/>
                        <a:pt x="149070" y="-56984"/>
                        <a:pt x="35353" y="147903"/>
                      </a:cubicBezTo>
                      <a:cubicBezTo>
                        <a:pt x="-86991" y="368666"/>
                        <a:pt x="130580" y="788027"/>
                        <a:pt x="345995" y="954873"/>
                      </a:cubicBezTo>
                      <a:close/>
                    </a:path>
                  </a:pathLst>
                </a:custGeom>
                <a:noFill/>
                <a:ln w="12985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47" name="手繪多邊形: 圖案 646">
                  <a:extLst>
                    <a:ext uri="{FF2B5EF4-FFF2-40B4-BE49-F238E27FC236}">
                      <a16:creationId xmlns:a16="http://schemas.microsoft.com/office/drawing/2014/main" id="{6CB40115-9C96-9AAF-69C1-A2003B28D752}"/>
                    </a:ext>
                  </a:extLst>
                </p:cNvPr>
                <p:cNvSpPr/>
                <p:nvPr/>
              </p:nvSpPr>
              <p:spPr>
                <a:xfrm>
                  <a:off x="28270082" y="28214640"/>
                  <a:ext cx="166663" cy="161475"/>
                </a:xfrm>
                <a:custGeom>
                  <a:avLst/>
                  <a:gdLst>
                    <a:gd name="connsiteX0" fmla="*/ 66874 w 166663"/>
                    <a:gd name="connsiteY0" fmla="*/ 159565 h 161475"/>
                    <a:gd name="connsiteX1" fmla="*/ 94919 w 166663"/>
                    <a:gd name="connsiteY1" fmla="*/ 159565 h 161475"/>
                    <a:gd name="connsiteX2" fmla="*/ 120805 w 166663"/>
                    <a:gd name="connsiteY2" fmla="*/ 159565 h 161475"/>
                    <a:gd name="connsiteX3" fmla="*/ 166107 w 166663"/>
                    <a:gd name="connsiteY3" fmla="*/ 42742 h 161475"/>
                    <a:gd name="connsiteX4" fmla="*/ 0 w 166663"/>
                    <a:gd name="connsiteY4" fmla="*/ 42742 h 161475"/>
                    <a:gd name="connsiteX5" fmla="*/ 36982 w 166663"/>
                    <a:gd name="connsiteY5" fmla="*/ 153274 h 161475"/>
                    <a:gd name="connsiteX6" fmla="*/ 67182 w 166663"/>
                    <a:gd name="connsiteY6" fmla="*/ 159565 h 1614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6663" h="161475">
                      <a:moveTo>
                        <a:pt x="66874" y="159565"/>
                      </a:moveTo>
                      <a:cubicBezTo>
                        <a:pt x="78585" y="156269"/>
                        <a:pt x="83208" y="155371"/>
                        <a:pt x="94919" y="159565"/>
                      </a:cubicBezTo>
                      <a:cubicBezTo>
                        <a:pt x="102623" y="162261"/>
                        <a:pt x="113409" y="161961"/>
                        <a:pt x="120805" y="159565"/>
                      </a:cubicBezTo>
                      <a:cubicBezTo>
                        <a:pt x="145767" y="152076"/>
                        <a:pt x="170729" y="103849"/>
                        <a:pt x="166107" y="42742"/>
                      </a:cubicBezTo>
                      <a:cubicBezTo>
                        <a:pt x="161484" y="-18364"/>
                        <a:pt x="-308" y="-9977"/>
                        <a:pt x="0" y="42742"/>
                      </a:cubicBezTo>
                      <a:cubicBezTo>
                        <a:pt x="0" y="84679"/>
                        <a:pt x="15718" y="138596"/>
                        <a:pt x="36982" y="153274"/>
                      </a:cubicBezTo>
                      <a:cubicBezTo>
                        <a:pt x="46227" y="159565"/>
                        <a:pt x="53008" y="163458"/>
                        <a:pt x="67182" y="159565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48" name="圖形 18">
                <a:extLst>
                  <a:ext uri="{FF2B5EF4-FFF2-40B4-BE49-F238E27FC236}">
                    <a16:creationId xmlns:a16="http://schemas.microsoft.com/office/drawing/2014/main" id="{35F5E838-DBE1-56D4-50B6-DDA479B15248}"/>
                  </a:ext>
                </a:extLst>
              </p:cNvPr>
              <p:cNvGrpSpPr/>
              <p:nvPr/>
            </p:nvGrpSpPr>
            <p:grpSpPr>
              <a:xfrm>
                <a:off x="22851744" y="31291756"/>
                <a:ext cx="33216175" cy="4732145"/>
                <a:chOff x="22851744" y="31291756"/>
                <a:chExt cx="33216175" cy="4732145"/>
              </a:xfrm>
              <a:solidFill>
                <a:srgbClr val="231815"/>
              </a:solidFill>
            </p:grpSpPr>
            <p:sp>
              <p:nvSpPr>
                <p:cNvPr id="649" name="手繪多邊形: 圖案 648">
                  <a:extLst>
                    <a:ext uri="{FF2B5EF4-FFF2-40B4-BE49-F238E27FC236}">
                      <a16:creationId xmlns:a16="http://schemas.microsoft.com/office/drawing/2014/main" id="{68B65375-7D2E-1AEF-88A7-40AA67DB8E5D}"/>
                    </a:ext>
                  </a:extLst>
                </p:cNvPr>
                <p:cNvSpPr/>
                <p:nvPr/>
              </p:nvSpPr>
              <p:spPr>
                <a:xfrm>
                  <a:off x="22851744" y="31295051"/>
                  <a:ext cx="137754" cy="260303"/>
                </a:xfrm>
                <a:custGeom>
                  <a:avLst/>
                  <a:gdLst>
                    <a:gd name="connsiteX0" fmla="*/ 130667 w 137754"/>
                    <a:gd name="connsiteY0" fmla="*/ 0 h 260303"/>
                    <a:gd name="connsiteX1" fmla="*/ 137754 w 137754"/>
                    <a:gd name="connsiteY1" fmla="*/ 6890 h 260303"/>
                    <a:gd name="connsiteX2" fmla="*/ 137754 w 137754"/>
                    <a:gd name="connsiteY2" fmla="*/ 23065 h 260303"/>
                    <a:gd name="connsiteX3" fmla="*/ 130667 w 137754"/>
                    <a:gd name="connsiteY3" fmla="*/ 29954 h 260303"/>
                    <a:gd name="connsiteX4" fmla="*/ 59479 w 137754"/>
                    <a:gd name="connsiteY4" fmla="*/ 29954 h 260303"/>
                    <a:gd name="connsiteX5" fmla="*/ 36057 w 137754"/>
                    <a:gd name="connsiteY5" fmla="*/ 52720 h 260303"/>
                    <a:gd name="connsiteX6" fmla="*/ 36057 w 137754"/>
                    <a:gd name="connsiteY6" fmla="*/ 110233 h 260303"/>
                    <a:gd name="connsiteX7" fmla="*/ 124195 w 137754"/>
                    <a:gd name="connsiteY7" fmla="*/ 110233 h 260303"/>
                    <a:gd name="connsiteX8" fmla="*/ 131283 w 137754"/>
                    <a:gd name="connsiteY8" fmla="*/ 117122 h 260303"/>
                    <a:gd name="connsiteX9" fmla="*/ 131283 w 137754"/>
                    <a:gd name="connsiteY9" fmla="*/ 133597 h 260303"/>
                    <a:gd name="connsiteX10" fmla="*/ 124195 w 137754"/>
                    <a:gd name="connsiteY10" fmla="*/ 140486 h 260303"/>
                    <a:gd name="connsiteX11" fmla="*/ 36057 w 137754"/>
                    <a:gd name="connsiteY11" fmla="*/ 140486 h 260303"/>
                    <a:gd name="connsiteX12" fmla="*/ 36057 w 137754"/>
                    <a:gd name="connsiteY12" fmla="*/ 253114 h 260303"/>
                    <a:gd name="connsiteX13" fmla="*/ 29277 w 137754"/>
                    <a:gd name="connsiteY13" fmla="*/ 260303 h 260303"/>
                    <a:gd name="connsiteX14" fmla="*/ 6780 w 137754"/>
                    <a:gd name="connsiteY14" fmla="*/ 260303 h 260303"/>
                    <a:gd name="connsiteX15" fmla="*/ 0 w 137754"/>
                    <a:gd name="connsiteY15" fmla="*/ 253114 h 260303"/>
                    <a:gd name="connsiteX16" fmla="*/ 0 w 137754"/>
                    <a:gd name="connsiteY16" fmla="*/ 52121 h 260303"/>
                    <a:gd name="connsiteX17" fmla="*/ 53623 w 137754"/>
                    <a:gd name="connsiteY17" fmla="*/ 0 h 260303"/>
                    <a:gd name="connsiteX18" fmla="*/ 130358 w 137754"/>
                    <a:gd name="connsiteY18" fmla="*/ 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7754" h="260303">
                      <a:moveTo>
                        <a:pt x="130667" y="0"/>
                      </a:moveTo>
                      <a:cubicBezTo>
                        <a:pt x="135289" y="0"/>
                        <a:pt x="137754" y="1797"/>
                        <a:pt x="137754" y="6890"/>
                      </a:cubicBezTo>
                      <a:lnTo>
                        <a:pt x="137754" y="23065"/>
                      </a:lnTo>
                      <a:cubicBezTo>
                        <a:pt x="137754" y="28157"/>
                        <a:pt x="135289" y="29954"/>
                        <a:pt x="130667" y="29954"/>
                      </a:cubicBezTo>
                      <a:lnTo>
                        <a:pt x="59479" y="29954"/>
                      </a:lnTo>
                      <a:cubicBezTo>
                        <a:pt x="46535" y="29954"/>
                        <a:pt x="36057" y="40139"/>
                        <a:pt x="36057" y="52720"/>
                      </a:cubicBezTo>
                      <a:lnTo>
                        <a:pt x="36057" y="110233"/>
                      </a:lnTo>
                      <a:lnTo>
                        <a:pt x="124195" y="110233"/>
                      </a:lnTo>
                      <a:cubicBezTo>
                        <a:pt x="129434" y="110233"/>
                        <a:pt x="131283" y="112030"/>
                        <a:pt x="131283" y="117122"/>
                      </a:cubicBezTo>
                      <a:lnTo>
                        <a:pt x="131283" y="133597"/>
                      </a:lnTo>
                      <a:cubicBezTo>
                        <a:pt x="131283" y="138090"/>
                        <a:pt x="129434" y="140486"/>
                        <a:pt x="124195" y="140486"/>
                      </a:cubicBezTo>
                      <a:lnTo>
                        <a:pt x="36057" y="140486"/>
                      </a:lnTo>
                      <a:lnTo>
                        <a:pt x="36057" y="253114"/>
                      </a:lnTo>
                      <a:cubicBezTo>
                        <a:pt x="36057" y="258206"/>
                        <a:pt x="34516" y="260303"/>
                        <a:pt x="29277" y="260303"/>
                      </a:cubicBezTo>
                      <a:lnTo>
                        <a:pt x="6780" y="260303"/>
                      </a:lnTo>
                      <a:cubicBezTo>
                        <a:pt x="2157" y="260303"/>
                        <a:pt x="0" y="257907"/>
                        <a:pt x="0" y="253114"/>
                      </a:cubicBezTo>
                      <a:lnTo>
                        <a:pt x="0" y="52121"/>
                      </a:lnTo>
                      <a:cubicBezTo>
                        <a:pt x="0" y="23364"/>
                        <a:pt x="24038" y="0"/>
                        <a:pt x="53623" y="0"/>
                      </a:cubicBezTo>
                      <a:lnTo>
                        <a:pt x="13035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0" name="手繪多邊形: 圖案 649">
                  <a:extLst>
                    <a:ext uri="{FF2B5EF4-FFF2-40B4-BE49-F238E27FC236}">
                      <a16:creationId xmlns:a16="http://schemas.microsoft.com/office/drawing/2014/main" id="{572501D2-1026-FDAC-2CEC-28FB85922E20}"/>
                    </a:ext>
                  </a:extLst>
                </p:cNvPr>
                <p:cNvSpPr/>
                <p:nvPr/>
              </p:nvSpPr>
              <p:spPr>
                <a:xfrm>
                  <a:off x="23117607" y="31295051"/>
                  <a:ext cx="173997" cy="260303"/>
                </a:xfrm>
                <a:custGeom>
                  <a:avLst/>
                  <a:gdLst>
                    <a:gd name="connsiteX0" fmla="*/ 99018 w 173997"/>
                    <a:gd name="connsiteY0" fmla="*/ 0 h 260303"/>
                    <a:gd name="connsiteX1" fmla="*/ 107954 w 173997"/>
                    <a:gd name="connsiteY1" fmla="*/ 6890 h 260303"/>
                    <a:gd name="connsiteX2" fmla="*/ 173596 w 173997"/>
                    <a:gd name="connsiteY2" fmla="*/ 253414 h 260303"/>
                    <a:gd name="connsiteX3" fmla="*/ 168049 w 173997"/>
                    <a:gd name="connsiteY3" fmla="*/ 260303 h 260303"/>
                    <a:gd name="connsiteX4" fmla="*/ 145552 w 173997"/>
                    <a:gd name="connsiteY4" fmla="*/ 260303 h 260303"/>
                    <a:gd name="connsiteX5" fmla="*/ 137231 w 173997"/>
                    <a:gd name="connsiteY5" fmla="*/ 253414 h 260303"/>
                    <a:gd name="connsiteX6" fmla="*/ 121206 w 173997"/>
                    <a:gd name="connsiteY6" fmla="*/ 192007 h 260303"/>
                    <a:gd name="connsiteX7" fmla="*/ 50942 w 173997"/>
                    <a:gd name="connsiteY7" fmla="*/ 192007 h 260303"/>
                    <a:gd name="connsiteX8" fmla="*/ 35225 w 173997"/>
                    <a:gd name="connsiteY8" fmla="*/ 253414 h 260303"/>
                    <a:gd name="connsiteX9" fmla="*/ 26904 w 173997"/>
                    <a:gd name="connsiteY9" fmla="*/ 260303 h 260303"/>
                    <a:gd name="connsiteX10" fmla="*/ 5948 w 173997"/>
                    <a:gd name="connsiteY10" fmla="*/ 260303 h 260303"/>
                    <a:gd name="connsiteX11" fmla="*/ 401 w 173997"/>
                    <a:gd name="connsiteY11" fmla="*/ 253414 h 260303"/>
                    <a:gd name="connsiteX12" fmla="*/ 66659 w 173997"/>
                    <a:gd name="connsiteY12" fmla="*/ 6890 h 260303"/>
                    <a:gd name="connsiteX13" fmla="*/ 75596 w 173997"/>
                    <a:gd name="connsiteY13" fmla="*/ 0 h 260303"/>
                    <a:gd name="connsiteX14" fmla="*/ 98401 w 173997"/>
                    <a:gd name="connsiteY14" fmla="*/ 0 h 260303"/>
                    <a:gd name="connsiteX15" fmla="*/ 95319 w 173997"/>
                    <a:gd name="connsiteY15" fmla="*/ 91660 h 260303"/>
                    <a:gd name="connsiteX16" fmla="*/ 86690 w 173997"/>
                    <a:gd name="connsiteY16" fmla="*/ 41637 h 260303"/>
                    <a:gd name="connsiteX17" fmla="*/ 77754 w 173997"/>
                    <a:gd name="connsiteY17" fmla="*/ 91361 h 260303"/>
                    <a:gd name="connsiteX18" fmla="*/ 58030 w 173997"/>
                    <a:gd name="connsiteY18" fmla="*/ 163850 h 260303"/>
                    <a:gd name="connsiteX19" fmla="*/ 114734 w 173997"/>
                    <a:gd name="connsiteY19" fmla="*/ 163850 h 260303"/>
                    <a:gd name="connsiteX20" fmla="*/ 95319 w 173997"/>
                    <a:gd name="connsiteY20" fmla="*/ 9196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97" h="260303">
                      <a:moveTo>
                        <a:pt x="99018" y="0"/>
                      </a:moveTo>
                      <a:cubicBezTo>
                        <a:pt x="103640" y="0"/>
                        <a:pt x="107030" y="2397"/>
                        <a:pt x="107954" y="6890"/>
                      </a:cubicBezTo>
                      <a:lnTo>
                        <a:pt x="173596" y="253414"/>
                      </a:lnTo>
                      <a:cubicBezTo>
                        <a:pt x="174829" y="257907"/>
                        <a:pt x="173287" y="260303"/>
                        <a:pt x="168049" y="260303"/>
                      </a:cubicBezTo>
                      <a:lnTo>
                        <a:pt x="145552" y="260303"/>
                      </a:lnTo>
                      <a:cubicBezTo>
                        <a:pt x="140313" y="260303"/>
                        <a:pt x="138464" y="257607"/>
                        <a:pt x="137231" y="253414"/>
                      </a:cubicBezTo>
                      <a:lnTo>
                        <a:pt x="121206" y="192007"/>
                      </a:lnTo>
                      <a:lnTo>
                        <a:pt x="50942" y="192007"/>
                      </a:lnTo>
                      <a:lnTo>
                        <a:pt x="35225" y="253414"/>
                      </a:lnTo>
                      <a:cubicBezTo>
                        <a:pt x="33992" y="257607"/>
                        <a:pt x="31835" y="260303"/>
                        <a:pt x="26904" y="260303"/>
                      </a:cubicBezTo>
                      <a:lnTo>
                        <a:pt x="5948" y="260303"/>
                      </a:lnTo>
                      <a:cubicBezTo>
                        <a:pt x="710" y="260303"/>
                        <a:pt x="-832" y="257907"/>
                        <a:pt x="401" y="253414"/>
                      </a:cubicBezTo>
                      <a:lnTo>
                        <a:pt x="66659" y="6890"/>
                      </a:lnTo>
                      <a:cubicBezTo>
                        <a:pt x="67892" y="2397"/>
                        <a:pt x="70665" y="0"/>
                        <a:pt x="75596" y="0"/>
                      </a:cubicBezTo>
                      <a:lnTo>
                        <a:pt x="98401" y="0"/>
                      </a:lnTo>
                      <a:close/>
                      <a:moveTo>
                        <a:pt x="95319" y="91660"/>
                      </a:moveTo>
                      <a:cubicBezTo>
                        <a:pt x="92545" y="82075"/>
                        <a:pt x="87923" y="53619"/>
                        <a:pt x="86690" y="41637"/>
                      </a:cubicBezTo>
                      <a:cubicBezTo>
                        <a:pt x="84841" y="55716"/>
                        <a:pt x="80527" y="80577"/>
                        <a:pt x="77754" y="91361"/>
                      </a:cubicBezTo>
                      <a:lnTo>
                        <a:pt x="58030" y="163850"/>
                      </a:lnTo>
                      <a:lnTo>
                        <a:pt x="114734" y="163850"/>
                      </a:lnTo>
                      <a:lnTo>
                        <a:pt x="95319" y="9196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1" name="手繪多邊形: 圖案 650">
                  <a:extLst>
                    <a:ext uri="{FF2B5EF4-FFF2-40B4-BE49-F238E27FC236}">
                      <a16:creationId xmlns:a16="http://schemas.microsoft.com/office/drawing/2014/main" id="{E77B7F54-EFBF-77D2-F4E1-B491D01CB286}"/>
                    </a:ext>
                  </a:extLst>
                </p:cNvPr>
                <p:cNvSpPr/>
                <p:nvPr/>
              </p:nvSpPr>
              <p:spPr>
                <a:xfrm>
                  <a:off x="23449297" y="3129475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8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4 w 156245"/>
                    <a:gd name="connsiteY4" fmla="*/ 101245 h 260602"/>
                    <a:gd name="connsiteX5" fmla="*/ 33283 w 156245"/>
                    <a:gd name="connsiteY5" fmla="*/ 73987 h 260602"/>
                    <a:gd name="connsiteX6" fmla="*/ 33283 w 156245"/>
                    <a:gd name="connsiteY6" fmla="*/ 253413 h 260602"/>
                    <a:gd name="connsiteX7" fmla="*/ 26503 w 156245"/>
                    <a:gd name="connsiteY7" fmla="*/ 260303 h 260602"/>
                    <a:gd name="connsiteX8" fmla="*/ 6779 w 156245"/>
                    <a:gd name="connsiteY8" fmla="*/ 260303 h 260602"/>
                    <a:gd name="connsiteX9" fmla="*/ 0 w 156245"/>
                    <a:gd name="connsiteY9" fmla="*/ 253413 h 260602"/>
                    <a:gd name="connsiteX10" fmla="*/ 0 w 156245"/>
                    <a:gd name="connsiteY10" fmla="*/ 6889 h 260602"/>
                    <a:gd name="connsiteX11" fmla="*/ 6779 w 156245"/>
                    <a:gd name="connsiteY11" fmla="*/ 0 h 260602"/>
                    <a:gd name="connsiteX12" fmla="*/ 27737 w 156245"/>
                    <a:gd name="connsiteY12" fmla="*/ 0 h 260602"/>
                    <a:gd name="connsiteX13" fmla="*/ 33899 w 156245"/>
                    <a:gd name="connsiteY13" fmla="*/ 3893 h 260602"/>
                    <a:gd name="connsiteX14" fmla="*/ 112791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49 w 156245"/>
                    <a:gd name="connsiteY17" fmla="*/ 0 h 260602"/>
                    <a:gd name="connsiteX18" fmla="*/ 149464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3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8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4" y="101245"/>
                      </a:lnTo>
                      <a:cubicBezTo>
                        <a:pt x="40679" y="92858"/>
                        <a:pt x="36056" y="82374"/>
                        <a:pt x="33283" y="73987"/>
                      </a:cubicBezTo>
                      <a:lnTo>
                        <a:pt x="33283" y="253413"/>
                      </a:lnTo>
                      <a:cubicBezTo>
                        <a:pt x="33283" y="257906"/>
                        <a:pt x="31434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6"/>
                        <a:pt x="0" y="253413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7" y="0"/>
                      </a:lnTo>
                      <a:cubicBezTo>
                        <a:pt x="31434" y="0"/>
                        <a:pt x="32975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5" y="0"/>
                        <a:pt x="156245" y="2396"/>
                        <a:pt x="156245" y="6889"/>
                      </a:cubicBezTo>
                      <a:lnTo>
                        <a:pt x="156245" y="25341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2" name="手繪多邊形: 圖案 651">
                  <a:extLst>
                    <a:ext uri="{FF2B5EF4-FFF2-40B4-BE49-F238E27FC236}">
                      <a16:creationId xmlns:a16="http://schemas.microsoft.com/office/drawing/2014/main" id="{BF9FE3C8-79EF-5C5D-D644-EB1F6C570DF5}"/>
                    </a:ext>
                  </a:extLst>
                </p:cNvPr>
                <p:cNvSpPr/>
                <p:nvPr/>
              </p:nvSpPr>
              <p:spPr>
                <a:xfrm>
                  <a:off x="23779353" y="31292056"/>
                  <a:ext cx="151621" cy="266593"/>
                </a:xfrm>
                <a:custGeom>
                  <a:avLst/>
                  <a:gdLst>
                    <a:gd name="connsiteX0" fmla="*/ 144226 w 151621"/>
                    <a:gd name="connsiteY0" fmla="*/ 134195 h 266593"/>
                    <a:gd name="connsiteX1" fmla="*/ 151622 w 151621"/>
                    <a:gd name="connsiteY1" fmla="*/ 140785 h 266593"/>
                    <a:gd name="connsiteX2" fmla="*/ 151622 w 151621"/>
                    <a:gd name="connsiteY2" fmla="*/ 210579 h 266593"/>
                    <a:gd name="connsiteX3" fmla="*/ 76118 w 151621"/>
                    <a:gd name="connsiteY3" fmla="*/ 266593 h 266593"/>
                    <a:gd name="connsiteX4" fmla="*/ 0 w 151621"/>
                    <a:gd name="connsiteY4" fmla="*/ 210579 h 266593"/>
                    <a:gd name="connsiteX5" fmla="*/ 0 w 151621"/>
                    <a:gd name="connsiteY5" fmla="*/ 56014 h 266593"/>
                    <a:gd name="connsiteX6" fmla="*/ 76118 w 151621"/>
                    <a:gd name="connsiteY6" fmla="*/ 0 h 266593"/>
                    <a:gd name="connsiteX7" fmla="*/ 151622 w 151621"/>
                    <a:gd name="connsiteY7" fmla="*/ 56014 h 266593"/>
                    <a:gd name="connsiteX8" fmla="*/ 151622 w 151621"/>
                    <a:gd name="connsiteY8" fmla="*/ 75485 h 266593"/>
                    <a:gd name="connsiteX9" fmla="*/ 144841 w 151621"/>
                    <a:gd name="connsiteY9" fmla="*/ 82374 h 266593"/>
                    <a:gd name="connsiteX10" fmla="*/ 123577 w 151621"/>
                    <a:gd name="connsiteY10" fmla="*/ 82374 h 266593"/>
                    <a:gd name="connsiteX11" fmla="*/ 116489 w 151621"/>
                    <a:gd name="connsiteY11" fmla="*/ 75485 h 266593"/>
                    <a:gd name="connsiteX12" fmla="*/ 116489 w 151621"/>
                    <a:gd name="connsiteY12" fmla="*/ 59009 h 266593"/>
                    <a:gd name="connsiteX13" fmla="*/ 75810 w 151621"/>
                    <a:gd name="connsiteY13" fmla="*/ 29954 h 266593"/>
                    <a:gd name="connsiteX14" fmla="*/ 36056 w 151621"/>
                    <a:gd name="connsiteY14" fmla="*/ 59009 h 266593"/>
                    <a:gd name="connsiteX15" fmla="*/ 36056 w 151621"/>
                    <a:gd name="connsiteY15" fmla="*/ 207583 h 266593"/>
                    <a:gd name="connsiteX16" fmla="*/ 75810 w 151621"/>
                    <a:gd name="connsiteY16" fmla="*/ 236639 h 266593"/>
                    <a:gd name="connsiteX17" fmla="*/ 116489 w 151621"/>
                    <a:gd name="connsiteY17" fmla="*/ 207882 h 266593"/>
                    <a:gd name="connsiteX18" fmla="*/ 116489 w 151621"/>
                    <a:gd name="connsiteY18" fmla="*/ 164149 h 266593"/>
                    <a:gd name="connsiteX19" fmla="*/ 79508 w 151621"/>
                    <a:gd name="connsiteY19" fmla="*/ 164149 h 266593"/>
                    <a:gd name="connsiteX20" fmla="*/ 72420 w 151621"/>
                    <a:gd name="connsiteY20" fmla="*/ 157260 h 266593"/>
                    <a:gd name="connsiteX21" fmla="*/ 72420 w 151621"/>
                    <a:gd name="connsiteY21" fmla="*/ 140785 h 266593"/>
                    <a:gd name="connsiteX22" fmla="*/ 79508 w 151621"/>
                    <a:gd name="connsiteY22" fmla="*/ 134195 h 266593"/>
                    <a:gd name="connsiteX23" fmla="*/ 144226 w 151621"/>
                    <a:gd name="connsiteY23" fmla="*/ 134195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1621" h="266593">
                      <a:moveTo>
                        <a:pt x="144226" y="134195"/>
                      </a:moveTo>
                      <a:cubicBezTo>
                        <a:pt x="149464" y="134195"/>
                        <a:pt x="151622" y="135992"/>
                        <a:pt x="151622" y="140785"/>
                      </a:cubicBezTo>
                      <a:lnTo>
                        <a:pt x="151622" y="210579"/>
                      </a:lnTo>
                      <a:cubicBezTo>
                        <a:pt x="151622" y="240533"/>
                        <a:pt x="134672" y="266593"/>
                        <a:pt x="76118" y="266593"/>
                      </a:cubicBezTo>
                      <a:cubicBezTo>
                        <a:pt x="17564" y="266593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6118" y="0"/>
                      </a:cubicBezTo>
                      <a:cubicBezTo>
                        <a:pt x="135288" y="0"/>
                        <a:pt x="151622" y="26060"/>
                        <a:pt x="151622" y="56014"/>
                      </a:cubicBezTo>
                      <a:lnTo>
                        <a:pt x="151622" y="75485"/>
                      </a:lnTo>
                      <a:cubicBezTo>
                        <a:pt x="151622" y="79978"/>
                        <a:pt x="149773" y="82374"/>
                        <a:pt x="144841" y="82374"/>
                      </a:cubicBezTo>
                      <a:lnTo>
                        <a:pt x="123577" y="82374"/>
                      </a:lnTo>
                      <a:cubicBezTo>
                        <a:pt x="118338" y="82374"/>
                        <a:pt x="116489" y="79978"/>
                        <a:pt x="116489" y="75485"/>
                      </a:cubicBezTo>
                      <a:lnTo>
                        <a:pt x="116489" y="59009"/>
                      </a:lnTo>
                      <a:cubicBezTo>
                        <a:pt x="116489" y="41037"/>
                        <a:pt x="105395" y="29954"/>
                        <a:pt x="75810" y="29954"/>
                      </a:cubicBezTo>
                      <a:cubicBezTo>
                        <a:pt x="46226" y="29954"/>
                        <a:pt x="36056" y="41037"/>
                        <a:pt x="36056" y="59009"/>
                      </a:cubicBezTo>
                      <a:lnTo>
                        <a:pt x="36056" y="207583"/>
                      </a:lnTo>
                      <a:cubicBezTo>
                        <a:pt x="36056" y="225256"/>
                        <a:pt x="46841" y="236639"/>
                        <a:pt x="75810" y="236639"/>
                      </a:cubicBezTo>
                      <a:cubicBezTo>
                        <a:pt x="104778" y="236639"/>
                        <a:pt x="116489" y="225556"/>
                        <a:pt x="116489" y="207882"/>
                      </a:cubicBezTo>
                      <a:lnTo>
                        <a:pt x="116489" y="164149"/>
                      </a:lnTo>
                      <a:lnTo>
                        <a:pt x="79508" y="164149"/>
                      </a:lnTo>
                      <a:cubicBezTo>
                        <a:pt x="74886" y="164149"/>
                        <a:pt x="72420" y="162352"/>
                        <a:pt x="72420" y="157260"/>
                      </a:cubicBezTo>
                      <a:lnTo>
                        <a:pt x="72420" y="140785"/>
                      </a:lnTo>
                      <a:cubicBezTo>
                        <a:pt x="72420" y="136292"/>
                        <a:pt x="74886" y="134195"/>
                        <a:pt x="79508" y="134195"/>
                      </a:cubicBezTo>
                      <a:lnTo>
                        <a:pt x="144226" y="13419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3" name="手繪多邊形: 圖案 652">
                  <a:extLst>
                    <a:ext uri="{FF2B5EF4-FFF2-40B4-BE49-F238E27FC236}">
                      <a16:creationId xmlns:a16="http://schemas.microsoft.com/office/drawing/2014/main" id="{FD930381-C0C9-0226-D989-16F9915C3C2B}"/>
                    </a:ext>
                  </a:extLst>
                </p:cNvPr>
                <p:cNvSpPr/>
                <p:nvPr/>
              </p:nvSpPr>
              <p:spPr>
                <a:xfrm>
                  <a:off x="24296779" y="31295051"/>
                  <a:ext cx="155521" cy="260303"/>
                </a:xfrm>
                <a:custGeom>
                  <a:avLst/>
                  <a:gdLst>
                    <a:gd name="connsiteX0" fmla="*/ 75812 w 155521"/>
                    <a:gd name="connsiteY0" fmla="*/ 0 h 260303"/>
                    <a:gd name="connsiteX1" fmla="*/ 153471 w 155521"/>
                    <a:gd name="connsiteY1" fmla="*/ 56014 h 260303"/>
                    <a:gd name="connsiteX2" fmla="*/ 153471 w 155521"/>
                    <a:gd name="connsiteY2" fmla="*/ 101546 h 260303"/>
                    <a:gd name="connsiteX3" fmla="*/ 114949 w 155521"/>
                    <a:gd name="connsiteY3" fmla="*/ 151569 h 260303"/>
                    <a:gd name="connsiteX4" fmla="*/ 155011 w 155521"/>
                    <a:gd name="connsiteY4" fmla="*/ 253114 h 260303"/>
                    <a:gd name="connsiteX5" fmla="*/ 148232 w 155521"/>
                    <a:gd name="connsiteY5" fmla="*/ 260303 h 260303"/>
                    <a:gd name="connsiteX6" fmla="*/ 123887 w 155521"/>
                    <a:gd name="connsiteY6" fmla="*/ 260303 h 260303"/>
                    <a:gd name="connsiteX7" fmla="*/ 115874 w 155521"/>
                    <a:gd name="connsiteY7" fmla="*/ 253114 h 260303"/>
                    <a:gd name="connsiteX8" fmla="*/ 78584 w 155521"/>
                    <a:gd name="connsiteY8" fmla="*/ 156661 h 260303"/>
                    <a:gd name="connsiteX9" fmla="*/ 35748 w 155521"/>
                    <a:gd name="connsiteY9" fmla="*/ 156661 h 260303"/>
                    <a:gd name="connsiteX10" fmla="*/ 35748 w 155521"/>
                    <a:gd name="connsiteY10" fmla="*/ 253114 h 260303"/>
                    <a:gd name="connsiteX11" fmla="*/ 28969 w 155521"/>
                    <a:gd name="connsiteY11" fmla="*/ 260303 h 260303"/>
                    <a:gd name="connsiteX12" fmla="*/ 6779 w 155521"/>
                    <a:gd name="connsiteY12" fmla="*/ 260303 h 260303"/>
                    <a:gd name="connsiteX13" fmla="*/ 0 w 155521"/>
                    <a:gd name="connsiteY13" fmla="*/ 253114 h 260303"/>
                    <a:gd name="connsiteX14" fmla="*/ 0 w 155521"/>
                    <a:gd name="connsiteY14" fmla="*/ 52121 h 260303"/>
                    <a:gd name="connsiteX15" fmla="*/ 53622 w 155521"/>
                    <a:gd name="connsiteY15" fmla="*/ 0 h 260303"/>
                    <a:gd name="connsiteX16" fmla="*/ 75503 w 155521"/>
                    <a:gd name="connsiteY16" fmla="*/ 0 h 260303"/>
                    <a:gd name="connsiteX17" fmla="*/ 35748 w 155521"/>
                    <a:gd name="connsiteY17" fmla="*/ 52420 h 260303"/>
                    <a:gd name="connsiteX18" fmla="*/ 35748 w 155521"/>
                    <a:gd name="connsiteY18" fmla="*/ 126407 h 260303"/>
                    <a:gd name="connsiteX19" fmla="*/ 75812 w 155521"/>
                    <a:gd name="connsiteY19" fmla="*/ 126407 h 260303"/>
                    <a:gd name="connsiteX20" fmla="*/ 118032 w 155521"/>
                    <a:gd name="connsiteY20" fmla="*/ 97352 h 260303"/>
                    <a:gd name="connsiteX21" fmla="*/ 118032 w 155521"/>
                    <a:gd name="connsiteY21" fmla="*/ 59010 h 260303"/>
                    <a:gd name="connsiteX22" fmla="*/ 75812 w 155521"/>
                    <a:gd name="connsiteY22" fmla="*/ 29655 h 260303"/>
                    <a:gd name="connsiteX23" fmla="*/ 59169 w 155521"/>
                    <a:gd name="connsiteY23" fmla="*/ 29655 h 260303"/>
                    <a:gd name="connsiteX24" fmla="*/ 35748 w 155521"/>
                    <a:gd name="connsiteY24" fmla="*/ 5242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5521" h="260303">
                      <a:moveTo>
                        <a:pt x="75812" y="0"/>
                      </a:moveTo>
                      <a:cubicBezTo>
                        <a:pt x="134364" y="0"/>
                        <a:pt x="153471" y="26060"/>
                        <a:pt x="153471" y="56014"/>
                      </a:cubicBezTo>
                      <a:lnTo>
                        <a:pt x="153471" y="101546"/>
                      </a:lnTo>
                      <a:cubicBezTo>
                        <a:pt x="153471" y="123412"/>
                        <a:pt x="143302" y="142883"/>
                        <a:pt x="114949" y="151569"/>
                      </a:cubicBezTo>
                      <a:lnTo>
                        <a:pt x="155011" y="253114"/>
                      </a:lnTo>
                      <a:cubicBezTo>
                        <a:pt x="156862" y="257607"/>
                        <a:pt x="153471" y="260303"/>
                        <a:pt x="148232" y="260303"/>
                      </a:cubicBezTo>
                      <a:lnTo>
                        <a:pt x="123887" y="260303"/>
                      </a:lnTo>
                      <a:cubicBezTo>
                        <a:pt x="119264" y="260303"/>
                        <a:pt x="118032" y="257607"/>
                        <a:pt x="115874" y="253114"/>
                      </a:cubicBezTo>
                      <a:lnTo>
                        <a:pt x="78584" y="156661"/>
                      </a:lnTo>
                      <a:lnTo>
                        <a:pt x="35748" y="156661"/>
                      </a:lnTo>
                      <a:lnTo>
                        <a:pt x="35748" y="253114"/>
                      </a:lnTo>
                      <a:cubicBezTo>
                        <a:pt x="35748" y="258206"/>
                        <a:pt x="34207" y="260303"/>
                        <a:pt x="28969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7"/>
                        <a:pt x="0" y="253114"/>
                      </a:cubicBezTo>
                      <a:lnTo>
                        <a:pt x="0" y="52121"/>
                      </a:lnTo>
                      <a:cubicBezTo>
                        <a:pt x="0" y="23364"/>
                        <a:pt x="24037" y="0"/>
                        <a:pt x="53622" y="0"/>
                      </a:cubicBezTo>
                      <a:lnTo>
                        <a:pt x="75503" y="0"/>
                      </a:lnTo>
                      <a:close/>
                      <a:moveTo>
                        <a:pt x="35748" y="52420"/>
                      </a:moveTo>
                      <a:lnTo>
                        <a:pt x="35748" y="126407"/>
                      </a:lnTo>
                      <a:lnTo>
                        <a:pt x="75812" y="126407"/>
                      </a:lnTo>
                      <a:cubicBezTo>
                        <a:pt x="105395" y="126407"/>
                        <a:pt x="118032" y="115324"/>
                        <a:pt x="118032" y="97352"/>
                      </a:cubicBezTo>
                      <a:lnTo>
                        <a:pt x="118032" y="59010"/>
                      </a:lnTo>
                      <a:cubicBezTo>
                        <a:pt x="118032" y="41037"/>
                        <a:pt x="105395" y="29655"/>
                        <a:pt x="75812" y="29655"/>
                      </a:cubicBezTo>
                      <a:lnTo>
                        <a:pt x="59169" y="29655"/>
                      </a:lnTo>
                      <a:cubicBezTo>
                        <a:pt x="46226" y="29655"/>
                        <a:pt x="35748" y="39840"/>
                        <a:pt x="35748" y="52420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4" name="手繪多邊形: 圖案 653">
                  <a:extLst>
                    <a:ext uri="{FF2B5EF4-FFF2-40B4-BE49-F238E27FC236}">
                      <a16:creationId xmlns:a16="http://schemas.microsoft.com/office/drawing/2014/main" id="{6556773F-B085-57FD-95B9-9B4F8BD762DF}"/>
                    </a:ext>
                  </a:extLst>
                </p:cNvPr>
                <p:cNvSpPr/>
                <p:nvPr/>
              </p:nvSpPr>
              <p:spPr>
                <a:xfrm>
                  <a:off x="24620980" y="31295051"/>
                  <a:ext cx="132823" cy="260303"/>
                </a:xfrm>
                <a:custGeom>
                  <a:avLst/>
                  <a:gdLst>
                    <a:gd name="connsiteX0" fmla="*/ 307 w 132823"/>
                    <a:gd name="connsiteY0" fmla="*/ 208183 h 260303"/>
                    <a:gd name="connsiteX1" fmla="*/ 307 w 132823"/>
                    <a:gd name="connsiteY1" fmla="*/ 52121 h 260303"/>
                    <a:gd name="connsiteX2" fmla="*/ 53931 w 132823"/>
                    <a:gd name="connsiteY2" fmla="*/ 0 h 260303"/>
                    <a:gd name="connsiteX3" fmla="*/ 122036 w 132823"/>
                    <a:gd name="connsiteY3" fmla="*/ 0 h 260303"/>
                    <a:gd name="connsiteX4" fmla="*/ 129126 w 132823"/>
                    <a:gd name="connsiteY4" fmla="*/ 6890 h 260303"/>
                    <a:gd name="connsiteX5" fmla="*/ 129126 w 132823"/>
                    <a:gd name="connsiteY5" fmla="*/ 23065 h 260303"/>
                    <a:gd name="connsiteX6" fmla="*/ 122036 w 132823"/>
                    <a:gd name="connsiteY6" fmla="*/ 29954 h 260303"/>
                    <a:gd name="connsiteX7" fmla="*/ 59478 w 132823"/>
                    <a:gd name="connsiteY7" fmla="*/ 29954 h 260303"/>
                    <a:gd name="connsiteX8" fmla="*/ 36056 w 132823"/>
                    <a:gd name="connsiteY8" fmla="*/ 52720 h 260303"/>
                    <a:gd name="connsiteX9" fmla="*/ 36056 w 132823"/>
                    <a:gd name="connsiteY9" fmla="*/ 109933 h 260303"/>
                    <a:gd name="connsiteX10" fmla="*/ 115872 w 132823"/>
                    <a:gd name="connsiteY10" fmla="*/ 109933 h 260303"/>
                    <a:gd name="connsiteX11" fmla="*/ 123270 w 132823"/>
                    <a:gd name="connsiteY11" fmla="*/ 116823 h 260303"/>
                    <a:gd name="connsiteX12" fmla="*/ 123270 w 132823"/>
                    <a:gd name="connsiteY12" fmla="*/ 132099 h 260303"/>
                    <a:gd name="connsiteX13" fmla="*/ 115872 w 132823"/>
                    <a:gd name="connsiteY13" fmla="*/ 138989 h 260303"/>
                    <a:gd name="connsiteX14" fmla="*/ 36056 w 132823"/>
                    <a:gd name="connsiteY14" fmla="*/ 138989 h 260303"/>
                    <a:gd name="connsiteX15" fmla="*/ 36056 w 132823"/>
                    <a:gd name="connsiteY15" fmla="*/ 207584 h 260303"/>
                    <a:gd name="connsiteX16" fmla="*/ 59478 w 132823"/>
                    <a:gd name="connsiteY16" fmla="*/ 230349 h 260303"/>
                    <a:gd name="connsiteX17" fmla="*/ 125734 w 132823"/>
                    <a:gd name="connsiteY17" fmla="*/ 230349 h 260303"/>
                    <a:gd name="connsiteX18" fmla="*/ 132823 w 132823"/>
                    <a:gd name="connsiteY18" fmla="*/ 236939 h 260303"/>
                    <a:gd name="connsiteX19" fmla="*/ 132823 w 132823"/>
                    <a:gd name="connsiteY19" fmla="*/ 253414 h 260303"/>
                    <a:gd name="connsiteX20" fmla="*/ 125734 w 132823"/>
                    <a:gd name="connsiteY20" fmla="*/ 260303 h 260303"/>
                    <a:gd name="connsiteX21" fmla="*/ 53622 w 132823"/>
                    <a:gd name="connsiteY21" fmla="*/ 260303 h 260303"/>
                    <a:gd name="connsiteX22" fmla="*/ 0 w 132823"/>
                    <a:gd name="connsiteY22" fmla="*/ 20818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23" h="260303">
                      <a:moveTo>
                        <a:pt x="307" y="208183"/>
                      </a:moveTo>
                      <a:lnTo>
                        <a:pt x="307" y="52121"/>
                      </a:lnTo>
                      <a:cubicBezTo>
                        <a:pt x="307" y="23364"/>
                        <a:pt x="24345" y="0"/>
                        <a:pt x="53931" y="0"/>
                      </a:cubicBezTo>
                      <a:lnTo>
                        <a:pt x="122036" y="0"/>
                      </a:lnTo>
                      <a:cubicBezTo>
                        <a:pt x="127277" y="0"/>
                        <a:pt x="129126" y="1797"/>
                        <a:pt x="129126" y="6890"/>
                      </a:cubicBezTo>
                      <a:lnTo>
                        <a:pt x="129126" y="23065"/>
                      </a:lnTo>
                      <a:cubicBezTo>
                        <a:pt x="129126" y="28157"/>
                        <a:pt x="127277" y="29954"/>
                        <a:pt x="122036" y="29954"/>
                      </a:cubicBezTo>
                      <a:lnTo>
                        <a:pt x="59478" y="29954"/>
                      </a:lnTo>
                      <a:cubicBezTo>
                        <a:pt x="46533" y="29954"/>
                        <a:pt x="36056" y="40139"/>
                        <a:pt x="36056" y="52720"/>
                      </a:cubicBezTo>
                      <a:lnTo>
                        <a:pt x="36056" y="109933"/>
                      </a:lnTo>
                      <a:lnTo>
                        <a:pt x="115872" y="109933"/>
                      </a:lnTo>
                      <a:cubicBezTo>
                        <a:pt x="121113" y="109933"/>
                        <a:pt x="123270" y="111730"/>
                        <a:pt x="123270" y="116823"/>
                      </a:cubicBezTo>
                      <a:lnTo>
                        <a:pt x="123270" y="132099"/>
                      </a:lnTo>
                      <a:cubicBezTo>
                        <a:pt x="123270" y="136592"/>
                        <a:pt x="120804" y="138989"/>
                        <a:pt x="115872" y="138989"/>
                      </a:cubicBezTo>
                      <a:lnTo>
                        <a:pt x="36056" y="138989"/>
                      </a:lnTo>
                      <a:lnTo>
                        <a:pt x="36056" y="207584"/>
                      </a:lnTo>
                      <a:cubicBezTo>
                        <a:pt x="36056" y="220164"/>
                        <a:pt x="46533" y="230349"/>
                        <a:pt x="59478" y="230349"/>
                      </a:cubicBezTo>
                      <a:lnTo>
                        <a:pt x="125734" y="230349"/>
                      </a:lnTo>
                      <a:cubicBezTo>
                        <a:pt x="130358" y="230349"/>
                        <a:pt x="132823" y="231847"/>
                        <a:pt x="132823" y="236939"/>
                      </a:cubicBezTo>
                      <a:lnTo>
                        <a:pt x="132823" y="253414"/>
                      </a:lnTo>
                      <a:cubicBezTo>
                        <a:pt x="132823" y="258506"/>
                        <a:pt x="130358" y="260303"/>
                        <a:pt x="125734" y="260303"/>
                      </a:cubicBezTo>
                      <a:lnTo>
                        <a:pt x="53622" y="260303"/>
                      </a:lnTo>
                      <a:cubicBezTo>
                        <a:pt x="24037" y="260303"/>
                        <a:pt x="0" y="236939"/>
                        <a:pt x="0" y="208183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5" name="手繪多邊形: 圖案 654">
                  <a:extLst>
                    <a:ext uri="{FF2B5EF4-FFF2-40B4-BE49-F238E27FC236}">
                      <a16:creationId xmlns:a16="http://schemas.microsoft.com/office/drawing/2014/main" id="{D272BE8F-9080-8CC1-2F02-05F3928B2B56}"/>
                    </a:ext>
                  </a:extLst>
                </p:cNvPr>
                <p:cNvSpPr/>
                <p:nvPr/>
              </p:nvSpPr>
              <p:spPr>
                <a:xfrm>
                  <a:off x="25777252" y="31295051"/>
                  <a:ext cx="132823" cy="260303"/>
                </a:xfrm>
                <a:custGeom>
                  <a:avLst/>
                  <a:gdLst>
                    <a:gd name="connsiteX0" fmla="*/ 308 w 132823"/>
                    <a:gd name="connsiteY0" fmla="*/ 208183 h 260303"/>
                    <a:gd name="connsiteX1" fmla="*/ 308 w 132823"/>
                    <a:gd name="connsiteY1" fmla="*/ 52121 h 260303"/>
                    <a:gd name="connsiteX2" fmla="*/ 53931 w 132823"/>
                    <a:gd name="connsiteY2" fmla="*/ 0 h 260303"/>
                    <a:gd name="connsiteX3" fmla="*/ 122038 w 132823"/>
                    <a:gd name="connsiteY3" fmla="*/ 0 h 260303"/>
                    <a:gd name="connsiteX4" fmla="*/ 129126 w 132823"/>
                    <a:gd name="connsiteY4" fmla="*/ 6890 h 260303"/>
                    <a:gd name="connsiteX5" fmla="*/ 129126 w 132823"/>
                    <a:gd name="connsiteY5" fmla="*/ 23065 h 260303"/>
                    <a:gd name="connsiteX6" fmla="*/ 122038 w 132823"/>
                    <a:gd name="connsiteY6" fmla="*/ 29954 h 260303"/>
                    <a:gd name="connsiteX7" fmla="*/ 59478 w 132823"/>
                    <a:gd name="connsiteY7" fmla="*/ 29954 h 260303"/>
                    <a:gd name="connsiteX8" fmla="*/ 36058 w 132823"/>
                    <a:gd name="connsiteY8" fmla="*/ 52720 h 260303"/>
                    <a:gd name="connsiteX9" fmla="*/ 36058 w 132823"/>
                    <a:gd name="connsiteY9" fmla="*/ 109933 h 260303"/>
                    <a:gd name="connsiteX10" fmla="*/ 115874 w 132823"/>
                    <a:gd name="connsiteY10" fmla="*/ 109933 h 260303"/>
                    <a:gd name="connsiteX11" fmla="*/ 123270 w 132823"/>
                    <a:gd name="connsiteY11" fmla="*/ 116823 h 260303"/>
                    <a:gd name="connsiteX12" fmla="*/ 123270 w 132823"/>
                    <a:gd name="connsiteY12" fmla="*/ 132099 h 260303"/>
                    <a:gd name="connsiteX13" fmla="*/ 115874 w 132823"/>
                    <a:gd name="connsiteY13" fmla="*/ 138989 h 260303"/>
                    <a:gd name="connsiteX14" fmla="*/ 36058 w 132823"/>
                    <a:gd name="connsiteY14" fmla="*/ 138989 h 260303"/>
                    <a:gd name="connsiteX15" fmla="*/ 36058 w 132823"/>
                    <a:gd name="connsiteY15" fmla="*/ 207584 h 260303"/>
                    <a:gd name="connsiteX16" fmla="*/ 59478 w 132823"/>
                    <a:gd name="connsiteY16" fmla="*/ 230349 h 260303"/>
                    <a:gd name="connsiteX17" fmla="*/ 125736 w 132823"/>
                    <a:gd name="connsiteY17" fmla="*/ 230349 h 260303"/>
                    <a:gd name="connsiteX18" fmla="*/ 132823 w 132823"/>
                    <a:gd name="connsiteY18" fmla="*/ 236939 h 260303"/>
                    <a:gd name="connsiteX19" fmla="*/ 132823 w 132823"/>
                    <a:gd name="connsiteY19" fmla="*/ 253414 h 260303"/>
                    <a:gd name="connsiteX20" fmla="*/ 125736 w 132823"/>
                    <a:gd name="connsiteY20" fmla="*/ 260303 h 260303"/>
                    <a:gd name="connsiteX21" fmla="*/ 53622 w 132823"/>
                    <a:gd name="connsiteY21" fmla="*/ 260303 h 260303"/>
                    <a:gd name="connsiteX22" fmla="*/ 0 w 132823"/>
                    <a:gd name="connsiteY22" fmla="*/ 20818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2823" h="260303">
                      <a:moveTo>
                        <a:pt x="308" y="208183"/>
                      </a:moveTo>
                      <a:lnTo>
                        <a:pt x="308" y="52121"/>
                      </a:lnTo>
                      <a:cubicBezTo>
                        <a:pt x="308" y="23364"/>
                        <a:pt x="24347" y="0"/>
                        <a:pt x="53931" y="0"/>
                      </a:cubicBezTo>
                      <a:lnTo>
                        <a:pt x="122038" y="0"/>
                      </a:lnTo>
                      <a:cubicBezTo>
                        <a:pt x="127277" y="0"/>
                        <a:pt x="129126" y="1797"/>
                        <a:pt x="129126" y="6890"/>
                      </a:cubicBezTo>
                      <a:lnTo>
                        <a:pt x="129126" y="23065"/>
                      </a:lnTo>
                      <a:cubicBezTo>
                        <a:pt x="129126" y="28157"/>
                        <a:pt x="127277" y="29954"/>
                        <a:pt x="122038" y="29954"/>
                      </a:cubicBezTo>
                      <a:lnTo>
                        <a:pt x="59478" y="29954"/>
                      </a:lnTo>
                      <a:cubicBezTo>
                        <a:pt x="46535" y="29954"/>
                        <a:pt x="36058" y="40139"/>
                        <a:pt x="36058" y="52720"/>
                      </a:cubicBezTo>
                      <a:lnTo>
                        <a:pt x="36058" y="109933"/>
                      </a:lnTo>
                      <a:lnTo>
                        <a:pt x="115874" y="109933"/>
                      </a:lnTo>
                      <a:cubicBezTo>
                        <a:pt x="121113" y="109933"/>
                        <a:pt x="123270" y="111730"/>
                        <a:pt x="123270" y="116823"/>
                      </a:cubicBezTo>
                      <a:lnTo>
                        <a:pt x="123270" y="132099"/>
                      </a:lnTo>
                      <a:cubicBezTo>
                        <a:pt x="123270" y="136592"/>
                        <a:pt x="120806" y="138989"/>
                        <a:pt x="115874" y="138989"/>
                      </a:cubicBezTo>
                      <a:lnTo>
                        <a:pt x="36058" y="138989"/>
                      </a:lnTo>
                      <a:lnTo>
                        <a:pt x="36058" y="207584"/>
                      </a:lnTo>
                      <a:cubicBezTo>
                        <a:pt x="36058" y="220164"/>
                        <a:pt x="46535" y="230349"/>
                        <a:pt x="59478" y="230349"/>
                      </a:cubicBezTo>
                      <a:lnTo>
                        <a:pt x="125736" y="230349"/>
                      </a:lnTo>
                      <a:cubicBezTo>
                        <a:pt x="130359" y="230349"/>
                        <a:pt x="132823" y="231847"/>
                        <a:pt x="132823" y="236939"/>
                      </a:cubicBezTo>
                      <a:lnTo>
                        <a:pt x="132823" y="253414"/>
                      </a:lnTo>
                      <a:cubicBezTo>
                        <a:pt x="132823" y="258506"/>
                        <a:pt x="130359" y="260303"/>
                        <a:pt x="125736" y="260303"/>
                      </a:cubicBezTo>
                      <a:lnTo>
                        <a:pt x="53622" y="260303"/>
                      </a:lnTo>
                      <a:cubicBezTo>
                        <a:pt x="24039" y="260303"/>
                        <a:pt x="0" y="236939"/>
                        <a:pt x="0" y="208183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6" name="手繪多邊形: 圖案 655">
                  <a:extLst>
                    <a:ext uri="{FF2B5EF4-FFF2-40B4-BE49-F238E27FC236}">
                      <a16:creationId xmlns:a16="http://schemas.microsoft.com/office/drawing/2014/main" id="{457B6532-4137-1F9B-53A2-D6E2BEA0F988}"/>
                    </a:ext>
                  </a:extLst>
                </p:cNvPr>
                <p:cNvSpPr/>
                <p:nvPr/>
              </p:nvSpPr>
              <p:spPr>
                <a:xfrm>
                  <a:off x="24919293" y="3129475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6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2 w 156245"/>
                    <a:gd name="connsiteY4" fmla="*/ 101245 h 260602"/>
                    <a:gd name="connsiteX5" fmla="*/ 33282 w 156245"/>
                    <a:gd name="connsiteY5" fmla="*/ 73987 h 260602"/>
                    <a:gd name="connsiteX6" fmla="*/ 33282 w 156245"/>
                    <a:gd name="connsiteY6" fmla="*/ 253413 h 260602"/>
                    <a:gd name="connsiteX7" fmla="*/ 26503 w 156245"/>
                    <a:gd name="connsiteY7" fmla="*/ 260303 h 260602"/>
                    <a:gd name="connsiteX8" fmla="*/ 6779 w 156245"/>
                    <a:gd name="connsiteY8" fmla="*/ 260303 h 260602"/>
                    <a:gd name="connsiteX9" fmla="*/ 0 w 156245"/>
                    <a:gd name="connsiteY9" fmla="*/ 253413 h 260602"/>
                    <a:gd name="connsiteX10" fmla="*/ 0 w 156245"/>
                    <a:gd name="connsiteY10" fmla="*/ 6889 h 260602"/>
                    <a:gd name="connsiteX11" fmla="*/ 6779 w 156245"/>
                    <a:gd name="connsiteY11" fmla="*/ 0 h 260602"/>
                    <a:gd name="connsiteX12" fmla="*/ 27735 w 156245"/>
                    <a:gd name="connsiteY12" fmla="*/ 0 h 260602"/>
                    <a:gd name="connsiteX13" fmla="*/ 33899 w 156245"/>
                    <a:gd name="connsiteY13" fmla="*/ 3893 h 260602"/>
                    <a:gd name="connsiteX14" fmla="*/ 112791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49 w 156245"/>
                    <a:gd name="connsiteY17" fmla="*/ 0 h 260602"/>
                    <a:gd name="connsiteX18" fmla="*/ 149464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3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6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2" y="101245"/>
                      </a:lnTo>
                      <a:cubicBezTo>
                        <a:pt x="40679" y="92858"/>
                        <a:pt x="36056" y="82374"/>
                        <a:pt x="33282" y="73987"/>
                      </a:cubicBezTo>
                      <a:lnTo>
                        <a:pt x="33282" y="253413"/>
                      </a:lnTo>
                      <a:cubicBezTo>
                        <a:pt x="33282" y="257906"/>
                        <a:pt x="31433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6"/>
                        <a:pt x="0" y="253413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5" y="0"/>
                      </a:lnTo>
                      <a:cubicBezTo>
                        <a:pt x="31433" y="0"/>
                        <a:pt x="32975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3" y="0"/>
                        <a:pt x="156245" y="2396"/>
                        <a:pt x="156245" y="6889"/>
                      </a:cubicBezTo>
                      <a:lnTo>
                        <a:pt x="156245" y="25341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7" name="手繪多邊形: 圖案 656">
                  <a:extLst>
                    <a:ext uri="{FF2B5EF4-FFF2-40B4-BE49-F238E27FC236}">
                      <a16:creationId xmlns:a16="http://schemas.microsoft.com/office/drawing/2014/main" id="{ABA1804E-8268-9D7C-52F4-581CE59AA348}"/>
                    </a:ext>
                  </a:extLst>
                </p:cNvPr>
                <p:cNvSpPr/>
                <p:nvPr/>
              </p:nvSpPr>
              <p:spPr>
                <a:xfrm>
                  <a:off x="25447813" y="31295051"/>
                  <a:ext cx="155630" cy="260603"/>
                </a:xfrm>
                <a:custGeom>
                  <a:avLst/>
                  <a:gdLst>
                    <a:gd name="connsiteX0" fmla="*/ 5855 w 155630"/>
                    <a:gd name="connsiteY0" fmla="*/ 260303 h 260603"/>
                    <a:gd name="connsiteX1" fmla="*/ 0 w 155630"/>
                    <a:gd name="connsiteY1" fmla="*/ 253114 h 260603"/>
                    <a:gd name="connsiteX2" fmla="*/ 0 w 155630"/>
                    <a:gd name="connsiteY2" fmla="*/ 7190 h 260603"/>
                    <a:gd name="connsiteX3" fmla="*/ 6781 w 155630"/>
                    <a:gd name="connsiteY3" fmla="*/ 0 h 260603"/>
                    <a:gd name="connsiteX4" fmla="*/ 77661 w 155630"/>
                    <a:gd name="connsiteY4" fmla="*/ 0 h 260603"/>
                    <a:gd name="connsiteX5" fmla="*/ 155630 w 155630"/>
                    <a:gd name="connsiteY5" fmla="*/ 56014 h 260603"/>
                    <a:gd name="connsiteX6" fmla="*/ 155630 w 155630"/>
                    <a:gd name="connsiteY6" fmla="*/ 204589 h 260603"/>
                    <a:gd name="connsiteX7" fmla="*/ 77661 w 155630"/>
                    <a:gd name="connsiteY7" fmla="*/ 260603 h 260603"/>
                    <a:gd name="connsiteX8" fmla="*/ 5855 w 155630"/>
                    <a:gd name="connsiteY8" fmla="*/ 260603 h 260603"/>
                    <a:gd name="connsiteX9" fmla="*/ 35749 w 155630"/>
                    <a:gd name="connsiteY9" fmla="*/ 29655 h 260603"/>
                    <a:gd name="connsiteX10" fmla="*/ 35749 w 155630"/>
                    <a:gd name="connsiteY10" fmla="*/ 230349 h 260603"/>
                    <a:gd name="connsiteX11" fmla="*/ 77044 w 155630"/>
                    <a:gd name="connsiteY11" fmla="*/ 230349 h 260603"/>
                    <a:gd name="connsiteX12" fmla="*/ 119572 w 155630"/>
                    <a:gd name="connsiteY12" fmla="*/ 200395 h 260603"/>
                    <a:gd name="connsiteX13" fmla="*/ 119572 w 155630"/>
                    <a:gd name="connsiteY13" fmla="*/ 59610 h 260603"/>
                    <a:gd name="connsiteX14" fmla="*/ 77044 w 155630"/>
                    <a:gd name="connsiteY14" fmla="*/ 29655 h 260603"/>
                    <a:gd name="connsiteX15" fmla="*/ 35749 w 155630"/>
                    <a:gd name="connsiteY15" fmla="*/ 29655 h 2606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5630" h="260603">
                      <a:moveTo>
                        <a:pt x="5855" y="260303"/>
                      </a:moveTo>
                      <a:cubicBezTo>
                        <a:pt x="1542" y="260303"/>
                        <a:pt x="0" y="257907"/>
                        <a:pt x="0" y="253114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6781" y="0"/>
                      </a:cubicBezTo>
                      <a:lnTo>
                        <a:pt x="77661" y="0"/>
                      </a:lnTo>
                      <a:cubicBezTo>
                        <a:pt x="136215" y="0"/>
                        <a:pt x="155630" y="26060"/>
                        <a:pt x="155630" y="56014"/>
                      </a:cubicBezTo>
                      <a:lnTo>
                        <a:pt x="155630" y="204589"/>
                      </a:lnTo>
                      <a:cubicBezTo>
                        <a:pt x="155630" y="234543"/>
                        <a:pt x="136215" y="260603"/>
                        <a:pt x="77661" y="260603"/>
                      </a:cubicBezTo>
                      <a:lnTo>
                        <a:pt x="5855" y="260603"/>
                      </a:lnTo>
                      <a:close/>
                      <a:moveTo>
                        <a:pt x="35749" y="29655"/>
                      </a:moveTo>
                      <a:lnTo>
                        <a:pt x="35749" y="230349"/>
                      </a:lnTo>
                      <a:lnTo>
                        <a:pt x="77044" y="230349"/>
                      </a:lnTo>
                      <a:cubicBezTo>
                        <a:pt x="106938" y="230349"/>
                        <a:pt x="119572" y="218966"/>
                        <a:pt x="119572" y="200395"/>
                      </a:cubicBezTo>
                      <a:lnTo>
                        <a:pt x="119572" y="59610"/>
                      </a:lnTo>
                      <a:cubicBezTo>
                        <a:pt x="119572" y="41337"/>
                        <a:pt x="106938" y="29655"/>
                        <a:pt x="77044" y="29655"/>
                      </a:cubicBezTo>
                      <a:lnTo>
                        <a:pt x="35749" y="296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8" name="手繪多邊形: 圖案 657">
                  <a:extLst>
                    <a:ext uri="{FF2B5EF4-FFF2-40B4-BE49-F238E27FC236}">
                      <a16:creationId xmlns:a16="http://schemas.microsoft.com/office/drawing/2014/main" id="{99E46B45-E1DE-2028-7074-3D51F15343E2}"/>
                    </a:ext>
                  </a:extLst>
                </p:cNvPr>
                <p:cNvSpPr/>
                <p:nvPr/>
              </p:nvSpPr>
              <p:spPr>
                <a:xfrm>
                  <a:off x="26075259" y="31294752"/>
                  <a:ext cx="156243" cy="260602"/>
                </a:xfrm>
                <a:custGeom>
                  <a:avLst/>
                  <a:gdLst>
                    <a:gd name="connsiteX0" fmla="*/ 155937 w 156243"/>
                    <a:gd name="connsiteY0" fmla="*/ 253713 h 260602"/>
                    <a:gd name="connsiteX1" fmla="*/ 149156 w 156243"/>
                    <a:gd name="connsiteY1" fmla="*/ 260602 h 260602"/>
                    <a:gd name="connsiteX2" fmla="*/ 128817 w 156243"/>
                    <a:gd name="connsiteY2" fmla="*/ 260602 h 260602"/>
                    <a:gd name="connsiteX3" fmla="*/ 121728 w 156243"/>
                    <a:gd name="connsiteY3" fmla="*/ 256409 h 260602"/>
                    <a:gd name="connsiteX4" fmla="*/ 44992 w 156243"/>
                    <a:gd name="connsiteY4" fmla="*/ 101245 h 260602"/>
                    <a:gd name="connsiteX5" fmla="*/ 33282 w 156243"/>
                    <a:gd name="connsiteY5" fmla="*/ 73987 h 260602"/>
                    <a:gd name="connsiteX6" fmla="*/ 33282 w 156243"/>
                    <a:gd name="connsiteY6" fmla="*/ 253413 h 260602"/>
                    <a:gd name="connsiteX7" fmla="*/ 26503 w 156243"/>
                    <a:gd name="connsiteY7" fmla="*/ 260303 h 260602"/>
                    <a:gd name="connsiteX8" fmla="*/ 6779 w 156243"/>
                    <a:gd name="connsiteY8" fmla="*/ 260303 h 260602"/>
                    <a:gd name="connsiteX9" fmla="*/ 0 w 156243"/>
                    <a:gd name="connsiteY9" fmla="*/ 253413 h 260602"/>
                    <a:gd name="connsiteX10" fmla="*/ 0 w 156243"/>
                    <a:gd name="connsiteY10" fmla="*/ 6889 h 260602"/>
                    <a:gd name="connsiteX11" fmla="*/ 6779 w 156243"/>
                    <a:gd name="connsiteY11" fmla="*/ 0 h 260602"/>
                    <a:gd name="connsiteX12" fmla="*/ 27735 w 156243"/>
                    <a:gd name="connsiteY12" fmla="*/ 0 h 260602"/>
                    <a:gd name="connsiteX13" fmla="*/ 33899 w 156243"/>
                    <a:gd name="connsiteY13" fmla="*/ 3893 h 260602"/>
                    <a:gd name="connsiteX14" fmla="*/ 112791 w 156243"/>
                    <a:gd name="connsiteY14" fmla="*/ 161154 h 260602"/>
                    <a:gd name="connsiteX15" fmla="*/ 122962 w 156243"/>
                    <a:gd name="connsiteY15" fmla="*/ 185716 h 260602"/>
                    <a:gd name="connsiteX16" fmla="*/ 122962 w 156243"/>
                    <a:gd name="connsiteY16" fmla="*/ 6889 h 260602"/>
                    <a:gd name="connsiteX17" fmla="*/ 130049 w 156243"/>
                    <a:gd name="connsiteY17" fmla="*/ 0 h 260602"/>
                    <a:gd name="connsiteX18" fmla="*/ 149464 w 156243"/>
                    <a:gd name="connsiteY18" fmla="*/ 0 h 260602"/>
                    <a:gd name="connsiteX19" fmla="*/ 156243 w 156243"/>
                    <a:gd name="connsiteY19" fmla="*/ 6889 h 260602"/>
                    <a:gd name="connsiteX20" fmla="*/ 156243 w 156243"/>
                    <a:gd name="connsiteY20" fmla="*/ 253413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3" h="260602">
                      <a:moveTo>
                        <a:pt x="155937" y="253713"/>
                      </a:moveTo>
                      <a:cubicBezTo>
                        <a:pt x="155937" y="258206"/>
                        <a:pt x="154394" y="260602"/>
                        <a:pt x="149156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28" y="256409"/>
                      </a:cubicBezTo>
                      <a:lnTo>
                        <a:pt x="44992" y="101245"/>
                      </a:lnTo>
                      <a:cubicBezTo>
                        <a:pt x="40677" y="92858"/>
                        <a:pt x="36056" y="82374"/>
                        <a:pt x="33282" y="73987"/>
                      </a:cubicBezTo>
                      <a:lnTo>
                        <a:pt x="33282" y="253413"/>
                      </a:lnTo>
                      <a:cubicBezTo>
                        <a:pt x="33282" y="257906"/>
                        <a:pt x="31433" y="260303"/>
                        <a:pt x="26503" y="260303"/>
                      </a:cubicBezTo>
                      <a:lnTo>
                        <a:pt x="6779" y="260303"/>
                      </a:lnTo>
                      <a:cubicBezTo>
                        <a:pt x="2156" y="260303"/>
                        <a:pt x="0" y="257906"/>
                        <a:pt x="0" y="253413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79" y="0"/>
                      </a:cubicBezTo>
                      <a:lnTo>
                        <a:pt x="27735" y="0"/>
                      </a:lnTo>
                      <a:cubicBezTo>
                        <a:pt x="31433" y="0"/>
                        <a:pt x="32973" y="1198"/>
                        <a:pt x="33899" y="3893"/>
                      </a:cubicBezTo>
                      <a:lnTo>
                        <a:pt x="112791" y="161154"/>
                      </a:lnTo>
                      <a:cubicBezTo>
                        <a:pt x="115872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6" y="0"/>
                        <a:pt x="130049" y="0"/>
                      </a:cubicBezTo>
                      <a:lnTo>
                        <a:pt x="149464" y="0"/>
                      </a:lnTo>
                      <a:cubicBezTo>
                        <a:pt x="154703" y="0"/>
                        <a:pt x="156243" y="2396"/>
                        <a:pt x="156243" y="6889"/>
                      </a:cubicBezTo>
                      <a:lnTo>
                        <a:pt x="156243" y="25341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59" name="手繪多邊形: 圖案 658">
                  <a:extLst>
                    <a:ext uri="{FF2B5EF4-FFF2-40B4-BE49-F238E27FC236}">
                      <a16:creationId xmlns:a16="http://schemas.microsoft.com/office/drawing/2014/main" id="{06F793DC-F61E-3F0C-BDE5-47DC5C698D39}"/>
                    </a:ext>
                  </a:extLst>
                </p:cNvPr>
                <p:cNvSpPr/>
                <p:nvPr/>
              </p:nvSpPr>
              <p:spPr>
                <a:xfrm>
                  <a:off x="26387441" y="31295051"/>
                  <a:ext cx="155319" cy="260303"/>
                </a:xfrm>
                <a:custGeom>
                  <a:avLst/>
                  <a:gdLst>
                    <a:gd name="connsiteX0" fmla="*/ 148232 w 155319"/>
                    <a:gd name="connsiteY0" fmla="*/ 0 h 260303"/>
                    <a:gd name="connsiteX1" fmla="*/ 155320 w 155319"/>
                    <a:gd name="connsiteY1" fmla="*/ 6890 h 260303"/>
                    <a:gd name="connsiteX2" fmla="*/ 155320 w 155319"/>
                    <a:gd name="connsiteY2" fmla="*/ 23065 h 260303"/>
                    <a:gd name="connsiteX3" fmla="*/ 148232 w 155319"/>
                    <a:gd name="connsiteY3" fmla="*/ 29954 h 260303"/>
                    <a:gd name="connsiteX4" fmla="*/ 95842 w 155319"/>
                    <a:gd name="connsiteY4" fmla="*/ 29954 h 260303"/>
                    <a:gd name="connsiteX5" fmla="*/ 95842 w 155319"/>
                    <a:gd name="connsiteY5" fmla="*/ 253114 h 260303"/>
                    <a:gd name="connsiteX6" fmla="*/ 89061 w 155319"/>
                    <a:gd name="connsiteY6" fmla="*/ 260303 h 260303"/>
                    <a:gd name="connsiteX7" fmla="*/ 66565 w 155319"/>
                    <a:gd name="connsiteY7" fmla="*/ 260303 h 260303"/>
                    <a:gd name="connsiteX8" fmla="*/ 59478 w 155319"/>
                    <a:gd name="connsiteY8" fmla="*/ 253114 h 260303"/>
                    <a:gd name="connsiteX9" fmla="*/ 59478 w 155319"/>
                    <a:gd name="connsiteY9" fmla="*/ 29954 h 260303"/>
                    <a:gd name="connsiteX10" fmla="*/ 7087 w 155319"/>
                    <a:gd name="connsiteY10" fmla="*/ 29954 h 260303"/>
                    <a:gd name="connsiteX11" fmla="*/ 0 w 155319"/>
                    <a:gd name="connsiteY11" fmla="*/ 23065 h 260303"/>
                    <a:gd name="connsiteX12" fmla="*/ 0 w 155319"/>
                    <a:gd name="connsiteY12" fmla="*/ 6890 h 260303"/>
                    <a:gd name="connsiteX13" fmla="*/ 7087 w 155319"/>
                    <a:gd name="connsiteY13" fmla="*/ 0 h 260303"/>
                    <a:gd name="connsiteX14" fmla="*/ 148232 w 155319"/>
                    <a:gd name="connsiteY14" fmla="*/ 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5319" h="260303">
                      <a:moveTo>
                        <a:pt x="148232" y="0"/>
                      </a:moveTo>
                      <a:cubicBezTo>
                        <a:pt x="152854" y="0"/>
                        <a:pt x="155320" y="1797"/>
                        <a:pt x="155320" y="6890"/>
                      </a:cubicBezTo>
                      <a:lnTo>
                        <a:pt x="155320" y="23065"/>
                      </a:lnTo>
                      <a:cubicBezTo>
                        <a:pt x="155320" y="28157"/>
                        <a:pt x="152854" y="29954"/>
                        <a:pt x="148232" y="29954"/>
                      </a:cubicBezTo>
                      <a:lnTo>
                        <a:pt x="95842" y="29954"/>
                      </a:lnTo>
                      <a:lnTo>
                        <a:pt x="95842" y="253114"/>
                      </a:lnTo>
                      <a:cubicBezTo>
                        <a:pt x="95842" y="258206"/>
                        <a:pt x="93993" y="260303"/>
                        <a:pt x="89061" y="260303"/>
                      </a:cubicBezTo>
                      <a:lnTo>
                        <a:pt x="66565" y="260303"/>
                      </a:lnTo>
                      <a:cubicBezTo>
                        <a:pt x="61327" y="260303"/>
                        <a:pt x="59478" y="257907"/>
                        <a:pt x="59478" y="253114"/>
                      </a:cubicBezTo>
                      <a:lnTo>
                        <a:pt x="59478" y="29954"/>
                      </a:lnTo>
                      <a:lnTo>
                        <a:pt x="7087" y="29954"/>
                      </a:lnTo>
                      <a:cubicBezTo>
                        <a:pt x="1849" y="29954"/>
                        <a:pt x="0" y="28157"/>
                        <a:pt x="0" y="23065"/>
                      </a:cubicBezTo>
                      <a:lnTo>
                        <a:pt x="0" y="6890"/>
                      </a:lnTo>
                      <a:cubicBezTo>
                        <a:pt x="0" y="1797"/>
                        <a:pt x="1849" y="0"/>
                        <a:pt x="7087" y="0"/>
                      </a:cubicBezTo>
                      <a:lnTo>
                        <a:pt x="148232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0" name="手繪多邊形: 圖案 659">
                  <a:extLst>
                    <a:ext uri="{FF2B5EF4-FFF2-40B4-BE49-F238E27FC236}">
                      <a16:creationId xmlns:a16="http://schemas.microsoft.com/office/drawing/2014/main" id="{26EA5A5D-77E5-531D-539D-938ED980F305}"/>
                    </a:ext>
                  </a:extLst>
                </p:cNvPr>
                <p:cNvSpPr/>
                <p:nvPr/>
              </p:nvSpPr>
              <p:spPr>
                <a:xfrm>
                  <a:off x="26659157" y="31295051"/>
                  <a:ext cx="173997" cy="260303"/>
                </a:xfrm>
                <a:custGeom>
                  <a:avLst/>
                  <a:gdLst>
                    <a:gd name="connsiteX0" fmla="*/ 99017 w 173997"/>
                    <a:gd name="connsiteY0" fmla="*/ 0 h 260303"/>
                    <a:gd name="connsiteX1" fmla="*/ 107954 w 173997"/>
                    <a:gd name="connsiteY1" fmla="*/ 6890 h 260303"/>
                    <a:gd name="connsiteX2" fmla="*/ 173595 w 173997"/>
                    <a:gd name="connsiteY2" fmla="*/ 253414 h 260303"/>
                    <a:gd name="connsiteX3" fmla="*/ 168048 w 173997"/>
                    <a:gd name="connsiteY3" fmla="*/ 260303 h 260303"/>
                    <a:gd name="connsiteX4" fmla="*/ 145552 w 173997"/>
                    <a:gd name="connsiteY4" fmla="*/ 260303 h 260303"/>
                    <a:gd name="connsiteX5" fmla="*/ 137231 w 173997"/>
                    <a:gd name="connsiteY5" fmla="*/ 253414 h 260303"/>
                    <a:gd name="connsiteX6" fmla="*/ 121207 w 173997"/>
                    <a:gd name="connsiteY6" fmla="*/ 192007 h 260303"/>
                    <a:gd name="connsiteX7" fmla="*/ 50942 w 173997"/>
                    <a:gd name="connsiteY7" fmla="*/ 192007 h 260303"/>
                    <a:gd name="connsiteX8" fmla="*/ 35225 w 173997"/>
                    <a:gd name="connsiteY8" fmla="*/ 253414 h 260303"/>
                    <a:gd name="connsiteX9" fmla="*/ 26904 w 173997"/>
                    <a:gd name="connsiteY9" fmla="*/ 260303 h 260303"/>
                    <a:gd name="connsiteX10" fmla="*/ 5948 w 173997"/>
                    <a:gd name="connsiteY10" fmla="*/ 260303 h 260303"/>
                    <a:gd name="connsiteX11" fmla="*/ 401 w 173997"/>
                    <a:gd name="connsiteY11" fmla="*/ 253414 h 260303"/>
                    <a:gd name="connsiteX12" fmla="*/ 66659 w 173997"/>
                    <a:gd name="connsiteY12" fmla="*/ 6890 h 260303"/>
                    <a:gd name="connsiteX13" fmla="*/ 75596 w 173997"/>
                    <a:gd name="connsiteY13" fmla="*/ 0 h 260303"/>
                    <a:gd name="connsiteX14" fmla="*/ 98401 w 173997"/>
                    <a:gd name="connsiteY14" fmla="*/ 0 h 260303"/>
                    <a:gd name="connsiteX15" fmla="*/ 95628 w 173997"/>
                    <a:gd name="connsiteY15" fmla="*/ 91660 h 260303"/>
                    <a:gd name="connsiteX16" fmla="*/ 86998 w 173997"/>
                    <a:gd name="connsiteY16" fmla="*/ 41637 h 260303"/>
                    <a:gd name="connsiteX17" fmla="*/ 78062 w 173997"/>
                    <a:gd name="connsiteY17" fmla="*/ 91361 h 260303"/>
                    <a:gd name="connsiteX18" fmla="*/ 58338 w 173997"/>
                    <a:gd name="connsiteY18" fmla="*/ 163850 h 260303"/>
                    <a:gd name="connsiteX19" fmla="*/ 115043 w 173997"/>
                    <a:gd name="connsiteY19" fmla="*/ 163850 h 260303"/>
                    <a:gd name="connsiteX20" fmla="*/ 95628 w 173997"/>
                    <a:gd name="connsiteY20" fmla="*/ 91960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3997" h="260303">
                      <a:moveTo>
                        <a:pt x="99017" y="0"/>
                      </a:moveTo>
                      <a:cubicBezTo>
                        <a:pt x="103641" y="0"/>
                        <a:pt x="107030" y="2397"/>
                        <a:pt x="107954" y="6890"/>
                      </a:cubicBezTo>
                      <a:lnTo>
                        <a:pt x="173595" y="253414"/>
                      </a:lnTo>
                      <a:cubicBezTo>
                        <a:pt x="174829" y="257907"/>
                        <a:pt x="173287" y="260303"/>
                        <a:pt x="168048" y="260303"/>
                      </a:cubicBezTo>
                      <a:lnTo>
                        <a:pt x="145552" y="260303"/>
                      </a:lnTo>
                      <a:cubicBezTo>
                        <a:pt x="140314" y="260303"/>
                        <a:pt x="138465" y="257607"/>
                        <a:pt x="137231" y="253414"/>
                      </a:cubicBezTo>
                      <a:lnTo>
                        <a:pt x="121207" y="192007"/>
                      </a:lnTo>
                      <a:lnTo>
                        <a:pt x="50942" y="192007"/>
                      </a:lnTo>
                      <a:lnTo>
                        <a:pt x="35225" y="253414"/>
                      </a:lnTo>
                      <a:cubicBezTo>
                        <a:pt x="33993" y="257607"/>
                        <a:pt x="31527" y="260303"/>
                        <a:pt x="26904" y="260303"/>
                      </a:cubicBezTo>
                      <a:lnTo>
                        <a:pt x="5948" y="260303"/>
                      </a:lnTo>
                      <a:cubicBezTo>
                        <a:pt x="709" y="260303"/>
                        <a:pt x="-831" y="257907"/>
                        <a:pt x="401" y="253414"/>
                      </a:cubicBezTo>
                      <a:lnTo>
                        <a:pt x="66659" y="6890"/>
                      </a:lnTo>
                      <a:cubicBezTo>
                        <a:pt x="67891" y="2397"/>
                        <a:pt x="70666" y="0"/>
                        <a:pt x="75596" y="0"/>
                      </a:cubicBezTo>
                      <a:lnTo>
                        <a:pt x="98401" y="0"/>
                      </a:lnTo>
                      <a:close/>
                      <a:moveTo>
                        <a:pt x="95628" y="91660"/>
                      </a:moveTo>
                      <a:cubicBezTo>
                        <a:pt x="92854" y="82075"/>
                        <a:pt x="88232" y="53619"/>
                        <a:pt x="86998" y="41637"/>
                      </a:cubicBezTo>
                      <a:cubicBezTo>
                        <a:pt x="85149" y="55716"/>
                        <a:pt x="80834" y="80577"/>
                        <a:pt x="78062" y="91361"/>
                      </a:cubicBezTo>
                      <a:lnTo>
                        <a:pt x="58338" y="163850"/>
                      </a:lnTo>
                      <a:lnTo>
                        <a:pt x="115043" y="163850"/>
                      </a:lnTo>
                      <a:lnTo>
                        <a:pt x="95628" y="9196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1" name="手繪多邊形: 圖案 660">
                  <a:extLst>
                    <a:ext uri="{FF2B5EF4-FFF2-40B4-BE49-F238E27FC236}">
                      <a16:creationId xmlns:a16="http://schemas.microsoft.com/office/drawing/2014/main" id="{BBB9112E-F53D-C0BA-9B0D-F0CA2E568242}"/>
                    </a:ext>
                  </a:extLst>
                </p:cNvPr>
                <p:cNvSpPr/>
                <p:nvPr/>
              </p:nvSpPr>
              <p:spPr>
                <a:xfrm>
                  <a:off x="26990538" y="31295051"/>
                  <a:ext cx="126968" cy="260303"/>
                </a:xfrm>
                <a:custGeom>
                  <a:avLst/>
                  <a:gdLst>
                    <a:gd name="connsiteX0" fmla="*/ 53624 w 126968"/>
                    <a:gd name="connsiteY0" fmla="*/ 260303 h 260303"/>
                    <a:gd name="connsiteX1" fmla="*/ 0 w 126968"/>
                    <a:gd name="connsiteY1" fmla="*/ 208183 h 260303"/>
                    <a:gd name="connsiteX2" fmla="*/ 0 w 126968"/>
                    <a:gd name="connsiteY2" fmla="*/ 7190 h 260303"/>
                    <a:gd name="connsiteX3" fmla="*/ 7089 w 126968"/>
                    <a:gd name="connsiteY3" fmla="*/ 0 h 260303"/>
                    <a:gd name="connsiteX4" fmla="*/ 29277 w 126968"/>
                    <a:gd name="connsiteY4" fmla="*/ 0 h 260303"/>
                    <a:gd name="connsiteX5" fmla="*/ 36058 w 126968"/>
                    <a:gd name="connsiteY5" fmla="*/ 7190 h 260303"/>
                    <a:gd name="connsiteX6" fmla="*/ 36058 w 126968"/>
                    <a:gd name="connsiteY6" fmla="*/ 207584 h 260303"/>
                    <a:gd name="connsiteX7" fmla="*/ 59479 w 126968"/>
                    <a:gd name="connsiteY7" fmla="*/ 230349 h 260303"/>
                    <a:gd name="connsiteX8" fmla="*/ 119881 w 126968"/>
                    <a:gd name="connsiteY8" fmla="*/ 230349 h 260303"/>
                    <a:gd name="connsiteX9" fmla="*/ 126968 w 126968"/>
                    <a:gd name="connsiteY9" fmla="*/ 236939 h 260303"/>
                    <a:gd name="connsiteX10" fmla="*/ 126968 w 126968"/>
                    <a:gd name="connsiteY10" fmla="*/ 253414 h 260303"/>
                    <a:gd name="connsiteX11" fmla="*/ 119881 w 126968"/>
                    <a:gd name="connsiteY11" fmla="*/ 260303 h 260303"/>
                    <a:gd name="connsiteX12" fmla="*/ 53624 w 126968"/>
                    <a:gd name="connsiteY12" fmla="*/ 26030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8" h="260303">
                      <a:moveTo>
                        <a:pt x="53624" y="260303"/>
                      </a:moveTo>
                      <a:cubicBezTo>
                        <a:pt x="24039" y="260303"/>
                        <a:pt x="0" y="236939"/>
                        <a:pt x="0" y="208183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7089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8" y="2397"/>
                        <a:pt x="36058" y="7190"/>
                      </a:cubicBezTo>
                      <a:lnTo>
                        <a:pt x="36058" y="207584"/>
                      </a:lnTo>
                      <a:cubicBezTo>
                        <a:pt x="36058" y="220164"/>
                        <a:pt x="46535" y="230349"/>
                        <a:pt x="59479" y="230349"/>
                      </a:cubicBezTo>
                      <a:lnTo>
                        <a:pt x="119881" y="230349"/>
                      </a:lnTo>
                      <a:cubicBezTo>
                        <a:pt x="124504" y="230349"/>
                        <a:pt x="126968" y="231847"/>
                        <a:pt x="126968" y="236939"/>
                      </a:cubicBezTo>
                      <a:lnTo>
                        <a:pt x="126968" y="253414"/>
                      </a:lnTo>
                      <a:cubicBezTo>
                        <a:pt x="126968" y="258506"/>
                        <a:pt x="124504" y="260303"/>
                        <a:pt x="119881" y="260303"/>
                      </a:cubicBezTo>
                      <a:lnTo>
                        <a:pt x="53624" y="26030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2" name="手繪多邊形: 圖案 661">
                  <a:extLst>
                    <a:ext uri="{FF2B5EF4-FFF2-40B4-BE49-F238E27FC236}">
                      <a16:creationId xmlns:a16="http://schemas.microsoft.com/office/drawing/2014/main" id="{A21E0F23-8648-708F-CCDD-1659D7A8BA92}"/>
                    </a:ext>
                  </a:extLst>
                </p:cNvPr>
                <p:cNvSpPr/>
                <p:nvPr/>
              </p:nvSpPr>
              <p:spPr>
                <a:xfrm>
                  <a:off x="27775462" y="31295051"/>
                  <a:ext cx="126968" cy="260303"/>
                </a:xfrm>
                <a:custGeom>
                  <a:avLst/>
                  <a:gdLst>
                    <a:gd name="connsiteX0" fmla="*/ 53622 w 126968"/>
                    <a:gd name="connsiteY0" fmla="*/ 260303 h 260303"/>
                    <a:gd name="connsiteX1" fmla="*/ 0 w 126968"/>
                    <a:gd name="connsiteY1" fmla="*/ 208183 h 260303"/>
                    <a:gd name="connsiteX2" fmla="*/ 0 w 126968"/>
                    <a:gd name="connsiteY2" fmla="*/ 7190 h 260303"/>
                    <a:gd name="connsiteX3" fmla="*/ 7087 w 126968"/>
                    <a:gd name="connsiteY3" fmla="*/ 0 h 260303"/>
                    <a:gd name="connsiteX4" fmla="*/ 29277 w 126968"/>
                    <a:gd name="connsiteY4" fmla="*/ 0 h 260303"/>
                    <a:gd name="connsiteX5" fmla="*/ 36056 w 126968"/>
                    <a:gd name="connsiteY5" fmla="*/ 7190 h 260303"/>
                    <a:gd name="connsiteX6" fmla="*/ 36056 w 126968"/>
                    <a:gd name="connsiteY6" fmla="*/ 207584 h 260303"/>
                    <a:gd name="connsiteX7" fmla="*/ 59478 w 126968"/>
                    <a:gd name="connsiteY7" fmla="*/ 230349 h 260303"/>
                    <a:gd name="connsiteX8" fmla="*/ 119881 w 126968"/>
                    <a:gd name="connsiteY8" fmla="*/ 230349 h 260303"/>
                    <a:gd name="connsiteX9" fmla="*/ 126968 w 126968"/>
                    <a:gd name="connsiteY9" fmla="*/ 236939 h 260303"/>
                    <a:gd name="connsiteX10" fmla="*/ 126968 w 126968"/>
                    <a:gd name="connsiteY10" fmla="*/ 253414 h 260303"/>
                    <a:gd name="connsiteX11" fmla="*/ 119881 w 126968"/>
                    <a:gd name="connsiteY11" fmla="*/ 260303 h 260303"/>
                    <a:gd name="connsiteX12" fmla="*/ 53622 w 126968"/>
                    <a:gd name="connsiteY12" fmla="*/ 260303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6968" h="260303">
                      <a:moveTo>
                        <a:pt x="53622" y="260303"/>
                      </a:moveTo>
                      <a:cubicBezTo>
                        <a:pt x="24037" y="260303"/>
                        <a:pt x="0" y="236939"/>
                        <a:pt x="0" y="208183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7087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6" y="2397"/>
                        <a:pt x="36056" y="7190"/>
                      </a:cubicBezTo>
                      <a:lnTo>
                        <a:pt x="36056" y="207584"/>
                      </a:lnTo>
                      <a:cubicBezTo>
                        <a:pt x="36056" y="220164"/>
                        <a:pt x="46535" y="230349"/>
                        <a:pt x="59478" y="230349"/>
                      </a:cubicBezTo>
                      <a:lnTo>
                        <a:pt x="119881" y="230349"/>
                      </a:lnTo>
                      <a:cubicBezTo>
                        <a:pt x="124502" y="230349"/>
                        <a:pt x="126968" y="231847"/>
                        <a:pt x="126968" y="236939"/>
                      </a:cubicBezTo>
                      <a:lnTo>
                        <a:pt x="126968" y="253414"/>
                      </a:lnTo>
                      <a:cubicBezTo>
                        <a:pt x="126968" y="258506"/>
                        <a:pt x="124502" y="260303"/>
                        <a:pt x="119881" y="260303"/>
                      </a:cubicBezTo>
                      <a:lnTo>
                        <a:pt x="53622" y="26030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3" name="手繪多邊形: 圖案 662">
                  <a:extLst>
                    <a:ext uri="{FF2B5EF4-FFF2-40B4-BE49-F238E27FC236}">
                      <a16:creationId xmlns:a16="http://schemas.microsoft.com/office/drawing/2014/main" id="{19CCC249-66D5-0A22-DCF0-1E369D106B8B}"/>
                    </a:ext>
                  </a:extLst>
                </p:cNvPr>
                <p:cNvSpPr/>
                <p:nvPr/>
              </p:nvSpPr>
              <p:spPr>
                <a:xfrm>
                  <a:off x="27458350" y="31291756"/>
                  <a:ext cx="151004" cy="266593"/>
                </a:xfrm>
                <a:custGeom>
                  <a:avLst/>
                  <a:gdLst>
                    <a:gd name="connsiteX0" fmla="*/ 151005 w 151004"/>
                    <a:gd name="connsiteY0" fmla="*/ 210579 h 266593"/>
                    <a:gd name="connsiteX1" fmla="*/ 75501 w 151004"/>
                    <a:gd name="connsiteY1" fmla="*/ 266593 h 266593"/>
                    <a:gd name="connsiteX2" fmla="*/ 0 w 151004"/>
                    <a:gd name="connsiteY2" fmla="*/ 210579 h 266593"/>
                    <a:gd name="connsiteX3" fmla="*/ 0 w 151004"/>
                    <a:gd name="connsiteY3" fmla="*/ 56014 h 266593"/>
                    <a:gd name="connsiteX4" fmla="*/ 75501 w 151004"/>
                    <a:gd name="connsiteY4" fmla="*/ 0 h 266593"/>
                    <a:gd name="connsiteX5" fmla="*/ 151005 w 151004"/>
                    <a:gd name="connsiteY5" fmla="*/ 56014 h 266593"/>
                    <a:gd name="connsiteX6" fmla="*/ 151005 w 151004"/>
                    <a:gd name="connsiteY6" fmla="*/ 77582 h 266593"/>
                    <a:gd name="connsiteX7" fmla="*/ 144226 w 151004"/>
                    <a:gd name="connsiteY7" fmla="*/ 84770 h 266593"/>
                    <a:gd name="connsiteX8" fmla="*/ 122962 w 151004"/>
                    <a:gd name="connsiteY8" fmla="*/ 84770 h 266593"/>
                    <a:gd name="connsiteX9" fmla="*/ 115872 w 151004"/>
                    <a:gd name="connsiteY9" fmla="*/ 77582 h 266593"/>
                    <a:gd name="connsiteX10" fmla="*/ 115872 w 151004"/>
                    <a:gd name="connsiteY10" fmla="*/ 59309 h 266593"/>
                    <a:gd name="connsiteX11" fmla="*/ 75810 w 151004"/>
                    <a:gd name="connsiteY11" fmla="*/ 30254 h 266593"/>
                    <a:gd name="connsiteX12" fmla="*/ 36056 w 151004"/>
                    <a:gd name="connsiteY12" fmla="*/ 59309 h 266593"/>
                    <a:gd name="connsiteX13" fmla="*/ 36056 w 151004"/>
                    <a:gd name="connsiteY13" fmla="*/ 207883 h 266593"/>
                    <a:gd name="connsiteX14" fmla="*/ 75810 w 151004"/>
                    <a:gd name="connsiteY14" fmla="*/ 236939 h 266593"/>
                    <a:gd name="connsiteX15" fmla="*/ 115872 w 151004"/>
                    <a:gd name="connsiteY15" fmla="*/ 207883 h 266593"/>
                    <a:gd name="connsiteX16" fmla="*/ 115872 w 151004"/>
                    <a:gd name="connsiteY16" fmla="*/ 184519 h 266593"/>
                    <a:gd name="connsiteX17" fmla="*/ 122962 w 151004"/>
                    <a:gd name="connsiteY17" fmla="*/ 177629 h 266593"/>
                    <a:gd name="connsiteX18" fmla="*/ 144226 w 151004"/>
                    <a:gd name="connsiteY18" fmla="*/ 177629 h 266593"/>
                    <a:gd name="connsiteX19" fmla="*/ 151005 w 151004"/>
                    <a:gd name="connsiteY19" fmla="*/ 184519 h 266593"/>
                    <a:gd name="connsiteX20" fmla="*/ 151005 w 151004"/>
                    <a:gd name="connsiteY20" fmla="*/ 210879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004" h="266593">
                      <a:moveTo>
                        <a:pt x="151005" y="210579"/>
                      </a:moveTo>
                      <a:cubicBezTo>
                        <a:pt x="151005" y="240533"/>
                        <a:pt x="134364" y="266593"/>
                        <a:pt x="75501" y="266593"/>
                      </a:cubicBezTo>
                      <a:cubicBezTo>
                        <a:pt x="16641" y="266593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5501" y="0"/>
                      </a:cubicBezTo>
                      <a:cubicBezTo>
                        <a:pt x="134056" y="0"/>
                        <a:pt x="151005" y="26060"/>
                        <a:pt x="151005" y="56014"/>
                      </a:cubicBezTo>
                      <a:lnTo>
                        <a:pt x="151005" y="77582"/>
                      </a:lnTo>
                      <a:cubicBezTo>
                        <a:pt x="151005" y="82674"/>
                        <a:pt x="149156" y="84770"/>
                        <a:pt x="144226" y="84770"/>
                      </a:cubicBezTo>
                      <a:lnTo>
                        <a:pt x="122962" y="84770"/>
                      </a:lnTo>
                      <a:cubicBezTo>
                        <a:pt x="117721" y="84770"/>
                        <a:pt x="115872" y="82374"/>
                        <a:pt x="115872" y="77582"/>
                      </a:cubicBezTo>
                      <a:lnTo>
                        <a:pt x="115872" y="59309"/>
                      </a:lnTo>
                      <a:cubicBezTo>
                        <a:pt x="115872" y="41337"/>
                        <a:pt x="105087" y="30254"/>
                        <a:pt x="75810" y="30254"/>
                      </a:cubicBezTo>
                      <a:cubicBezTo>
                        <a:pt x="46533" y="30254"/>
                        <a:pt x="36056" y="41337"/>
                        <a:pt x="36056" y="59309"/>
                      </a:cubicBezTo>
                      <a:lnTo>
                        <a:pt x="36056" y="207883"/>
                      </a:lnTo>
                      <a:cubicBezTo>
                        <a:pt x="36056" y="225856"/>
                        <a:pt x="46226" y="236939"/>
                        <a:pt x="75810" y="236939"/>
                      </a:cubicBezTo>
                      <a:cubicBezTo>
                        <a:pt x="105395" y="236939"/>
                        <a:pt x="115872" y="225856"/>
                        <a:pt x="115872" y="207883"/>
                      </a:cubicBezTo>
                      <a:lnTo>
                        <a:pt x="115872" y="184519"/>
                      </a:lnTo>
                      <a:cubicBezTo>
                        <a:pt x="115872" y="179426"/>
                        <a:pt x="117721" y="177629"/>
                        <a:pt x="122962" y="177629"/>
                      </a:cubicBezTo>
                      <a:lnTo>
                        <a:pt x="144226" y="177629"/>
                      </a:lnTo>
                      <a:cubicBezTo>
                        <a:pt x="148847" y="177629"/>
                        <a:pt x="151005" y="179426"/>
                        <a:pt x="151005" y="184519"/>
                      </a:cubicBezTo>
                      <a:lnTo>
                        <a:pt x="151005" y="21087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4" name="手繪多邊形: 圖案 663">
                  <a:extLst>
                    <a:ext uri="{FF2B5EF4-FFF2-40B4-BE49-F238E27FC236}">
                      <a16:creationId xmlns:a16="http://schemas.microsoft.com/office/drawing/2014/main" id="{938147DE-814A-E0F5-C35F-DBE172228B11}"/>
                    </a:ext>
                  </a:extLst>
                </p:cNvPr>
                <p:cNvSpPr/>
                <p:nvPr/>
              </p:nvSpPr>
              <p:spPr>
                <a:xfrm>
                  <a:off x="28057441" y="31295051"/>
                  <a:ext cx="36057" cy="260303"/>
                </a:xfrm>
                <a:custGeom>
                  <a:avLst/>
                  <a:gdLst>
                    <a:gd name="connsiteX0" fmla="*/ 36058 w 36057"/>
                    <a:gd name="connsiteY0" fmla="*/ 253114 h 260303"/>
                    <a:gd name="connsiteX1" fmla="*/ 29277 w 36057"/>
                    <a:gd name="connsiteY1" fmla="*/ 260303 h 260303"/>
                    <a:gd name="connsiteX2" fmla="*/ 6781 w 36057"/>
                    <a:gd name="connsiteY2" fmla="*/ 260303 h 260303"/>
                    <a:gd name="connsiteX3" fmla="*/ 0 w 36057"/>
                    <a:gd name="connsiteY3" fmla="*/ 253114 h 260303"/>
                    <a:gd name="connsiteX4" fmla="*/ 0 w 36057"/>
                    <a:gd name="connsiteY4" fmla="*/ 7190 h 260303"/>
                    <a:gd name="connsiteX5" fmla="*/ 6781 w 36057"/>
                    <a:gd name="connsiteY5" fmla="*/ 0 h 260303"/>
                    <a:gd name="connsiteX6" fmla="*/ 29277 w 36057"/>
                    <a:gd name="connsiteY6" fmla="*/ 0 h 260303"/>
                    <a:gd name="connsiteX7" fmla="*/ 36058 w 36057"/>
                    <a:gd name="connsiteY7" fmla="*/ 7190 h 260303"/>
                    <a:gd name="connsiteX8" fmla="*/ 36058 w 36057"/>
                    <a:gd name="connsiteY8" fmla="*/ 253114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7" h="260303">
                      <a:moveTo>
                        <a:pt x="36058" y="253114"/>
                      </a:moveTo>
                      <a:cubicBezTo>
                        <a:pt x="36058" y="258206"/>
                        <a:pt x="34517" y="260303"/>
                        <a:pt x="29277" y="260303"/>
                      </a:cubicBezTo>
                      <a:lnTo>
                        <a:pt x="6781" y="260303"/>
                      </a:lnTo>
                      <a:cubicBezTo>
                        <a:pt x="2157" y="260303"/>
                        <a:pt x="0" y="257907"/>
                        <a:pt x="0" y="253114"/>
                      </a:cubicBezTo>
                      <a:lnTo>
                        <a:pt x="0" y="7190"/>
                      </a:lnTo>
                      <a:cubicBezTo>
                        <a:pt x="0" y="2097"/>
                        <a:pt x="1851" y="0"/>
                        <a:pt x="6781" y="0"/>
                      </a:cubicBezTo>
                      <a:lnTo>
                        <a:pt x="29277" y="0"/>
                      </a:lnTo>
                      <a:cubicBezTo>
                        <a:pt x="34517" y="0"/>
                        <a:pt x="36058" y="2397"/>
                        <a:pt x="36058" y="7190"/>
                      </a:cubicBezTo>
                      <a:lnTo>
                        <a:pt x="36058" y="2531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5" name="手繪多邊形: 圖案 664">
                  <a:extLst>
                    <a:ext uri="{FF2B5EF4-FFF2-40B4-BE49-F238E27FC236}">
                      <a16:creationId xmlns:a16="http://schemas.microsoft.com/office/drawing/2014/main" id="{E9EAAF1C-E178-ABC8-2ED2-CB90AC2F3E37}"/>
                    </a:ext>
                  </a:extLst>
                </p:cNvPr>
                <p:cNvSpPr/>
                <p:nvPr/>
              </p:nvSpPr>
              <p:spPr>
                <a:xfrm>
                  <a:off x="28271623" y="31294752"/>
                  <a:ext cx="156245" cy="260602"/>
                </a:xfrm>
                <a:custGeom>
                  <a:avLst/>
                  <a:gdLst>
                    <a:gd name="connsiteX0" fmla="*/ 155937 w 156245"/>
                    <a:gd name="connsiteY0" fmla="*/ 253713 h 260602"/>
                    <a:gd name="connsiteX1" fmla="*/ 149158 w 156245"/>
                    <a:gd name="connsiteY1" fmla="*/ 260602 h 260602"/>
                    <a:gd name="connsiteX2" fmla="*/ 128817 w 156245"/>
                    <a:gd name="connsiteY2" fmla="*/ 260602 h 260602"/>
                    <a:gd name="connsiteX3" fmla="*/ 121730 w 156245"/>
                    <a:gd name="connsiteY3" fmla="*/ 256409 h 260602"/>
                    <a:gd name="connsiteX4" fmla="*/ 44994 w 156245"/>
                    <a:gd name="connsiteY4" fmla="*/ 101245 h 260602"/>
                    <a:gd name="connsiteX5" fmla="*/ 33283 w 156245"/>
                    <a:gd name="connsiteY5" fmla="*/ 73987 h 260602"/>
                    <a:gd name="connsiteX6" fmla="*/ 33283 w 156245"/>
                    <a:gd name="connsiteY6" fmla="*/ 253413 h 260602"/>
                    <a:gd name="connsiteX7" fmla="*/ 26505 w 156245"/>
                    <a:gd name="connsiteY7" fmla="*/ 260303 h 260602"/>
                    <a:gd name="connsiteX8" fmla="*/ 6781 w 156245"/>
                    <a:gd name="connsiteY8" fmla="*/ 260303 h 260602"/>
                    <a:gd name="connsiteX9" fmla="*/ 0 w 156245"/>
                    <a:gd name="connsiteY9" fmla="*/ 253413 h 260602"/>
                    <a:gd name="connsiteX10" fmla="*/ 0 w 156245"/>
                    <a:gd name="connsiteY10" fmla="*/ 6889 h 260602"/>
                    <a:gd name="connsiteX11" fmla="*/ 6781 w 156245"/>
                    <a:gd name="connsiteY11" fmla="*/ 0 h 260602"/>
                    <a:gd name="connsiteX12" fmla="*/ 27737 w 156245"/>
                    <a:gd name="connsiteY12" fmla="*/ 0 h 260602"/>
                    <a:gd name="connsiteX13" fmla="*/ 33900 w 156245"/>
                    <a:gd name="connsiteY13" fmla="*/ 3893 h 260602"/>
                    <a:gd name="connsiteX14" fmla="*/ 112793 w 156245"/>
                    <a:gd name="connsiteY14" fmla="*/ 161154 h 260602"/>
                    <a:gd name="connsiteX15" fmla="*/ 122962 w 156245"/>
                    <a:gd name="connsiteY15" fmla="*/ 185716 h 260602"/>
                    <a:gd name="connsiteX16" fmla="*/ 122962 w 156245"/>
                    <a:gd name="connsiteY16" fmla="*/ 6889 h 260602"/>
                    <a:gd name="connsiteX17" fmla="*/ 130051 w 156245"/>
                    <a:gd name="connsiteY17" fmla="*/ 0 h 260602"/>
                    <a:gd name="connsiteX18" fmla="*/ 149466 w 156245"/>
                    <a:gd name="connsiteY18" fmla="*/ 0 h 260602"/>
                    <a:gd name="connsiteX19" fmla="*/ 156245 w 156245"/>
                    <a:gd name="connsiteY19" fmla="*/ 6889 h 260602"/>
                    <a:gd name="connsiteX20" fmla="*/ 156245 w 156245"/>
                    <a:gd name="connsiteY20" fmla="*/ 253413 h 2606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6245" h="260602">
                      <a:moveTo>
                        <a:pt x="155937" y="253713"/>
                      </a:moveTo>
                      <a:cubicBezTo>
                        <a:pt x="155937" y="258206"/>
                        <a:pt x="154396" y="260602"/>
                        <a:pt x="149158" y="260602"/>
                      </a:cubicBezTo>
                      <a:lnTo>
                        <a:pt x="128817" y="260602"/>
                      </a:lnTo>
                      <a:cubicBezTo>
                        <a:pt x="124811" y="260602"/>
                        <a:pt x="123270" y="259405"/>
                        <a:pt x="121730" y="256409"/>
                      </a:cubicBezTo>
                      <a:lnTo>
                        <a:pt x="44994" y="101245"/>
                      </a:lnTo>
                      <a:cubicBezTo>
                        <a:pt x="40679" y="92858"/>
                        <a:pt x="36058" y="82374"/>
                        <a:pt x="33283" y="73987"/>
                      </a:cubicBezTo>
                      <a:lnTo>
                        <a:pt x="33283" y="253413"/>
                      </a:lnTo>
                      <a:cubicBezTo>
                        <a:pt x="33283" y="257906"/>
                        <a:pt x="31434" y="260303"/>
                        <a:pt x="26505" y="260303"/>
                      </a:cubicBezTo>
                      <a:lnTo>
                        <a:pt x="6781" y="260303"/>
                      </a:lnTo>
                      <a:cubicBezTo>
                        <a:pt x="2157" y="260303"/>
                        <a:pt x="0" y="257906"/>
                        <a:pt x="0" y="253413"/>
                      </a:cubicBezTo>
                      <a:lnTo>
                        <a:pt x="0" y="6889"/>
                      </a:lnTo>
                      <a:cubicBezTo>
                        <a:pt x="0" y="2396"/>
                        <a:pt x="1849" y="0"/>
                        <a:pt x="6781" y="0"/>
                      </a:cubicBezTo>
                      <a:lnTo>
                        <a:pt x="27737" y="0"/>
                      </a:lnTo>
                      <a:cubicBezTo>
                        <a:pt x="31126" y="0"/>
                        <a:pt x="32975" y="1198"/>
                        <a:pt x="33900" y="3893"/>
                      </a:cubicBezTo>
                      <a:lnTo>
                        <a:pt x="112793" y="161154"/>
                      </a:lnTo>
                      <a:cubicBezTo>
                        <a:pt x="115874" y="167744"/>
                        <a:pt x="121113" y="180025"/>
                        <a:pt x="122962" y="185716"/>
                      </a:cubicBezTo>
                      <a:lnTo>
                        <a:pt x="122962" y="6889"/>
                      </a:lnTo>
                      <a:cubicBezTo>
                        <a:pt x="122962" y="2396"/>
                        <a:pt x="125428" y="0"/>
                        <a:pt x="130051" y="0"/>
                      </a:cubicBezTo>
                      <a:lnTo>
                        <a:pt x="149466" y="0"/>
                      </a:lnTo>
                      <a:cubicBezTo>
                        <a:pt x="154705" y="0"/>
                        <a:pt x="156245" y="2396"/>
                        <a:pt x="156245" y="6889"/>
                      </a:cubicBezTo>
                      <a:lnTo>
                        <a:pt x="156245" y="253413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6" name="手繪多邊形: 圖案 665">
                  <a:extLst>
                    <a:ext uri="{FF2B5EF4-FFF2-40B4-BE49-F238E27FC236}">
                      <a16:creationId xmlns:a16="http://schemas.microsoft.com/office/drawing/2014/main" id="{F485E272-858E-70E5-550E-A3ABC3F84073}"/>
                    </a:ext>
                  </a:extLst>
                </p:cNvPr>
                <p:cNvSpPr/>
                <p:nvPr/>
              </p:nvSpPr>
              <p:spPr>
                <a:xfrm>
                  <a:off x="28605686" y="31295051"/>
                  <a:ext cx="36055" cy="260303"/>
                </a:xfrm>
                <a:custGeom>
                  <a:avLst/>
                  <a:gdLst>
                    <a:gd name="connsiteX0" fmla="*/ 36056 w 36055"/>
                    <a:gd name="connsiteY0" fmla="*/ 253114 h 260303"/>
                    <a:gd name="connsiteX1" fmla="*/ 29277 w 36055"/>
                    <a:gd name="connsiteY1" fmla="*/ 260303 h 260303"/>
                    <a:gd name="connsiteX2" fmla="*/ 6779 w 36055"/>
                    <a:gd name="connsiteY2" fmla="*/ 260303 h 260303"/>
                    <a:gd name="connsiteX3" fmla="*/ 0 w 36055"/>
                    <a:gd name="connsiteY3" fmla="*/ 253114 h 260303"/>
                    <a:gd name="connsiteX4" fmla="*/ 0 w 36055"/>
                    <a:gd name="connsiteY4" fmla="*/ 7190 h 260303"/>
                    <a:gd name="connsiteX5" fmla="*/ 6779 w 36055"/>
                    <a:gd name="connsiteY5" fmla="*/ 0 h 260303"/>
                    <a:gd name="connsiteX6" fmla="*/ 29277 w 36055"/>
                    <a:gd name="connsiteY6" fmla="*/ 0 h 260303"/>
                    <a:gd name="connsiteX7" fmla="*/ 36056 w 36055"/>
                    <a:gd name="connsiteY7" fmla="*/ 7190 h 260303"/>
                    <a:gd name="connsiteX8" fmla="*/ 36056 w 36055"/>
                    <a:gd name="connsiteY8" fmla="*/ 253114 h 260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055" h="260303">
                      <a:moveTo>
                        <a:pt x="36056" y="253114"/>
                      </a:moveTo>
                      <a:cubicBezTo>
                        <a:pt x="36056" y="258206"/>
                        <a:pt x="34515" y="260303"/>
                        <a:pt x="29277" y="260303"/>
                      </a:cubicBezTo>
                      <a:lnTo>
                        <a:pt x="6779" y="260303"/>
                      </a:lnTo>
                      <a:cubicBezTo>
                        <a:pt x="2157" y="260303"/>
                        <a:pt x="0" y="257907"/>
                        <a:pt x="0" y="253114"/>
                      </a:cubicBezTo>
                      <a:lnTo>
                        <a:pt x="0" y="7190"/>
                      </a:lnTo>
                      <a:cubicBezTo>
                        <a:pt x="0" y="2097"/>
                        <a:pt x="1849" y="0"/>
                        <a:pt x="6779" y="0"/>
                      </a:cubicBezTo>
                      <a:lnTo>
                        <a:pt x="29277" y="0"/>
                      </a:lnTo>
                      <a:cubicBezTo>
                        <a:pt x="34515" y="0"/>
                        <a:pt x="36056" y="2397"/>
                        <a:pt x="36056" y="7190"/>
                      </a:cubicBezTo>
                      <a:lnTo>
                        <a:pt x="36056" y="253114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67" name="手繪多邊形: 圖案 666">
                  <a:extLst>
                    <a:ext uri="{FF2B5EF4-FFF2-40B4-BE49-F238E27FC236}">
                      <a16:creationId xmlns:a16="http://schemas.microsoft.com/office/drawing/2014/main" id="{4129CCB0-B48D-FB19-7A57-8F6CA6DA08D9}"/>
                    </a:ext>
                  </a:extLst>
                </p:cNvPr>
                <p:cNvSpPr/>
                <p:nvPr/>
              </p:nvSpPr>
              <p:spPr>
                <a:xfrm>
                  <a:off x="28816170" y="31291756"/>
                  <a:ext cx="151004" cy="266593"/>
                </a:xfrm>
                <a:custGeom>
                  <a:avLst/>
                  <a:gdLst>
                    <a:gd name="connsiteX0" fmla="*/ 151005 w 151004"/>
                    <a:gd name="connsiteY0" fmla="*/ 210579 h 266593"/>
                    <a:gd name="connsiteX1" fmla="*/ 75501 w 151004"/>
                    <a:gd name="connsiteY1" fmla="*/ 266593 h 266593"/>
                    <a:gd name="connsiteX2" fmla="*/ 0 w 151004"/>
                    <a:gd name="connsiteY2" fmla="*/ 210579 h 266593"/>
                    <a:gd name="connsiteX3" fmla="*/ 0 w 151004"/>
                    <a:gd name="connsiteY3" fmla="*/ 56014 h 266593"/>
                    <a:gd name="connsiteX4" fmla="*/ 75501 w 151004"/>
                    <a:gd name="connsiteY4" fmla="*/ 0 h 266593"/>
                    <a:gd name="connsiteX5" fmla="*/ 151005 w 151004"/>
                    <a:gd name="connsiteY5" fmla="*/ 56014 h 266593"/>
                    <a:gd name="connsiteX6" fmla="*/ 151005 w 151004"/>
                    <a:gd name="connsiteY6" fmla="*/ 77582 h 266593"/>
                    <a:gd name="connsiteX7" fmla="*/ 144226 w 151004"/>
                    <a:gd name="connsiteY7" fmla="*/ 84770 h 266593"/>
                    <a:gd name="connsiteX8" fmla="*/ 122962 w 151004"/>
                    <a:gd name="connsiteY8" fmla="*/ 84770 h 266593"/>
                    <a:gd name="connsiteX9" fmla="*/ 115872 w 151004"/>
                    <a:gd name="connsiteY9" fmla="*/ 77582 h 266593"/>
                    <a:gd name="connsiteX10" fmla="*/ 115872 w 151004"/>
                    <a:gd name="connsiteY10" fmla="*/ 59309 h 266593"/>
                    <a:gd name="connsiteX11" fmla="*/ 75810 w 151004"/>
                    <a:gd name="connsiteY11" fmla="*/ 30254 h 266593"/>
                    <a:gd name="connsiteX12" fmla="*/ 36056 w 151004"/>
                    <a:gd name="connsiteY12" fmla="*/ 59309 h 266593"/>
                    <a:gd name="connsiteX13" fmla="*/ 36056 w 151004"/>
                    <a:gd name="connsiteY13" fmla="*/ 207883 h 266593"/>
                    <a:gd name="connsiteX14" fmla="*/ 75810 w 151004"/>
                    <a:gd name="connsiteY14" fmla="*/ 236939 h 266593"/>
                    <a:gd name="connsiteX15" fmla="*/ 115872 w 151004"/>
                    <a:gd name="connsiteY15" fmla="*/ 207883 h 266593"/>
                    <a:gd name="connsiteX16" fmla="*/ 115872 w 151004"/>
                    <a:gd name="connsiteY16" fmla="*/ 184519 h 266593"/>
                    <a:gd name="connsiteX17" fmla="*/ 122962 w 151004"/>
                    <a:gd name="connsiteY17" fmla="*/ 177629 h 266593"/>
                    <a:gd name="connsiteX18" fmla="*/ 144226 w 151004"/>
                    <a:gd name="connsiteY18" fmla="*/ 177629 h 266593"/>
                    <a:gd name="connsiteX19" fmla="*/ 151005 w 151004"/>
                    <a:gd name="connsiteY19" fmla="*/ 184519 h 266593"/>
                    <a:gd name="connsiteX20" fmla="*/ 151005 w 151004"/>
                    <a:gd name="connsiteY20" fmla="*/ 210879 h 2665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004" h="266593">
                      <a:moveTo>
                        <a:pt x="151005" y="210579"/>
                      </a:moveTo>
                      <a:cubicBezTo>
                        <a:pt x="151005" y="240533"/>
                        <a:pt x="134364" y="266593"/>
                        <a:pt x="75501" y="266593"/>
                      </a:cubicBezTo>
                      <a:cubicBezTo>
                        <a:pt x="16641" y="266593"/>
                        <a:pt x="0" y="240533"/>
                        <a:pt x="0" y="210579"/>
                      </a:cubicBezTo>
                      <a:lnTo>
                        <a:pt x="0" y="56014"/>
                      </a:lnTo>
                      <a:cubicBezTo>
                        <a:pt x="0" y="26060"/>
                        <a:pt x="16949" y="0"/>
                        <a:pt x="75501" y="0"/>
                      </a:cubicBezTo>
                      <a:cubicBezTo>
                        <a:pt x="134056" y="0"/>
                        <a:pt x="151005" y="26060"/>
                        <a:pt x="151005" y="56014"/>
                      </a:cubicBezTo>
                      <a:lnTo>
                        <a:pt x="151005" y="77582"/>
                      </a:lnTo>
                      <a:cubicBezTo>
                        <a:pt x="151005" y="82674"/>
                        <a:pt x="149156" y="84770"/>
                        <a:pt x="144226" y="84770"/>
                      </a:cubicBezTo>
                      <a:lnTo>
                        <a:pt x="122962" y="84770"/>
                      </a:lnTo>
                      <a:cubicBezTo>
                        <a:pt x="117721" y="84770"/>
                        <a:pt x="115872" y="82374"/>
                        <a:pt x="115872" y="77582"/>
                      </a:cubicBezTo>
                      <a:lnTo>
                        <a:pt x="115872" y="59309"/>
                      </a:lnTo>
                      <a:cubicBezTo>
                        <a:pt x="115872" y="41337"/>
                        <a:pt x="105087" y="30254"/>
                        <a:pt x="75810" y="30254"/>
                      </a:cubicBezTo>
                      <a:cubicBezTo>
                        <a:pt x="46533" y="30254"/>
                        <a:pt x="36056" y="41337"/>
                        <a:pt x="36056" y="59309"/>
                      </a:cubicBezTo>
                      <a:lnTo>
                        <a:pt x="36056" y="207883"/>
                      </a:lnTo>
                      <a:cubicBezTo>
                        <a:pt x="36056" y="225856"/>
                        <a:pt x="46226" y="236939"/>
                        <a:pt x="75810" y="236939"/>
                      </a:cubicBezTo>
                      <a:cubicBezTo>
                        <a:pt x="105395" y="236939"/>
                        <a:pt x="115872" y="225856"/>
                        <a:pt x="115872" y="207883"/>
                      </a:cubicBezTo>
                      <a:lnTo>
                        <a:pt x="115872" y="184519"/>
                      </a:lnTo>
                      <a:cubicBezTo>
                        <a:pt x="115872" y="179426"/>
                        <a:pt x="117721" y="177629"/>
                        <a:pt x="122962" y="177629"/>
                      </a:cubicBezTo>
                      <a:lnTo>
                        <a:pt x="144226" y="177629"/>
                      </a:lnTo>
                      <a:cubicBezTo>
                        <a:pt x="148847" y="177629"/>
                        <a:pt x="151005" y="179426"/>
                        <a:pt x="151005" y="184519"/>
                      </a:cubicBezTo>
                      <a:lnTo>
                        <a:pt x="151005" y="210879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</p:grpSp>
      <p:grpSp>
        <p:nvGrpSpPr>
          <p:cNvPr id="668" name="圖形 18">
            <a:extLst>
              <a:ext uri="{FF2B5EF4-FFF2-40B4-BE49-F238E27FC236}">
                <a16:creationId xmlns:a16="http://schemas.microsoft.com/office/drawing/2014/main" id="{5997D5EE-AA83-BBCB-8451-DD232B698B28}"/>
              </a:ext>
            </a:extLst>
          </p:cNvPr>
          <p:cNvGrpSpPr/>
          <p:nvPr/>
        </p:nvGrpSpPr>
        <p:grpSpPr>
          <a:xfrm>
            <a:off x="32024582" y="25295799"/>
            <a:ext cx="47447373" cy="150547039"/>
            <a:chOff x="32024582" y="25295799"/>
            <a:chExt cx="47447373" cy="150547039"/>
          </a:xfrm>
        </p:grpSpPr>
        <p:sp>
          <p:nvSpPr>
            <p:cNvPr id="669" name="手繪多邊形: 圖案 668">
              <a:extLst>
                <a:ext uri="{FF2B5EF4-FFF2-40B4-BE49-F238E27FC236}">
                  <a16:creationId xmlns:a16="http://schemas.microsoft.com/office/drawing/2014/main" id="{3C6281E6-33D4-B3DE-6EA1-5ABF2DAD4CDF}"/>
                </a:ext>
              </a:extLst>
            </p:cNvPr>
            <p:cNvSpPr/>
            <p:nvPr/>
          </p:nvSpPr>
          <p:spPr>
            <a:xfrm>
              <a:off x="32024582" y="25295799"/>
              <a:ext cx="8735536" cy="8490853"/>
            </a:xfrm>
            <a:custGeom>
              <a:avLst/>
              <a:gdLst>
                <a:gd name="connsiteX0" fmla="*/ 8735538 w 8735536"/>
                <a:gd name="connsiteY0" fmla="*/ 4245427 h 8490853"/>
                <a:gd name="connsiteX1" fmla="*/ 4367770 w 8735536"/>
                <a:gd name="connsiteY1" fmla="*/ 8490853 h 8490853"/>
                <a:gd name="connsiteX2" fmla="*/ 2 w 8735536"/>
                <a:gd name="connsiteY2" fmla="*/ 4245426 h 8490853"/>
                <a:gd name="connsiteX3" fmla="*/ 4367770 w 8735536"/>
                <a:gd name="connsiteY3" fmla="*/ -1 h 8490853"/>
                <a:gd name="connsiteX4" fmla="*/ 8735538 w 8735536"/>
                <a:gd name="connsiteY4" fmla="*/ 4245427 h 8490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35536" h="8490853">
                  <a:moveTo>
                    <a:pt x="8735538" y="4245427"/>
                  </a:moveTo>
                  <a:cubicBezTo>
                    <a:pt x="8735538" y="6590112"/>
                    <a:pt x="6780021" y="8490853"/>
                    <a:pt x="4367770" y="8490853"/>
                  </a:cubicBezTo>
                  <a:cubicBezTo>
                    <a:pt x="1955518" y="8490853"/>
                    <a:pt x="2" y="6590111"/>
                    <a:pt x="2" y="4245426"/>
                  </a:cubicBezTo>
                  <a:cubicBezTo>
                    <a:pt x="2" y="1900741"/>
                    <a:pt x="1955520" y="-1"/>
                    <a:pt x="4367770" y="-1"/>
                  </a:cubicBezTo>
                  <a:cubicBezTo>
                    <a:pt x="6780023" y="-1"/>
                    <a:pt x="8735538" y="1900741"/>
                    <a:pt x="8735538" y="4245427"/>
                  </a:cubicBezTo>
                  <a:close/>
                </a:path>
              </a:pathLst>
            </a:custGeom>
            <a:noFill/>
            <a:ln w="1418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grpSp>
          <p:nvGrpSpPr>
            <p:cNvPr id="670" name="圖形 18">
              <a:extLst>
                <a:ext uri="{FF2B5EF4-FFF2-40B4-BE49-F238E27FC236}">
                  <a16:creationId xmlns:a16="http://schemas.microsoft.com/office/drawing/2014/main" id="{0466DF6B-B1B9-7ECB-10EF-BF7E94FE2092}"/>
                </a:ext>
              </a:extLst>
            </p:cNvPr>
            <p:cNvGrpSpPr/>
            <p:nvPr/>
          </p:nvGrpSpPr>
          <p:grpSpPr>
            <a:xfrm>
              <a:off x="33334943" y="30343702"/>
              <a:ext cx="33214507" cy="23273014"/>
              <a:chOff x="33334943" y="30343702"/>
              <a:chExt cx="33214507" cy="23273014"/>
            </a:xfrm>
            <a:noFill/>
          </p:grpSpPr>
          <p:grpSp>
            <p:nvGrpSpPr>
              <p:cNvPr id="671" name="圖形 18">
                <a:extLst>
                  <a:ext uri="{FF2B5EF4-FFF2-40B4-BE49-F238E27FC236}">
                    <a16:creationId xmlns:a16="http://schemas.microsoft.com/office/drawing/2014/main" id="{D3C3DECD-C465-6BF1-AEC7-AE248EB59C7D}"/>
                  </a:ext>
                </a:extLst>
              </p:cNvPr>
              <p:cNvGrpSpPr/>
              <p:nvPr/>
            </p:nvGrpSpPr>
            <p:grpSpPr>
              <a:xfrm>
                <a:off x="38393025" y="30343702"/>
                <a:ext cx="5741361" cy="23267712"/>
                <a:chOff x="38393025" y="30343702"/>
                <a:chExt cx="5741361" cy="23267712"/>
              </a:xfrm>
              <a:noFill/>
            </p:grpSpPr>
            <p:grpSp>
              <p:nvGrpSpPr>
                <p:cNvPr id="672" name="圖形 18">
                  <a:extLst>
                    <a:ext uri="{FF2B5EF4-FFF2-40B4-BE49-F238E27FC236}">
                      <a16:creationId xmlns:a16="http://schemas.microsoft.com/office/drawing/2014/main" id="{69E206D5-0720-F5BC-C140-8D4D89414846}"/>
                    </a:ext>
                  </a:extLst>
                </p:cNvPr>
                <p:cNvGrpSpPr/>
                <p:nvPr/>
              </p:nvGrpSpPr>
              <p:grpSpPr>
                <a:xfrm>
                  <a:off x="38393025" y="30343702"/>
                  <a:ext cx="5741361" cy="10558351"/>
                  <a:chOff x="38393025" y="30343702"/>
                  <a:chExt cx="5741361" cy="10558351"/>
                </a:xfrm>
                <a:noFill/>
              </p:grpSpPr>
              <p:sp>
                <p:nvSpPr>
                  <p:cNvPr id="673" name="手繪多邊形: 圖案 672">
                    <a:extLst>
                      <a:ext uri="{FF2B5EF4-FFF2-40B4-BE49-F238E27FC236}">
                        <a16:creationId xmlns:a16="http://schemas.microsoft.com/office/drawing/2014/main" id="{8193CC7B-DE1B-F158-227A-15A3B0C989E6}"/>
                      </a:ext>
                    </a:extLst>
                  </p:cNvPr>
                  <p:cNvSpPr/>
                  <p:nvPr/>
                </p:nvSpPr>
                <p:spPr>
                  <a:xfrm>
                    <a:off x="38393025" y="30343702"/>
                    <a:ext cx="516809" cy="29954"/>
                  </a:xfrm>
                  <a:custGeom>
                    <a:avLst/>
                    <a:gdLst>
                      <a:gd name="connsiteX0" fmla="*/ -1 w 516809"/>
                      <a:gd name="connsiteY0" fmla="*/ 0 h 29954"/>
                      <a:gd name="connsiteX1" fmla="*/ 516810 w 51680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16809" h="29954">
                        <a:moveTo>
                          <a:pt x="-1" y="0"/>
                        </a:moveTo>
                        <a:lnTo>
                          <a:pt x="516810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4" name="手繪多邊形: 圖案 673">
                    <a:extLst>
                      <a:ext uri="{FF2B5EF4-FFF2-40B4-BE49-F238E27FC236}">
                        <a16:creationId xmlns:a16="http://schemas.microsoft.com/office/drawing/2014/main" id="{706C64F6-3384-DC29-D08E-21CFE71BA840}"/>
                      </a:ext>
                    </a:extLst>
                  </p:cNvPr>
                  <p:cNvSpPr/>
                  <p:nvPr/>
                </p:nvSpPr>
                <p:spPr>
                  <a:xfrm>
                    <a:off x="38457125" y="30343702"/>
                    <a:ext cx="452709" cy="595491"/>
                  </a:xfrm>
                  <a:custGeom>
                    <a:avLst/>
                    <a:gdLst>
                      <a:gd name="connsiteX0" fmla="*/ 452710 w 452709"/>
                      <a:gd name="connsiteY0" fmla="*/ 595491 h 595491"/>
                      <a:gd name="connsiteX1" fmla="*/ 134981 w 452709"/>
                      <a:gd name="connsiteY1" fmla="*/ 595491 h 595491"/>
                      <a:gd name="connsiteX2" fmla="*/ 0 w 452709"/>
                      <a:gd name="connsiteY2" fmla="*/ 464292 h 595491"/>
                      <a:gd name="connsiteX3" fmla="*/ 0 w 452709"/>
                      <a:gd name="connsiteY3" fmla="*/ 0 h 59549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2709" h="595491">
                        <a:moveTo>
                          <a:pt x="452710" y="595491"/>
                        </a:moveTo>
                        <a:lnTo>
                          <a:pt x="134981" y="595491"/>
                        </a:lnTo>
                        <a:cubicBezTo>
                          <a:pt x="60403" y="595491"/>
                          <a:pt x="0" y="536781"/>
                          <a:pt x="0" y="464292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5" name="手繪多邊形: 圖案 674">
                    <a:extLst>
                      <a:ext uri="{FF2B5EF4-FFF2-40B4-BE49-F238E27FC236}">
                        <a16:creationId xmlns:a16="http://schemas.microsoft.com/office/drawing/2014/main" id="{4864A665-6114-C366-3450-550A025C1F7A}"/>
                      </a:ext>
                    </a:extLst>
                  </p:cNvPr>
                  <p:cNvSpPr/>
                  <p:nvPr/>
                </p:nvSpPr>
                <p:spPr>
                  <a:xfrm>
                    <a:off x="38579471" y="30481192"/>
                    <a:ext cx="287219" cy="29954"/>
                  </a:xfrm>
                  <a:custGeom>
                    <a:avLst/>
                    <a:gdLst>
                      <a:gd name="connsiteX0" fmla="*/ 1 w 287219"/>
                      <a:gd name="connsiteY0" fmla="*/ 0 h 29954"/>
                      <a:gd name="connsiteX1" fmla="*/ 287218 w 287219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7219" h="29954">
                        <a:moveTo>
                          <a:pt x="1" y="0"/>
                        </a:moveTo>
                        <a:lnTo>
                          <a:pt x="287218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6" name="手繪多邊形: 圖案 675">
                    <a:extLst>
                      <a:ext uri="{FF2B5EF4-FFF2-40B4-BE49-F238E27FC236}">
                        <a16:creationId xmlns:a16="http://schemas.microsoft.com/office/drawing/2014/main" id="{0E647376-3071-1C70-779E-4ABDF7290EC0}"/>
                      </a:ext>
                    </a:extLst>
                  </p:cNvPr>
                  <p:cNvSpPr/>
                  <p:nvPr/>
                </p:nvSpPr>
                <p:spPr>
                  <a:xfrm>
                    <a:off x="38557899" y="30638452"/>
                    <a:ext cx="308791" cy="29954"/>
                  </a:xfrm>
                  <a:custGeom>
                    <a:avLst/>
                    <a:gdLst>
                      <a:gd name="connsiteX0" fmla="*/ 0 w 308791"/>
                      <a:gd name="connsiteY0" fmla="*/ 0 h 29954"/>
                      <a:gd name="connsiteX1" fmla="*/ 308791 w 308791"/>
                      <a:gd name="connsiteY1" fmla="*/ 0 h 2995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08791" h="29954">
                        <a:moveTo>
                          <a:pt x="0" y="0"/>
                        </a:moveTo>
                        <a:lnTo>
                          <a:pt x="308791" y="0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7" name="手繪多邊形: 圖案 676">
                    <a:extLst>
                      <a:ext uri="{FF2B5EF4-FFF2-40B4-BE49-F238E27FC236}">
                        <a16:creationId xmlns:a16="http://schemas.microsoft.com/office/drawing/2014/main" id="{D5B20618-3334-C9F0-F661-AB5C665F031C}"/>
                      </a:ext>
                    </a:extLst>
                  </p:cNvPr>
                  <p:cNvSpPr/>
                  <p:nvPr/>
                </p:nvSpPr>
                <p:spPr>
                  <a:xfrm>
                    <a:off x="39045432" y="30343702"/>
                    <a:ext cx="404634" cy="173135"/>
                  </a:xfrm>
                  <a:custGeom>
                    <a:avLst/>
                    <a:gdLst>
                      <a:gd name="connsiteX0" fmla="*/ 404634 w 404634"/>
                      <a:gd name="connsiteY0" fmla="*/ 173136 h 173135"/>
                      <a:gd name="connsiteX1" fmla="*/ 397547 w 404634"/>
                      <a:gd name="connsiteY1" fmla="*/ 173136 h 173135"/>
                      <a:gd name="connsiteX2" fmla="*/ 330055 w 404634"/>
                      <a:gd name="connsiteY2" fmla="*/ 107536 h 173135"/>
                      <a:gd name="connsiteX3" fmla="*/ 330055 w 404634"/>
                      <a:gd name="connsiteY3" fmla="*/ 0 h 173135"/>
                      <a:gd name="connsiteX4" fmla="*/ 0 w 404634"/>
                      <a:gd name="connsiteY4" fmla="*/ 0 h 173135"/>
                      <a:gd name="connsiteX5" fmla="*/ 0 w 404634"/>
                      <a:gd name="connsiteY5" fmla="*/ 72190 h 173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4634" h="173135">
                        <a:moveTo>
                          <a:pt x="404634" y="173136"/>
                        </a:moveTo>
                        <a:lnTo>
                          <a:pt x="397547" y="173136"/>
                        </a:lnTo>
                        <a:cubicBezTo>
                          <a:pt x="360255" y="173136"/>
                          <a:pt x="330055" y="143780"/>
                          <a:pt x="330055" y="107536"/>
                        </a:cubicBezTo>
                        <a:lnTo>
                          <a:pt x="330055" y="0"/>
                        </a:lnTo>
                        <a:lnTo>
                          <a:pt x="0" y="0"/>
                        </a:lnTo>
                        <a:lnTo>
                          <a:pt x="0" y="7219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8" name="手繪多邊形: 圖案 677">
                    <a:extLst>
                      <a:ext uri="{FF2B5EF4-FFF2-40B4-BE49-F238E27FC236}">
                        <a16:creationId xmlns:a16="http://schemas.microsoft.com/office/drawing/2014/main" id="{8C84F8AC-61AC-5D3E-8C21-BE64E251DF8D}"/>
                      </a:ext>
                    </a:extLst>
                  </p:cNvPr>
                  <p:cNvSpPr/>
                  <p:nvPr/>
                </p:nvSpPr>
                <p:spPr>
                  <a:xfrm>
                    <a:off x="38758213" y="30737002"/>
                    <a:ext cx="99231" cy="98549"/>
                  </a:xfrm>
                  <a:custGeom>
                    <a:avLst/>
                    <a:gdLst>
                      <a:gd name="connsiteX0" fmla="*/ 0 w 99231"/>
                      <a:gd name="connsiteY0" fmla="*/ 0 h 98549"/>
                      <a:gd name="connsiteX1" fmla="*/ 0 w 99231"/>
                      <a:gd name="connsiteY1" fmla="*/ 32950 h 98549"/>
                      <a:gd name="connsiteX2" fmla="*/ 67490 w 99231"/>
                      <a:gd name="connsiteY2" fmla="*/ 98550 h 98549"/>
                      <a:gd name="connsiteX3" fmla="*/ 99232 w 99231"/>
                      <a:gd name="connsiteY3" fmla="*/ 98550 h 9854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231" h="98549">
                        <a:moveTo>
                          <a:pt x="0" y="0"/>
                        </a:moveTo>
                        <a:lnTo>
                          <a:pt x="0" y="32950"/>
                        </a:lnTo>
                        <a:cubicBezTo>
                          <a:pt x="0" y="69195"/>
                          <a:pt x="30201" y="98550"/>
                          <a:pt x="67490" y="98550"/>
                        </a:cubicBezTo>
                        <a:lnTo>
                          <a:pt x="99232" y="98550"/>
                        </a:ln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79" name="手繪多邊形: 圖案 678">
                    <a:extLst>
                      <a:ext uri="{FF2B5EF4-FFF2-40B4-BE49-F238E27FC236}">
                        <a16:creationId xmlns:a16="http://schemas.microsoft.com/office/drawing/2014/main" id="{7E455CD6-8146-DEFB-15AE-4E4CED47CD5C}"/>
                      </a:ext>
                    </a:extLst>
                  </p:cNvPr>
                  <p:cNvSpPr/>
                  <p:nvPr/>
                </p:nvSpPr>
                <p:spPr>
                  <a:xfrm>
                    <a:off x="39021394" y="30638453"/>
                    <a:ext cx="396312" cy="300740"/>
                  </a:xfrm>
                  <a:custGeom>
                    <a:avLst/>
                    <a:gdLst>
                      <a:gd name="connsiteX0" fmla="*/ 396313 w 396312"/>
                      <a:gd name="connsiteY0" fmla="*/ 300741 h 300740"/>
                      <a:gd name="connsiteX1" fmla="*/ 23730 w 396312"/>
                      <a:gd name="connsiteY1" fmla="*/ 0 h 300740"/>
                      <a:gd name="connsiteX2" fmla="*/ 373817 w 396312"/>
                      <a:gd name="connsiteY2" fmla="*/ 0 h 300740"/>
                      <a:gd name="connsiteX3" fmla="*/ 0 w 396312"/>
                      <a:gd name="connsiteY3" fmla="*/ 300741 h 30074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6312" h="300740">
                        <a:moveTo>
                          <a:pt x="396313" y="300741"/>
                        </a:moveTo>
                        <a:cubicBezTo>
                          <a:pt x="225891" y="300741"/>
                          <a:pt x="28660" y="180625"/>
                          <a:pt x="23730" y="0"/>
                        </a:cubicBezTo>
                        <a:lnTo>
                          <a:pt x="373817" y="0"/>
                        </a:lnTo>
                        <a:cubicBezTo>
                          <a:pt x="369502" y="179426"/>
                          <a:pt x="163334" y="300741"/>
                          <a:pt x="0" y="300741"/>
                        </a:cubicBezTo>
                      </a:path>
                    </a:pathLst>
                  </a:custGeom>
                  <a:noFill/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0" name="手繪多邊形: 圖案 679">
                    <a:extLst>
                      <a:ext uri="{FF2B5EF4-FFF2-40B4-BE49-F238E27FC236}">
                        <a16:creationId xmlns:a16="http://schemas.microsoft.com/office/drawing/2014/main" id="{B6746DA7-4321-CA07-6050-06EC055F71BC}"/>
                      </a:ext>
                    </a:extLst>
                  </p:cNvPr>
                  <p:cNvSpPr/>
                  <p:nvPr/>
                </p:nvSpPr>
                <p:spPr>
                  <a:xfrm>
                    <a:off x="38591181" y="30481192"/>
                    <a:ext cx="145766" cy="354060"/>
                  </a:xfrm>
                  <a:custGeom>
                    <a:avLst/>
                    <a:gdLst>
                      <a:gd name="connsiteX0" fmla="*/ 145767 w 145766"/>
                      <a:gd name="connsiteY0" fmla="*/ 0 h 354060"/>
                      <a:gd name="connsiteX1" fmla="*/ 1 w 145766"/>
                      <a:gd name="connsiteY1" fmla="*/ 354061 h 3540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5766" h="354060">
                        <a:moveTo>
                          <a:pt x="145767" y="0"/>
                        </a:moveTo>
                        <a:lnTo>
                          <a:pt x="1" y="354061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1" name="手繪多邊形: 圖案 680">
                    <a:extLst>
                      <a:ext uri="{FF2B5EF4-FFF2-40B4-BE49-F238E27FC236}">
                        <a16:creationId xmlns:a16="http://schemas.microsoft.com/office/drawing/2014/main" id="{A8EB5130-7828-51D7-227D-1498D010B1B5}"/>
                      </a:ext>
                    </a:extLst>
                  </p:cNvPr>
                  <p:cNvSpPr/>
                  <p:nvPr/>
                </p:nvSpPr>
                <p:spPr>
                  <a:xfrm>
                    <a:off x="39003520" y="30415892"/>
                    <a:ext cx="41603" cy="100946"/>
                  </a:xfrm>
                  <a:custGeom>
                    <a:avLst/>
                    <a:gdLst>
                      <a:gd name="connsiteX0" fmla="*/ 41604 w 41603"/>
                      <a:gd name="connsiteY0" fmla="*/ 0 h 100946"/>
                      <a:gd name="connsiteX1" fmla="*/ -1 w 41603"/>
                      <a:gd name="connsiteY1" fmla="*/ 100946 h 1009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603" h="100946">
                        <a:moveTo>
                          <a:pt x="41604" y="0"/>
                        </a:moveTo>
                        <a:lnTo>
                          <a:pt x="-1" y="100946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  <p:sp>
                <p:nvSpPr>
                  <p:cNvPr id="682" name="手繪多邊形: 圖案 681">
                    <a:extLst>
                      <a:ext uri="{FF2B5EF4-FFF2-40B4-BE49-F238E27FC236}">
                        <a16:creationId xmlns:a16="http://schemas.microsoft.com/office/drawing/2014/main" id="{168DEA10-70AA-8C4C-3F7F-8EDD6538FCCA}"/>
                      </a:ext>
                    </a:extLst>
                  </p:cNvPr>
                  <p:cNvSpPr/>
                  <p:nvPr/>
                </p:nvSpPr>
                <p:spPr>
                  <a:xfrm>
                    <a:off x="38557899" y="30343702"/>
                    <a:ext cx="77968" cy="189910"/>
                  </a:xfrm>
                  <a:custGeom>
                    <a:avLst/>
                    <a:gdLst>
                      <a:gd name="connsiteX0" fmla="*/ 77968 w 77968"/>
                      <a:gd name="connsiteY0" fmla="*/ 0 h 189910"/>
                      <a:gd name="connsiteX1" fmla="*/ 0 w 77968"/>
                      <a:gd name="connsiteY1" fmla="*/ 189911 h 1899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968" h="189910">
                        <a:moveTo>
                          <a:pt x="77968" y="0"/>
                        </a:moveTo>
                        <a:lnTo>
                          <a:pt x="0" y="189911"/>
                        </a:lnTo>
                      </a:path>
                    </a:pathLst>
                  </a:custGeom>
                  <a:ln w="14629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tlCol="0" anchor="ctr"/>
                  <a:lstStyle/>
                  <a:p>
                    <a:endParaRPr lang="zh-TW" altLang="en-US"/>
                  </a:p>
                </p:txBody>
              </p:sp>
            </p:grpSp>
            <p:sp>
              <p:nvSpPr>
                <p:cNvPr id="683" name="手繪多邊形: 圖案 682">
                  <a:extLst>
                    <a:ext uri="{FF2B5EF4-FFF2-40B4-BE49-F238E27FC236}">
                      <a16:creationId xmlns:a16="http://schemas.microsoft.com/office/drawing/2014/main" id="{A810C928-352E-F257-BD48-CA3CCFB01DCD}"/>
                    </a:ext>
                  </a:extLst>
                </p:cNvPr>
                <p:cNvSpPr/>
                <p:nvPr/>
              </p:nvSpPr>
              <p:spPr>
                <a:xfrm>
                  <a:off x="38428773" y="31063504"/>
                  <a:ext cx="1012664" cy="29954"/>
                </a:xfrm>
                <a:custGeom>
                  <a:avLst/>
                  <a:gdLst>
                    <a:gd name="connsiteX0" fmla="*/ 0 w 1012664"/>
                    <a:gd name="connsiteY0" fmla="*/ 0 h 29954"/>
                    <a:gd name="connsiteX1" fmla="*/ 1012664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0" y="0"/>
                      </a:moveTo>
                      <a:lnTo>
                        <a:pt x="1012664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84" name="手繪多邊形: 圖案 683">
                  <a:extLst>
                    <a:ext uri="{FF2B5EF4-FFF2-40B4-BE49-F238E27FC236}">
                      <a16:creationId xmlns:a16="http://schemas.microsoft.com/office/drawing/2014/main" id="{41E08206-B869-EB68-27EC-44CE74E37EB3}"/>
                    </a:ext>
                  </a:extLst>
                </p:cNvPr>
                <p:cNvSpPr/>
                <p:nvPr/>
              </p:nvSpPr>
              <p:spPr>
                <a:xfrm>
                  <a:off x="38463747" y="31201294"/>
                  <a:ext cx="943325" cy="454707"/>
                </a:xfrm>
                <a:custGeom>
                  <a:avLst/>
                  <a:gdLst>
                    <a:gd name="connsiteX0" fmla="*/ 942249 w 943325"/>
                    <a:gd name="connsiteY0" fmla="*/ 75485 h 454707"/>
                    <a:gd name="connsiteX1" fmla="*/ 900029 w 943325"/>
                    <a:gd name="connsiteY1" fmla="*/ 343277 h 454707"/>
                    <a:gd name="connsiteX2" fmla="*/ 766590 w 943325"/>
                    <a:gd name="connsiteY2" fmla="*/ 454707 h 454707"/>
                    <a:gd name="connsiteX3" fmla="*/ 176434 w 943325"/>
                    <a:gd name="connsiteY3" fmla="*/ 454707 h 454707"/>
                    <a:gd name="connsiteX4" fmla="*/ 42994 w 943325"/>
                    <a:gd name="connsiteY4" fmla="*/ 343277 h 454707"/>
                    <a:gd name="connsiteX5" fmla="*/ 774 w 943325"/>
                    <a:gd name="connsiteY5" fmla="*/ 75485 h 454707"/>
                    <a:gd name="connsiteX6" fmla="*/ 67649 w 943325"/>
                    <a:gd name="connsiteY6" fmla="*/ 0 h 454707"/>
                    <a:gd name="connsiteX7" fmla="*/ 875686 w 943325"/>
                    <a:gd name="connsiteY7" fmla="*/ 0 h 454707"/>
                    <a:gd name="connsiteX8" fmla="*/ 942557 w 943325"/>
                    <a:gd name="connsiteY8" fmla="*/ 75485 h 4547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3325" h="454707">
                      <a:moveTo>
                        <a:pt x="942249" y="75485"/>
                      </a:moveTo>
                      <a:lnTo>
                        <a:pt x="900029" y="343277"/>
                      </a:lnTo>
                      <a:cubicBezTo>
                        <a:pt x="889861" y="407379"/>
                        <a:pt x="833157" y="454707"/>
                        <a:pt x="766590" y="454707"/>
                      </a:cubicBezTo>
                      <a:lnTo>
                        <a:pt x="176434" y="454707"/>
                      </a:lnTo>
                      <a:cubicBezTo>
                        <a:pt x="109869" y="454707"/>
                        <a:pt x="53164" y="407379"/>
                        <a:pt x="42994" y="343277"/>
                      </a:cubicBezTo>
                      <a:lnTo>
                        <a:pt x="774" y="75485"/>
                      </a:lnTo>
                      <a:cubicBezTo>
                        <a:pt x="-5390" y="35646"/>
                        <a:pt x="26044" y="0"/>
                        <a:pt x="67649" y="0"/>
                      </a:cubicBezTo>
                      <a:lnTo>
                        <a:pt x="875686" y="0"/>
                      </a:lnTo>
                      <a:cubicBezTo>
                        <a:pt x="916980" y="0"/>
                        <a:pt x="948723" y="35946"/>
                        <a:pt x="942557" y="75485"/>
                      </a:cubicBezTo>
                      <a:close/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85" name="手繪多邊形: 圖案 684">
                  <a:extLst>
                    <a:ext uri="{FF2B5EF4-FFF2-40B4-BE49-F238E27FC236}">
                      <a16:creationId xmlns:a16="http://schemas.microsoft.com/office/drawing/2014/main" id="{9FBED49B-E0AE-124F-4595-56F757E60796}"/>
                    </a:ext>
                  </a:extLst>
                </p:cNvPr>
                <p:cNvSpPr/>
                <p:nvPr/>
              </p:nvSpPr>
              <p:spPr>
                <a:xfrm>
                  <a:off x="38608132" y="31063505"/>
                  <a:ext cx="205860" cy="337285"/>
                </a:xfrm>
                <a:custGeom>
                  <a:avLst/>
                  <a:gdLst>
                    <a:gd name="connsiteX0" fmla="*/ 205861 w 205860"/>
                    <a:gd name="connsiteY0" fmla="*/ 0 h 337285"/>
                    <a:gd name="connsiteX1" fmla="*/ 205861 w 205860"/>
                    <a:gd name="connsiteY1" fmla="*/ 206086 h 337285"/>
                    <a:gd name="connsiteX2" fmla="*/ 70880 w 205860"/>
                    <a:gd name="connsiteY2" fmla="*/ 337285 h 337285"/>
                    <a:gd name="connsiteX3" fmla="*/ 0 w 205860"/>
                    <a:gd name="connsiteY3" fmla="*/ 337285 h 337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5860" h="337285">
                      <a:moveTo>
                        <a:pt x="205861" y="0"/>
                      </a:moveTo>
                      <a:lnTo>
                        <a:pt x="205861" y="206086"/>
                      </a:lnTo>
                      <a:cubicBezTo>
                        <a:pt x="205861" y="278575"/>
                        <a:pt x="145458" y="337285"/>
                        <a:pt x="70880" y="337285"/>
                      </a:cubicBezTo>
                      <a:lnTo>
                        <a:pt x="0" y="337285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86" name="手繪多邊形: 圖案 685">
                  <a:extLst>
                    <a:ext uri="{FF2B5EF4-FFF2-40B4-BE49-F238E27FC236}">
                      <a16:creationId xmlns:a16="http://schemas.microsoft.com/office/drawing/2014/main" id="{23C25945-5472-C18B-DD3E-25039EC020D8}"/>
                    </a:ext>
                  </a:extLst>
                </p:cNvPr>
                <p:cNvSpPr/>
                <p:nvPr/>
              </p:nvSpPr>
              <p:spPr>
                <a:xfrm>
                  <a:off x="39056835" y="31063505"/>
                  <a:ext cx="195690" cy="337285"/>
                </a:xfrm>
                <a:custGeom>
                  <a:avLst/>
                  <a:gdLst>
                    <a:gd name="connsiteX0" fmla="*/ 0 w 195690"/>
                    <a:gd name="connsiteY0" fmla="*/ 0 h 337285"/>
                    <a:gd name="connsiteX1" fmla="*/ 0 w 195690"/>
                    <a:gd name="connsiteY1" fmla="*/ 206086 h 337285"/>
                    <a:gd name="connsiteX2" fmla="*/ 134981 w 195690"/>
                    <a:gd name="connsiteY2" fmla="*/ 337285 h 337285"/>
                    <a:gd name="connsiteX3" fmla="*/ 195691 w 195690"/>
                    <a:gd name="connsiteY3" fmla="*/ 337285 h 337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5690" h="337285">
                      <a:moveTo>
                        <a:pt x="0" y="0"/>
                      </a:moveTo>
                      <a:lnTo>
                        <a:pt x="0" y="206086"/>
                      </a:lnTo>
                      <a:cubicBezTo>
                        <a:pt x="0" y="278575"/>
                        <a:pt x="60401" y="337285"/>
                        <a:pt x="134981" y="337285"/>
                      </a:cubicBezTo>
                      <a:lnTo>
                        <a:pt x="195691" y="337285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87" name="手繪多邊形: 圖案 686">
                  <a:extLst>
                    <a:ext uri="{FF2B5EF4-FFF2-40B4-BE49-F238E27FC236}">
                      <a16:creationId xmlns:a16="http://schemas.microsoft.com/office/drawing/2014/main" id="{8F8ED200-C842-2F11-17DE-9B4190A7B66D}"/>
                    </a:ext>
                  </a:extLst>
                </p:cNvPr>
                <p:cNvSpPr/>
                <p:nvPr/>
              </p:nvSpPr>
              <p:spPr>
                <a:xfrm>
                  <a:off x="38743112" y="31529594"/>
                  <a:ext cx="383986" cy="29954"/>
                </a:xfrm>
                <a:custGeom>
                  <a:avLst/>
                  <a:gdLst>
                    <a:gd name="connsiteX0" fmla="*/ 1 w 383986"/>
                    <a:gd name="connsiteY0" fmla="*/ 0 h 29954"/>
                    <a:gd name="connsiteX1" fmla="*/ 383988 w 383986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3986" h="29954">
                      <a:moveTo>
                        <a:pt x="1" y="0"/>
                      </a:moveTo>
                      <a:lnTo>
                        <a:pt x="38398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88" name="圖形 18">
                <a:extLst>
                  <a:ext uri="{FF2B5EF4-FFF2-40B4-BE49-F238E27FC236}">
                    <a16:creationId xmlns:a16="http://schemas.microsoft.com/office/drawing/2014/main" id="{D76F0C73-C7FC-1F9A-92DF-437AB871D252}"/>
                  </a:ext>
                </a:extLst>
              </p:cNvPr>
              <p:cNvGrpSpPr/>
              <p:nvPr/>
            </p:nvGrpSpPr>
            <p:grpSpPr>
              <a:xfrm>
                <a:off x="34975361" y="30343702"/>
                <a:ext cx="5759763" cy="23273014"/>
                <a:chOff x="34975361" y="30343702"/>
                <a:chExt cx="5759763" cy="23273014"/>
              </a:xfrm>
              <a:noFill/>
            </p:grpSpPr>
            <p:sp>
              <p:nvSpPr>
                <p:cNvPr id="689" name="手繪多邊形: 圖案 688">
                  <a:extLst>
                    <a:ext uri="{FF2B5EF4-FFF2-40B4-BE49-F238E27FC236}">
                      <a16:creationId xmlns:a16="http://schemas.microsoft.com/office/drawing/2014/main" id="{B58CE23B-D565-78DE-AFF1-633C397B281D}"/>
                    </a:ext>
                  </a:extLst>
                </p:cNvPr>
                <p:cNvSpPr/>
                <p:nvPr/>
              </p:nvSpPr>
              <p:spPr>
                <a:xfrm>
                  <a:off x="35457963" y="30596217"/>
                  <a:ext cx="577828" cy="29954"/>
                </a:xfrm>
                <a:custGeom>
                  <a:avLst/>
                  <a:gdLst>
                    <a:gd name="connsiteX0" fmla="*/ 0 w 577828"/>
                    <a:gd name="connsiteY0" fmla="*/ 0 h 29954"/>
                    <a:gd name="connsiteX1" fmla="*/ 577828 w 577828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828" h="29954">
                      <a:moveTo>
                        <a:pt x="0" y="0"/>
                      </a:moveTo>
                      <a:lnTo>
                        <a:pt x="57782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0" name="手繪多邊形: 圖案 689">
                  <a:extLst>
                    <a:ext uri="{FF2B5EF4-FFF2-40B4-BE49-F238E27FC236}">
                      <a16:creationId xmlns:a16="http://schemas.microsoft.com/office/drawing/2014/main" id="{1DF2F4D9-F989-45D0-EBE4-0078B9B9EB59}"/>
                    </a:ext>
                  </a:extLst>
                </p:cNvPr>
                <p:cNvSpPr/>
                <p:nvPr/>
              </p:nvSpPr>
              <p:spPr>
                <a:xfrm>
                  <a:off x="35457963" y="31529594"/>
                  <a:ext cx="577828" cy="29954"/>
                </a:xfrm>
                <a:custGeom>
                  <a:avLst/>
                  <a:gdLst>
                    <a:gd name="connsiteX0" fmla="*/ 0 w 577828"/>
                    <a:gd name="connsiteY0" fmla="*/ 0 h 29954"/>
                    <a:gd name="connsiteX1" fmla="*/ 577828 w 577828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77828" h="29954">
                      <a:moveTo>
                        <a:pt x="0" y="0"/>
                      </a:moveTo>
                      <a:lnTo>
                        <a:pt x="577828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1" name="手繪多邊形: 圖案 690">
                  <a:extLst>
                    <a:ext uri="{FF2B5EF4-FFF2-40B4-BE49-F238E27FC236}">
                      <a16:creationId xmlns:a16="http://schemas.microsoft.com/office/drawing/2014/main" id="{87A95763-A4F4-CEFB-7D07-DA42539A0577}"/>
                    </a:ext>
                  </a:extLst>
                </p:cNvPr>
                <p:cNvSpPr/>
                <p:nvPr/>
              </p:nvSpPr>
              <p:spPr>
                <a:xfrm>
                  <a:off x="35223134" y="30933203"/>
                  <a:ext cx="30817" cy="723097"/>
                </a:xfrm>
                <a:custGeom>
                  <a:avLst/>
                  <a:gdLst>
                    <a:gd name="connsiteX0" fmla="*/ 0 w 30817"/>
                    <a:gd name="connsiteY0" fmla="*/ 723097 h 723097"/>
                    <a:gd name="connsiteX1" fmla="*/ 0 w 30817"/>
                    <a:gd name="connsiteY1" fmla="*/ 0 h 723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723097">
                      <a:moveTo>
                        <a:pt x="0" y="723097"/>
                      </a:moveTo>
                      <a:lnTo>
                        <a:pt x="0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2" name="手繪多邊形: 圖案 691">
                  <a:extLst>
                    <a:ext uri="{FF2B5EF4-FFF2-40B4-BE49-F238E27FC236}">
                      <a16:creationId xmlns:a16="http://schemas.microsoft.com/office/drawing/2014/main" id="{E553D1B4-9EB1-DA64-C827-C7D6B80E7190}"/>
                    </a:ext>
                  </a:extLst>
                </p:cNvPr>
                <p:cNvSpPr/>
                <p:nvPr/>
              </p:nvSpPr>
              <p:spPr>
                <a:xfrm>
                  <a:off x="34975361" y="30343702"/>
                  <a:ext cx="378438" cy="572426"/>
                </a:xfrm>
                <a:custGeom>
                  <a:avLst/>
                  <a:gdLst>
                    <a:gd name="connsiteX0" fmla="*/ 378438 w 378438"/>
                    <a:gd name="connsiteY0" fmla="*/ 0 h 572426"/>
                    <a:gd name="connsiteX1" fmla="*/ 0 w 378438"/>
                    <a:gd name="connsiteY1" fmla="*/ 572427 h 5724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78438" h="572426">
                      <a:moveTo>
                        <a:pt x="378438" y="0"/>
                      </a:moveTo>
                      <a:cubicBezTo>
                        <a:pt x="378438" y="0"/>
                        <a:pt x="342074" y="393899"/>
                        <a:pt x="0" y="572427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693" name="圖形 18">
                <a:extLst>
                  <a:ext uri="{FF2B5EF4-FFF2-40B4-BE49-F238E27FC236}">
                    <a16:creationId xmlns:a16="http://schemas.microsoft.com/office/drawing/2014/main" id="{2954045E-8BBC-A8E2-42E6-A5461DD463DC}"/>
                  </a:ext>
                </a:extLst>
              </p:cNvPr>
              <p:cNvGrpSpPr/>
              <p:nvPr/>
            </p:nvGrpSpPr>
            <p:grpSpPr>
              <a:xfrm>
                <a:off x="33334943" y="30353587"/>
                <a:ext cx="5500320" cy="23097748"/>
                <a:chOff x="33334943" y="30353587"/>
                <a:chExt cx="5500320" cy="23097748"/>
              </a:xfrm>
              <a:noFill/>
            </p:grpSpPr>
            <p:sp>
              <p:nvSpPr>
                <p:cNvPr id="694" name="手繪多邊形: 圖案 693">
                  <a:extLst>
                    <a:ext uri="{FF2B5EF4-FFF2-40B4-BE49-F238E27FC236}">
                      <a16:creationId xmlns:a16="http://schemas.microsoft.com/office/drawing/2014/main" id="{7A1C7DF1-E01D-571A-FBD7-80EC7CC7F796}"/>
                    </a:ext>
                  </a:extLst>
                </p:cNvPr>
                <p:cNvSpPr/>
                <p:nvPr/>
              </p:nvSpPr>
              <p:spPr>
                <a:xfrm>
                  <a:off x="33334944" y="30474902"/>
                  <a:ext cx="1012664" cy="29954"/>
                </a:xfrm>
                <a:custGeom>
                  <a:avLst/>
                  <a:gdLst>
                    <a:gd name="connsiteX0" fmla="*/ -1 w 1012664"/>
                    <a:gd name="connsiteY0" fmla="*/ 0 h 29954"/>
                    <a:gd name="connsiteX1" fmla="*/ 1012665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-1" y="0"/>
                      </a:moveTo>
                      <a:lnTo>
                        <a:pt x="1012665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5" name="手繪多邊形: 圖案 694">
                  <a:extLst>
                    <a:ext uri="{FF2B5EF4-FFF2-40B4-BE49-F238E27FC236}">
                      <a16:creationId xmlns:a16="http://schemas.microsoft.com/office/drawing/2014/main" id="{BF749B6E-E965-2FF8-AEC8-15F61411F0A6}"/>
                    </a:ext>
                  </a:extLst>
                </p:cNvPr>
                <p:cNvSpPr/>
                <p:nvPr/>
              </p:nvSpPr>
              <p:spPr>
                <a:xfrm>
                  <a:off x="33334944" y="30848732"/>
                  <a:ext cx="1012664" cy="29954"/>
                </a:xfrm>
                <a:custGeom>
                  <a:avLst/>
                  <a:gdLst>
                    <a:gd name="connsiteX0" fmla="*/ -1 w 1012664"/>
                    <a:gd name="connsiteY0" fmla="*/ 0 h 29954"/>
                    <a:gd name="connsiteX1" fmla="*/ 1012665 w 1012664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664" h="29954">
                      <a:moveTo>
                        <a:pt x="-1" y="0"/>
                      </a:moveTo>
                      <a:lnTo>
                        <a:pt x="1012665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6" name="手繪多邊形: 圖案 695">
                  <a:extLst>
                    <a:ext uri="{FF2B5EF4-FFF2-40B4-BE49-F238E27FC236}">
                      <a16:creationId xmlns:a16="http://schemas.microsoft.com/office/drawing/2014/main" id="{87BE5446-A675-37FF-50B4-208369963236}"/>
                    </a:ext>
                  </a:extLst>
                </p:cNvPr>
                <p:cNvSpPr/>
                <p:nvPr/>
              </p:nvSpPr>
              <p:spPr>
                <a:xfrm>
                  <a:off x="33598125" y="30353587"/>
                  <a:ext cx="30817" cy="242630"/>
                </a:xfrm>
                <a:custGeom>
                  <a:avLst/>
                  <a:gdLst>
                    <a:gd name="connsiteX0" fmla="*/ 0 w 30817"/>
                    <a:gd name="connsiteY0" fmla="*/ 0 h 242630"/>
                    <a:gd name="connsiteX1" fmla="*/ 0 w 30817"/>
                    <a:gd name="connsiteY1" fmla="*/ 242630 h 242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42630">
                      <a:moveTo>
                        <a:pt x="0" y="0"/>
                      </a:moveTo>
                      <a:lnTo>
                        <a:pt x="0" y="24263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7" name="手繪多邊形: 圖案 696">
                  <a:extLst>
                    <a:ext uri="{FF2B5EF4-FFF2-40B4-BE49-F238E27FC236}">
                      <a16:creationId xmlns:a16="http://schemas.microsoft.com/office/drawing/2014/main" id="{8355E0D8-D3F8-DE97-390F-A3759CB105E3}"/>
                    </a:ext>
                  </a:extLst>
                </p:cNvPr>
                <p:cNvSpPr/>
                <p:nvPr/>
              </p:nvSpPr>
              <p:spPr>
                <a:xfrm>
                  <a:off x="34102608" y="30353587"/>
                  <a:ext cx="30817" cy="242630"/>
                </a:xfrm>
                <a:custGeom>
                  <a:avLst/>
                  <a:gdLst>
                    <a:gd name="connsiteX0" fmla="*/ 0 w 30817"/>
                    <a:gd name="connsiteY0" fmla="*/ 0 h 242630"/>
                    <a:gd name="connsiteX1" fmla="*/ 0 w 30817"/>
                    <a:gd name="connsiteY1" fmla="*/ 242630 h 24263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0817" h="242630">
                      <a:moveTo>
                        <a:pt x="0" y="0"/>
                      </a:moveTo>
                      <a:lnTo>
                        <a:pt x="0" y="24263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8" name="手繪多邊形: 圖案 697">
                  <a:extLst>
                    <a:ext uri="{FF2B5EF4-FFF2-40B4-BE49-F238E27FC236}">
                      <a16:creationId xmlns:a16="http://schemas.microsoft.com/office/drawing/2014/main" id="{3962410C-267B-E752-4094-7656A2EC60D4}"/>
                    </a:ext>
                  </a:extLst>
                </p:cNvPr>
                <p:cNvSpPr/>
                <p:nvPr/>
              </p:nvSpPr>
              <p:spPr>
                <a:xfrm>
                  <a:off x="33944206" y="31055716"/>
                  <a:ext cx="313107" cy="600583"/>
                </a:xfrm>
                <a:custGeom>
                  <a:avLst/>
                  <a:gdLst>
                    <a:gd name="connsiteX0" fmla="*/ 0 w 313107"/>
                    <a:gd name="connsiteY0" fmla="*/ 0 h 600583"/>
                    <a:gd name="connsiteX1" fmla="*/ 110636 w 313107"/>
                    <a:gd name="connsiteY1" fmla="*/ 0 h 600583"/>
                    <a:gd name="connsiteX2" fmla="*/ 313107 w 313107"/>
                    <a:gd name="connsiteY2" fmla="*/ 196800 h 600583"/>
                    <a:gd name="connsiteX3" fmla="*/ 313107 w 313107"/>
                    <a:gd name="connsiteY3" fmla="*/ 469385 h 600583"/>
                    <a:gd name="connsiteX4" fmla="*/ 178126 w 313107"/>
                    <a:gd name="connsiteY4" fmla="*/ 600584 h 600583"/>
                    <a:gd name="connsiteX5" fmla="*/ 91221 w 313107"/>
                    <a:gd name="connsiteY5" fmla="*/ 600584 h 60058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3107" h="600583">
                      <a:moveTo>
                        <a:pt x="0" y="0"/>
                      </a:moveTo>
                      <a:lnTo>
                        <a:pt x="110636" y="0"/>
                      </a:lnTo>
                      <a:cubicBezTo>
                        <a:pt x="222504" y="0"/>
                        <a:pt x="313107" y="88066"/>
                        <a:pt x="313107" y="196800"/>
                      </a:cubicBezTo>
                      <a:lnTo>
                        <a:pt x="313107" y="469385"/>
                      </a:lnTo>
                      <a:cubicBezTo>
                        <a:pt x="313107" y="541874"/>
                        <a:pt x="252704" y="600584"/>
                        <a:pt x="178126" y="600584"/>
                      </a:cubicBezTo>
                      <a:lnTo>
                        <a:pt x="91221" y="600584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699" name="手繪多邊形: 圖案 698">
                  <a:extLst>
                    <a:ext uri="{FF2B5EF4-FFF2-40B4-BE49-F238E27FC236}">
                      <a16:creationId xmlns:a16="http://schemas.microsoft.com/office/drawing/2014/main" id="{68994352-C0A3-62A0-CB4E-1B13A2E35C6D}"/>
                    </a:ext>
                  </a:extLst>
                </p:cNvPr>
                <p:cNvSpPr/>
                <p:nvPr/>
              </p:nvSpPr>
              <p:spPr>
                <a:xfrm>
                  <a:off x="33334943" y="30710043"/>
                  <a:ext cx="506352" cy="946257"/>
                </a:xfrm>
                <a:custGeom>
                  <a:avLst/>
                  <a:gdLst>
                    <a:gd name="connsiteX0" fmla="*/ 506334 w 506352"/>
                    <a:gd name="connsiteY0" fmla="*/ 0 h 946257"/>
                    <a:gd name="connsiteX1" fmla="*/ 0 w 506352"/>
                    <a:gd name="connsiteY1" fmla="*/ 946257 h 9462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6352" h="946257">
                      <a:moveTo>
                        <a:pt x="506334" y="0"/>
                      </a:moveTo>
                      <a:cubicBezTo>
                        <a:pt x="506334" y="0"/>
                        <a:pt x="517428" y="567935"/>
                        <a:pt x="0" y="946257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700" name="圖形 18">
                <a:extLst>
                  <a:ext uri="{FF2B5EF4-FFF2-40B4-BE49-F238E27FC236}">
                    <a16:creationId xmlns:a16="http://schemas.microsoft.com/office/drawing/2014/main" id="{BB50F234-B3A1-23C3-6FF1-8DA2FAB561AA}"/>
                  </a:ext>
                </a:extLst>
              </p:cNvPr>
              <p:cNvGrpSpPr/>
              <p:nvPr/>
            </p:nvGrpSpPr>
            <p:grpSpPr>
              <a:xfrm>
                <a:off x="36711004" y="30343702"/>
                <a:ext cx="5501993" cy="23272996"/>
                <a:chOff x="36711004" y="30343702"/>
                <a:chExt cx="5501993" cy="23272996"/>
              </a:xfrm>
              <a:noFill/>
            </p:grpSpPr>
            <p:sp>
              <p:nvSpPr>
                <p:cNvPr id="701" name="手繪多邊形: 圖案 700">
                  <a:extLst>
                    <a:ext uri="{FF2B5EF4-FFF2-40B4-BE49-F238E27FC236}">
                      <a16:creationId xmlns:a16="http://schemas.microsoft.com/office/drawing/2014/main" id="{059D90EC-FF6A-B77D-5073-F0EFCA32122D}"/>
                    </a:ext>
                  </a:extLst>
                </p:cNvPr>
                <p:cNvSpPr/>
                <p:nvPr/>
              </p:nvSpPr>
              <p:spPr>
                <a:xfrm>
                  <a:off x="36711004" y="30933203"/>
                  <a:ext cx="1012972" cy="29954"/>
                </a:xfrm>
                <a:custGeom>
                  <a:avLst/>
                  <a:gdLst>
                    <a:gd name="connsiteX0" fmla="*/ 1 w 1012972"/>
                    <a:gd name="connsiteY0" fmla="*/ 0 h 29954"/>
                    <a:gd name="connsiteX1" fmla="*/ 1012973 w 101297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2972" h="29954">
                      <a:moveTo>
                        <a:pt x="1" y="0"/>
                      </a:moveTo>
                      <a:lnTo>
                        <a:pt x="1012973" y="0"/>
                      </a:lnTo>
                    </a:path>
                  </a:pathLst>
                </a:custGeom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02" name="手繪多邊形: 圖案 701">
                  <a:extLst>
                    <a:ext uri="{FF2B5EF4-FFF2-40B4-BE49-F238E27FC236}">
                      <a16:creationId xmlns:a16="http://schemas.microsoft.com/office/drawing/2014/main" id="{12015976-A3B9-7721-06FD-496175DB13E0}"/>
                    </a:ext>
                  </a:extLst>
                </p:cNvPr>
                <p:cNvSpPr/>
                <p:nvPr/>
              </p:nvSpPr>
              <p:spPr>
                <a:xfrm>
                  <a:off x="36806230" y="30343702"/>
                  <a:ext cx="917746" cy="589500"/>
                </a:xfrm>
                <a:custGeom>
                  <a:avLst/>
                  <a:gdLst>
                    <a:gd name="connsiteX0" fmla="*/ 917747 w 917746"/>
                    <a:gd name="connsiteY0" fmla="*/ 0 h 589500"/>
                    <a:gd name="connsiteX1" fmla="*/ 269962 w 917746"/>
                    <a:gd name="connsiteY1" fmla="*/ 0 h 589500"/>
                    <a:gd name="connsiteX2" fmla="*/ 0 w 917746"/>
                    <a:gd name="connsiteY2" fmla="*/ 262399 h 589500"/>
                    <a:gd name="connsiteX3" fmla="*/ 0 w 917746"/>
                    <a:gd name="connsiteY3" fmla="*/ 589501 h 5895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17746" h="589500">
                      <a:moveTo>
                        <a:pt x="917747" y="0"/>
                      </a:moveTo>
                      <a:lnTo>
                        <a:pt x="269962" y="0"/>
                      </a:lnTo>
                      <a:cubicBezTo>
                        <a:pt x="120806" y="0"/>
                        <a:pt x="0" y="117420"/>
                        <a:pt x="0" y="262399"/>
                      </a:cubicBezTo>
                      <a:lnTo>
                        <a:pt x="0" y="589501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03" name="手繪多邊形: 圖案 702">
                  <a:extLst>
                    <a:ext uri="{FF2B5EF4-FFF2-40B4-BE49-F238E27FC236}">
                      <a16:creationId xmlns:a16="http://schemas.microsoft.com/office/drawing/2014/main" id="{95BE5ABD-BF76-8E9B-A890-30095A737219}"/>
                    </a:ext>
                  </a:extLst>
                </p:cNvPr>
                <p:cNvSpPr/>
                <p:nvPr/>
              </p:nvSpPr>
              <p:spPr>
                <a:xfrm>
                  <a:off x="37384058" y="30481192"/>
                  <a:ext cx="227741" cy="1175107"/>
                </a:xfrm>
                <a:custGeom>
                  <a:avLst/>
                  <a:gdLst>
                    <a:gd name="connsiteX0" fmla="*/ 227742 w 227741"/>
                    <a:gd name="connsiteY0" fmla="*/ 0 h 1175107"/>
                    <a:gd name="connsiteX1" fmla="*/ 227742 w 227741"/>
                    <a:gd name="connsiteY1" fmla="*/ 1043908 h 1175107"/>
                    <a:gd name="connsiteX2" fmla="*/ 92761 w 227741"/>
                    <a:gd name="connsiteY2" fmla="*/ 1175108 h 1175107"/>
                    <a:gd name="connsiteX3" fmla="*/ 0 w 227741"/>
                    <a:gd name="connsiteY3" fmla="*/ 1175108 h 117510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7741" h="1175107">
                      <a:moveTo>
                        <a:pt x="227742" y="0"/>
                      </a:moveTo>
                      <a:lnTo>
                        <a:pt x="227742" y="1043908"/>
                      </a:lnTo>
                      <a:cubicBezTo>
                        <a:pt x="227742" y="1116397"/>
                        <a:pt x="167339" y="1175108"/>
                        <a:pt x="92761" y="1175108"/>
                      </a:cubicBezTo>
                      <a:lnTo>
                        <a:pt x="0" y="1175108"/>
                      </a:ln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04" name="手繪多邊形: 圖案 703">
                  <a:extLst>
                    <a:ext uri="{FF2B5EF4-FFF2-40B4-BE49-F238E27FC236}">
                      <a16:creationId xmlns:a16="http://schemas.microsoft.com/office/drawing/2014/main" id="{E1D4C064-9EFE-5737-C690-A6581FA1CB30}"/>
                    </a:ext>
                  </a:extLst>
                </p:cNvPr>
                <p:cNvSpPr/>
                <p:nvPr/>
              </p:nvSpPr>
              <p:spPr>
                <a:xfrm>
                  <a:off x="36711005" y="30933203"/>
                  <a:ext cx="673053" cy="723096"/>
                </a:xfrm>
                <a:custGeom>
                  <a:avLst/>
                  <a:gdLst>
                    <a:gd name="connsiteX0" fmla="*/ 673054 w 673053"/>
                    <a:gd name="connsiteY0" fmla="*/ 0 h 723096"/>
                    <a:gd name="connsiteX1" fmla="*/ 0 w 673053"/>
                    <a:gd name="connsiteY1" fmla="*/ 723097 h 723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3053" h="723096">
                      <a:moveTo>
                        <a:pt x="673054" y="0"/>
                      </a:moveTo>
                      <a:cubicBezTo>
                        <a:pt x="673054" y="0"/>
                        <a:pt x="578444" y="596391"/>
                        <a:pt x="0" y="723097"/>
                      </a:cubicBezTo>
                    </a:path>
                  </a:pathLst>
                </a:custGeom>
                <a:noFill/>
                <a:ln w="14629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705" name="圖形 18">
              <a:extLst>
                <a:ext uri="{FF2B5EF4-FFF2-40B4-BE49-F238E27FC236}">
                  <a16:creationId xmlns:a16="http://schemas.microsoft.com/office/drawing/2014/main" id="{87ED2F54-85D4-D8A8-2143-E7094FDC5297}"/>
                </a:ext>
              </a:extLst>
            </p:cNvPr>
            <p:cNvGrpSpPr/>
            <p:nvPr/>
          </p:nvGrpSpPr>
          <p:grpSpPr>
            <a:xfrm>
              <a:off x="35082137" y="26714900"/>
              <a:ext cx="14235006" cy="33900833"/>
              <a:chOff x="35082137" y="26714900"/>
              <a:chExt cx="14235006" cy="33900833"/>
            </a:xfrm>
          </p:grpSpPr>
          <p:sp>
            <p:nvSpPr>
              <p:cNvPr id="706" name="手繪多邊形: 圖案 705">
                <a:extLst>
                  <a:ext uri="{FF2B5EF4-FFF2-40B4-BE49-F238E27FC236}">
                    <a16:creationId xmlns:a16="http://schemas.microsoft.com/office/drawing/2014/main" id="{268B12FB-92EA-877B-3A9F-AD6D5E71CB5A}"/>
                  </a:ext>
                </a:extLst>
              </p:cNvPr>
              <p:cNvSpPr/>
              <p:nvPr/>
            </p:nvSpPr>
            <p:spPr>
              <a:xfrm>
                <a:off x="35082137" y="26714900"/>
                <a:ext cx="2620807" cy="1912007"/>
              </a:xfrm>
              <a:custGeom>
                <a:avLst/>
                <a:gdLst>
                  <a:gd name="connsiteX0" fmla="*/ 1597125 w 2620807"/>
                  <a:gd name="connsiteY0" fmla="*/ 1894447 h 1912007"/>
                  <a:gd name="connsiteX1" fmla="*/ 2422110 w 2620807"/>
                  <a:gd name="connsiteY1" fmla="*/ 1373541 h 1912007"/>
                  <a:gd name="connsiteX2" fmla="*/ 2605475 w 2620807"/>
                  <a:gd name="connsiteY2" fmla="*/ 388343 h 1912007"/>
                  <a:gd name="connsiteX3" fmla="*/ 1914238 w 2620807"/>
                  <a:gd name="connsiteY3" fmla="*/ 18707 h 1912007"/>
                  <a:gd name="connsiteX4" fmla="*/ 719442 w 2620807"/>
                  <a:gd name="connsiteY4" fmla="*/ 18707 h 1912007"/>
                  <a:gd name="connsiteX5" fmla="*/ 13411 w 2620807"/>
                  <a:gd name="connsiteY5" fmla="*/ 388343 h 1912007"/>
                  <a:gd name="connsiteX6" fmla="*/ 214034 w 2620807"/>
                  <a:gd name="connsiteY6" fmla="*/ 1373541 h 1912007"/>
                  <a:gd name="connsiteX7" fmla="*/ 1076616 w 2620807"/>
                  <a:gd name="connsiteY7" fmla="*/ 1894447 h 1912007"/>
                  <a:gd name="connsiteX8" fmla="*/ 1597433 w 2620807"/>
                  <a:gd name="connsiteY8" fmla="*/ 1894447 h 19120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20807" h="1912007">
                    <a:moveTo>
                      <a:pt x="1597125" y="1894447"/>
                    </a:moveTo>
                    <a:cubicBezTo>
                      <a:pt x="2079420" y="2004079"/>
                      <a:pt x="2340135" y="1572437"/>
                      <a:pt x="2422110" y="1373541"/>
                    </a:cubicBezTo>
                    <a:cubicBezTo>
                      <a:pt x="2556783" y="1046739"/>
                      <a:pt x="2661255" y="615397"/>
                      <a:pt x="2605475" y="388343"/>
                    </a:cubicBezTo>
                    <a:cubicBezTo>
                      <a:pt x="2531204" y="86104"/>
                      <a:pt x="2257544" y="-53483"/>
                      <a:pt x="1914238" y="18707"/>
                    </a:cubicBezTo>
                    <a:cubicBezTo>
                      <a:pt x="1156126" y="178364"/>
                      <a:pt x="1197422" y="110367"/>
                      <a:pt x="719442" y="18707"/>
                    </a:cubicBezTo>
                    <a:cubicBezTo>
                      <a:pt x="269198" y="-67562"/>
                      <a:pt x="67959" y="160691"/>
                      <a:pt x="13411" y="388343"/>
                    </a:cubicBezTo>
                    <a:cubicBezTo>
                      <a:pt x="-41135" y="615697"/>
                      <a:pt x="79670" y="1107247"/>
                      <a:pt x="214034" y="1373541"/>
                    </a:cubicBezTo>
                    <a:cubicBezTo>
                      <a:pt x="327750" y="1599097"/>
                      <a:pt x="590316" y="1990001"/>
                      <a:pt x="1076616" y="1894447"/>
                    </a:cubicBezTo>
                    <a:cubicBezTo>
                      <a:pt x="1202044" y="1869885"/>
                      <a:pt x="1375855" y="1844123"/>
                      <a:pt x="1597433" y="1894447"/>
                    </a:cubicBezTo>
                    <a:close/>
                  </a:path>
                </a:pathLst>
              </a:custGeom>
              <a:solidFill>
                <a:srgbClr val="9E7253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07" name="手繪多邊形: 圖案 706">
                <a:extLst>
                  <a:ext uri="{FF2B5EF4-FFF2-40B4-BE49-F238E27FC236}">
                    <a16:creationId xmlns:a16="http://schemas.microsoft.com/office/drawing/2014/main" id="{B06CE4A9-7C2B-8058-76E5-9FBE4E8555C7}"/>
                  </a:ext>
                </a:extLst>
              </p:cNvPr>
              <p:cNvSpPr/>
              <p:nvPr/>
            </p:nvSpPr>
            <p:spPr>
              <a:xfrm>
                <a:off x="35426079" y="27021944"/>
                <a:ext cx="242677" cy="234862"/>
              </a:xfrm>
              <a:custGeom>
                <a:avLst/>
                <a:gdLst>
                  <a:gd name="connsiteX0" fmla="*/ 145292 w 242677"/>
                  <a:gd name="connsiteY0" fmla="*/ 2818 h 234862"/>
                  <a:gd name="connsiteX1" fmla="*/ 104613 w 242677"/>
                  <a:gd name="connsiteY1" fmla="*/ 2818 h 234862"/>
                  <a:gd name="connsiteX2" fmla="*/ 66708 w 242677"/>
                  <a:gd name="connsiteY2" fmla="*/ 2818 h 234862"/>
                  <a:gd name="connsiteX3" fmla="*/ 758 w 242677"/>
                  <a:gd name="connsiteY3" fmla="*/ 172659 h 234862"/>
                  <a:gd name="connsiteX4" fmla="*/ 242677 w 242677"/>
                  <a:gd name="connsiteY4" fmla="*/ 172659 h 234862"/>
                  <a:gd name="connsiteX5" fmla="*/ 189055 w 242677"/>
                  <a:gd name="connsiteY5" fmla="*/ 11805 h 234862"/>
                  <a:gd name="connsiteX6" fmla="*/ 145292 w 242677"/>
                  <a:gd name="connsiteY6" fmla="*/ 2818 h 2348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2677" h="234862">
                    <a:moveTo>
                      <a:pt x="145292" y="2818"/>
                    </a:moveTo>
                    <a:cubicBezTo>
                      <a:pt x="128035" y="7611"/>
                      <a:pt x="121564" y="8809"/>
                      <a:pt x="104613" y="2818"/>
                    </a:cubicBezTo>
                    <a:cubicBezTo>
                      <a:pt x="93211" y="-1375"/>
                      <a:pt x="77802" y="-477"/>
                      <a:pt x="66708" y="2818"/>
                    </a:cubicBezTo>
                    <a:cubicBezTo>
                      <a:pt x="30344" y="13901"/>
                      <a:pt x="-5712" y="83695"/>
                      <a:pt x="758" y="172659"/>
                    </a:cubicBezTo>
                    <a:cubicBezTo>
                      <a:pt x="7230" y="261624"/>
                      <a:pt x="242985" y="249342"/>
                      <a:pt x="242677" y="172659"/>
                    </a:cubicBezTo>
                    <a:cubicBezTo>
                      <a:pt x="242677" y="111552"/>
                      <a:pt x="219872" y="33072"/>
                      <a:pt x="189055" y="11805"/>
                    </a:cubicBezTo>
                    <a:cubicBezTo>
                      <a:pt x="175803" y="2519"/>
                      <a:pt x="165941" y="-3172"/>
                      <a:pt x="145292" y="281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08" name="圖形 18">
              <a:extLst>
                <a:ext uri="{FF2B5EF4-FFF2-40B4-BE49-F238E27FC236}">
                  <a16:creationId xmlns:a16="http://schemas.microsoft.com/office/drawing/2014/main" id="{26EF91CE-5F45-8458-EC59-422BF3849C41}"/>
                </a:ext>
              </a:extLst>
            </p:cNvPr>
            <p:cNvGrpSpPr/>
            <p:nvPr/>
          </p:nvGrpSpPr>
          <p:grpSpPr>
            <a:xfrm>
              <a:off x="32897950" y="29389357"/>
              <a:ext cx="37959904" cy="5396028"/>
              <a:chOff x="32897950" y="29389357"/>
              <a:chExt cx="37959904" cy="5396028"/>
            </a:xfrm>
            <a:solidFill>
              <a:srgbClr val="714F38"/>
            </a:solidFill>
          </p:grpSpPr>
          <p:sp>
            <p:nvSpPr>
              <p:cNvPr id="709" name="手繪多邊形: 圖案 708">
                <a:extLst>
                  <a:ext uri="{FF2B5EF4-FFF2-40B4-BE49-F238E27FC236}">
                    <a16:creationId xmlns:a16="http://schemas.microsoft.com/office/drawing/2014/main" id="{8CE65A28-2617-2B21-097E-18F244BF8C1E}"/>
                  </a:ext>
                </a:extLst>
              </p:cNvPr>
              <p:cNvSpPr/>
              <p:nvPr/>
            </p:nvSpPr>
            <p:spPr>
              <a:xfrm>
                <a:off x="32897950" y="29392053"/>
                <a:ext cx="157170" cy="297746"/>
              </a:xfrm>
              <a:custGeom>
                <a:avLst/>
                <a:gdLst>
                  <a:gd name="connsiteX0" fmla="*/ 149158 w 157170"/>
                  <a:gd name="connsiteY0" fmla="*/ 600 h 297746"/>
                  <a:gd name="connsiteX1" fmla="*/ 157171 w 157170"/>
                  <a:gd name="connsiteY1" fmla="*/ 8387 h 297746"/>
                  <a:gd name="connsiteX2" fmla="*/ 157171 w 157170"/>
                  <a:gd name="connsiteY2" fmla="*/ 26660 h 297746"/>
                  <a:gd name="connsiteX3" fmla="*/ 149158 w 157170"/>
                  <a:gd name="connsiteY3" fmla="*/ 34447 h 297746"/>
                  <a:gd name="connsiteX4" fmla="*/ 67799 w 157170"/>
                  <a:gd name="connsiteY4" fmla="*/ 34447 h 297746"/>
                  <a:gd name="connsiteX5" fmla="*/ 40988 w 157170"/>
                  <a:gd name="connsiteY5" fmla="*/ 60508 h 297746"/>
                  <a:gd name="connsiteX6" fmla="*/ 40988 w 157170"/>
                  <a:gd name="connsiteY6" fmla="*/ 126407 h 297746"/>
                  <a:gd name="connsiteX7" fmla="*/ 141762 w 157170"/>
                  <a:gd name="connsiteY7" fmla="*/ 126407 h 297746"/>
                  <a:gd name="connsiteX8" fmla="*/ 149775 w 157170"/>
                  <a:gd name="connsiteY8" fmla="*/ 134196 h 297746"/>
                  <a:gd name="connsiteX9" fmla="*/ 149775 w 157170"/>
                  <a:gd name="connsiteY9" fmla="*/ 153067 h 297746"/>
                  <a:gd name="connsiteX10" fmla="*/ 141762 w 157170"/>
                  <a:gd name="connsiteY10" fmla="*/ 160855 h 297746"/>
                  <a:gd name="connsiteX11" fmla="*/ 40988 w 157170"/>
                  <a:gd name="connsiteY11" fmla="*/ 160855 h 297746"/>
                  <a:gd name="connsiteX12" fmla="*/ 40988 w 157170"/>
                  <a:gd name="connsiteY12" fmla="*/ 289359 h 297746"/>
                  <a:gd name="connsiteX13" fmla="*/ 33283 w 157170"/>
                  <a:gd name="connsiteY13" fmla="*/ 297746 h 297746"/>
                  <a:gd name="connsiteX14" fmla="*/ 7704 w 157170"/>
                  <a:gd name="connsiteY14" fmla="*/ 297746 h 297746"/>
                  <a:gd name="connsiteX15" fmla="*/ 0 w 157170"/>
                  <a:gd name="connsiteY15" fmla="*/ 289359 h 297746"/>
                  <a:gd name="connsiteX16" fmla="*/ 0 w 157170"/>
                  <a:gd name="connsiteY16" fmla="*/ 59610 h 297746"/>
                  <a:gd name="connsiteX17" fmla="*/ 61328 w 157170"/>
                  <a:gd name="connsiteY17" fmla="*/ 0 h 297746"/>
                  <a:gd name="connsiteX18" fmla="*/ 149158 w 157170"/>
                  <a:gd name="connsiteY18" fmla="*/ 0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7170" h="297746">
                    <a:moveTo>
                      <a:pt x="149158" y="600"/>
                    </a:moveTo>
                    <a:cubicBezTo>
                      <a:pt x="154705" y="600"/>
                      <a:pt x="157171" y="2696"/>
                      <a:pt x="157171" y="8387"/>
                    </a:cubicBezTo>
                    <a:lnTo>
                      <a:pt x="157171" y="26660"/>
                    </a:lnTo>
                    <a:cubicBezTo>
                      <a:pt x="157171" y="32351"/>
                      <a:pt x="154396" y="34447"/>
                      <a:pt x="149158" y="34447"/>
                    </a:cubicBezTo>
                    <a:lnTo>
                      <a:pt x="67799" y="34447"/>
                    </a:lnTo>
                    <a:cubicBezTo>
                      <a:pt x="53007" y="34447"/>
                      <a:pt x="40988" y="46130"/>
                      <a:pt x="40988" y="60508"/>
                    </a:cubicBezTo>
                    <a:lnTo>
                      <a:pt x="40988" y="126407"/>
                    </a:lnTo>
                    <a:lnTo>
                      <a:pt x="141762" y="126407"/>
                    </a:lnTo>
                    <a:cubicBezTo>
                      <a:pt x="147617" y="126407"/>
                      <a:pt x="149775" y="128504"/>
                      <a:pt x="149775" y="134196"/>
                    </a:cubicBezTo>
                    <a:lnTo>
                      <a:pt x="149775" y="153067"/>
                    </a:lnTo>
                    <a:cubicBezTo>
                      <a:pt x="149775" y="158459"/>
                      <a:pt x="147617" y="160855"/>
                      <a:pt x="141762" y="160855"/>
                    </a:cubicBezTo>
                    <a:lnTo>
                      <a:pt x="40988" y="160855"/>
                    </a:lnTo>
                    <a:lnTo>
                      <a:pt x="40988" y="289359"/>
                    </a:lnTo>
                    <a:cubicBezTo>
                      <a:pt x="40988" y="295050"/>
                      <a:pt x="39139" y="297746"/>
                      <a:pt x="33283" y="297746"/>
                    </a:cubicBezTo>
                    <a:lnTo>
                      <a:pt x="7704" y="297746"/>
                    </a:lnTo>
                    <a:cubicBezTo>
                      <a:pt x="2157" y="297746"/>
                      <a:pt x="0" y="295050"/>
                      <a:pt x="0" y="289359"/>
                    </a:cubicBezTo>
                    <a:lnTo>
                      <a:pt x="0" y="59610"/>
                    </a:lnTo>
                    <a:cubicBezTo>
                      <a:pt x="0" y="26660"/>
                      <a:pt x="27428" y="0"/>
                      <a:pt x="61328" y="0"/>
                    </a:cubicBezTo>
                    <a:lnTo>
                      <a:pt x="149158" y="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0" name="手繪多邊形: 圖案 709">
                <a:extLst>
                  <a:ext uri="{FF2B5EF4-FFF2-40B4-BE49-F238E27FC236}">
                    <a16:creationId xmlns:a16="http://schemas.microsoft.com/office/drawing/2014/main" id="{8BFA2FF5-5C4A-394B-F686-50EC34A05174}"/>
                  </a:ext>
                </a:extLst>
              </p:cNvPr>
              <p:cNvSpPr/>
              <p:nvPr/>
            </p:nvSpPr>
            <p:spPr>
              <a:xfrm>
                <a:off x="33202527" y="29392652"/>
                <a:ext cx="198146" cy="297446"/>
              </a:xfrm>
              <a:custGeom>
                <a:avLst/>
                <a:gdLst>
                  <a:gd name="connsiteX0" fmla="*/ 112077 w 198146"/>
                  <a:gd name="connsiteY0" fmla="*/ 0 h 297446"/>
                  <a:gd name="connsiteX1" fmla="*/ 122556 w 198146"/>
                  <a:gd name="connsiteY1" fmla="*/ 7788 h 297446"/>
                  <a:gd name="connsiteX2" fmla="*/ 197751 w 198146"/>
                  <a:gd name="connsiteY2" fmla="*/ 289658 h 297446"/>
                  <a:gd name="connsiteX3" fmla="*/ 191587 w 198146"/>
                  <a:gd name="connsiteY3" fmla="*/ 297446 h 297446"/>
                  <a:gd name="connsiteX4" fmla="*/ 166008 w 198146"/>
                  <a:gd name="connsiteY4" fmla="*/ 297446 h 297446"/>
                  <a:gd name="connsiteX5" fmla="*/ 156455 w 198146"/>
                  <a:gd name="connsiteY5" fmla="*/ 289658 h 297446"/>
                  <a:gd name="connsiteX6" fmla="*/ 137965 w 198146"/>
                  <a:gd name="connsiteY6" fmla="*/ 219565 h 297446"/>
                  <a:gd name="connsiteX7" fmla="*/ 57838 w 198146"/>
                  <a:gd name="connsiteY7" fmla="*/ 219565 h 297446"/>
                  <a:gd name="connsiteX8" fmla="*/ 39964 w 198146"/>
                  <a:gd name="connsiteY8" fmla="*/ 289658 h 297446"/>
                  <a:gd name="connsiteX9" fmla="*/ 30410 w 198146"/>
                  <a:gd name="connsiteY9" fmla="*/ 297446 h 297446"/>
                  <a:gd name="connsiteX10" fmla="*/ 6682 w 198146"/>
                  <a:gd name="connsiteY10" fmla="*/ 297446 h 297446"/>
                  <a:gd name="connsiteX11" fmla="*/ 518 w 198146"/>
                  <a:gd name="connsiteY11" fmla="*/ 289658 h 297446"/>
                  <a:gd name="connsiteX12" fmla="*/ 76021 w 198146"/>
                  <a:gd name="connsiteY12" fmla="*/ 7788 h 297446"/>
                  <a:gd name="connsiteX13" fmla="*/ 86498 w 198146"/>
                  <a:gd name="connsiteY13" fmla="*/ 0 h 297446"/>
                  <a:gd name="connsiteX14" fmla="*/ 112694 w 198146"/>
                  <a:gd name="connsiteY14" fmla="*/ 0 h 297446"/>
                  <a:gd name="connsiteX15" fmla="*/ 108071 w 198146"/>
                  <a:gd name="connsiteY15" fmla="*/ 104840 h 297446"/>
                  <a:gd name="connsiteX16" fmla="*/ 98209 w 198146"/>
                  <a:gd name="connsiteY16" fmla="*/ 47627 h 297446"/>
                  <a:gd name="connsiteX17" fmla="*/ 87732 w 198146"/>
                  <a:gd name="connsiteY17" fmla="*/ 104540 h 297446"/>
                  <a:gd name="connsiteX18" fmla="*/ 65234 w 198146"/>
                  <a:gd name="connsiteY18" fmla="*/ 187215 h 297446"/>
                  <a:gd name="connsiteX19" fmla="*/ 129952 w 198146"/>
                  <a:gd name="connsiteY19" fmla="*/ 187215 h 297446"/>
                  <a:gd name="connsiteX20" fmla="*/ 107762 w 198146"/>
                  <a:gd name="connsiteY20" fmla="*/ 10484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46" h="297446">
                    <a:moveTo>
                      <a:pt x="112077" y="0"/>
                    </a:moveTo>
                    <a:cubicBezTo>
                      <a:pt x="117624" y="0"/>
                      <a:pt x="121014" y="2696"/>
                      <a:pt x="122556" y="7788"/>
                    </a:cubicBezTo>
                    <a:lnTo>
                      <a:pt x="197751" y="289658"/>
                    </a:lnTo>
                    <a:cubicBezTo>
                      <a:pt x="198983" y="295049"/>
                      <a:pt x="197443" y="297446"/>
                      <a:pt x="191587" y="297446"/>
                    </a:cubicBezTo>
                    <a:lnTo>
                      <a:pt x="166008" y="297446"/>
                    </a:lnTo>
                    <a:cubicBezTo>
                      <a:pt x="160153" y="297446"/>
                      <a:pt x="157995" y="294451"/>
                      <a:pt x="156455" y="289658"/>
                    </a:cubicBezTo>
                    <a:lnTo>
                      <a:pt x="137965" y="219565"/>
                    </a:lnTo>
                    <a:lnTo>
                      <a:pt x="57838" y="219565"/>
                    </a:lnTo>
                    <a:lnTo>
                      <a:pt x="39964" y="289658"/>
                    </a:lnTo>
                    <a:cubicBezTo>
                      <a:pt x="38732" y="294451"/>
                      <a:pt x="35959" y="297446"/>
                      <a:pt x="30410" y="297446"/>
                    </a:cubicBezTo>
                    <a:lnTo>
                      <a:pt x="6682" y="297446"/>
                    </a:lnTo>
                    <a:cubicBezTo>
                      <a:pt x="827" y="297446"/>
                      <a:pt x="-1022" y="294750"/>
                      <a:pt x="518" y="289658"/>
                    </a:cubicBezTo>
                    <a:lnTo>
                      <a:pt x="76021" y="7788"/>
                    </a:lnTo>
                    <a:cubicBezTo>
                      <a:pt x="77253" y="2396"/>
                      <a:pt x="80643" y="0"/>
                      <a:pt x="86498" y="0"/>
                    </a:cubicBezTo>
                    <a:lnTo>
                      <a:pt x="112694" y="0"/>
                    </a:lnTo>
                    <a:close/>
                    <a:moveTo>
                      <a:pt x="108071" y="104840"/>
                    </a:moveTo>
                    <a:cubicBezTo>
                      <a:pt x="104990" y="93756"/>
                      <a:pt x="99443" y="61406"/>
                      <a:pt x="98209" y="47627"/>
                    </a:cubicBezTo>
                    <a:cubicBezTo>
                      <a:pt x="96052" y="63802"/>
                      <a:pt x="91122" y="92259"/>
                      <a:pt x="87732" y="104540"/>
                    </a:cubicBezTo>
                    <a:lnTo>
                      <a:pt x="65234" y="187215"/>
                    </a:lnTo>
                    <a:lnTo>
                      <a:pt x="129952" y="187215"/>
                    </a:lnTo>
                    <a:lnTo>
                      <a:pt x="107762" y="10484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1" name="手繪多邊形: 圖案 710">
                <a:extLst>
                  <a:ext uri="{FF2B5EF4-FFF2-40B4-BE49-F238E27FC236}">
                    <a16:creationId xmlns:a16="http://schemas.microsoft.com/office/drawing/2014/main" id="{3E42F194-3F6F-6C68-D093-DD59D0D2AACF}"/>
                  </a:ext>
                </a:extLst>
              </p:cNvPr>
              <p:cNvSpPr/>
              <p:nvPr/>
            </p:nvSpPr>
            <p:spPr>
              <a:xfrm>
                <a:off x="33580251" y="29392353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9 w 178432"/>
                  <a:gd name="connsiteY2" fmla="*/ 297746 h 297746"/>
                  <a:gd name="connsiteX3" fmla="*/ 139296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4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2 w 178432"/>
                  <a:gd name="connsiteY18" fmla="*/ 0 h 297746"/>
                  <a:gd name="connsiteX19" fmla="*/ 178126 w 178432"/>
                  <a:gd name="connsiteY19" fmla="*/ 7788 h 297746"/>
                  <a:gd name="connsiteX20" fmla="*/ 178126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9" y="297746"/>
                    </a:lnTo>
                    <a:cubicBezTo>
                      <a:pt x="142685" y="297746"/>
                      <a:pt x="141145" y="296548"/>
                      <a:pt x="139296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0"/>
                      <a:pt x="35749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0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41" y="0"/>
                      <a:pt x="37290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2" y="0"/>
                    </a:lnTo>
                    <a:cubicBezTo>
                      <a:pt x="176277" y="0"/>
                      <a:pt x="178126" y="2696"/>
                      <a:pt x="178126" y="7788"/>
                    </a:cubicBezTo>
                    <a:lnTo>
                      <a:pt x="178126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2" name="手繪多邊形: 圖案 711">
                <a:extLst>
                  <a:ext uri="{FF2B5EF4-FFF2-40B4-BE49-F238E27FC236}">
                    <a16:creationId xmlns:a16="http://schemas.microsoft.com/office/drawing/2014/main" id="{7BCD8C06-ED52-A05B-C38F-7FC7C79D2A28}"/>
                  </a:ext>
                </a:extLst>
              </p:cNvPr>
              <p:cNvSpPr/>
              <p:nvPr/>
            </p:nvSpPr>
            <p:spPr>
              <a:xfrm>
                <a:off x="33958074" y="29389357"/>
                <a:ext cx="173194" cy="304336"/>
              </a:xfrm>
              <a:custGeom>
                <a:avLst/>
                <a:gdLst>
                  <a:gd name="connsiteX0" fmla="*/ 164566 w 173194"/>
                  <a:gd name="connsiteY0" fmla="*/ 153366 h 304336"/>
                  <a:gd name="connsiteX1" fmla="*/ 173194 w 173194"/>
                  <a:gd name="connsiteY1" fmla="*/ 160855 h 304336"/>
                  <a:gd name="connsiteX2" fmla="*/ 173194 w 173194"/>
                  <a:gd name="connsiteY2" fmla="*/ 240533 h 304336"/>
                  <a:gd name="connsiteX3" fmla="*/ 86906 w 173194"/>
                  <a:gd name="connsiteY3" fmla="*/ 304336 h 304336"/>
                  <a:gd name="connsiteX4" fmla="*/ 0 w 173194"/>
                  <a:gd name="connsiteY4" fmla="*/ 240533 h 304336"/>
                  <a:gd name="connsiteX5" fmla="*/ 0 w 173194"/>
                  <a:gd name="connsiteY5" fmla="*/ 63803 h 304336"/>
                  <a:gd name="connsiteX6" fmla="*/ 86906 w 173194"/>
                  <a:gd name="connsiteY6" fmla="*/ 0 h 304336"/>
                  <a:gd name="connsiteX7" fmla="*/ 173194 w 173194"/>
                  <a:gd name="connsiteY7" fmla="*/ 63803 h 304336"/>
                  <a:gd name="connsiteX8" fmla="*/ 173194 w 173194"/>
                  <a:gd name="connsiteY8" fmla="*/ 86269 h 304336"/>
                  <a:gd name="connsiteX9" fmla="*/ 165490 w 173194"/>
                  <a:gd name="connsiteY9" fmla="*/ 94057 h 304336"/>
                  <a:gd name="connsiteX10" fmla="*/ 141145 w 173194"/>
                  <a:gd name="connsiteY10" fmla="*/ 94057 h 304336"/>
                  <a:gd name="connsiteX11" fmla="*/ 133132 w 173194"/>
                  <a:gd name="connsiteY11" fmla="*/ 86269 h 304336"/>
                  <a:gd name="connsiteX12" fmla="*/ 133132 w 173194"/>
                  <a:gd name="connsiteY12" fmla="*/ 67397 h 304336"/>
                  <a:gd name="connsiteX13" fmla="*/ 86906 w 173194"/>
                  <a:gd name="connsiteY13" fmla="*/ 34148 h 304336"/>
                  <a:gd name="connsiteX14" fmla="*/ 41296 w 173194"/>
                  <a:gd name="connsiteY14" fmla="*/ 67397 h 304336"/>
                  <a:gd name="connsiteX15" fmla="*/ 41296 w 173194"/>
                  <a:gd name="connsiteY15" fmla="*/ 237239 h 304336"/>
                  <a:gd name="connsiteX16" fmla="*/ 86906 w 173194"/>
                  <a:gd name="connsiteY16" fmla="*/ 270488 h 304336"/>
                  <a:gd name="connsiteX17" fmla="*/ 133132 w 173194"/>
                  <a:gd name="connsiteY17" fmla="*/ 237538 h 304336"/>
                  <a:gd name="connsiteX18" fmla="*/ 133132 w 173194"/>
                  <a:gd name="connsiteY18" fmla="*/ 187514 h 304336"/>
                  <a:gd name="connsiteX19" fmla="*/ 90912 w 173194"/>
                  <a:gd name="connsiteY19" fmla="*/ 187514 h 304336"/>
                  <a:gd name="connsiteX20" fmla="*/ 82899 w 173194"/>
                  <a:gd name="connsiteY20" fmla="*/ 179726 h 304336"/>
                  <a:gd name="connsiteX21" fmla="*/ 82899 w 173194"/>
                  <a:gd name="connsiteY21" fmla="*/ 160855 h 304336"/>
                  <a:gd name="connsiteX22" fmla="*/ 90912 w 173194"/>
                  <a:gd name="connsiteY22" fmla="*/ 153366 h 304336"/>
                  <a:gd name="connsiteX23" fmla="*/ 164873 w 173194"/>
                  <a:gd name="connsiteY23" fmla="*/ 153366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3194" h="304336">
                    <a:moveTo>
                      <a:pt x="164566" y="153366"/>
                    </a:moveTo>
                    <a:cubicBezTo>
                      <a:pt x="170420" y="153366"/>
                      <a:pt x="173194" y="155463"/>
                      <a:pt x="173194" y="160855"/>
                    </a:cubicBezTo>
                    <a:lnTo>
                      <a:pt x="173194" y="240533"/>
                    </a:lnTo>
                    <a:cubicBezTo>
                      <a:pt x="173194" y="274682"/>
                      <a:pt x="153779" y="304336"/>
                      <a:pt x="86906" y="304336"/>
                    </a:cubicBezTo>
                    <a:cubicBezTo>
                      <a:pt x="20032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4"/>
                      <a:pt x="19415" y="0"/>
                      <a:pt x="86906" y="0"/>
                    </a:cubicBezTo>
                    <a:cubicBezTo>
                      <a:pt x="154396" y="0"/>
                      <a:pt x="173194" y="29654"/>
                      <a:pt x="173194" y="63803"/>
                    </a:cubicBezTo>
                    <a:lnTo>
                      <a:pt x="173194" y="86269"/>
                    </a:lnTo>
                    <a:cubicBezTo>
                      <a:pt x="173194" y="91660"/>
                      <a:pt x="171037" y="94057"/>
                      <a:pt x="165490" y="94057"/>
                    </a:cubicBezTo>
                    <a:lnTo>
                      <a:pt x="141145" y="94057"/>
                    </a:lnTo>
                    <a:cubicBezTo>
                      <a:pt x="135289" y="94057"/>
                      <a:pt x="133132" y="91361"/>
                      <a:pt x="133132" y="86269"/>
                    </a:cubicBezTo>
                    <a:lnTo>
                      <a:pt x="133132" y="67397"/>
                    </a:lnTo>
                    <a:cubicBezTo>
                      <a:pt x="133132" y="46729"/>
                      <a:pt x="120496" y="34148"/>
                      <a:pt x="86906" y="34148"/>
                    </a:cubicBezTo>
                    <a:cubicBezTo>
                      <a:pt x="53314" y="34148"/>
                      <a:pt x="41296" y="46729"/>
                      <a:pt x="41296" y="67397"/>
                    </a:cubicBezTo>
                    <a:lnTo>
                      <a:pt x="41296" y="237239"/>
                    </a:lnTo>
                    <a:cubicBezTo>
                      <a:pt x="41296" y="257308"/>
                      <a:pt x="53314" y="270488"/>
                      <a:pt x="86906" y="270488"/>
                    </a:cubicBezTo>
                    <a:cubicBezTo>
                      <a:pt x="120496" y="270488"/>
                      <a:pt x="133132" y="257907"/>
                      <a:pt x="133132" y="237538"/>
                    </a:cubicBezTo>
                    <a:lnTo>
                      <a:pt x="133132" y="187514"/>
                    </a:lnTo>
                    <a:lnTo>
                      <a:pt x="90912" y="187514"/>
                    </a:lnTo>
                    <a:cubicBezTo>
                      <a:pt x="85365" y="187514"/>
                      <a:pt x="82899" y="185417"/>
                      <a:pt x="82899" y="179726"/>
                    </a:cubicBezTo>
                    <a:lnTo>
                      <a:pt x="82899" y="160855"/>
                    </a:lnTo>
                    <a:cubicBezTo>
                      <a:pt x="82899" y="155463"/>
                      <a:pt x="85672" y="153366"/>
                      <a:pt x="90912" y="153366"/>
                    </a:cubicBezTo>
                    <a:lnTo>
                      <a:pt x="164873" y="15336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3" name="手繪多邊形: 圖案 712">
                <a:extLst>
                  <a:ext uri="{FF2B5EF4-FFF2-40B4-BE49-F238E27FC236}">
                    <a16:creationId xmlns:a16="http://schemas.microsoft.com/office/drawing/2014/main" id="{7146180E-03CA-4CF4-6CE7-CD780E1394DD}"/>
                  </a:ext>
                </a:extLst>
              </p:cNvPr>
              <p:cNvSpPr/>
              <p:nvPr/>
            </p:nvSpPr>
            <p:spPr>
              <a:xfrm>
                <a:off x="34549463" y="29392353"/>
                <a:ext cx="177792" cy="297746"/>
              </a:xfrm>
              <a:custGeom>
                <a:avLst/>
                <a:gdLst>
                  <a:gd name="connsiteX0" fmla="*/ 86597 w 177792"/>
                  <a:gd name="connsiteY0" fmla="*/ 300 h 297746"/>
                  <a:gd name="connsiteX1" fmla="*/ 175352 w 177792"/>
                  <a:gd name="connsiteY1" fmla="*/ 64102 h 297746"/>
                  <a:gd name="connsiteX2" fmla="*/ 175352 w 177792"/>
                  <a:gd name="connsiteY2" fmla="*/ 116223 h 297746"/>
                  <a:gd name="connsiteX3" fmla="*/ 131283 w 177792"/>
                  <a:gd name="connsiteY3" fmla="*/ 173436 h 297746"/>
                  <a:gd name="connsiteX4" fmla="*/ 177201 w 177792"/>
                  <a:gd name="connsiteY4" fmla="*/ 289359 h 297746"/>
                  <a:gd name="connsiteX5" fmla="*/ 169496 w 177792"/>
                  <a:gd name="connsiteY5" fmla="*/ 297746 h 297746"/>
                  <a:gd name="connsiteX6" fmla="*/ 141451 w 177792"/>
                  <a:gd name="connsiteY6" fmla="*/ 297746 h 297746"/>
                  <a:gd name="connsiteX7" fmla="*/ 132515 w 177792"/>
                  <a:gd name="connsiteY7" fmla="*/ 289359 h 297746"/>
                  <a:gd name="connsiteX8" fmla="*/ 89678 w 177792"/>
                  <a:gd name="connsiteY8" fmla="*/ 179127 h 297746"/>
                  <a:gd name="connsiteX9" fmla="*/ 40679 w 177792"/>
                  <a:gd name="connsiteY9" fmla="*/ 179127 h 297746"/>
                  <a:gd name="connsiteX10" fmla="*/ 40679 w 177792"/>
                  <a:gd name="connsiteY10" fmla="*/ 289359 h 297746"/>
                  <a:gd name="connsiteX11" fmla="*/ 32975 w 177792"/>
                  <a:gd name="connsiteY11" fmla="*/ 297746 h 297746"/>
                  <a:gd name="connsiteX12" fmla="*/ 7704 w 177792"/>
                  <a:gd name="connsiteY12" fmla="*/ 297746 h 297746"/>
                  <a:gd name="connsiteX13" fmla="*/ 0 w 177792"/>
                  <a:gd name="connsiteY13" fmla="*/ 289359 h 297746"/>
                  <a:gd name="connsiteX14" fmla="*/ 0 w 177792"/>
                  <a:gd name="connsiteY14" fmla="*/ 59609 h 297746"/>
                  <a:gd name="connsiteX15" fmla="*/ 61327 w 177792"/>
                  <a:gd name="connsiteY15" fmla="*/ 0 h 297746"/>
                  <a:gd name="connsiteX16" fmla="*/ 86597 w 177792"/>
                  <a:gd name="connsiteY16" fmla="*/ 0 h 297746"/>
                  <a:gd name="connsiteX17" fmla="*/ 40679 w 177792"/>
                  <a:gd name="connsiteY17" fmla="*/ 60507 h 297746"/>
                  <a:gd name="connsiteX18" fmla="*/ 40679 w 177792"/>
                  <a:gd name="connsiteY18" fmla="*/ 145279 h 297746"/>
                  <a:gd name="connsiteX19" fmla="*/ 86597 w 177792"/>
                  <a:gd name="connsiteY19" fmla="*/ 145279 h 297746"/>
                  <a:gd name="connsiteX20" fmla="*/ 134672 w 177792"/>
                  <a:gd name="connsiteY20" fmla="*/ 112029 h 297746"/>
                  <a:gd name="connsiteX21" fmla="*/ 134672 w 177792"/>
                  <a:gd name="connsiteY21" fmla="*/ 68296 h 297746"/>
                  <a:gd name="connsiteX22" fmla="*/ 86597 w 177792"/>
                  <a:gd name="connsiteY22" fmla="*/ 34747 h 297746"/>
                  <a:gd name="connsiteX23" fmla="*/ 67490 w 177792"/>
                  <a:gd name="connsiteY23" fmla="*/ 34747 h 297746"/>
                  <a:gd name="connsiteX24" fmla="*/ 40679 w 177792"/>
                  <a:gd name="connsiteY24" fmla="*/ 60807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7792" h="297746">
                    <a:moveTo>
                      <a:pt x="86597" y="300"/>
                    </a:moveTo>
                    <a:cubicBezTo>
                      <a:pt x="153779" y="300"/>
                      <a:pt x="175352" y="29954"/>
                      <a:pt x="175352" y="64102"/>
                    </a:cubicBezTo>
                    <a:lnTo>
                      <a:pt x="175352" y="116223"/>
                    </a:lnTo>
                    <a:cubicBezTo>
                      <a:pt x="175352" y="141085"/>
                      <a:pt x="163641" y="163550"/>
                      <a:pt x="131283" y="173436"/>
                    </a:cubicBezTo>
                    <a:lnTo>
                      <a:pt x="177201" y="289359"/>
                    </a:lnTo>
                    <a:cubicBezTo>
                      <a:pt x="179358" y="294750"/>
                      <a:pt x="175352" y="297746"/>
                      <a:pt x="169496" y="297746"/>
                    </a:cubicBezTo>
                    <a:lnTo>
                      <a:pt x="141451" y="297746"/>
                    </a:lnTo>
                    <a:cubicBezTo>
                      <a:pt x="135904" y="297746"/>
                      <a:pt x="134672" y="294750"/>
                      <a:pt x="132515" y="289359"/>
                    </a:cubicBezTo>
                    <a:lnTo>
                      <a:pt x="89678" y="179127"/>
                    </a:lnTo>
                    <a:lnTo>
                      <a:pt x="40679" y="179127"/>
                    </a:lnTo>
                    <a:lnTo>
                      <a:pt x="40679" y="289359"/>
                    </a:lnTo>
                    <a:cubicBezTo>
                      <a:pt x="40679" y="295050"/>
                      <a:pt x="38830" y="297746"/>
                      <a:pt x="32975" y="297746"/>
                    </a:cubicBezTo>
                    <a:lnTo>
                      <a:pt x="7704" y="297746"/>
                    </a:lnTo>
                    <a:cubicBezTo>
                      <a:pt x="2157" y="297746"/>
                      <a:pt x="0" y="295050"/>
                      <a:pt x="0" y="289359"/>
                    </a:cubicBezTo>
                    <a:lnTo>
                      <a:pt x="0" y="59609"/>
                    </a:lnTo>
                    <a:cubicBezTo>
                      <a:pt x="0" y="26659"/>
                      <a:pt x="27428" y="0"/>
                      <a:pt x="61327" y="0"/>
                    </a:cubicBezTo>
                    <a:lnTo>
                      <a:pt x="86597" y="0"/>
                    </a:lnTo>
                    <a:close/>
                    <a:moveTo>
                      <a:pt x="40679" y="60507"/>
                    </a:moveTo>
                    <a:lnTo>
                      <a:pt x="40679" y="145279"/>
                    </a:lnTo>
                    <a:lnTo>
                      <a:pt x="86597" y="145279"/>
                    </a:lnTo>
                    <a:cubicBezTo>
                      <a:pt x="120496" y="145279"/>
                      <a:pt x="134672" y="132697"/>
                      <a:pt x="134672" y="112029"/>
                    </a:cubicBezTo>
                    <a:lnTo>
                      <a:pt x="134672" y="68296"/>
                    </a:lnTo>
                    <a:cubicBezTo>
                      <a:pt x="134672" y="47627"/>
                      <a:pt x="120189" y="34747"/>
                      <a:pt x="86597" y="34747"/>
                    </a:cubicBezTo>
                    <a:lnTo>
                      <a:pt x="67490" y="34747"/>
                    </a:lnTo>
                    <a:cubicBezTo>
                      <a:pt x="52699" y="34747"/>
                      <a:pt x="40679" y="46429"/>
                      <a:pt x="40679" y="60807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4" name="手繪多邊形: 圖案 713">
                <a:extLst>
                  <a:ext uri="{FF2B5EF4-FFF2-40B4-BE49-F238E27FC236}">
                    <a16:creationId xmlns:a16="http://schemas.microsoft.com/office/drawing/2014/main" id="{5DA9537F-0099-48E0-1605-56061364C7EA}"/>
                  </a:ext>
                </a:extLst>
              </p:cNvPr>
              <p:cNvSpPr/>
              <p:nvPr/>
            </p:nvSpPr>
            <p:spPr>
              <a:xfrm>
                <a:off x="34920197" y="29392353"/>
                <a:ext cx="151932" cy="296847"/>
              </a:xfrm>
              <a:custGeom>
                <a:avLst/>
                <a:gdLst>
                  <a:gd name="connsiteX0" fmla="*/ 0 w 151932"/>
                  <a:gd name="connsiteY0" fmla="*/ 238137 h 296847"/>
                  <a:gd name="connsiteX1" fmla="*/ 0 w 151932"/>
                  <a:gd name="connsiteY1" fmla="*/ 59609 h 296847"/>
                  <a:gd name="connsiteX2" fmla="*/ 61328 w 151932"/>
                  <a:gd name="connsiteY2" fmla="*/ 0 h 296847"/>
                  <a:gd name="connsiteX3" fmla="*/ 139296 w 151932"/>
                  <a:gd name="connsiteY3" fmla="*/ 0 h 296847"/>
                  <a:gd name="connsiteX4" fmla="*/ 147309 w 151932"/>
                  <a:gd name="connsiteY4" fmla="*/ 7788 h 296847"/>
                  <a:gd name="connsiteX5" fmla="*/ 147309 w 151932"/>
                  <a:gd name="connsiteY5" fmla="*/ 26060 h 296847"/>
                  <a:gd name="connsiteX6" fmla="*/ 139296 w 151932"/>
                  <a:gd name="connsiteY6" fmla="*/ 33849 h 296847"/>
                  <a:gd name="connsiteX7" fmla="*/ 68107 w 151932"/>
                  <a:gd name="connsiteY7" fmla="*/ 33849 h 296847"/>
                  <a:gd name="connsiteX8" fmla="*/ 41296 w 151932"/>
                  <a:gd name="connsiteY8" fmla="*/ 59909 h 296847"/>
                  <a:gd name="connsiteX9" fmla="*/ 41296 w 151932"/>
                  <a:gd name="connsiteY9" fmla="*/ 125209 h 296847"/>
                  <a:gd name="connsiteX10" fmla="*/ 132823 w 151932"/>
                  <a:gd name="connsiteY10" fmla="*/ 125209 h 296847"/>
                  <a:gd name="connsiteX11" fmla="*/ 141453 w 151932"/>
                  <a:gd name="connsiteY11" fmla="*/ 132997 h 296847"/>
                  <a:gd name="connsiteX12" fmla="*/ 141453 w 151932"/>
                  <a:gd name="connsiteY12" fmla="*/ 150370 h 296847"/>
                  <a:gd name="connsiteX13" fmla="*/ 132823 w 151932"/>
                  <a:gd name="connsiteY13" fmla="*/ 158159 h 296847"/>
                  <a:gd name="connsiteX14" fmla="*/ 41296 w 151932"/>
                  <a:gd name="connsiteY14" fmla="*/ 158159 h 296847"/>
                  <a:gd name="connsiteX15" fmla="*/ 41296 w 151932"/>
                  <a:gd name="connsiteY15" fmla="*/ 236639 h 296847"/>
                  <a:gd name="connsiteX16" fmla="*/ 68107 w 151932"/>
                  <a:gd name="connsiteY16" fmla="*/ 262699 h 296847"/>
                  <a:gd name="connsiteX17" fmla="*/ 143919 w 151932"/>
                  <a:gd name="connsiteY17" fmla="*/ 262699 h 296847"/>
                  <a:gd name="connsiteX18" fmla="*/ 151932 w 151932"/>
                  <a:gd name="connsiteY18" fmla="*/ 270188 h 296847"/>
                  <a:gd name="connsiteX19" fmla="*/ 151932 w 151932"/>
                  <a:gd name="connsiteY19" fmla="*/ 289059 h 296847"/>
                  <a:gd name="connsiteX20" fmla="*/ 143919 w 151932"/>
                  <a:gd name="connsiteY20" fmla="*/ 296847 h 296847"/>
                  <a:gd name="connsiteX21" fmla="*/ 61635 w 151932"/>
                  <a:gd name="connsiteY21" fmla="*/ 296847 h 296847"/>
                  <a:gd name="connsiteX22" fmla="*/ 308 w 151932"/>
                  <a:gd name="connsiteY22" fmla="*/ 237239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32" h="296847">
                    <a:moveTo>
                      <a:pt x="0" y="238137"/>
                    </a:moveTo>
                    <a:lnTo>
                      <a:pt x="0" y="59609"/>
                    </a:lnTo>
                    <a:cubicBezTo>
                      <a:pt x="0" y="26659"/>
                      <a:pt x="27428" y="0"/>
                      <a:pt x="61328" y="0"/>
                    </a:cubicBezTo>
                    <a:lnTo>
                      <a:pt x="139296" y="0"/>
                    </a:lnTo>
                    <a:cubicBezTo>
                      <a:pt x="145151" y="0"/>
                      <a:pt x="147309" y="2097"/>
                      <a:pt x="147309" y="7788"/>
                    </a:cubicBezTo>
                    <a:lnTo>
                      <a:pt x="147309" y="26060"/>
                    </a:lnTo>
                    <a:cubicBezTo>
                      <a:pt x="147309" y="31752"/>
                      <a:pt x="145151" y="33849"/>
                      <a:pt x="139296" y="33849"/>
                    </a:cubicBezTo>
                    <a:lnTo>
                      <a:pt x="68107" y="33849"/>
                    </a:lnTo>
                    <a:cubicBezTo>
                      <a:pt x="53316" y="33849"/>
                      <a:pt x="41296" y="45530"/>
                      <a:pt x="41296" y="59909"/>
                    </a:cubicBezTo>
                    <a:lnTo>
                      <a:pt x="41296" y="125209"/>
                    </a:lnTo>
                    <a:lnTo>
                      <a:pt x="132823" y="125209"/>
                    </a:lnTo>
                    <a:cubicBezTo>
                      <a:pt x="138679" y="125209"/>
                      <a:pt x="141453" y="127306"/>
                      <a:pt x="141453" y="132997"/>
                    </a:cubicBezTo>
                    <a:lnTo>
                      <a:pt x="141453" y="150370"/>
                    </a:lnTo>
                    <a:cubicBezTo>
                      <a:pt x="141453" y="155763"/>
                      <a:pt x="138679" y="158159"/>
                      <a:pt x="132823" y="158159"/>
                    </a:cubicBezTo>
                    <a:lnTo>
                      <a:pt x="41296" y="158159"/>
                    </a:lnTo>
                    <a:lnTo>
                      <a:pt x="41296" y="236639"/>
                    </a:lnTo>
                    <a:cubicBezTo>
                      <a:pt x="41296" y="251017"/>
                      <a:pt x="53316" y="262699"/>
                      <a:pt x="68107" y="262699"/>
                    </a:cubicBezTo>
                    <a:lnTo>
                      <a:pt x="143919" y="262699"/>
                    </a:lnTo>
                    <a:cubicBezTo>
                      <a:pt x="149466" y="262699"/>
                      <a:pt x="151932" y="264496"/>
                      <a:pt x="151932" y="270188"/>
                    </a:cubicBezTo>
                    <a:lnTo>
                      <a:pt x="151932" y="289059"/>
                    </a:lnTo>
                    <a:cubicBezTo>
                      <a:pt x="151932" y="294750"/>
                      <a:pt x="149158" y="296847"/>
                      <a:pt x="143919" y="296847"/>
                    </a:cubicBezTo>
                    <a:lnTo>
                      <a:pt x="61635" y="296847"/>
                    </a:lnTo>
                    <a:cubicBezTo>
                      <a:pt x="27737" y="296847"/>
                      <a:pt x="308" y="270188"/>
                      <a:pt x="308" y="23723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5" name="手繪多邊形: 圖案 714">
                <a:extLst>
                  <a:ext uri="{FF2B5EF4-FFF2-40B4-BE49-F238E27FC236}">
                    <a16:creationId xmlns:a16="http://schemas.microsoft.com/office/drawing/2014/main" id="{17CAA1E8-445F-2276-BEF1-A2E25B28480B}"/>
                  </a:ext>
                </a:extLst>
              </p:cNvPr>
              <p:cNvSpPr/>
              <p:nvPr/>
            </p:nvSpPr>
            <p:spPr>
              <a:xfrm>
                <a:off x="36241346" y="29392353"/>
                <a:ext cx="151930" cy="296847"/>
              </a:xfrm>
              <a:custGeom>
                <a:avLst/>
                <a:gdLst>
                  <a:gd name="connsiteX0" fmla="*/ 0 w 151930"/>
                  <a:gd name="connsiteY0" fmla="*/ 238137 h 296847"/>
                  <a:gd name="connsiteX1" fmla="*/ 0 w 151930"/>
                  <a:gd name="connsiteY1" fmla="*/ 59609 h 296847"/>
                  <a:gd name="connsiteX2" fmla="*/ 61327 w 151930"/>
                  <a:gd name="connsiteY2" fmla="*/ 0 h 296847"/>
                  <a:gd name="connsiteX3" fmla="*/ 139294 w 151930"/>
                  <a:gd name="connsiteY3" fmla="*/ 0 h 296847"/>
                  <a:gd name="connsiteX4" fmla="*/ 147307 w 151930"/>
                  <a:gd name="connsiteY4" fmla="*/ 7788 h 296847"/>
                  <a:gd name="connsiteX5" fmla="*/ 147307 w 151930"/>
                  <a:gd name="connsiteY5" fmla="*/ 26060 h 296847"/>
                  <a:gd name="connsiteX6" fmla="*/ 139294 w 151930"/>
                  <a:gd name="connsiteY6" fmla="*/ 33849 h 296847"/>
                  <a:gd name="connsiteX7" fmla="*/ 68106 w 151930"/>
                  <a:gd name="connsiteY7" fmla="*/ 33849 h 296847"/>
                  <a:gd name="connsiteX8" fmla="*/ 41294 w 151930"/>
                  <a:gd name="connsiteY8" fmla="*/ 59909 h 296847"/>
                  <a:gd name="connsiteX9" fmla="*/ 41294 w 151930"/>
                  <a:gd name="connsiteY9" fmla="*/ 125209 h 296847"/>
                  <a:gd name="connsiteX10" fmla="*/ 132823 w 151930"/>
                  <a:gd name="connsiteY10" fmla="*/ 125209 h 296847"/>
                  <a:gd name="connsiteX11" fmla="*/ 141451 w 151930"/>
                  <a:gd name="connsiteY11" fmla="*/ 132997 h 296847"/>
                  <a:gd name="connsiteX12" fmla="*/ 141451 w 151930"/>
                  <a:gd name="connsiteY12" fmla="*/ 150370 h 296847"/>
                  <a:gd name="connsiteX13" fmla="*/ 132823 w 151930"/>
                  <a:gd name="connsiteY13" fmla="*/ 158159 h 296847"/>
                  <a:gd name="connsiteX14" fmla="*/ 41294 w 151930"/>
                  <a:gd name="connsiteY14" fmla="*/ 158159 h 296847"/>
                  <a:gd name="connsiteX15" fmla="*/ 41294 w 151930"/>
                  <a:gd name="connsiteY15" fmla="*/ 236639 h 296847"/>
                  <a:gd name="connsiteX16" fmla="*/ 68106 w 151930"/>
                  <a:gd name="connsiteY16" fmla="*/ 262699 h 296847"/>
                  <a:gd name="connsiteX17" fmla="*/ 143917 w 151930"/>
                  <a:gd name="connsiteY17" fmla="*/ 262699 h 296847"/>
                  <a:gd name="connsiteX18" fmla="*/ 151930 w 151930"/>
                  <a:gd name="connsiteY18" fmla="*/ 270188 h 296847"/>
                  <a:gd name="connsiteX19" fmla="*/ 151930 w 151930"/>
                  <a:gd name="connsiteY19" fmla="*/ 289059 h 296847"/>
                  <a:gd name="connsiteX20" fmla="*/ 143917 w 151930"/>
                  <a:gd name="connsiteY20" fmla="*/ 296847 h 296847"/>
                  <a:gd name="connsiteX21" fmla="*/ 61635 w 151930"/>
                  <a:gd name="connsiteY21" fmla="*/ 296847 h 296847"/>
                  <a:gd name="connsiteX22" fmla="*/ 307 w 151930"/>
                  <a:gd name="connsiteY22" fmla="*/ 237239 h 2968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1930" h="296847">
                    <a:moveTo>
                      <a:pt x="0" y="238137"/>
                    </a:moveTo>
                    <a:lnTo>
                      <a:pt x="0" y="59609"/>
                    </a:lnTo>
                    <a:cubicBezTo>
                      <a:pt x="0" y="26659"/>
                      <a:pt x="27426" y="0"/>
                      <a:pt x="61327" y="0"/>
                    </a:cubicBezTo>
                    <a:lnTo>
                      <a:pt x="139294" y="0"/>
                    </a:lnTo>
                    <a:cubicBezTo>
                      <a:pt x="145149" y="0"/>
                      <a:pt x="147307" y="2097"/>
                      <a:pt x="147307" y="7788"/>
                    </a:cubicBezTo>
                    <a:lnTo>
                      <a:pt x="147307" y="26060"/>
                    </a:lnTo>
                    <a:cubicBezTo>
                      <a:pt x="147307" y="31752"/>
                      <a:pt x="145149" y="33849"/>
                      <a:pt x="139294" y="33849"/>
                    </a:cubicBezTo>
                    <a:lnTo>
                      <a:pt x="68106" y="33849"/>
                    </a:lnTo>
                    <a:cubicBezTo>
                      <a:pt x="53314" y="33849"/>
                      <a:pt x="41294" y="45530"/>
                      <a:pt x="41294" y="59909"/>
                    </a:cubicBezTo>
                    <a:lnTo>
                      <a:pt x="41294" y="125209"/>
                    </a:lnTo>
                    <a:lnTo>
                      <a:pt x="132823" y="125209"/>
                    </a:lnTo>
                    <a:cubicBezTo>
                      <a:pt x="138679" y="125209"/>
                      <a:pt x="141451" y="127306"/>
                      <a:pt x="141451" y="132997"/>
                    </a:cubicBezTo>
                    <a:lnTo>
                      <a:pt x="141451" y="150370"/>
                    </a:lnTo>
                    <a:cubicBezTo>
                      <a:pt x="141451" y="155763"/>
                      <a:pt x="138679" y="158159"/>
                      <a:pt x="132823" y="158159"/>
                    </a:cubicBezTo>
                    <a:lnTo>
                      <a:pt x="41294" y="158159"/>
                    </a:lnTo>
                    <a:lnTo>
                      <a:pt x="41294" y="236639"/>
                    </a:lnTo>
                    <a:cubicBezTo>
                      <a:pt x="41294" y="251017"/>
                      <a:pt x="53314" y="262699"/>
                      <a:pt x="68106" y="262699"/>
                    </a:cubicBezTo>
                    <a:lnTo>
                      <a:pt x="143917" y="262699"/>
                    </a:lnTo>
                    <a:cubicBezTo>
                      <a:pt x="149464" y="262699"/>
                      <a:pt x="151930" y="264496"/>
                      <a:pt x="151930" y="270188"/>
                    </a:cubicBezTo>
                    <a:lnTo>
                      <a:pt x="151930" y="289059"/>
                    </a:lnTo>
                    <a:cubicBezTo>
                      <a:pt x="151930" y="294750"/>
                      <a:pt x="149156" y="296847"/>
                      <a:pt x="143917" y="296847"/>
                    </a:cubicBezTo>
                    <a:lnTo>
                      <a:pt x="61635" y="296847"/>
                    </a:lnTo>
                    <a:cubicBezTo>
                      <a:pt x="27735" y="296847"/>
                      <a:pt x="307" y="270188"/>
                      <a:pt x="307" y="237239"/>
                    </a:cubicBez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6" name="手繪多邊形: 圖案 715">
                <a:extLst>
                  <a:ext uri="{FF2B5EF4-FFF2-40B4-BE49-F238E27FC236}">
                    <a16:creationId xmlns:a16="http://schemas.microsoft.com/office/drawing/2014/main" id="{96E850E6-E09B-1302-D6AC-6F0E1EBF5F67}"/>
                  </a:ext>
                </a:extLst>
              </p:cNvPr>
              <p:cNvSpPr/>
              <p:nvPr/>
            </p:nvSpPr>
            <p:spPr>
              <a:xfrm>
                <a:off x="35260423" y="29392353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7 w 178432"/>
                  <a:gd name="connsiteY2" fmla="*/ 297746 h 297746"/>
                  <a:gd name="connsiteX3" fmla="*/ 139294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3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0 w 178432"/>
                  <a:gd name="connsiteY18" fmla="*/ 0 h 297746"/>
                  <a:gd name="connsiteX19" fmla="*/ 178124 w 178432"/>
                  <a:gd name="connsiteY19" fmla="*/ 7788 h 297746"/>
                  <a:gd name="connsiteX20" fmla="*/ 178124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7" y="297746"/>
                    </a:lnTo>
                    <a:cubicBezTo>
                      <a:pt x="142685" y="297746"/>
                      <a:pt x="141145" y="296548"/>
                      <a:pt x="139294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0"/>
                      <a:pt x="35748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0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3" y="0"/>
                    </a:lnTo>
                    <a:cubicBezTo>
                      <a:pt x="35439" y="0"/>
                      <a:pt x="37288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0" y="0"/>
                    </a:lnTo>
                    <a:cubicBezTo>
                      <a:pt x="176275" y="0"/>
                      <a:pt x="178124" y="2696"/>
                      <a:pt x="178124" y="7788"/>
                    </a:cubicBezTo>
                    <a:lnTo>
                      <a:pt x="178124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7" name="手繪多邊形: 圖案 716">
                <a:extLst>
                  <a:ext uri="{FF2B5EF4-FFF2-40B4-BE49-F238E27FC236}">
                    <a16:creationId xmlns:a16="http://schemas.microsoft.com/office/drawing/2014/main" id="{DD978BD8-B0B4-A18E-775B-6FBEC9696B91}"/>
                  </a:ext>
                </a:extLst>
              </p:cNvPr>
              <p:cNvSpPr/>
              <p:nvPr/>
            </p:nvSpPr>
            <p:spPr>
              <a:xfrm>
                <a:off x="35864446" y="29392353"/>
                <a:ext cx="177817" cy="297746"/>
              </a:xfrm>
              <a:custGeom>
                <a:avLst/>
                <a:gdLst>
                  <a:gd name="connsiteX0" fmla="*/ 6781 w 177817"/>
                  <a:gd name="connsiteY0" fmla="*/ 297746 h 297746"/>
                  <a:gd name="connsiteX1" fmla="*/ 0 w 177817"/>
                  <a:gd name="connsiteY1" fmla="*/ 289359 h 297746"/>
                  <a:gd name="connsiteX2" fmla="*/ 0 w 177817"/>
                  <a:gd name="connsiteY2" fmla="*/ 8387 h 297746"/>
                  <a:gd name="connsiteX3" fmla="*/ 7704 w 177817"/>
                  <a:gd name="connsiteY3" fmla="*/ 0 h 297746"/>
                  <a:gd name="connsiteX4" fmla="*/ 88755 w 177817"/>
                  <a:gd name="connsiteY4" fmla="*/ 0 h 297746"/>
                  <a:gd name="connsiteX5" fmla="*/ 177818 w 177817"/>
                  <a:gd name="connsiteY5" fmla="*/ 63803 h 297746"/>
                  <a:gd name="connsiteX6" fmla="*/ 177818 w 177817"/>
                  <a:gd name="connsiteY6" fmla="*/ 233643 h 297746"/>
                  <a:gd name="connsiteX7" fmla="*/ 88755 w 177817"/>
                  <a:gd name="connsiteY7" fmla="*/ 297446 h 297746"/>
                  <a:gd name="connsiteX8" fmla="*/ 6781 w 177817"/>
                  <a:gd name="connsiteY8" fmla="*/ 297446 h 297746"/>
                  <a:gd name="connsiteX9" fmla="*/ 40988 w 177817"/>
                  <a:gd name="connsiteY9" fmla="*/ 34447 h 297746"/>
                  <a:gd name="connsiteX10" fmla="*/ 40988 w 177817"/>
                  <a:gd name="connsiteY10" fmla="*/ 263598 h 297746"/>
                  <a:gd name="connsiteX11" fmla="*/ 88138 w 177817"/>
                  <a:gd name="connsiteY11" fmla="*/ 263598 h 297746"/>
                  <a:gd name="connsiteX12" fmla="*/ 136830 w 177817"/>
                  <a:gd name="connsiteY12" fmla="*/ 229450 h 297746"/>
                  <a:gd name="connsiteX13" fmla="*/ 136830 w 177817"/>
                  <a:gd name="connsiteY13" fmla="*/ 68296 h 297746"/>
                  <a:gd name="connsiteX14" fmla="*/ 88138 w 177817"/>
                  <a:gd name="connsiteY14" fmla="*/ 34147 h 297746"/>
                  <a:gd name="connsiteX15" fmla="*/ 40988 w 177817"/>
                  <a:gd name="connsiteY15" fmla="*/ 34147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7817" h="297746">
                    <a:moveTo>
                      <a:pt x="6781" y="297746"/>
                    </a:moveTo>
                    <a:cubicBezTo>
                      <a:pt x="1849" y="297746"/>
                      <a:pt x="0" y="295050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7704" y="0"/>
                    </a:cubicBezTo>
                    <a:lnTo>
                      <a:pt x="88755" y="0"/>
                    </a:lnTo>
                    <a:cubicBezTo>
                      <a:pt x="155937" y="0"/>
                      <a:pt x="177818" y="29654"/>
                      <a:pt x="177818" y="63803"/>
                    </a:cubicBezTo>
                    <a:lnTo>
                      <a:pt x="177818" y="233643"/>
                    </a:lnTo>
                    <a:cubicBezTo>
                      <a:pt x="177818" y="267792"/>
                      <a:pt x="155628" y="297446"/>
                      <a:pt x="88755" y="297446"/>
                    </a:cubicBezTo>
                    <a:lnTo>
                      <a:pt x="6781" y="297446"/>
                    </a:lnTo>
                    <a:close/>
                    <a:moveTo>
                      <a:pt x="40988" y="34447"/>
                    </a:moveTo>
                    <a:lnTo>
                      <a:pt x="40988" y="263598"/>
                    </a:lnTo>
                    <a:lnTo>
                      <a:pt x="88138" y="263598"/>
                    </a:lnTo>
                    <a:cubicBezTo>
                      <a:pt x="122347" y="263598"/>
                      <a:pt x="136830" y="250418"/>
                      <a:pt x="136830" y="229450"/>
                    </a:cubicBezTo>
                    <a:lnTo>
                      <a:pt x="136830" y="68296"/>
                    </a:lnTo>
                    <a:cubicBezTo>
                      <a:pt x="136830" y="47327"/>
                      <a:pt x="122347" y="34147"/>
                      <a:pt x="88138" y="34147"/>
                    </a:cubicBezTo>
                    <a:lnTo>
                      <a:pt x="40988" y="34147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8" name="手繪多邊形: 圖案 717">
                <a:extLst>
                  <a:ext uri="{FF2B5EF4-FFF2-40B4-BE49-F238E27FC236}">
                    <a16:creationId xmlns:a16="http://schemas.microsoft.com/office/drawing/2014/main" id="{E8360AD5-669F-2348-B523-E37B60CFFC5F}"/>
                  </a:ext>
                </a:extLst>
              </p:cNvPr>
              <p:cNvSpPr/>
              <p:nvPr/>
            </p:nvSpPr>
            <p:spPr>
              <a:xfrm>
                <a:off x="36581571" y="29392353"/>
                <a:ext cx="178432" cy="297746"/>
              </a:xfrm>
              <a:custGeom>
                <a:avLst/>
                <a:gdLst>
                  <a:gd name="connsiteX0" fmla="*/ 178433 w 178432"/>
                  <a:gd name="connsiteY0" fmla="*/ 289958 h 297746"/>
                  <a:gd name="connsiteX1" fmla="*/ 170728 w 178432"/>
                  <a:gd name="connsiteY1" fmla="*/ 297746 h 297746"/>
                  <a:gd name="connsiteX2" fmla="*/ 147307 w 178432"/>
                  <a:gd name="connsiteY2" fmla="*/ 297746 h 297746"/>
                  <a:gd name="connsiteX3" fmla="*/ 139296 w 178432"/>
                  <a:gd name="connsiteY3" fmla="*/ 292953 h 297746"/>
                  <a:gd name="connsiteX4" fmla="*/ 51465 w 178432"/>
                  <a:gd name="connsiteY4" fmla="*/ 115623 h 297746"/>
                  <a:gd name="connsiteX5" fmla="*/ 37905 w 178432"/>
                  <a:gd name="connsiteY5" fmla="*/ 84471 h 297746"/>
                  <a:gd name="connsiteX6" fmla="*/ 37905 w 178432"/>
                  <a:gd name="connsiteY6" fmla="*/ 289659 h 297746"/>
                  <a:gd name="connsiteX7" fmla="*/ 30201 w 178432"/>
                  <a:gd name="connsiteY7" fmla="*/ 297446 h 297746"/>
                  <a:gd name="connsiteX8" fmla="*/ 7704 w 178432"/>
                  <a:gd name="connsiteY8" fmla="*/ 297446 h 297746"/>
                  <a:gd name="connsiteX9" fmla="*/ 0 w 178432"/>
                  <a:gd name="connsiteY9" fmla="*/ 289659 h 297746"/>
                  <a:gd name="connsiteX10" fmla="*/ 0 w 178432"/>
                  <a:gd name="connsiteY10" fmla="*/ 7788 h 297746"/>
                  <a:gd name="connsiteX11" fmla="*/ 7704 w 178432"/>
                  <a:gd name="connsiteY11" fmla="*/ 0 h 297746"/>
                  <a:gd name="connsiteX12" fmla="*/ 31434 w 178432"/>
                  <a:gd name="connsiteY12" fmla="*/ 0 h 297746"/>
                  <a:gd name="connsiteX13" fmla="*/ 38522 w 178432"/>
                  <a:gd name="connsiteY13" fmla="*/ 4493 h 297746"/>
                  <a:gd name="connsiteX14" fmla="*/ 128509 w 178432"/>
                  <a:gd name="connsiteY14" fmla="*/ 184219 h 297746"/>
                  <a:gd name="connsiteX15" fmla="*/ 140219 w 178432"/>
                  <a:gd name="connsiteY15" fmla="*/ 212076 h 297746"/>
                  <a:gd name="connsiteX16" fmla="*/ 140219 w 178432"/>
                  <a:gd name="connsiteY16" fmla="*/ 7788 h 297746"/>
                  <a:gd name="connsiteX17" fmla="*/ 148232 w 178432"/>
                  <a:gd name="connsiteY17" fmla="*/ 0 h 297746"/>
                  <a:gd name="connsiteX18" fmla="*/ 170420 w 178432"/>
                  <a:gd name="connsiteY18" fmla="*/ 0 h 297746"/>
                  <a:gd name="connsiteX19" fmla="*/ 178124 w 178432"/>
                  <a:gd name="connsiteY19" fmla="*/ 7788 h 297746"/>
                  <a:gd name="connsiteX20" fmla="*/ 178124 w 178432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2" h="297746">
                    <a:moveTo>
                      <a:pt x="178433" y="289958"/>
                    </a:moveTo>
                    <a:cubicBezTo>
                      <a:pt x="178433" y="295349"/>
                      <a:pt x="176584" y="297746"/>
                      <a:pt x="170728" y="297746"/>
                    </a:cubicBezTo>
                    <a:lnTo>
                      <a:pt x="147307" y="297746"/>
                    </a:lnTo>
                    <a:cubicBezTo>
                      <a:pt x="142685" y="297746"/>
                      <a:pt x="141145" y="296548"/>
                      <a:pt x="139296" y="292953"/>
                    </a:cubicBezTo>
                    <a:lnTo>
                      <a:pt x="51465" y="115623"/>
                    </a:lnTo>
                    <a:cubicBezTo>
                      <a:pt x="46535" y="106039"/>
                      <a:pt x="40988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0"/>
                      <a:pt x="35748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0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39" y="0"/>
                      <a:pt x="37290" y="1198"/>
                      <a:pt x="38522" y="4493"/>
                    </a:cubicBezTo>
                    <a:lnTo>
                      <a:pt x="128509" y="184219"/>
                    </a:lnTo>
                    <a:cubicBezTo>
                      <a:pt x="132207" y="191708"/>
                      <a:pt x="138062" y="205786"/>
                      <a:pt x="140219" y="212076"/>
                    </a:cubicBezTo>
                    <a:lnTo>
                      <a:pt x="140219" y="7788"/>
                    </a:lnTo>
                    <a:cubicBezTo>
                      <a:pt x="140219" y="2396"/>
                      <a:pt x="142994" y="0"/>
                      <a:pt x="148232" y="0"/>
                    </a:cubicBezTo>
                    <a:lnTo>
                      <a:pt x="170420" y="0"/>
                    </a:lnTo>
                    <a:cubicBezTo>
                      <a:pt x="176275" y="0"/>
                      <a:pt x="178124" y="2696"/>
                      <a:pt x="178124" y="7788"/>
                    </a:cubicBezTo>
                    <a:lnTo>
                      <a:pt x="178124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19" name="手繪多邊形: 圖案 718">
                <a:extLst>
                  <a:ext uri="{FF2B5EF4-FFF2-40B4-BE49-F238E27FC236}">
                    <a16:creationId xmlns:a16="http://schemas.microsoft.com/office/drawing/2014/main" id="{3ABF9D94-43FD-15CA-2480-7E1327698B97}"/>
                  </a:ext>
                </a:extLst>
              </p:cNvPr>
              <p:cNvSpPr/>
              <p:nvPr/>
            </p:nvSpPr>
            <p:spPr>
              <a:xfrm>
                <a:off x="36938745" y="29392652"/>
                <a:ext cx="176894" cy="297446"/>
              </a:xfrm>
              <a:custGeom>
                <a:avLst/>
                <a:gdLst>
                  <a:gd name="connsiteX0" fmla="*/ 168881 w 176894"/>
                  <a:gd name="connsiteY0" fmla="*/ 0 h 297446"/>
                  <a:gd name="connsiteX1" fmla="*/ 176894 w 176894"/>
                  <a:gd name="connsiteY1" fmla="*/ 7788 h 297446"/>
                  <a:gd name="connsiteX2" fmla="*/ 176894 w 176894"/>
                  <a:gd name="connsiteY2" fmla="*/ 26060 h 297446"/>
                  <a:gd name="connsiteX3" fmla="*/ 168881 w 176894"/>
                  <a:gd name="connsiteY3" fmla="*/ 33848 h 297446"/>
                  <a:gd name="connsiteX4" fmla="*/ 109095 w 176894"/>
                  <a:gd name="connsiteY4" fmla="*/ 33848 h 297446"/>
                  <a:gd name="connsiteX5" fmla="*/ 109095 w 176894"/>
                  <a:gd name="connsiteY5" fmla="*/ 289059 h 297446"/>
                  <a:gd name="connsiteX6" fmla="*/ 101391 w 176894"/>
                  <a:gd name="connsiteY6" fmla="*/ 297446 h 297446"/>
                  <a:gd name="connsiteX7" fmla="*/ 75812 w 176894"/>
                  <a:gd name="connsiteY7" fmla="*/ 297446 h 297446"/>
                  <a:gd name="connsiteX8" fmla="*/ 67799 w 176894"/>
                  <a:gd name="connsiteY8" fmla="*/ 289059 h 297446"/>
                  <a:gd name="connsiteX9" fmla="*/ 67799 w 176894"/>
                  <a:gd name="connsiteY9" fmla="*/ 33848 h 297446"/>
                  <a:gd name="connsiteX10" fmla="*/ 8013 w 176894"/>
                  <a:gd name="connsiteY10" fmla="*/ 33848 h 297446"/>
                  <a:gd name="connsiteX11" fmla="*/ 0 w 176894"/>
                  <a:gd name="connsiteY11" fmla="*/ 26060 h 297446"/>
                  <a:gd name="connsiteX12" fmla="*/ 0 w 176894"/>
                  <a:gd name="connsiteY12" fmla="*/ 7788 h 297446"/>
                  <a:gd name="connsiteX13" fmla="*/ 8013 w 176894"/>
                  <a:gd name="connsiteY13" fmla="*/ 0 h 297446"/>
                  <a:gd name="connsiteX14" fmla="*/ 169190 w 176894"/>
                  <a:gd name="connsiteY14" fmla="*/ 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6894" h="297446">
                    <a:moveTo>
                      <a:pt x="168881" y="0"/>
                    </a:moveTo>
                    <a:cubicBezTo>
                      <a:pt x="174428" y="0"/>
                      <a:pt x="176894" y="2096"/>
                      <a:pt x="176894" y="7788"/>
                    </a:cubicBezTo>
                    <a:lnTo>
                      <a:pt x="176894" y="26060"/>
                    </a:lnTo>
                    <a:cubicBezTo>
                      <a:pt x="176894" y="31752"/>
                      <a:pt x="174120" y="33848"/>
                      <a:pt x="168881" y="33848"/>
                    </a:cubicBezTo>
                    <a:lnTo>
                      <a:pt x="109095" y="33848"/>
                    </a:lnTo>
                    <a:lnTo>
                      <a:pt x="109095" y="289059"/>
                    </a:lnTo>
                    <a:cubicBezTo>
                      <a:pt x="109095" y="294750"/>
                      <a:pt x="106938" y="297446"/>
                      <a:pt x="101391" y="297446"/>
                    </a:cubicBezTo>
                    <a:lnTo>
                      <a:pt x="75812" y="297446"/>
                    </a:lnTo>
                    <a:cubicBezTo>
                      <a:pt x="69956" y="297446"/>
                      <a:pt x="67799" y="294750"/>
                      <a:pt x="67799" y="289059"/>
                    </a:cubicBezTo>
                    <a:lnTo>
                      <a:pt x="67799" y="33848"/>
                    </a:lnTo>
                    <a:lnTo>
                      <a:pt x="8013" y="33848"/>
                    </a:lnTo>
                    <a:cubicBezTo>
                      <a:pt x="2157" y="33848"/>
                      <a:pt x="0" y="31752"/>
                      <a:pt x="0" y="26060"/>
                    </a:cubicBezTo>
                    <a:lnTo>
                      <a:pt x="0" y="7788"/>
                    </a:lnTo>
                    <a:cubicBezTo>
                      <a:pt x="0" y="2096"/>
                      <a:pt x="2157" y="0"/>
                      <a:pt x="8013" y="0"/>
                    </a:cubicBezTo>
                    <a:lnTo>
                      <a:pt x="169190" y="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0" name="手繪多邊形: 圖案 719">
                <a:extLst>
                  <a:ext uri="{FF2B5EF4-FFF2-40B4-BE49-F238E27FC236}">
                    <a16:creationId xmlns:a16="http://schemas.microsoft.com/office/drawing/2014/main" id="{7EDAE576-0AA4-D1E0-609D-EA3A902B3AA4}"/>
                  </a:ext>
                </a:extLst>
              </p:cNvPr>
              <p:cNvSpPr/>
              <p:nvPr/>
            </p:nvSpPr>
            <p:spPr>
              <a:xfrm>
                <a:off x="37250101" y="29392652"/>
                <a:ext cx="198145" cy="297446"/>
              </a:xfrm>
              <a:custGeom>
                <a:avLst/>
                <a:gdLst>
                  <a:gd name="connsiteX0" fmla="*/ 112078 w 198145"/>
                  <a:gd name="connsiteY0" fmla="*/ 0 h 297446"/>
                  <a:gd name="connsiteX1" fmla="*/ 122555 w 198145"/>
                  <a:gd name="connsiteY1" fmla="*/ 7788 h 297446"/>
                  <a:gd name="connsiteX2" fmla="*/ 197750 w 198145"/>
                  <a:gd name="connsiteY2" fmla="*/ 289658 h 297446"/>
                  <a:gd name="connsiteX3" fmla="*/ 191586 w 198145"/>
                  <a:gd name="connsiteY3" fmla="*/ 297446 h 297446"/>
                  <a:gd name="connsiteX4" fmla="*/ 166009 w 198145"/>
                  <a:gd name="connsiteY4" fmla="*/ 297446 h 297446"/>
                  <a:gd name="connsiteX5" fmla="*/ 156456 w 198145"/>
                  <a:gd name="connsiteY5" fmla="*/ 289658 h 297446"/>
                  <a:gd name="connsiteX6" fmla="*/ 137964 w 198145"/>
                  <a:gd name="connsiteY6" fmla="*/ 219565 h 297446"/>
                  <a:gd name="connsiteX7" fmla="*/ 57839 w 198145"/>
                  <a:gd name="connsiteY7" fmla="*/ 219565 h 297446"/>
                  <a:gd name="connsiteX8" fmla="*/ 39965 w 198145"/>
                  <a:gd name="connsiteY8" fmla="*/ 289658 h 297446"/>
                  <a:gd name="connsiteX9" fmla="*/ 30411 w 198145"/>
                  <a:gd name="connsiteY9" fmla="*/ 297446 h 297446"/>
                  <a:gd name="connsiteX10" fmla="*/ 6681 w 198145"/>
                  <a:gd name="connsiteY10" fmla="*/ 297446 h 297446"/>
                  <a:gd name="connsiteX11" fmla="*/ 519 w 198145"/>
                  <a:gd name="connsiteY11" fmla="*/ 289658 h 297446"/>
                  <a:gd name="connsiteX12" fmla="*/ 76021 w 198145"/>
                  <a:gd name="connsiteY12" fmla="*/ 7788 h 297446"/>
                  <a:gd name="connsiteX13" fmla="*/ 86499 w 198145"/>
                  <a:gd name="connsiteY13" fmla="*/ 0 h 297446"/>
                  <a:gd name="connsiteX14" fmla="*/ 112693 w 198145"/>
                  <a:gd name="connsiteY14" fmla="*/ 0 h 297446"/>
                  <a:gd name="connsiteX15" fmla="*/ 108072 w 198145"/>
                  <a:gd name="connsiteY15" fmla="*/ 104840 h 297446"/>
                  <a:gd name="connsiteX16" fmla="*/ 98210 w 198145"/>
                  <a:gd name="connsiteY16" fmla="*/ 47627 h 297446"/>
                  <a:gd name="connsiteX17" fmla="*/ 87731 w 198145"/>
                  <a:gd name="connsiteY17" fmla="*/ 104540 h 297446"/>
                  <a:gd name="connsiteX18" fmla="*/ 65235 w 198145"/>
                  <a:gd name="connsiteY18" fmla="*/ 187215 h 297446"/>
                  <a:gd name="connsiteX19" fmla="*/ 129951 w 198145"/>
                  <a:gd name="connsiteY19" fmla="*/ 187215 h 297446"/>
                  <a:gd name="connsiteX20" fmla="*/ 107763 w 198145"/>
                  <a:gd name="connsiteY20" fmla="*/ 104840 h 297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8145" h="297446">
                    <a:moveTo>
                      <a:pt x="112078" y="0"/>
                    </a:moveTo>
                    <a:cubicBezTo>
                      <a:pt x="117625" y="0"/>
                      <a:pt x="121015" y="2696"/>
                      <a:pt x="122555" y="7788"/>
                    </a:cubicBezTo>
                    <a:lnTo>
                      <a:pt x="197750" y="289658"/>
                    </a:lnTo>
                    <a:cubicBezTo>
                      <a:pt x="198982" y="295049"/>
                      <a:pt x="197442" y="297446"/>
                      <a:pt x="191586" y="297446"/>
                    </a:cubicBezTo>
                    <a:lnTo>
                      <a:pt x="166009" y="297446"/>
                    </a:lnTo>
                    <a:cubicBezTo>
                      <a:pt x="160154" y="297446"/>
                      <a:pt x="157996" y="294451"/>
                      <a:pt x="156456" y="289658"/>
                    </a:cubicBezTo>
                    <a:lnTo>
                      <a:pt x="137964" y="219565"/>
                    </a:lnTo>
                    <a:lnTo>
                      <a:pt x="57839" y="219565"/>
                    </a:lnTo>
                    <a:lnTo>
                      <a:pt x="39965" y="289658"/>
                    </a:lnTo>
                    <a:cubicBezTo>
                      <a:pt x="38733" y="294451"/>
                      <a:pt x="35958" y="297446"/>
                      <a:pt x="30411" y="297446"/>
                    </a:cubicBezTo>
                    <a:lnTo>
                      <a:pt x="6681" y="297446"/>
                    </a:lnTo>
                    <a:cubicBezTo>
                      <a:pt x="826" y="297446"/>
                      <a:pt x="-1023" y="294750"/>
                      <a:pt x="519" y="289658"/>
                    </a:cubicBezTo>
                    <a:lnTo>
                      <a:pt x="76021" y="7788"/>
                    </a:lnTo>
                    <a:cubicBezTo>
                      <a:pt x="77254" y="2396"/>
                      <a:pt x="80644" y="0"/>
                      <a:pt x="86499" y="0"/>
                    </a:cubicBezTo>
                    <a:lnTo>
                      <a:pt x="112693" y="0"/>
                    </a:lnTo>
                    <a:close/>
                    <a:moveTo>
                      <a:pt x="108072" y="104840"/>
                    </a:moveTo>
                    <a:cubicBezTo>
                      <a:pt x="104989" y="93756"/>
                      <a:pt x="99442" y="61406"/>
                      <a:pt x="98210" y="47627"/>
                    </a:cubicBezTo>
                    <a:cubicBezTo>
                      <a:pt x="96053" y="63802"/>
                      <a:pt x="91121" y="92259"/>
                      <a:pt x="87731" y="104540"/>
                    </a:cubicBezTo>
                    <a:lnTo>
                      <a:pt x="65235" y="187215"/>
                    </a:lnTo>
                    <a:lnTo>
                      <a:pt x="129951" y="187215"/>
                    </a:lnTo>
                    <a:lnTo>
                      <a:pt x="107763" y="104840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1" name="手繪多邊形: 圖案 720">
                <a:extLst>
                  <a:ext uri="{FF2B5EF4-FFF2-40B4-BE49-F238E27FC236}">
                    <a16:creationId xmlns:a16="http://schemas.microsoft.com/office/drawing/2014/main" id="{49DB3BBE-8C6A-F44B-1C53-AA9CE056F011}"/>
                  </a:ext>
                </a:extLst>
              </p:cNvPr>
              <p:cNvSpPr/>
              <p:nvPr/>
            </p:nvSpPr>
            <p:spPr>
              <a:xfrm>
                <a:off x="37627826" y="29392353"/>
                <a:ext cx="144840" cy="297746"/>
              </a:xfrm>
              <a:custGeom>
                <a:avLst/>
                <a:gdLst>
                  <a:gd name="connsiteX0" fmla="*/ 61327 w 144840"/>
                  <a:gd name="connsiteY0" fmla="*/ 297746 h 297746"/>
                  <a:gd name="connsiteX1" fmla="*/ 0 w 144840"/>
                  <a:gd name="connsiteY1" fmla="*/ 238137 h 297746"/>
                  <a:gd name="connsiteX2" fmla="*/ 0 w 144840"/>
                  <a:gd name="connsiteY2" fmla="*/ 8387 h 297746"/>
                  <a:gd name="connsiteX3" fmla="*/ 8013 w 144840"/>
                  <a:gd name="connsiteY3" fmla="*/ 0 h 297746"/>
                  <a:gd name="connsiteX4" fmla="*/ 33282 w 144840"/>
                  <a:gd name="connsiteY4" fmla="*/ 0 h 297746"/>
                  <a:gd name="connsiteX5" fmla="*/ 40986 w 144840"/>
                  <a:gd name="connsiteY5" fmla="*/ 8387 h 297746"/>
                  <a:gd name="connsiteX6" fmla="*/ 40986 w 144840"/>
                  <a:gd name="connsiteY6" fmla="*/ 237538 h 297746"/>
                  <a:gd name="connsiteX7" fmla="*/ 67797 w 144840"/>
                  <a:gd name="connsiteY7" fmla="*/ 263598 h 297746"/>
                  <a:gd name="connsiteX8" fmla="*/ 136830 w 144840"/>
                  <a:gd name="connsiteY8" fmla="*/ 263598 h 297746"/>
                  <a:gd name="connsiteX9" fmla="*/ 144841 w 144840"/>
                  <a:gd name="connsiteY9" fmla="*/ 271086 h 297746"/>
                  <a:gd name="connsiteX10" fmla="*/ 144841 w 144840"/>
                  <a:gd name="connsiteY10" fmla="*/ 289958 h 297746"/>
                  <a:gd name="connsiteX11" fmla="*/ 136830 w 144840"/>
                  <a:gd name="connsiteY11" fmla="*/ 297746 h 297746"/>
                  <a:gd name="connsiteX12" fmla="*/ 61327 w 144840"/>
                  <a:gd name="connsiteY12" fmla="*/ 297746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40" h="297746">
                    <a:moveTo>
                      <a:pt x="61327" y="297746"/>
                    </a:moveTo>
                    <a:cubicBezTo>
                      <a:pt x="27426" y="297746"/>
                      <a:pt x="0" y="271086"/>
                      <a:pt x="0" y="238137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8013" y="0"/>
                    </a:cubicBezTo>
                    <a:lnTo>
                      <a:pt x="33282" y="0"/>
                    </a:lnTo>
                    <a:cubicBezTo>
                      <a:pt x="39137" y="0"/>
                      <a:pt x="40986" y="2696"/>
                      <a:pt x="40986" y="8387"/>
                    </a:cubicBezTo>
                    <a:lnTo>
                      <a:pt x="40986" y="237538"/>
                    </a:lnTo>
                    <a:cubicBezTo>
                      <a:pt x="40986" y="251916"/>
                      <a:pt x="53005" y="263598"/>
                      <a:pt x="67797" y="263598"/>
                    </a:cubicBezTo>
                    <a:lnTo>
                      <a:pt x="136830" y="263598"/>
                    </a:lnTo>
                    <a:cubicBezTo>
                      <a:pt x="142377" y="263598"/>
                      <a:pt x="144841" y="265395"/>
                      <a:pt x="144841" y="271086"/>
                    </a:cubicBezTo>
                    <a:lnTo>
                      <a:pt x="144841" y="289958"/>
                    </a:lnTo>
                    <a:cubicBezTo>
                      <a:pt x="144841" y="295649"/>
                      <a:pt x="142068" y="297746"/>
                      <a:pt x="136830" y="297746"/>
                    </a:cubicBezTo>
                    <a:lnTo>
                      <a:pt x="61327" y="29774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2" name="手繪多邊形: 圖案 721">
                <a:extLst>
                  <a:ext uri="{FF2B5EF4-FFF2-40B4-BE49-F238E27FC236}">
                    <a16:creationId xmlns:a16="http://schemas.microsoft.com/office/drawing/2014/main" id="{9642062D-3101-4288-7AB0-7259EFF483B5}"/>
                  </a:ext>
                </a:extLst>
              </p:cNvPr>
              <p:cNvSpPr/>
              <p:nvPr/>
            </p:nvSpPr>
            <p:spPr>
              <a:xfrm>
                <a:off x="38524924" y="29392353"/>
                <a:ext cx="144842" cy="297746"/>
              </a:xfrm>
              <a:custGeom>
                <a:avLst/>
                <a:gdLst>
                  <a:gd name="connsiteX0" fmla="*/ 61327 w 144842"/>
                  <a:gd name="connsiteY0" fmla="*/ 297746 h 297746"/>
                  <a:gd name="connsiteX1" fmla="*/ 0 w 144842"/>
                  <a:gd name="connsiteY1" fmla="*/ 238137 h 297746"/>
                  <a:gd name="connsiteX2" fmla="*/ 0 w 144842"/>
                  <a:gd name="connsiteY2" fmla="*/ 8387 h 297746"/>
                  <a:gd name="connsiteX3" fmla="*/ 8013 w 144842"/>
                  <a:gd name="connsiteY3" fmla="*/ 0 h 297746"/>
                  <a:gd name="connsiteX4" fmla="*/ 33283 w 144842"/>
                  <a:gd name="connsiteY4" fmla="*/ 0 h 297746"/>
                  <a:gd name="connsiteX5" fmla="*/ 40988 w 144842"/>
                  <a:gd name="connsiteY5" fmla="*/ 8387 h 297746"/>
                  <a:gd name="connsiteX6" fmla="*/ 40988 w 144842"/>
                  <a:gd name="connsiteY6" fmla="*/ 237538 h 297746"/>
                  <a:gd name="connsiteX7" fmla="*/ 67799 w 144842"/>
                  <a:gd name="connsiteY7" fmla="*/ 263598 h 297746"/>
                  <a:gd name="connsiteX8" fmla="*/ 136830 w 144842"/>
                  <a:gd name="connsiteY8" fmla="*/ 263598 h 297746"/>
                  <a:gd name="connsiteX9" fmla="*/ 144843 w 144842"/>
                  <a:gd name="connsiteY9" fmla="*/ 271086 h 297746"/>
                  <a:gd name="connsiteX10" fmla="*/ 144843 w 144842"/>
                  <a:gd name="connsiteY10" fmla="*/ 289958 h 297746"/>
                  <a:gd name="connsiteX11" fmla="*/ 136830 w 144842"/>
                  <a:gd name="connsiteY11" fmla="*/ 297746 h 297746"/>
                  <a:gd name="connsiteX12" fmla="*/ 61327 w 144842"/>
                  <a:gd name="connsiteY12" fmla="*/ 297746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842" h="297746">
                    <a:moveTo>
                      <a:pt x="61327" y="297746"/>
                    </a:moveTo>
                    <a:cubicBezTo>
                      <a:pt x="27428" y="297746"/>
                      <a:pt x="0" y="271086"/>
                      <a:pt x="0" y="238137"/>
                    </a:cubicBezTo>
                    <a:lnTo>
                      <a:pt x="0" y="8387"/>
                    </a:lnTo>
                    <a:cubicBezTo>
                      <a:pt x="0" y="2696"/>
                      <a:pt x="2157" y="0"/>
                      <a:pt x="8013" y="0"/>
                    </a:cubicBezTo>
                    <a:lnTo>
                      <a:pt x="33283" y="0"/>
                    </a:lnTo>
                    <a:cubicBezTo>
                      <a:pt x="39139" y="0"/>
                      <a:pt x="40988" y="2696"/>
                      <a:pt x="40988" y="8387"/>
                    </a:cubicBezTo>
                    <a:lnTo>
                      <a:pt x="40988" y="237538"/>
                    </a:lnTo>
                    <a:cubicBezTo>
                      <a:pt x="40988" y="251916"/>
                      <a:pt x="53005" y="263598"/>
                      <a:pt x="67799" y="263598"/>
                    </a:cubicBezTo>
                    <a:lnTo>
                      <a:pt x="136830" y="263598"/>
                    </a:lnTo>
                    <a:cubicBezTo>
                      <a:pt x="142377" y="263598"/>
                      <a:pt x="144843" y="265395"/>
                      <a:pt x="144843" y="271086"/>
                    </a:cubicBezTo>
                    <a:lnTo>
                      <a:pt x="144843" y="289958"/>
                    </a:lnTo>
                    <a:cubicBezTo>
                      <a:pt x="144843" y="295649"/>
                      <a:pt x="142068" y="297746"/>
                      <a:pt x="136830" y="297746"/>
                    </a:cubicBezTo>
                    <a:lnTo>
                      <a:pt x="61327" y="297746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3" name="手繪多邊形: 圖案 722">
                <a:extLst>
                  <a:ext uri="{FF2B5EF4-FFF2-40B4-BE49-F238E27FC236}">
                    <a16:creationId xmlns:a16="http://schemas.microsoft.com/office/drawing/2014/main" id="{F0D8FE15-C30C-BD94-36A6-EC8C55BA8A6A}"/>
                  </a:ext>
                </a:extLst>
              </p:cNvPr>
              <p:cNvSpPr/>
              <p:nvPr/>
            </p:nvSpPr>
            <p:spPr>
              <a:xfrm>
                <a:off x="38162201" y="29389357"/>
                <a:ext cx="172579" cy="304336"/>
              </a:xfrm>
              <a:custGeom>
                <a:avLst/>
                <a:gdLst>
                  <a:gd name="connsiteX0" fmla="*/ 172579 w 172579"/>
                  <a:gd name="connsiteY0" fmla="*/ 240533 h 304336"/>
                  <a:gd name="connsiteX1" fmla="*/ 86289 w 172579"/>
                  <a:gd name="connsiteY1" fmla="*/ 304336 h 304336"/>
                  <a:gd name="connsiteX2" fmla="*/ 0 w 172579"/>
                  <a:gd name="connsiteY2" fmla="*/ 240533 h 304336"/>
                  <a:gd name="connsiteX3" fmla="*/ 0 w 172579"/>
                  <a:gd name="connsiteY3" fmla="*/ 63803 h 304336"/>
                  <a:gd name="connsiteX4" fmla="*/ 86289 w 172579"/>
                  <a:gd name="connsiteY4" fmla="*/ 0 h 304336"/>
                  <a:gd name="connsiteX5" fmla="*/ 172579 w 172579"/>
                  <a:gd name="connsiteY5" fmla="*/ 63803 h 304336"/>
                  <a:gd name="connsiteX6" fmla="*/ 172579 w 172579"/>
                  <a:gd name="connsiteY6" fmla="*/ 88366 h 304336"/>
                  <a:gd name="connsiteX7" fmla="*/ 164875 w 172579"/>
                  <a:gd name="connsiteY7" fmla="*/ 96753 h 304336"/>
                  <a:gd name="connsiteX8" fmla="*/ 140528 w 172579"/>
                  <a:gd name="connsiteY8" fmla="*/ 96753 h 304336"/>
                  <a:gd name="connsiteX9" fmla="*/ 132515 w 172579"/>
                  <a:gd name="connsiteY9" fmla="*/ 88366 h 304336"/>
                  <a:gd name="connsiteX10" fmla="*/ 132515 w 172579"/>
                  <a:gd name="connsiteY10" fmla="*/ 67397 h 304336"/>
                  <a:gd name="connsiteX11" fmla="*/ 86597 w 172579"/>
                  <a:gd name="connsiteY11" fmla="*/ 34148 h 304336"/>
                  <a:gd name="connsiteX12" fmla="*/ 40988 w 172579"/>
                  <a:gd name="connsiteY12" fmla="*/ 67397 h 304336"/>
                  <a:gd name="connsiteX13" fmla="*/ 40988 w 172579"/>
                  <a:gd name="connsiteY13" fmla="*/ 237239 h 304336"/>
                  <a:gd name="connsiteX14" fmla="*/ 86597 w 172579"/>
                  <a:gd name="connsiteY14" fmla="*/ 270488 h 304336"/>
                  <a:gd name="connsiteX15" fmla="*/ 132515 w 172579"/>
                  <a:gd name="connsiteY15" fmla="*/ 237239 h 304336"/>
                  <a:gd name="connsiteX16" fmla="*/ 132515 w 172579"/>
                  <a:gd name="connsiteY16" fmla="*/ 210579 h 304336"/>
                  <a:gd name="connsiteX17" fmla="*/ 140528 w 172579"/>
                  <a:gd name="connsiteY17" fmla="*/ 202791 h 304336"/>
                  <a:gd name="connsiteX18" fmla="*/ 164875 w 172579"/>
                  <a:gd name="connsiteY18" fmla="*/ 202791 h 304336"/>
                  <a:gd name="connsiteX19" fmla="*/ 172579 w 172579"/>
                  <a:gd name="connsiteY19" fmla="*/ 210579 h 304336"/>
                  <a:gd name="connsiteX20" fmla="*/ 172579 w 172579"/>
                  <a:gd name="connsiteY20" fmla="*/ 240833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79" h="304336">
                    <a:moveTo>
                      <a:pt x="172579" y="240533"/>
                    </a:moveTo>
                    <a:cubicBezTo>
                      <a:pt x="172579" y="274682"/>
                      <a:pt x="153779" y="304336"/>
                      <a:pt x="86289" y="304336"/>
                    </a:cubicBezTo>
                    <a:cubicBezTo>
                      <a:pt x="18798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4"/>
                      <a:pt x="19415" y="0"/>
                      <a:pt x="86289" y="0"/>
                    </a:cubicBezTo>
                    <a:cubicBezTo>
                      <a:pt x="153164" y="0"/>
                      <a:pt x="172579" y="29654"/>
                      <a:pt x="172579" y="63803"/>
                    </a:cubicBezTo>
                    <a:lnTo>
                      <a:pt x="172579" y="88366"/>
                    </a:lnTo>
                    <a:cubicBezTo>
                      <a:pt x="172579" y="94057"/>
                      <a:pt x="170422" y="96753"/>
                      <a:pt x="164875" y="96753"/>
                    </a:cubicBezTo>
                    <a:lnTo>
                      <a:pt x="140528" y="96753"/>
                    </a:lnTo>
                    <a:cubicBezTo>
                      <a:pt x="134672" y="96753"/>
                      <a:pt x="132515" y="94057"/>
                      <a:pt x="132515" y="88366"/>
                    </a:cubicBezTo>
                    <a:lnTo>
                      <a:pt x="132515" y="67397"/>
                    </a:lnTo>
                    <a:cubicBezTo>
                      <a:pt x="132515" y="46729"/>
                      <a:pt x="120498" y="34148"/>
                      <a:pt x="86597" y="34148"/>
                    </a:cubicBezTo>
                    <a:cubicBezTo>
                      <a:pt x="52699" y="34148"/>
                      <a:pt x="40988" y="46729"/>
                      <a:pt x="40988" y="67397"/>
                    </a:cubicBezTo>
                    <a:lnTo>
                      <a:pt x="40988" y="237239"/>
                    </a:lnTo>
                    <a:cubicBezTo>
                      <a:pt x="40988" y="257907"/>
                      <a:pt x="52699" y="270488"/>
                      <a:pt x="86597" y="270488"/>
                    </a:cubicBezTo>
                    <a:cubicBezTo>
                      <a:pt x="120498" y="270488"/>
                      <a:pt x="132515" y="257907"/>
                      <a:pt x="132515" y="237239"/>
                    </a:cubicBezTo>
                    <a:lnTo>
                      <a:pt x="132515" y="210579"/>
                    </a:lnTo>
                    <a:cubicBezTo>
                      <a:pt x="132515" y="204887"/>
                      <a:pt x="134672" y="202791"/>
                      <a:pt x="140528" y="202791"/>
                    </a:cubicBezTo>
                    <a:lnTo>
                      <a:pt x="164875" y="202791"/>
                    </a:lnTo>
                    <a:cubicBezTo>
                      <a:pt x="170422" y="202791"/>
                      <a:pt x="172579" y="204887"/>
                      <a:pt x="172579" y="210579"/>
                    </a:cubicBezTo>
                    <a:lnTo>
                      <a:pt x="172579" y="240833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4" name="手繪多邊形: 圖案 723">
                <a:extLst>
                  <a:ext uri="{FF2B5EF4-FFF2-40B4-BE49-F238E27FC236}">
                    <a16:creationId xmlns:a16="http://schemas.microsoft.com/office/drawing/2014/main" id="{E63C7288-2004-12B2-B99E-06F65F396D9F}"/>
                  </a:ext>
                </a:extLst>
              </p:cNvPr>
              <p:cNvSpPr/>
              <p:nvPr/>
            </p:nvSpPr>
            <p:spPr>
              <a:xfrm>
                <a:off x="38847276" y="29392353"/>
                <a:ext cx="40985" cy="297746"/>
              </a:xfrm>
              <a:custGeom>
                <a:avLst/>
                <a:gdLst>
                  <a:gd name="connsiteX0" fmla="*/ 40986 w 40985"/>
                  <a:gd name="connsiteY0" fmla="*/ 289359 h 297746"/>
                  <a:gd name="connsiteX1" fmla="*/ 33282 w 40985"/>
                  <a:gd name="connsiteY1" fmla="*/ 297746 h 297746"/>
                  <a:gd name="connsiteX2" fmla="*/ 7704 w 40985"/>
                  <a:gd name="connsiteY2" fmla="*/ 297746 h 297746"/>
                  <a:gd name="connsiteX3" fmla="*/ 0 w 40985"/>
                  <a:gd name="connsiteY3" fmla="*/ 289359 h 297746"/>
                  <a:gd name="connsiteX4" fmla="*/ 0 w 40985"/>
                  <a:gd name="connsiteY4" fmla="*/ 8387 h 297746"/>
                  <a:gd name="connsiteX5" fmla="*/ 7704 w 40985"/>
                  <a:gd name="connsiteY5" fmla="*/ 0 h 297746"/>
                  <a:gd name="connsiteX6" fmla="*/ 33282 w 40985"/>
                  <a:gd name="connsiteY6" fmla="*/ 0 h 297746"/>
                  <a:gd name="connsiteX7" fmla="*/ 40986 w 40985"/>
                  <a:gd name="connsiteY7" fmla="*/ 8387 h 297746"/>
                  <a:gd name="connsiteX8" fmla="*/ 40986 w 40985"/>
                  <a:gd name="connsiteY8" fmla="*/ 2893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5" h="297746">
                    <a:moveTo>
                      <a:pt x="40986" y="289359"/>
                    </a:moveTo>
                    <a:cubicBezTo>
                      <a:pt x="40986" y="295050"/>
                      <a:pt x="39137" y="297746"/>
                      <a:pt x="33282" y="297746"/>
                    </a:cubicBezTo>
                    <a:lnTo>
                      <a:pt x="7704" y="297746"/>
                    </a:lnTo>
                    <a:cubicBezTo>
                      <a:pt x="2156" y="297746"/>
                      <a:pt x="0" y="295050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6" y="0"/>
                      <a:pt x="7704" y="0"/>
                    </a:cubicBezTo>
                    <a:lnTo>
                      <a:pt x="33282" y="0"/>
                    </a:lnTo>
                    <a:cubicBezTo>
                      <a:pt x="39137" y="0"/>
                      <a:pt x="40986" y="2696"/>
                      <a:pt x="40986" y="8387"/>
                    </a:cubicBezTo>
                    <a:lnTo>
                      <a:pt x="40986" y="2893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5" name="手繪多邊形: 圖案 724">
                <a:extLst>
                  <a:ext uri="{FF2B5EF4-FFF2-40B4-BE49-F238E27FC236}">
                    <a16:creationId xmlns:a16="http://schemas.microsoft.com/office/drawing/2014/main" id="{5C16E35E-C273-E2C1-AC24-824D646DA8F3}"/>
                  </a:ext>
                </a:extLst>
              </p:cNvPr>
              <p:cNvSpPr/>
              <p:nvPr/>
            </p:nvSpPr>
            <p:spPr>
              <a:xfrm>
                <a:off x="39091659" y="29392353"/>
                <a:ext cx="178434" cy="297746"/>
              </a:xfrm>
              <a:custGeom>
                <a:avLst/>
                <a:gdLst>
                  <a:gd name="connsiteX0" fmla="*/ 178435 w 178434"/>
                  <a:gd name="connsiteY0" fmla="*/ 289958 h 297746"/>
                  <a:gd name="connsiteX1" fmla="*/ 170730 w 178434"/>
                  <a:gd name="connsiteY1" fmla="*/ 297746 h 297746"/>
                  <a:gd name="connsiteX2" fmla="*/ 147309 w 178434"/>
                  <a:gd name="connsiteY2" fmla="*/ 297746 h 297746"/>
                  <a:gd name="connsiteX3" fmla="*/ 139296 w 178434"/>
                  <a:gd name="connsiteY3" fmla="*/ 292953 h 297746"/>
                  <a:gd name="connsiteX4" fmla="*/ 51463 w 178434"/>
                  <a:gd name="connsiteY4" fmla="*/ 115623 h 297746"/>
                  <a:gd name="connsiteX5" fmla="*/ 37905 w 178434"/>
                  <a:gd name="connsiteY5" fmla="*/ 84471 h 297746"/>
                  <a:gd name="connsiteX6" fmla="*/ 37905 w 178434"/>
                  <a:gd name="connsiteY6" fmla="*/ 289659 h 297746"/>
                  <a:gd name="connsiteX7" fmla="*/ 30201 w 178434"/>
                  <a:gd name="connsiteY7" fmla="*/ 297446 h 297746"/>
                  <a:gd name="connsiteX8" fmla="*/ 7704 w 178434"/>
                  <a:gd name="connsiteY8" fmla="*/ 297446 h 297746"/>
                  <a:gd name="connsiteX9" fmla="*/ 0 w 178434"/>
                  <a:gd name="connsiteY9" fmla="*/ 289659 h 297746"/>
                  <a:gd name="connsiteX10" fmla="*/ 0 w 178434"/>
                  <a:gd name="connsiteY10" fmla="*/ 7788 h 297746"/>
                  <a:gd name="connsiteX11" fmla="*/ 7704 w 178434"/>
                  <a:gd name="connsiteY11" fmla="*/ 0 h 297746"/>
                  <a:gd name="connsiteX12" fmla="*/ 31434 w 178434"/>
                  <a:gd name="connsiteY12" fmla="*/ 0 h 297746"/>
                  <a:gd name="connsiteX13" fmla="*/ 38522 w 178434"/>
                  <a:gd name="connsiteY13" fmla="*/ 4493 h 297746"/>
                  <a:gd name="connsiteX14" fmla="*/ 128507 w 178434"/>
                  <a:gd name="connsiteY14" fmla="*/ 184219 h 297746"/>
                  <a:gd name="connsiteX15" fmla="*/ 140218 w 178434"/>
                  <a:gd name="connsiteY15" fmla="*/ 212076 h 297746"/>
                  <a:gd name="connsiteX16" fmla="*/ 140218 w 178434"/>
                  <a:gd name="connsiteY16" fmla="*/ 7788 h 297746"/>
                  <a:gd name="connsiteX17" fmla="*/ 148230 w 178434"/>
                  <a:gd name="connsiteY17" fmla="*/ 0 h 297746"/>
                  <a:gd name="connsiteX18" fmla="*/ 170422 w 178434"/>
                  <a:gd name="connsiteY18" fmla="*/ 0 h 297746"/>
                  <a:gd name="connsiteX19" fmla="*/ 178126 w 178434"/>
                  <a:gd name="connsiteY19" fmla="*/ 7788 h 297746"/>
                  <a:gd name="connsiteX20" fmla="*/ 178126 w 178434"/>
                  <a:gd name="connsiteY20" fmla="*/ 2896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8434" h="297746">
                    <a:moveTo>
                      <a:pt x="178435" y="289958"/>
                    </a:moveTo>
                    <a:cubicBezTo>
                      <a:pt x="178435" y="295349"/>
                      <a:pt x="176584" y="297746"/>
                      <a:pt x="170730" y="297746"/>
                    </a:cubicBezTo>
                    <a:lnTo>
                      <a:pt x="147309" y="297746"/>
                    </a:lnTo>
                    <a:cubicBezTo>
                      <a:pt x="142685" y="297746"/>
                      <a:pt x="141143" y="296548"/>
                      <a:pt x="139296" y="292953"/>
                    </a:cubicBezTo>
                    <a:lnTo>
                      <a:pt x="51463" y="115623"/>
                    </a:lnTo>
                    <a:cubicBezTo>
                      <a:pt x="46535" y="106039"/>
                      <a:pt x="40986" y="94056"/>
                      <a:pt x="37905" y="84471"/>
                    </a:cubicBezTo>
                    <a:lnTo>
                      <a:pt x="37905" y="289659"/>
                    </a:lnTo>
                    <a:cubicBezTo>
                      <a:pt x="37905" y="295050"/>
                      <a:pt x="35749" y="297446"/>
                      <a:pt x="30201" y="297446"/>
                    </a:cubicBezTo>
                    <a:lnTo>
                      <a:pt x="7704" y="297446"/>
                    </a:lnTo>
                    <a:cubicBezTo>
                      <a:pt x="2157" y="297446"/>
                      <a:pt x="0" y="294750"/>
                      <a:pt x="0" y="289659"/>
                    </a:cubicBezTo>
                    <a:lnTo>
                      <a:pt x="0" y="7788"/>
                    </a:lnTo>
                    <a:cubicBezTo>
                      <a:pt x="0" y="2396"/>
                      <a:pt x="2157" y="0"/>
                      <a:pt x="7704" y="0"/>
                    </a:cubicBezTo>
                    <a:lnTo>
                      <a:pt x="31434" y="0"/>
                    </a:lnTo>
                    <a:cubicBezTo>
                      <a:pt x="35441" y="0"/>
                      <a:pt x="37288" y="1198"/>
                      <a:pt x="38522" y="4493"/>
                    </a:cubicBezTo>
                    <a:lnTo>
                      <a:pt x="128507" y="184219"/>
                    </a:lnTo>
                    <a:cubicBezTo>
                      <a:pt x="132208" y="191708"/>
                      <a:pt x="138062" y="205786"/>
                      <a:pt x="140218" y="212076"/>
                    </a:cubicBezTo>
                    <a:lnTo>
                      <a:pt x="140218" y="7788"/>
                    </a:lnTo>
                    <a:cubicBezTo>
                      <a:pt x="140218" y="2396"/>
                      <a:pt x="142994" y="0"/>
                      <a:pt x="148230" y="0"/>
                    </a:cubicBezTo>
                    <a:lnTo>
                      <a:pt x="170422" y="0"/>
                    </a:lnTo>
                    <a:cubicBezTo>
                      <a:pt x="176275" y="0"/>
                      <a:pt x="178126" y="2696"/>
                      <a:pt x="178126" y="7788"/>
                    </a:cubicBezTo>
                    <a:lnTo>
                      <a:pt x="178126" y="2896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6" name="手繪多邊形: 圖案 725">
                <a:extLst>
                  <a:ext uri="{FF2B5EF4-FFF2-40B4-BE49-F238E27FC236}">
                    <a16:creationId xmlns:a16="http://schemas.microsoft.com/office/drawing/2014/main" id="{0E5A878C-3499-AEE2-630E-4035CA8414E1}"/>
                  </a:ext>
                </a:extLst>
              </p:cNvPr>
              <p:cNvSpPr/>
              <p:nvPr/>
            </p:nvSpPr>
            <p:spPr>
              <a:xfrm>
                <a:off x="39473797" y="29392353"/>
                <a:ext cx="40985" cy="297746"/>
              </a:xfrm>
              <a:custGeom>
                <a:avLst/>
                <a:gdLst>
                  <a:gd name="connsiteX0" fmla="*/ 40986 w 40985"/>
                  <a:gd name="connsiteY0" fmla="*/ 289359 h 297746"/>
                  <a:gd name="connsiteX1" fmla="*/ 33282 w 40985"/>
                  <a:gd name="connsiteY1" fmla="*/ 297746 h 297746"/>
                  <a:gd name="connsiteX2" fmla="*/ 7704 w 40985"/>
                  <a:gd name="connsiteY2" fmla="*/ 297746 h 297746"/>
                  <a:gd name="connsiteX3" fmla="*/ 0 w 40985"/>
                  <a:gd name="connsiteY3" fmla="*/ 289359 h 297746"/>
                  <a:gd name="connsiteX4" fmla="*/ 0 w 40985"/>
                  <a:gd name="connsiteY4" fmla="*/ 8387 h 297746"/>
                  <a:gd name="connsiteX5" fmla="*/ 7704 w 40985"/>
                  <a:gd name="connsiteY5" fmla="*/ 0 h 297746"/>
                  <a:gd name="connsiteX6" fmla="*/ 33282 w 40985"/>
                  <a:gd name="connsiteY6" fmla="*/ 0 h 297746"/>
                  <a:gd name="connsiteX7" fmla="*/ 40986 w 40985"/>
                  <a:gd name="connsiteY7" fmla="*/ 8387 h 297746"/>
                  <a:gd name="connsiteX8" fmla="*/ 40986 w 40985"/>
                  <a:gd name="connsiteY8" fmla="*/ 289359 h 297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985" h="297746">
                    <a:moveTo>
                      <a:pt x="40986" y="289359"/>
                    </a:moveTo>
                    <a:cubicBezTo>
                      <a:pt x="40986" y="295050"/>
                      <a:pt x="39135" y="297746"/>
                      <a:pt x="33282" y="297746"/>
                    </a:cubicBezTo>
                    <a:lnTo>
                      <a:pt x="7704" y="297746"/>
                    </a:lnTo>
                    <a:cubicBezTo>
                      <a:pt x="2156" y="297746"/>
                      <a:pt x="0" y="295050"/>
                      <a:pt x="0" y="289359"/>
                    </a:cubicBezTo>
                    <a:lnTo>
                      <a:pt x="0" y="8387"/>
                    </a:lnTo>
                    <a:cubicBezTo>
                      <a:pt x="0" y="2696"/>
                      <a:pt x="2156" y="0"/>
                      <a:pt x="7704" y="0"/>
                    </a:cubicBezTo>
                    <a:lnTo>
                      <a:pt x="33282" y="0"/>
                    </a:lnTo>
                    <a:cubicBezTo>
                      <a:pt x="39135" y="0"/>
                      <a:pt x="40986" y="2696"/>
                      <a:pt x="40986" y="8387"/>
                    </a:cubicBezTo>
                    <a:lnTo>
                      <a:pt x="40986" y="289359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27" name="手繪多邊形: 圖案 726">
                <a:extLst>
                  <a:ext uri="{FF2B5EF4-FFF2-40B4-BE49-F238E27FC236}">
                    <a16:creationId xmlns:a16="http://schemas.microsoft.com/office/drawing/2014/main" id="{5EF993FB-82D2-41B4-AEAA-16A505E62A00}"/>
                  </a:ext>
                </a:extLst>
              </p:cNvPr>
              <p:cNvSpPr/>
              <p:nvPr/>
            </p:nvSpPr>
            <p:spPr>
              <a:xfrm>
                <a:off x="39714171" y="29389357"/>
                <a:ext cx="172577" cy="304336"/>
              </a:xfrm>
              <a:custGeom>
                <a:avLst/>
                <a:gdLst>
                  <a:gd name="connsiteX0" fmla="*/ 172577 w 172577"/>
                  <a:gd name="connsiteY0" fmla="*/ 240533 h 304336"/>
                  <a:gd name="connsiteX1" fmla="*/ 86291 w 172577"/>
                  <a:gd name="connsiteY1" fmla="*/ 304336 h 304336"/>
                  <a:gd name="connsiteX2" fmla="*/ 0 w 172577"/>
                  <a:gd name="connsiteY2" fmla="*/ 240533 h 304336"/>
                  <a:gd name="connsiteX3" fmla="*/ 0 w 172577"/>
                  <a:gd name="connsiteY3" fmla="*/ 63803 h 304336"/>
                  <a:gd name="connsiteX4" fmla="*/ 86291 w 172577"/>
                  <a:gd name="connsiteY4" fmla="*/ 0 h 304336"/>
                  <a:gd name="connsiteX5" fmla="*/ 172577 w 172577"/>
                  <a:gd name="connsiteY5" fmla="*/ 63803 h 304336"/>
                  <a:gd name="connsiteX6" fmla="*/ 172577 w 172577"/>
                  <a:gd name="connsiteY6" fmla="*/ 88366 h 304336"/>
                  <a:gd name="connsiteX7" fmla="*/ 164873 w 172577"/>
                  <a:gd name="connsiteY7" fmla="*/ 96753 h 304336"/>
                  <a:gd name="connsiteX8" fmla="*/ 140530 w 172577"/>
                  <a:gd name="connsiteY8" fmla="*/ 96753 h 304336"/>
                  <a:gd name="connsiteX9" fmla="*/ 132517 w 172577"/>
                  <a:gd name="connsiteY9" fmla="*/ 88366 h 304336"/>
                  <a:gd name="connsiteX10" fmla="*/ 132517 w 172577"/>
                  <a:gd name="connsiteY10" fmla="*/ 67397 h 304336"/>
                  <a:gd name="connsiteX11" fmla="*/ 86599 w 172577"/>
                  <a:gd name="connsiteY11" fmla="*/ 34148 h 304336"/>
                  <a:gd name="connsiteX12" fmla="*/ 40990 w 172577"/>
                  <a:gd name="connsiteY12" fmla="*/ 67397 h 304336"/>
                  <a:gd name="connsiteX13" fmla="*/ 40990 w 172577"/>
                  <a:gd name="connsiteY13" fmla="*/ 237239 h 304336"/>
                  <a:gd name="connsiteX14" fmla="*/ 86599 w 172577"/>
                  <a:gd name="connsiteY14" fmla="*/ 270488 h 304336"/>
                  <a:gd name="connsiteX15" fmla="*/ 132517 w 172577"/>
                  <a:gd name="connsiteY15" fmla="*/ 237239 h 304336"/>
                  <a:gd name="connsiteX16" fmla="*/ 132517 w 172577"/>
                  <a:gd name="connsiteY16" fmla="*/ 210579 h 304336"/>
                  <a:gd name="connsiteX17" fmla="*/ 140530 w 172577"/>
                  <a:gd name="connsiteY17" fmla="*/ 202791 h 304336"/>
                  <a:gd name="connsiteX18" fmla="*/ 164873 w 172577"/>
                  <a:gd name="connsiteY18" fmla="*/ 202791 h 304336"/>
                  <a:gd name="connsiteX19" fmla="*/ 172577 w 172577"/>
                  <a:gd name="connsiteY19" fmla="*/ 210579 h 304336"/>
                  <a:gd name="connsiteX20" fmla="*/ 172577 w 172577"/>
                  <a:gd name="connsiteY20" fmla="*/ 240833 h 304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2577" h="304336">
                    <a:moveTo>
                      <a:pt x="172577" y="240533"/>
                    </a:moveTo>
                    <a:cubicBezTo>
                      <a:pt x="172577" y="274682"/>
                      <a:pt x="153779" y="304336"/>
                      <a:pt x="86291" y="304336"/>
                    </a:cubicBezTo>
                    <a:cubicBezTo>
                      <a:pt x="18798" y="304336"/>
                      <a:pt x="0" y="274682"/>
                      <a:pt x="0" y="240533"/>
                    </a:cubicBezTo>
                    <a:lnTo>
                      <a:pt x="0" y="63803"/>
                    </a:lnTo>
                    <a:cubicBezTo>
                      <a:pt x="0" y="29654"/>
                      <a:pt x="19415" y="0"/>
                      <a:pt x="86291" y="0"/>
                    </a:cubicBezTo>
                    <a:cubicBezTo>
                      <a:pt x="153162" y="0"/>
                      <a:pt x="172577" y="29654"/>
                      <a:pt x="172577" y="63803"/>
                    </a:cubicBezTo>
                    <a:lnTo>
                      <a:pt x="172577" y="88366"/>
                    </a:lnTo>
                    <a:cubicBezTo>
                      <a:pt x="172577" y="94057"/>
                      <a:pt x="170422" y="96753"/>
                      <a:pt x="164873" y="96753"/>
                    </a:cubicBezTo>
                    <a:lnTo>
                      <a:pt x="140530" y="96753"/>
                    </a:lnTo>
                    <a:cubicBezTo>
                      <a:pt x="134672" y="96753"/>
                      <a:pt x="132517" y="94057"/>
                      <a:pt x="132517" y="88366"/>
                    </a:cubicBezTo>
                    <a:lnTo>
                      <a:pt x="132517" y="67397"/>
                    </a:lnTo>
                    <a:cubicBezTo>
                      <a:pt x="132517" y="46729"/>
                      <a:pt x="120498" y="34148"/>
                      <a:pt x="86599" y="34148"/>
                    </a:cubicBezTo>
                    <a:cubicBezTo>
                      <a:pt x="52701" y="34148"/>
                      <a:pt x="40990" y="46729"/>
                      <a:pt x="40990" y="67397"/>
                    </a:cubicBezTo>
                    <a:lnTo>
                      <a:pt x="40990" y="237239"/>
                    </a:lnTo>
                    <a:cubicBezTo>
                      <a:pt x="40990" y="257907"/>
                      <a:pt x="52701" y="270488"/>
                      <a:pt x="86599" y="270488"/>
                    </a:cubicBezTo>
                    <a:cubicBezTo>
                      <a:pt x="120498" y="270488"/>
                      <a:pt x="132517" y="257907"/>
                      <a:pt x="132517" y="237239"/>
                    </a:cubicBezTo>
                    <a:lnTo>
                      <a:pt x="132517" y="210579"/>
                    </a:lnTo>
                    <a:cubicBezTo>
                      <a:pt x="132517" y="204887"/>
                      <a:pt x="134672" y="202791"/>
                      <a:pt x="140530" y="202791"/>
                    </a:cubicBezTo>
                    <a:lnTo>
                      <a:pt x="164873" y="202791"/>
                    </a:lnTo>
                    <a:cubicBezTo>
                      <a:pt x="170422" y="202791"/>
                      <a:pt x="172577" y="204887"/>
                      <a:pt x="172577" y="210579"/>
                    </a:cubicBezTo>
                    <a:lnTo>
                      <a:pt x="172577" y="240833"/>
                    </a:lnTo>
                    <a:close/>
                  </a:path>
                </a:pathLst>
              </a:custGeom>
              <a:solidFill>
                <a:srgbClr val="714F38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729" name="手繪多邊形: 圖案 728">
            <a:extLst>
              <a:ext uri="{FF2B5EF4-FFF2-40B4-BE49-F238E27FC236}">
                <a16:creationId xmlns:a16="http://schemas.microsoft.com/office/drawing/2014/main" id="{83E94E8D-CA32-46A5-34DD-F21FCF27A798}"/>
              </a:ext>
            </a:extLst>
          </p:cNvPr>
          <p:cNvSpPr/>
          <p:nvPr/>
        </p:nvSpPr>
        <p:spPr>
          <a:xfrm>
            <a:off x="1748854" y="17825096"/>
            <a:ext cx="8735536" cy="8490853"/>
          </a:xfrm>
          <a:custGeom>
            <a:avLst/>
            <a:gdLst>
              <a:gd name="connsiteX0" fmla="*/ 8735537 w 8735536"/>
              <a:gd name="connsiteY0" fmla="*/ 4245427 h 8490853"/>
              <a:gd name="connsiteX1" fmla="*/ 4367769 w 8735536"/>
              <a:gd name="connsiteY1" fmla="*/ 8490853 h 8490853"/>
              <a:gd name="connsiteX2" fmla="*/ 0 w 8735536"/>
              <a:gd name="connsiteY2" fmla="*/ 4245426 h 8490853"/>
              <a:gd name="connsiteX3" fmla="*/ 4367769 w 8735536"/>
              <a:gd name="connsiteY3" fmla="*/ -1 h 8490853"/>
              <a:gd name="connsiteX4" fmla="*/ 8735537 w 8735536"/>
              <a:gd name="connsiteY4" fmla="*/ 4245427 h 849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35536" h="8490853">
                <a:moveTo>
                  <a:pt x="8735537" y="4245427"/>
                </a:moveTo>
                <a:cubicBezTo>
                  <a:pt x="8735537" y="6590112"/>
                  <a:pt x="6780021" y="8490853"/>
                  <a:pt x="4367769" y="8490853"/>
                </a:cubicBezTo>
                <a:cubicBezTo>
                  <a:pt x="1955517" y="8490853"/>
                  <a:pt x="0" y="6590111"/>
                  <a:pt x="0" y="4245426"/>
                </a:cubicBezTo>
                <a:cubicBezTo>
                  <a:pt x="0" y="1900741"/>
                  <a:pt x="1955517" y="-1"/>
                  <a:pt x="4367769" y="-1"/>
                </a:cubicBezTo>
                <a:cubicBezTo>
                  <a:pt x="6780021" y="-1"/>
                  <a:pt x="8735537" y="1900741"/>
                  <a:pt x="8735537" y="4245427"/>
                </a:cubicBezTo>
                <a:close/>
              </a:path>
            </a:pathLst>
          </a:custGeom>
          <a:noFill/>
          <a:ln w="1418" cap="flat">
            <a:solidFill>
              <a:srgbClr val="231815"/>
            </a:solidFill>
            <a:prstDash val="solid"/>
            <a:miter/>
          </a:ln>
        </p:spPr>
        <p:txBody>
          <a:bodyPr rtlCol="0" anchor="ctr"/>
          <a:lstStyle/>
          <a:p>
            <a:endParaRPr lang="zh-TW" altLang="en-US"/>
          </a:p>
        </p:txBody>
      </p:sp>
      <p:grpSp>
        <p:nvGrpSpPr>
          <p:cNvPr id="730" name="圖形 18">
            <a:extLst>
              <a:ext uri="{FF2B5EF4-FFF2-40B4-BE49-F238E27FC236}">
                <a16:creationId xmlns:a16="http://schemas.microsoft.com/office/drawing/2014/main" id="{0225DDB5-37B2-F103-4749-7DF7A1BEB794}"/>
              </a:ext>
            </a:extLst>
          </p:cNvPr>
          <p:cNvGrpSpPr/>
          <p:nvPr/>
        </p:nvGrpSpPr>
        <p:grpSpPr>
          <a:xfrm>
            <a:off x="3161545" y="19350058"/>
            <a:ext cx="32102205" cy="96470159"/>
            <a:chOff x="12471800" y="26820761"/>
            <a:chExt cx="32102205" cy="96470159"/>
          </a:xfrm>
        </p:grpSpPr>
        <p:grpSp>
          <p:nvGrpSpPr>
            <p:cNvPr id="731" name="圖形 18">
              <a:extLst>
                <a:ext uri="{FF2B5EF4-FFF2-40B4-BE49-F238E27FC236}">
                  <a16:creationId xmlns:a16="http://schemas.microsoft.com/office/drawing/2014/main" id="{AFD4769E-292E-375F-3B10-895917C20DE7}"/>
                </a:ext>
              </a:extLst>
            </p:cNvPr>
            <p:cNvGrpSpPr/>
            <p:nvPr/>
          </p:nvGrpSpPr>
          <p:grpSpPr>
            <a:xfrm>
              <a:off x="12699835" y="31157561"/>
              <a:ext cx="4924507" cy="15625106"/>
              <a:chOff x="12699835" y="31157561"/>
              <a:chExt cx="4924507" cy="15625106"/>
            </a:xfrm>
          </p:grpSpPr>
          <p:sp>
            <p:nvSpPr>
              <p:cNvPr id="732" name="手繪多邊形: 圖案 731">
                <a:extLst>
                  <a:ext uri="{FF2B5EF4-FFF2-40B4-BE49-F238E27FC236}">
                    <a16:creationId xmlns:a16="http://schemas.microsoft.com/office/drawing/2014/main" id="{8B80AE28-A49E-CBB7-8741-451A6E1AF50E}"/>
                  </a:ext>
                </a:extLst>
              </p:cNvPr>
              <p:cNvSpPr/>
              <p:nvPr/>
            </p:nvSpPr>
            <p:spPr>
              <a:xfrm>
                <a:off x="12699835" y="31157561"/>
                <a:ext cx="906651" cy="881256"/>
              </a:xfrm>
              <a:custGeom>
                <a:avLst/>
                <a:gdLst>
                  <a:gd name="connsiteX0" fmla="*/ 906652 w 906651"/>
                  <a:gd name="connsiteY0" fmla="*/ 440628 h 881256"/>
                  <a:gd name="connsiteX1" fmla="*/ 453326 w 906651"/>
                  <a:gd name="connsiteY1" fmla="*/ 881257 h 881256"/>
                  <a:gd name="connsiteX2" fmla="*/ 0 w 906651"/>
                  <a:gd name="connsiteY2" fmla="*/ 440628 h 881256"/>
                  <a:gd name="connsiteX3" fmla="*/ 453326 w 906651"/>
                  <a:gd name="connsiteY3" fmla="*/ 0 h 881256"/>
                  <a:gd name="connsiteX4" fmla="*/ 906652 w 906651"/>
                  <a:gd name="connsiteY4" fmla="*/ 440628 h 88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651" h="881256">
                    <a:moveTo>
                      <a:pt x="906652" y="440628"/>
                    </a:moveTo>
                    <a:cubicBezTo>
                      <a:pt x="906652" y="776715"/>
                      <a:pt x="703564" y="881257"/>
                      <a:pt x="453326" y="881257"/>
                    </a:cubicBezTo>
                    <a:cubicBezTo>
                      <a:pt x="203087" y="881257"/>
                      <a:pt x="0" y="776417"/>
                      <a:pt x="0" y="440628"/>
                    </a:cubicBezTo>
                    <a:cubicBezTo>
                      <a:pt x="0" y="104840"/>
                      <a:pt x="203087" y="0"/>
                      <a:pt x="453326" y="0"/>
                    </a:cubicBezTo>
                    <a:cubicBezTo>
                      <a:pt x="703564" y="0"/>
                      <a:pt x="906652" y="108136"/>
                      <a:pt x="906652" y="440628"/>
                    </a:cubicBezTo>
                    <a:close/>
                  </a:path>
                </a:pathLst>
              </a:custGeom>
              <a:solidFill>
                <a:srgbClr val="D3CBC5"/>
              </a:solidFill>
              <a:ln w="5784" cap="flat">
                <a:solidFill>
                  <a:srgbClr val="D3CBC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33" name="手繪多邊形: 圖案 732">
                <a:extLst>
                  <a:ext uri="{FF2B5EF4-FFF2-40B4-BE49-F238E27FC236}">
                    <a16:creationId xmlns:a16="http://schemas.microsoft.com/office/drawing/2014/main" id="{316ECFFD-BFF6-FDA2-4C9A-B28CBF3D45FA}"/>
                  </a:ext>
                </a:extLst>
              </p:cNvPr>
              <p:cNvSpPr/>
              <p:nvPr/>
            </p:nvSpPr>
            <p:spPr>
              <a:xfrm>
                <a:off x="13160864" y="31829732"/>
                <a:ext cx="107565" cy="104284"/>
              </a:xfrm>
              <a:custGeom>
                <a:avLst/>
                <a:gdLst>
                  <a:gd name="connsiteX0" fmla="*/ 42837 w 107565"/>
                  <a:gd name="connsiteY0" fmla="*/ 103047 h 104284"/>
                  <a:gd name="connsiteX1" fmla="*/ 61020 w 107565"/>
                  <a:gd name="connsiteY1" fmla="*/ 103047 h 104284"/>
                  <a:gd name="connsiteX2" fmla="*/ 77969 w 107565"/>
                  <a:gd name="connsiteY2" fmla="*/ 103047 h 104284"/>
                  <a:gd name="connsiteX3" fmla="*/ 107246 w 107565"/>
                  <a:gd name="connsiteY3" fmla="*/ 27562 h 104284"/>
                  <a:gd name="connsiteX4" fmla="*/ 1 w 107565"/>
                  <a:gd name="connsiteY4" fmla="*/ 27562 h 104284"/>
                  <a:gd name="connsiteX5" fmla="*/ 23730 w 107565"/>
                  <a:gd name="connsiteY5" fmla="*/ 98853 h 104284"/>
                  <a:gd name="connsiteX6" fmla="*/ 43146 w 107565"/>
                  <a:gd name="connsiteY6" fmla="*/ 10274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42837" y="103047"/>
                    </a:moveTo>
                    <a:cubicBezTo>
                      <a:pt x="50541" y="100949"/>
                      <a:pt x="53315" y="100351"/>
                      <a:pt x="61020" y="103047"/>
                    </a:cubicBezTo>
                    <a:cubicBezTo>
                      <a:pt x="65950" y="104844"/>
                      <a:pt x="72730" y="104544"/>
                      <a:pt x="77969" y="103047"/>
                    </a:cubicBezTo>
                    <a:cubicBezTo>
                      <a:pt x="94302" y="98254"/>
                      <a:pt x="110019" y="67101"/>
                      <a:pt x="107246" y="27562"/>
                    </a:cubicBezTo>
                    <a:cubicBezTo>
                      <a:pt x="104472" y="-11978"/>
                      <a:pt x="-307" y="-6287"/>
                      <a:pt x="1" y="27562"/>
                    </a:cubicBezTo>
                    <a:cubicBezTo>
                      <a:pt x="1" y="54521"/>
                      <a:pt x="10171" y="89567"/>
                      <a:pt x="23730" y="98853"/>
                    </a:cubicBezTo>
                    <a:cubicBezTo>
                      <a:pt x="29586" y="103047"/>
                      <a:pt x="33900" y="105442"/>
                      <a:pt x="43146" y="1027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34" name="手繪多邊形: 圖案 733">
                <a:extLst>
                  <a:ext uri="{FF2B5EF4-FFF2-40B4-BE49-F238E27FC236}">
                    <a16:creationId xmlns:a16="http://schemas.microsoft.com/office/drawing/2014/main" id="{F6296A89-C8E3-0042-3457-7E31A519C69C}"/>
                  </a:ext>
                </a:extLst>
              </p:cNvPr>
              <p:cNvSpPr/>
              <p:nvPr/>
            </p:nvSpPr>
            <p:spPr>
              <a:xfrm>
                <a:off x="12699835" y="31157561"/>
                <a:ext cx="906651" cy="881256"/>
              </a:xfrm>
              <a:custGeom>
                <a:avLst/>
                <a:gdLst>
                  <a:gd name="connsiteX0" fmla="*/ 906652 w 906651"/>
                  <a:gd name="connsiteY0" fmla="*/ 440628 h 881256"/>
                  <a:gd name="connsiteX1" fmla="*/ 453326 w 906651"/>
                  <a:gd name="connsiteY1" fmla="*/ 881257 h 881256"/>
                  <a:gd name="connsiteX2" fmla="*/ 0 w 906651"/>
                  <a:gd name="connsiteY2" fmla="*/ 440628 h 881256"/>
                  <a:gd name="connsiteX3" fmla="*/ 453326 w 906651"/>
                  <a:gd name="connsiteY3" fmla="*/ 0 h 881256"/>
                  <a:gd name="connsiteX4" fmla="*/ 906652 w 906651"/>
                  <a:gd name="connsiteY4" fmla="*/ 440628 h 88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6651" h="881256">
                    <a:moveTo>
                      <a:pt x="906652" y="440628"/>
                    </a:moveTo>
                    <a:cubicBezTo>
                      <a:pt x="906652" y="776715"/>
                      <a:pt x="703564" y="881257"/>
                      <a:pt x="453326" y="881257"/>
                    </a:cubicBezTo>
                    <a:cubicBezTo>
                      <a:pt x="203087" y="881257"/>
                      <a:pt x="0" y="776417"/>
                      <a:pt x="0" y="440628"/>
                    </a:cubicBezTo>
                    <a:cubicBezTo>
                      <a:pt x="0" y="104840"/>
                      <a:pt x="203087" y="0"/>
                      <a:pt x="453326" y="0"/>
                    </a:cubicBezTo>
                    <a:cubicBezTo>
                      <a:pt x="703564" y="0"/>
                      <a:pt x="906652" y="108136"/>
                      <a:pt x="906652" y="440628"/>
                    </a:cubicBezTo>
                    <a:close/>
                  </a:path>
                </a:pathLst>
              </a:custGeom>
              <a:solidFill>
                <a:srgbClr val="D3CBC5"/>
              </a:solidFill>
              <a:ln w="5784" cap="flat">
                <a:solidFill>
                  <a:srgbClr val="D3CBC5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35" name="手繪多邊形: 圖案 734">
                <a:extLst>
                  <a:ext uri="{FF2B5EF4-FFF2-40B4-BE49-F238E27FC236}">
                    <a16:creationId xmlns:a16="http://schemas.microsoft.com/office/drawing/2014/main" id="{CB748F0A-1D11-3124-EC2E-DCA2556CC64A}"/>
                  </a:ext>
                </a:extLst>
              </p:cNvPr>
              <p:cNvSpPr/>
              <p:nvPr/>
            </p:nvSpPr>
            <p:spPr>
              <a:xfrm>
                <a:off x="13160864" y="31829732"/>
                <a:ext cx="107565" cy="104284"/>
              </a:xfrm>
              <a:custGeom>
                <a:avLst/>
                <a:gdLst>
                  <a:gd name="connsiteX0" fmla="*/ 42837 w 107565"/>
                  <a:gd name="connsiteY0" fmla="*/ 103047 h 104284"/>
                  <a:gd name="connsiteX1" fmla="*/ 61020 w 107565"/>
                  <a:gd name="connsiteY1" fmla="*/ 103047 h 104284"/>
                  <a:gd name="connsiteX2" fmla="*/ 77969 w 107565"/>
                  <a:gd name="connsiteY2" fmla="*/ 103047 h 104284"/>
                  <a:gd name="connsiteX3" fmla="*/ 107246 w 107565"/>
                  <a:gd name="connsiteY3" fmla="*/ 27562 h 104284"/>
                  <a:gd name="connsiteX4" fmla="*/ 1 w 107565"/>
                  <a:gd name="connsiteY4" fmla="*/ 27562 h 104284"/>
                  <a:gd name="connsiteX5" fmla="*/ 23730 w 107565"/>
                  <a:gd name="connsiteY5" fmla="*/ 98853 h 104284"/>
                  <a:gd name="connsiteX6" fmla="*/ 43146 w 107565"/>
                  <a:gd name="connsiteY6" fmla="*/ 10274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42837" y="103047"/>
                    </a:moveTo>
                    <a:cubicBezTo>
                      <a:pt x="50541" y="100949"/>
                      <a:pt x="53315" y="100351"/>
                      <a:pt x="61020" y="103047"/>
                    </a:cubicBezTo>
                    <a:cubicBezTo>
                      <a:pt x="65950" y="104844"/>
                      <a:pt x="72730" y="104544"/>
                      <a:pt x="77969" y="103047"/>
                    </a:cubicBezTo>
                    <a:cubicBezTo>
                      <a:pt x="94302" y="98254"/>
                      <a:pt x="110019" y="67101"/>
                      <a:pt x="107246" y="27562"/>
                    </a:cubicBezTo>
                    <a:cubicBezTo>
                      <a:pt x="104472" y="-11978"/>
                      <a:pt x="-307" y="-6287"/>
                      <a:pt x="1" y="27562"/>
                    </a:cubicBezTo>
                    <a:cubicBezTo>
                      <a:pt x="1" y="54521"/>
                      <a:pt x="10171" y="89567"/>
                      <a:pt x="23730" y="98853"/>
                    </a:cubicBezTo>
                    <a:cubicBezTo>
                      <a:pt x="29586" y="103047"/>
                      <a:pt x="33900" y="105442"/>
                      <a:pt x="43146" y="10274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36" name="圖形 18">
              <a:extLst>
                <a:ext uri="{FF2B5EF4-FFF2-40B4-BE49-F238E27FC236}">
                  <a16:creationId xmlns:a16="http://schemas.microsoft.com/office/drawing/2014/main" id="{7A4C6888-FF05-08F1-FBEF-D6FD8E89F66A}"/>
                </a:ext>
              </a:extLst>
            </p:cNvPr>
            <p:cNvGrpSpPr/>
            <p:nvPr/>
          </p:nvGrpSpPr>
          <p:grpSpPr>
            <a:xfrm>
              <a:off x="17015703" y="31382455"/>
              <a:ext cx="7421834" cy="7637003"/>
              <a:chOff x="17015703" y="31382455"/>
              <a:chExt cx="7421834" cy="7637003"/>
            </a:xfrm>
          </p:grpSpPr>
          <p:sp>
            <p:nvSpPr>
              <p:cNvPr id="737" name="手繪多邊形: 圖案 736">
                <a:extLst>
                  <a:ext uri="{FF2B5EF4-FFF2-40B4-BE49-F238E27FC236}">
                    <a16:creationId xmlns:a16="http://schemas.microsoft.com/office/drawing/2014/main" id="{D9B98B7C-032B-CBB7-26B3-D76CE711D822}"/>
                  </a:ext>
                </a:extLst>
              </p:cNvPr>
              <p:cNvSpPr/>
              <p:nvPr/>
            </p:nvSpPr>
            <p:spPr>
              <a:xfrm>
                <a:off x="17015703" y="31382455"/>
                <a:ext cx="1366434" cy="430727"/>
              </a:xfrm>
              <a:custGeom>
                <a:avLst/>
                <a:gdLst>
                  <a:gd name="connsiteX0" fmla="*/ 610314 w 1366434"/>
                  <a:gd name="connsiteY0" fmla="*/ 201357 h 430727"/>
                  <a:gd name="connsiteX1" fmla="*/ 153290 w 1366434"/>
                  <a:gd name="connsiteY1" fmla="*/ 44995 h 430727"/>
                  <a:gd name="connsiteX2" fmla="*/ 174862 w 1366434"/>
                  <a:gd name="connsiteY2" fmla="*/ 428111 h 430727"/>
                  <a:gd name="connsiteX3" fmla="*/ 1001389 w 1366434"/>
                  <a:gd name="connsiteY3" fmla="*/ 404747 h 430727"/>
                  <a:gd name="connsiteX4" fmla="*/ 1365344 w 1366434"/>
                  <a:gd name="connsiteY4" fmla="*/ 260367 h 430727"/>
                  <a:gd name="connsiteX5" fmla="*/ 1175507 w 1366434"/>
                  <a:gd name="connsiteY5" fmla="*/ 68359 h 430727"/>
                  <a:gd name="connsiteX6" fmla="*/ 880892 w 1366434"/>
                  <a:gd name="connsiteY6" fmla="*/ 234605 h 430727"/>
                  <a:gd name="connsiteX7" fmla="*/ 610622 w 1366434"/>
                  <a:gd name="connsiteY7" fmla="*/ 201656 h 430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66434" h="430727">
                    <a:moveTo>
                      <a:pt x="610314" y="201357"/>
                    </a:moveTo>
                    <a:cubicBezTo>
                      <a:pt x="473792" y="95917"/>
                      <a:pt x="365623" y="-84408"/>
                      <a:pt x="153290" y="44995"/>
                    </a:cubicBezTo>
                    <a:cubicBezTo>
                      <a:pt x="-59043" y="174398"/>
                      <a:pt x="-49798" y="461060"/>
                      <a:pt x="174862" y="428111"/>
                    </a:cubicBezTo>
                    <a:cubicBezTo>
                      <a:pt x="430956" y="390668"/>
                      <a:pt x="645446" y="293317"/>
                      <a:pt x="1001389" y="404747"/>
                    </a:cubicBezTo>
                    <a:cubicBezTo>
                      <a:pt x="1299702" y="498204"/>
                      <a:pt x="1360720" y="304100"/>
                      <a:pt x="1365344" y="260367"/>
                    </a:cubicBezTo>
                    <a:cubicBezTo>
                      <a:pt x="1373664" y="177692"/>
                      <a:pt x="1336683" y="42598"/>
                      <a:pt x="1175507" y="68359"/>
                    </a:cubicBezTo>
                    <a:cubicBezTo>
                      <a:pt x="1043300" y="89627"/>
                      <a:pt x="999539" y="177992"/>
                      <a:pt x="880892" y="234605"/>
                    </a:cubicBezTo>
                    <a:cubicBezTo>
                      <a:pt x="772414" y="286427"/>
                      <a:pt x="675339" y="251380"/>
                      <a:pt x="610622" y="201656"/>
                    </a:cubicBezTo>
                    <a:close/>
                  </a:path>
                </a:pathLst>
              </a:custGeom>
              <a:solidFill>
                <a:srgbClr val="805751"/>
              </a:solidFill>
              <a:ln w="5784" cap="flat">
                <a:solidFill>
                  <a:srgbClr val="80575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38" name="手繪多邊形: 圖案 737">
                <a:extLst>
                  <a:ext uri="{FF2B5EF4-FFF2-40B4-BE49-F238E27FC236}">
                    <a16:creationId xmlns:a16="http://schemas.microsoft.com/office/drawing/2014/main" id="{065DED32-4D40-38AC-16B1-47439717C74C}"/>
                  </a:ext>
                </a:extLst>
              </p:cNvPr>
              <p:cNvSpPr/>
              <p:nvPr/>
            </p:nvSpPr>
            <p:spPr>
              <a:xfrm>
                <a:off x="17243559" y="31487318"/>
                <a:ext cx="107566" cy="104284"/>
              </a:xfrm>
              <a:custGeom>
                <a:avLst/>
                <a:gdLst>
                  <a:gd name="connsiteX0" fmla="*/ 64729 w 107566"/>
                  <a:gd name="connsiteY0" fmla="*/ 1238 h 104284"/>
                  <a:gd name="connsiteX1" fmla="*/ 46546 w 107566"/>
                  <a:gd name="connsiteY1" fmla="*/ 1238 h 104284"/>
                  <a:gd name="connsiteX2" fmla="*/ 29597 w 107566"/>
                  <a:gd name="connsiteY2" fmla="*/ 1238 h 104284"/>
                  <a:gd name="connsiteX3" fmla="*/ 320 w 107566"/>
                  <a:gd name="connsiteY3" fmla="*/ 76723 h 104284"/>
                  <a:gd name="connsiteX4" fmla="*/ 107565 w 107566"/>
                  <a:gd name="connsiteY4" fmla="*/ 76723 h 104284"/>
                  <a:gd name="connsiteX5" fmla="*/ 83836 w 107566"/>
                  <a:gd name="connsiteY5" fmla="*/ 5431 h 104284"/>
                  <a:gd name="connsiteX6" fmla="*/ 64421 w 107566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6" h="104284">
                    <a:moveTo>
                      <a:pt x="64729" y="1238"/>
                    </a:moveTo>
                    <a:cubicBezTo>
                      <a:pt x="57025" y="3334"/>
                      <a:pt x="54251" y="3934"/>
                      <a:pt x="46546" y="1238"/>
                    </a:cubicBezTo>
                    <a:cubicBezTo>
                      <a:pt x="41616" y="-559"/>
                      <a:pt x="34836" y="-260"/>
                      <a:pt x="29597" y="1238"/>
                    </a:cubicBezTo>
                    <a:cubicBezTo>
                      <a:pt x="13264" y="6030"/>
                      <a:pt x="-2453" y="37183"/>
                      <a:pt x="320" y="76723"/>
                    </a:cubicBezTo>
                    <a:cubicBezTo>
                      <a:pt x="3094" y="116263"/>
                      <a:pt x="107874" y="110571"/>
                      <a:pt x="107565" y="76723"/>
                    </a:cubicBezTo>
                    <a:cubicBezTo>
                      <a:pt x="107565" y="49764"/>
                      <a:pt x="97396" y="14717"/>
                      <a:pt x="83836" y="5431"/>
                    </a:cubicBezTo>
                    <a:cubicBezTo>
                      <a:pt x="77981" y="1238"/>
                      <a:pt x="73666" y="-1159"/>
                      <a:pt x="64421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39" name="手繪多邊形: 圖案 738">
                <a:extLst>
                  <a:ext uri="{FF2B5EF4-FFF2-40B4-BE49-F238E27FC236}">
                    <a16:creationId xmlns:a16="http://schemas.microsoft.com/office/drawing/2014/main" id="{B585BF1F-428C-D18B-EA7F-5ADC5346F715}"/>
                  </a:ext>
                </a:extLst>
              </p:cNvPr>
              <p:cNvSpPr/>
              <p:nvPr/>
            </p:nvSpPr>
            <p:spPr>
              <a:xfrm>
                <a:off x="17015703" y="31382455"/>
                <a:ext cx="1366434" cy="430727"/>
              </a:xfrm>
              <a:custGeom>
                <a:avLst/>
                <a:gdLst>
                  <a:gd name="connsiteX0" fmla="*/ 610314 w 1366434"/>
                  <a:gd name="connsiteY0" fmla="*/ 201357 h 430727"/>
                  <a:gd name="connsiteX1" fmla="*/ 153290 w 1366434"/>
                  <a:gd name="connsiteY1" fmla="*/ 44995 h 430727"/>
                  <a:gd name="connsiteX2" fmla="*/ 174862 w 1366434"/>
                  <a:gd name="connsiteY2" fmla="*/ 428111 h 430727"/>
                  <a:gd name="connsiteX3" fmla="*/ 1001389 w 1366434"/>
                  <a:gd name="connsiteY3" fmla="*/ 404747 h 430727"/>
                  <a:gd name="connsiteX4" fmla="*/ 1365344 w 1366434"/>
                  <a:gd name="connsiteY4" fmla="*/ 260367 h 430727"/>
                  <a:gd name="connsiteX5" fmla="*/ 1175507 w 1366434"/>
                  <a:gd name="connsiteY5" fmla="*/ 68359 h 430727"/>
                  <a:gd name="connsiteX6" fmla="*/ 880892 w 1366434"/>
                  <a:gd name="connsiteY6" fmla="*/ 234605 h 430727"/>
                  <a:gd name="connsiteX7" fmla="*/ 610622 w 1366434"/>
                  <a:gd name="connsiteY7" fmla="*/ 201656 h 430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66434" h="430727">
                    <a:moveTo>
                      <a:pt x="610314" y="201357"/>
                    </a:moveTo>
                    <a:cubicBezTo>
                      <a:pt x="473792" y="95917"/>
                      <a:pt x="365623" y="-84408"/>
                      <a:pt x="153290" y="44995"/>
                    </a:cubicBezTo>
                    <a:cubicBezTo>
                      <a:pt x="-59043" y="174398"/>
                      <a:pt x="-49798" y="461060"/>
                      <a:pt x="174862" y="428111"/>
                    </a:cubicBezTo>
                    <a:cubicBezTo>
                      <a:pt x="430956" y="390668"/>
                      <a:pt x="645446" y="293317"/>
                      <a:pt x="1001389" y="404747"/>
                    </a:cubicBezTo>
                    <a:cubicBezTo>
                      <a:pt x="1299702" y="498204"/>
                      <a:pt x="1360720" y="304100"/>
                      <a:pt x="1365344" y="260367"/>
                    </a:cubicBezTo>
                    <a:cubicBezTo>
                      <a:pt x="1373664" y="177692"/>
                      <a:pt x="1336683" y="42598"/>
                      <a:pt x="1175507" y="68359"/>
                    </a:cubicBezTo>
                    <a:cubicBezTo>
                      <a:pt x="1043300" y="89627"/>
                      <a:pt x="999539" y="177992"/>
                      <a:pt x="880892" y="234605"/>
                    </a:cubicBezTo>
                    <a:cubicBezTo>
                      <a:pt x="772414" y="286427"/>
                      <a:pt x="675339" y="251380"/>
                      <a:pt x="610622" y="201656"/>
                    </a:cubicBezTo>
                    <a:close/>
                  </a:path>
                </a:pathLst>
              </a:custGeom>
              <a:solidFill>
                <a:srgbClr val="805751"/>
              </a:solidFill>
              <a:ln w="5784" cap="flat">
                <a:solidFill>
                  <a:srgbClr val="80575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0" name="手繪多邊形: 圖案 739">
                <a:extLst>
                  <a:ext uri="{FF2B5EF4-FFF2-40B4-BE49-F238E27FC236}">
                    <a16:creationId xmlns:a16="http://schemas.microsoft.com/office/drawing/2014/main" id="{840B433A-3259-4324-D9E6-60EE254B4918}"/>
                  </a:ext>
                </a:extLst>
              </p:cNvPr>
              <p:cNvSpPr/>
              <p:nvPr/>
            </p:nvSpPr>
            <p:spPr>
              <a:xfrm>
                <a:off x="17243559" y="31487318"/>
                <a:ext cx="107566" cy="104284"/>
              </a:xfrm>
              <a:custGeom>
                <a:avLst/>
                <a:gdLst>
                  <a:gd name="connsiteX0" fmla="*/ 64729 w 107566"/>
                  <a:gd name="connsiteY0" fmla="*/ 1238 h 104284"/>
                  <a:gd name="connsiteX1" fmla="*/ 46546 w 107566"/>
                  <a:gd name="connsiteY1" fmla="*/ 1238 h 104284"/>
                  <a:gd name="connsiteX2" fmla="*/ 29597 w 107566"/>
                  <a:gd name="connsiteY2" fmla="*/ 1238 h 104284"/>
                  <a:gd name="connsiteX3" fmla="*/ 320 w 107566"/>
                  <a:gd name="connsiteY3" fmla="*/ 76723 h 104284"/>
                  <a:gd name="connsiteX4" fmla="*/ 107565 w 107566"/>
                  <a:gd name="connsiteY4" fmla="*/ 76723 h 104284"/>
                  <a:gd name="connsiteX5" fmla="*/ 83836 w 107566"/>
                  <a:gd name="connsiteY5" fmla="*/ 5431 h 104284"/>
                  <a:gd name="connsiteX6" fmla="*/ 64421 w 107566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6" h="104284">
                    <a:moveTo>
                      <a:pt x="64729" y="1238"/>
                    </a:moveTo>
                    <a:cubicBezTo>
                      <a:pt x="57025" y="3334"/>
                      <a:pt x="54251" y="3934"/>
                      <a:pt x="46546" y="1238"/>
                    </a:cubicBezTo>
                    <a:cubicBezTo>
                      <a:pt x="41616" y="-559"/>
                      <a:pt x="34836" y="-260"/>
                      <a:pt x="29597" y="1238"/>
                    </a:cubicBezTo>
                    <a:cubicBezTo>
                      <a:pt x="13264" y="6030"/>
                      <a:pt x="-2453" y="37183"/>
                      <a:pt x="320" y="76723"/>
                    </a:cubicBezTo>
                    <a:cubicBezTo>
                      <a:pt x="3094" y="116263"/>
                      <a:pt x="107874" y="110571"/>
                      <a:pt x="107565" y="76723"/>
                    </a:cubicBezTo>
                    <a:cubicBezTo>
                      <a:pt x="107565" y="49764"/>
                      <a:pt x="97396" y="14717"/>
                      <a:pt x="83836" y="5431"/>
                    </a:cubicBezTo>
                    <a:cubicBezTo>
                      <a:pt x="77981" y="1238"/>
                      <a:pt x="73666" y="-1159"/>
                      <a:pt x="64421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41" name="圖形 18">
              <a:extLst>
                <a:ext uri="{FF2B5EF4-FFF2-40B4-BE49-F238E27FC236}">
                  <a16:creationId xmlns:a16="http://schemas.microsoft.com/office/drawing/2014/main" id="{75D01DB9-E015-6076-0728-960318FCE8C8}"/>
                </a:ext>
              </a:extLst>
            </p:cNvPr>
            <p:cNvGrpSpPr/>
            <p:nvPr/>
          </p:nvGrpSpPr>
          <p:grpSpPr>
            <a:xfrm>
              <a:off x="14745194" y="30935645"/>
              <a:ext cx="7401830" cy="23511205"/>
              <a:chOff x="14745194" y="30935645"/>
              <a:chExt cx="7401830" cy="23511205"/>
            </a:xfrm>
          </p:grpSpPr>
          <p:sp>
            <p:nvSpPr>
              <p:cNvPr id="742" name="手繪多邊形: 圖案 741">
                <a:extLst>
                  <a:ext uri="{FF2B5EF4-FFF2-40B4-BE49-F238E27FC236}">
                    <a16:creationId xmlns:a16="http://schemas.microsoft.com/office/drawing/2014/main" id="{46CC2F27-CDFC-4030-0F43-2E58E05FF4C7}"/>
                  </a:ext>
                </a:extLst>
              </p:cNvPr>
              <p:cNvSpPr/>
              <p:nvPr/>
            </p:nvSpPr>
            <p:spPr>
              <a:xfrm>
                <a:off x="14745194" y="30935645"/>
                <a:ext cx="1362751" cy="1326032"/>
              </a:xfrm>
              <a:custGeom>
                <a:avLst/>
                <a:gdLst>
                  <a:gd name="connsiteX0" fmla="*/ 220962 w 1362751"/>
                  <a:gd name="connsiteY0" fmla="*/ 1326033 h 1326032"/>
                  <a:gd name="connsiteX1" fmla="*/ 0 w 1362751"/>
                  <a:gd name="connsiteY1" fmla="*/ 1045361 h 1326032"/>
                  <a:gd name="connsiteX2" fmla="*/ 408332 w 1362751"/>
                  <a:gd name="connsiteY2" fmla="*/ 93411 h 1326032"/>
                  <a:gd name="connsiteX3" fmla="*/ 951337 w 1362751"/>
                  <a:gd name="connsiteY3" fmla="*/ 93411 h 1326032"/>
                  <a:gd name="connsiteX4" fmla="*/ 1362751 w 1362751"/>
                  <a:gd name="connsiteY4" fmla="*/ 1063633 h 1326032"/>
                  <a:gd name="connsiteX5" fmla="*/ 1142714 w 1362751"/>
                  <a:gd name="connsiteY5" fmla="*/ 1326033 h 1326032"/>
                  <a:gd name="connsiteX6" fmla="*/ 220962 w 1362751"/>
                  <a:gd name="connsiteY6" fmla="*/ 1326033 h 1326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751" h="1326032">
                    <a:moveTo>
                      <a:pt x="220962" y="1326033"/>
                    </a:moveTo>
                    <a:cubicBezTo>
                      <a:pt x="129742" y="1326033"/>
                      <a:pt x="0" y="1275709"/>
                      <a:pt x="0" y="1045361"/>
                    </a:cubicBezTo>
                    <a:cubicBezTo>
                      <a:pt x="0" y="1045361"/>
                      <a:pt x="11094" y="445974"/>
                      <a:pt x="408332" y="93411"/>
                    </a:cubicBezTo>
                    <a:cubicBezTo>
                      <a:pt x="563961" y="-44678"/>
                      <a:pt x="820054" y="-16820"/>
                      <a:pt x="951337" y="93411"/>
                    </a:cubicBezTo>
                    <a:cubicBezTo>
                      <a:pt x="1217292" y="316572"/>
                      <a:pt x="1362751" y="803329"/>
                      <a:pt x="1362751" y="1063633"/>
                    </a:cubicBezTo>
                    <a:cubicBezTo>
                      <a:pt x="1362751" y="1246953"/>
                      <a:pt x="1290638" y="1326033"/>
                      <a:pt x="1142714" y="1326033"/>
                    </a:cubicBezTo>
                    <a:lnTo>
                      <a:pt x="220962" y="1326033"/>
                    </a:lnTo>
                    <a:close/>
                  </a:path>
                </a:pathLst>
              </a:custGeom>
              <a:solidFill>
                <a:srgbClr val="9E7253"/>
              </a:solidFill>
              <a:ln w="5784" cap="flat">
                <a:solidFill>
                  <a:srgbClr val="9E725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3" name="手繪多邊形: 圖案 742">
                <a:extLst>
                  <a:ext uri="{FF2B5EF4-FFF2-40B4-BE49-F238E27FC236}">
                    <a16:creationId xmlns:a16="http://schemas.microsoft.com/office/drawing/2014/main" id="{32F55D07-93D8-B0E7-51D6-633AC60307B5}"/>
                  </a:ext>
                </a:extLst>
              </p:cNvPr>
              <p:cNvSpPr/>
              <p:nvPr/>
            </p:nvSpPr>
            <p:spPr>
              <a:xfrm>
                <a:off x="15433646" y="31038902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6 w 107565"/>
                  <a:gd name="connsiteY2" fmla="*/ 1238 h 104284"/>
                  <a:gd name="connsiteX3" fmla="*/ 320 w 107565"/>
                  <a:gd name="connsiteY3" fmla="*/ 76723 h 104284"/>
                  <a:gd name="connsiteX4" fmla="*/ 107564 w 107565"/>
                  <a:gd name="connsiteY4" fmla="*/ 76723 h 104284"/>
                  <a:gd name="connsiteX5" fmla="*/ 83835 w 107565"/>
                  <a:gd name="connsiteY5" fmla="*/ 5431 h 104284"/>
                  <a:gd name="connsiteX6" fmla="*/ 64420 w 107565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4"/>
                      <a:pt x="54251" y="3934"/>
                      <a:pt x="46546" y="1238"/>
                    </a:cubicBezTo>
                    <a:cubicBezTo>
                      <a:pt x="41615" y="-559"/>
                      <a:pt x="34836" y="-260"/>
                      <a:pt x="29596" y="1238"/>
                    </a:cubicBezTo>
                    <a:cubicBezTo>
                      <a:pt x="13263" y="6031"/>
                      <a:pt x="-2454" y="37183"/>
                      <a:pt x="320" y="76723"/>
                    </a:cubicBezTo>
                    <a:cubicBezTo>
                      <a:pt x="3094" y="116263"/>
                      <a:pt x="107873" y="110571"/>
                      <a:pt x="107564" y="76723"/>
                    </a:cubicBezTo>
                    <a:cubicBezTo>
                      <a:pt x="107564" y="49764"/>
                      <a:pt x="97395" y="14717"/>
                      <a:pt x="83835" y="5431"/>
                    </a:cubicBezTo>
                    <a:cubicBezTo>
                      <a:pt x="77980" y="1238"/>
                      <a:pt x="73666" y="-1159"/>
                      <a:pt x="64420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4" name="手繪多邊形: 圖案 743">
                <a:extLst>
                  <a:ext uri="{FF2B5EF4-FFF2-40B4-BE49-F238E27FC236}">
                    <a16:creationId xmlns:a16="http://schemas.microsoft.com/office/drawing/2014/main" id="{1728FE69-C829-48D3-325F-47725A1C3CAA}"/>
                  </a:ext>
                </a:extLst>
              </p:cNvPr>
              <p:cNvSpPr/>
              <p:nvPr/>
            </p:nvSpPr>
            <p:spPr>
              <a:xfrm>
                <a:off x="14745194" y="30935645"/>
                <a:ext cx="1362751" cy="1326032"/>
              </a:xfrm>
              <a:custGeom>
                <a:avLst/>
                <a:gdLst>
                  <a:gd name="connsiteX0" fmla="*/ 220962 w 1362751"/>
                  <a:gd name="connsiteY0" fmla="*/ 1326033 h 1326032"/>
                  <a:gd name="connsiteX1" fmla="*/ 0 w 1362751"/>
                  <a:gd name="connsiteY1" fmla="*/ 1045361 h 1326032"/>
                  <a:gd name="connsiteX2" fmla="*/ 408332 w 1362751"/>
                  <a:gd name="connsiteY2" fmla="*/ 93411 h 1326032"/>
                  <a:gd name="connsiteX3" fmla="*/ 951337 w 1362751"/>
                  <a:gd name="connsiteY3" fmla="*/ 93411 h 1326032"/>
                  <a:gd name="connsiteX4" fmla="*/ 1362751 w 1362751"/>
                  <a:gd name="connsiteY4" fmla="*/ 1063633 h 1326032"/>
                  <a:gd name="connsiteX5" fmla="*/ 1142714 w 1362751"/>
                  <a:gd name="connsiteY5" fmla="*/ 1326033 h 1326032"/>
                  <a:gd name="connsiteX6" fmla="*/ 220962 w 1362751"/>
                  <a:gd name="connsiteY6" fmla="*/ 1326033 h 1326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2751" h="1326032">
                    <a:moveTo>
                      <a:pt x="220962" y="1326033"/>
                    </a:moveTo>
                    <a:cubicBezTo>
                      <a:pt x="129742" y="1326033"/>
                      <a:pt x="0" y="1275709"/>
                      <a:pt x="0" y="1045361"/>
                    </a:cubicBezTo>
                    <a:cubicBezTo>
                      <a:pt x="0" y="1045361"/>
                      <a:pt x="11094" y="445974"/>
                      <a:pt x="408332" y="93411"/>
                    </a:cubicBezTo>
                    <a:cubicBezTo>
                      <a:pt x="563961" y="-44678"/>
                      <a:pt x="820054" y="-16820"/>
                      <a:pt x="951337" y="93411"/>
                    </a:cubicBezTo>
                    <a:cubicBezTo>
                      <a:pt x="1217292" y="316572"/>
                      <a:pt x="1362751" y="803329"/>
                      <a:pt x="1362751" y="1063633"/>
                    </a:cubicBezTo>
                    <a:cubicBezTo>
                      <a:pt x="1362751" y="1246953"/>
                      <a:pt x="1290638" y="1326033"/>
                      <a:pt x="1142714" y="1326033"/>
                    </a:cubicBezTo>
                    <a:lnTo>
                      <a:pt x="220962" y="1326033"/>
                    </a:lnTo>
                    <a:close/>
                  </a:path>
                </a:pathLst>
              </a:custGeom>
              <a:solidFill>
                <a:srgbClr val="9E7253"/>
              </a:solidFill>
              <a:ln w="5784" cap="flat">
                <a:solidFill>
                  <a:srgbClr val="9E725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5" name="手繪多邊形: 圖案 744">
                <a:extLst>
                  <a:ext uri="{FF2B5EF4-FFF2-40B4-BE49-F238E27FC236}">
                    <a16:creationId xmlns:a16="http://schemas.microsoft.com/office/drawing/2014/main" id="{9183621A-C072-F118-34E3-8802B3EF6E53}"/>
                  </a:ext>
                </a:extLst>
              </p:cNvPr>
              <p:cNvSpPr/>
              <p:nvPr/>
            </p:nvSpPr>
            <p:spPr>
              <a:xfrm>
                <a:off x="15433646" y="31038902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6 w 107565"/>
                  <a:gd name="connsiteY2" fmla="*/ 1238 h 104284"/>
                  <a:gd name="connsiteX3" fmla="*/ 320 w 107565"/>
                  <a:gd name="connsiteY3" fmla="*/ 76723 h 104284"/>
                  <a:gd name="connsiteX4" fmla="*/ 107564 w 107565"/>
                  <a:gd name="connsiteY4" fmla="*/ 76723 h 104284"/>
                  <a:gd name="connsiteX5" fmla="*/ 83835 w 107565"/>
                  <a:gd name="connsiteY5" fmla="*/ 5431 h 104284"/>
                  <a:gd name="connsiteX6" fmla="*/ 64420 w 107565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4"/>
                      <a:pt x="54251" y="3934"/>
                      <a:pt x="46546" y="1238"/>
                    </a:cubicBezTo>
                    <a:cubicBezTo>
                      <a:pt x="41615" y="-559"/>
                      <a:pt x="34836" y="-260"/>
                      <a:pt x="29596" y="1238"/>
                    </a:cubicBezTo>
                    <a:cubicBezTo>
                      <a:pt x="13263" y="6031"/>
                      <a:pt x="-2454" y="37183"/>
                      <a:pt x="320" y="76723"/>
                    </a:cubicBezTo>
                    <a:cubicBezTo>
                      <a:pt x="3094" y="116263"/>
                      <a:pt x="107873" y="110571"/>
                      <a:pt x="107564" y="76723"/>
                    </a:cubicBezTo>
                    <a:cubicBezTo>
                      <a:pt x="107564" y="49764"/>
                      <a:pt x="97395" y="14717"/>
                      <a:pt x="83835" y="5431"/>
                    </a:cubicBezTo>
                    <a:cubicBezTo>
                      <a:pt x="77980" y="1238"/>
                      <a:pt x="73666" y="-1159"/>
                      <a:pt x="64420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46" name="圖形 18">
              <a:extLst>
                <a:ext uri="{FF2B5EF4-FFF2-40B4-BE49-F238E27FC236}">
                  <a16:creationId xmlns:a16="http://schemas.microsoft.com/office/drawing/2014/main" id="{1F0768F2-8207-F130-8F29-29238DFE21C6}"/>
                </a:ext>
              </a:extLst>
            </p:cNvPr>
            <p:cNvGrpSpPr/>
            <p:nvPr/>
          </p:nvGrpSpPr>
          <p:grpSpPr>
            <a:xfrm>
              <a:off x="17016807" y="29269215"/>
              <a:ext cx="7407310" cy="7630425"/>
              <a:chOff x="17016807" y="29269215"/>
              <a:chExt cx="7407310" cy="7630425"/>
            </a:xfrm>
          </p:grpSpPr>
          <p:sp>
            <p:nvSpPr>
              <p:cNvPr id="747" name="手繪多邊形: 圖案 746">
                <a:extLst>
                  <a:ext uri="{FF2B5EF4-FFF2-40B4-BE49-F238E27FC236}">
                    <a16:creationId xmlns:a16="http://schemas.microsoft.com/office/drawing/2014/main" id="{0FC49EC2-22D0-6ECE-5622-C3F5514E8C78}"/>
                  </a:ext>
                </a:extLst>
              </p:cNvPr>
              <p:cNvSpPr/>
              <p:nvPr/>
            </p:nvSpPr>
            <p:spPr>
              <a:xfrm>
                <a:off x="17016807" y="29269215"/>
                <a:ext cx="1363760" cy="430356"/>
              </a:xfrm>
              <a:custGeom>
                <a:avLst/>
                <a:gdLst>
                  <a:gd name="connsiteX0" fmla="*/ 168518 w 1363760"/>
                  <a:gd name="connsiteY0" fmla="*/ 345399 h 430356"/>
                  <a:gd name="connsiteX1" fmla="*/ 22444 w 1363760"/>
                  <a:gd name="connsiteY1" fmla="*/ 66824 h 430356"/>
                  <a:gd name="connsiteX2" fmla="*/ 451423 w 1363760"/>
                  <a:gd name="connsiteY2" fmla="*/ 43159 h 430356"/>
                  <a:gd name="connsiteX3" fmla="*/ 912146 w 1363760"/>
                  <a:gd name="connsiteY3" fmla="*/ 42261 h 430356"/>
                  <a:gd name="connsiteX4" fmla="*/ 1326025 w 1363760"/>
                  <a:gd name="connsiteY4" fmla="*/ 58736 h 430356"/>
                  <a:gd name="connsiteX5" fmla="*/ 1189195 w 1363760"/>
                  <a:gd name="connsiteY5" fmla="*/ 359477 h 430356"/>
                  <a:gd name="connsiteX6" fmla="*/ 168211 w 1363760"/>
                  <a:gd name="connsiteY6" fmla="*/ 345399 h 4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3760" h="430356">
                    <a:moveTo>
                      <a:pt x="168518" y="345399"/>
                    </a:moveTo>
                    <a:cubicBezTo>
                      <a:pt x="3337" y="266619"/>
                      <a:pt x="-29022" y="136618"/>
                      <a:pt x="22444" y="66824"/>
                    </a:cubicBezTo>
                    <a:cubicBezTo>
                      <a:pt x="90550" y="-25136"/>
                      <a:pt x="263437" y="-11357"/>
                      <a:pt x="451423" y="43159"/>
                    </a:cubicBezTo>
                    <a:cubicBezTo>
                      <a:pt x="613524" y="90488"/>
                      <a:pt x="803360" y="76109"/>
                      <a:pt x="912146" y="42261"/>
                    </a:cubicBezTo>
                    <a:cubicBezTo>
                      <a:pt x="1061611" y="-4168"/>
                      <a:pt x="1229566" y="-26334"/>
                      <a:pt x="1326025" y="58736"/>
                    </a:cubicBezTo>
                    <a:cubicBezTo>
                      <a:pt x="1400295" y="124336"/>
                      <a:pt x="1370095" y="273508"/>
                      <a:pt x="1189195" y="359477"/>
                    </a:cubicBezTo>
                    <a:cubicBezTo>
                      <a:pt x="1013843" y="442751"/>
                      <a:pt x="428618" y="469710"/>
                      <a:pt x="168211" y="345399"/>
                    </a:cubicBezTo>
                    <a:close/>
                  </a:path>
                </a:pathLst>
              </a:custGeom>
              <a:solidFill>
                <a:srgbClr val="0B4B46"/>
              </a:solidFill>
              <a:ln w="5784" cap="flat">
                <a:solidFill>
                  <a:srgbClr val="0B4B4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8" name="手繪多邊形: 圖案 747">
                <a:extLst>
                  <a:ext uri="{FF2B5EF4-FFF2-40B4-BE49-F238E27FC236}">
                    <a16:creationId xmlns:a16="http://schemas.microsoft.com/office/drawing/2014/main" id="{FB333B5E-52CD-A9B3-267C-8692F5373100}"/>
                  </a:ext>
                </a:extLst>
              </p:cNvPr>
              <p:cNvSpPr/>
              <p:nvPr/>
            </p:nvSpPr>
            <p:spPr>
              <a:xfrm>
                <a:off x="18165928" y="29374040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6 w 107565"/>
                  <a:gd name="connsiteY2" fmla="*/ 1238 h 104284"/>
                  <a:gd name="connsiteX3" fmla="*/ 320 w 107565"/>
                  <a:gd name="connsiteY3" fmla="*/ 76723 h 104284"/>
                  <a:gd name="connsiteX4" fmla="*/ 107564 w 107565"/>
                  <a:gd name="connsiteY4" fmla="*/ 76723 h 104284"/>
                  <a:gd name="connsiteX5" fmla="*/ 83835 w 107565"/>
                  <a:gd name="connsiteY5" fmla="*/ 5432 h 104284"/>
                  <a:gd name="connsiteX6" fmla="*/ 64420 w 107565"/>
                  <a:gd name="connsiteY6" fmla="*/ 1538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5"/>
                      <a:pt x="54251" y="3934"/>
                      <a:pt x="46546" y="1238"/>
                    </a:cubicBezTo>
                    <a:cubicBezTo>
                      <a:pt x="41615" y="-559"/>
                      <a:pt x="34835" y="-259"/>
                      <a:pt x="29596" y="1238"/>
                    </a:cubicBezTo>
                    <a:cubicBezTo>
                      <a:pt x="13263" y="6031"/>
                      <a:pt x="-2453" y="37184"/>
                      <a:pt x="320" y="76723"/>
                    </a:cubicBezTo>
                    <a:cubicBezTo>
                      <a:pt x="3093" y="116263"/>
                      <a:pt x="107873" y="110571"/>
                      <a:pt x="107564" y="76723"/>
                    </a:cubicBezTo>
                    <a:cubicBezTo>
                      <a:pt x="107564" y="49764"/>
                      <a:pt x="97395" y="14718"/>
                      <a:pt x="83835" y="5432"/>
                    </a:cubicBezTo>
                    <a:cubicBezTo>
                      <a:pt x="77980" y="1238"/>
                      <a:pt x="73666" y="-1158"/>
                      <a:pt x="64420" y="15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49" name="手繪多邊形: 圖案 748">
                <a:extLst>
                  <a:ext uri="{FF2B5EF4-FFF2-40B4-BE49-F238E27FC236}">
                    <a16:creationId xmlns:a16="http://schemas.microsoft.com/office/drawing/2014/main" id="{E4E920E4-821E-640E-A999-A20AB76B0D93}"/>
                  </a:ext>
                </a:extLst>
              </p:cNvPr>
              <p:cNvSpPr/>
              <p:nvPr/>
            </p:nvSpPr>
            <p:spPr>
              <a:xfrm>
                <a:off x="17016807" y="29269215"/>
                <a:ext cx="1363760" cy="430356"/>
              </a:xfrm>
              <a:custGeom>
                <a:avLst/>
                <a:gdLst>
                  <a:gd name="connsiteX0" fmla="*/ 168518 w 1363760"/>
                  <a:gd name="connsiteY0" fmla="*/ 345399 h 430356"/>
                  <a:gd name="connsiteX1" fmla="*/ 22444 w 1363760"/>
                  <a:gd name="connsiteY1" fmla="*/ 66824 h 430356"/>
                  <a:gd name="connsiteX2" fmla="*/ 451423 w 1363760"/>
                  <a:gd name="connsiteY2" fmla="*/ 43159 h 430356"/>
                  <a:gd name="connsiteX3" fmla="*/ 912146 w 1363760"/>
                  <a:gd name="connsiteY3" fmla="*/ 42261 h 430356"/>
                  <a:gd name="connsiteX4" fmla="*/ 1326025 w 1363760"/>
                  <a:gd name="connsiteY4" fmla="*/ 58736 h 430356"/>
                  <a:gd name="connsiteX5" fmla="*/ 1189195 w 1363760"/>
                  <a:gd name="connsiteY5" fmla="*/ 359477 h 430356"/>
                  <a:gd name="connsiteX6" fmla="*/ 168211 w 1363760"/>
                  <a:gd name="connsiteY6" fmla="*/ 345399 h 430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63760" h="430356">
                    <a:moveTo>
                      <a:pt x="168518" y="345399"/>
                    </a:moveTo>
                    <a:cubicBezTo>
                      <a:pt x="3337" y="266619"/>
                      <a:pt x="-29022" y="136618"/>
                      <a:pt x="22444" y="66824"/>
                    </a:cubicBezTo>
                    <a:cubicBezTo>
                      <a:pt x="90550" y="-25136"/>
                      <a:pt x="263437" y="-11357"/>
                      <a:pt x="451423" y="43159"/>
                    </a:cubicBezTo>
                    <a:cubicBezTo>
                      <a:pt x="613524" y="90488"/>
                      <a:pt x="803360" y="76109"/>
                      <a:pt x="912146" y="42261"/>
                    </a:cubicBezTo>
                    <a:cubicBezTo>
                      <a:pt x="1061611" y="-4168"/>
                      <a:pt x="1229566" y="-26334"/>
                      <a:pt x="1326025" y="58736"/>
                    </a:cubicBezTo>
                    <a:cubicBezTo>
                      <a:pt x="1400295" y="124336"/>
                      <a:pt x="1370095" y="273508"/>
                      <a:pt x="1189195" y="359477"/>
                    </a:cubicBezTo>
                    <a:cubicBezTo>
                      <a:pt x="1013843" y="442751"/>
                      <a:pt x="428618" y="469710"/>
                      <a:pt x="168211" y="345399"/>
                    </a:cubicBezTo>
                    <a:close/>
                  </a:path>
                </a:pathLst>
              </a:custGeom>
              <a:solidFill>
                <a:srgbClr val="0B4B46"/>
              </a:solidFill>
              <a:ln w="5784" cap="flat">
                <a:solidFill>
                  <a:srgbClr val="0B4B46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50" name="手繪多邊形: 圖案 749">
                <a:extLst>
                  <a:ext uri="{FF2B5EF4-FFF2-40B4-BE49-F238E27FC236}">
                    <a16:creationId xmlns:a16="http://schemas.microsoft.com/office/drawing/2014/main" id="{C5CA73D3-2D8E-6F12-0792-477032AE567A}"/>
                  </a:ext>
                </a:extLst>
              </p:cNvPr>
              <p:cNvSpPr/>
              <p:nvPr/>
            </p:nvSpPr>
            <p:spPr>
              <a:xfrm>
                <a:off x="18165928" y="29374040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6 w 107565"/>
                  <a:gd name="connsiteY2" fmla="*/ 1238 h 104284"/>
                  <a:gd name="connsiteX3" fmla="*/ 320 w 107565"/>
                  <a:gd name="connsiteY3" fmla="*/ 76723 h 104284"/>
                  <a:gd name="connsiteX4" fmla="*/ 107564 w 107565"/>
                  <a:gd name="connsiteY4" fmla="*/ 76723 h 104284"/>
                  <a:gd name="connsiteX5" fmla="*/ 83835 w 107565"/>
                  <a:gd name="connsiteY5" fmla="*/ 5432 h 104284"/>
                  <a:gd name="connsiteX6" fmla="*/ 64420 w 107565"/>
                  <a:gd name="connsiteY6" fmla="*/ 1538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5"/>
                      <a:pt x="54251" y="3934"/>
                      <a:pt x="46546" y="1238"/>
                    </a:cubicBezTo>
                    <a:cubicBezTo>
                      <a:pt x="41615" y="-559"/>
                      <a:pt x="34835" y="-259"/>
                      <a:pt x="29596" y="1238"/>
                    </a:cubicBezTo>
                    <a:cubicBezTo>
                      <a:pt x="13263" y="6031"/>
                      <a:pt x="-2453" y="37184"/>
                      <a:pt x="320" y="76723"/>
                    </a:cubicBezTo>
                    <a:cubicBezTo>
                      <a:pt x="3093" y="116263"/>
                      <a:pt x="107873" y="110571"/>
                      <a:pt x="107564" y="76723"/>
                    </a:cubicBezTo>
                    <a:cubicBezTo>
                      <a:pt x="107564" y="49764"/>
                      <a:pt x="97395" y="14718"/>
                      <a:pt x="83835" y="5432"/>
                    </a:cubicBezTo>
                    <a:cubicBezTo>
                      <a:pt x="77980" y="1238"/>
                      <a:pt x="73666" y="-1158"/>
                      <a:pt x="64420" y="153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 dirty="0"/>
              </a:p>
            </p:txBody>
          </p:sp>
        </p:grpSp>
        <p:grpSp>
          <p:nvGrpSpPr>
            <p:cNvPr id="751" name="圖形 18">
              <a:extLst>
                <a:ext uri="{FF2B5EF4-FFF2-40B4-BE49-F238E27FC236}">
                  <a16:creationId xmlns:a16="http://schemas.microsoft.com/office/drawing/2014/main" id="{A02C3E39-C39E-FEBF-4050-34505502B08D}"/>
                </a:ext>
              </a:extLst>
            </p:cNvPr>
            <p:cNvGrpSpPr/>
            <p:nvPr/>
          </p:nvGrpSpPr>
          <p:grpSpPr>
            <a:xfrm>
              <a:off x="12471800" y="29157082"/>
              <a:ext cx="7408565" cy="11610620"/>
              <a:chOff x="12471800" y="29157082"/>
              <a:chExt cx="7408565" cy="11610620"/>
            </a:xfrm>
          </p:grpSpPr>
          <p:sp>
            <p:nvSpPr>
              <p:cNvPr id="752" name="手繪多邊形: 圖案 751">
                <a:extLst>
                  <a:ext uri="{FF2B5EF4-FFF2-40B4-BE49-F238E27FC236}">
                    <a16:creationId xmlns:a16="http://schemas.microsoft.com/office/drawing/2014/main" id="{6F54941F-32AC-CC65-1952-6DDA8FDEBDD3}"/>
                  </a:ext>
                </a:extLst>
              </p:cNvPr>
              <p:cNvSpPr/>
              <p:nvPr/>
            </p:nvSpPr>
            <p:spPr>
              <a:xfrm>
                <a:off x="12471800" y="29157082"/>
                <a:ext cx="1363991" cy="654839"/>
              </a:xfrm>
              <a:custGeom>
                <a:avLst/>
                <a:gdLst>
                  <a:gd name="connsiteX0" fmla="*/ 1279836 w 1363991"/>
                  <a:gd name="connsiteY0" fmla="*/ 208311 h 654839"/>
                  <a:gd name="connsiteX1" fmla="*/ 1240698 w 1363991"/>
                  <a:gd name="connsiteY1" fmla="*/ 622879 h 654839"/>
                  <a:gd name="connsiteX2" fmla="*/ 851473 w 1363991"/>
                  <a:gd name="connsiteY2" fmla="*/ 609699 h 654839"/>
                  <a:gd name="connsiteX3" fmla="*/ 126953 w 1363991"/>
                  <a:gd name="connsiteY3" fmla="*/ 615989 h 654839"/>
                  <a:gd name="connsiteX4" fmla="*/ 84425 w 1363991"/>
                  <a:gd name="connsiteY4" fmla="*/ 210109 h 654839"/>
                  <a:gd name="connsiteX5" fmla="*/ 1279836 w 1363991"/>
                  <a:gd name="connsiteY5" fmla="*/ 208311 h 65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3991" h="654839">
                    <a:moveTo>
                      <a:pt x="1279836" y="208311"/>
                    </a:moveTo>
                    <a:cubicBezTo>
                      <a:pt x="1414817" y="376056"/>
                      <a:pt x="1376912" y="536012"/>
                      <a:pt x="1240698" y="622879"/>
                    </a:cubicBezTo>
                    <a:cubicBezTo>
                      <a:pt x="1160881" y="673801"/>
                      <a:pt x="1015422" y="655829"/>
                      <a:pt x="851473" y="609699"/>
                    </a:cubicBezTo>
                    <a:cubicBezTo>
                      <a:pt x="516486" y="515343"/>
                      <a:pt x="379040" y="741198"/>
                      <a:pt x="126953" y="615989"/>
                    </a:cubicBezTo>
                    <a:cubicBezTo>
                      <a:pt x="13544" y="559675"/>
                      <a:pt x="-69971" y="372461"/>
                      <a:pt x="84425" y="210109"/>
                    </a:cubicBezTo>
                    <a:cubicBezTo>
                      <a:pt x="370719" y="-90633"/>
                      <a:pt x="1073668" y="-48098"/>
                      <a:pt x="1279836" y="208311"/>
                    </a:cubicBezTo>
                    <a:close/>
                  </a:path>
                </a:pathLst>
              </a:custGeom>
              <a:solidFill>
                <a:srgbClr val="5E5A61"/>
              </a:solidFill>
              <a:ln w="5784" cap="flat">
                <a:solidFill>
                  <a:srgbClr val="5E5A6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753" name="圖形 18">
                <a:extLst>
                  <a:ext uri="{FF2B5EF4-FFF2-40B4-BE49-F238E27FC236}">
                    <a16:creationId xmlns:a16="http://schemas.microsoft.com/office/drawing/2014/main" id="{7EB45FFF-2B86-1771-D0EF-03D8B24DF9C1}"/>
                  </a:ext>
                </a:extLst>
              </p:cNvPr>
              <p:cNvGrpSpPr/>
              <p:nvPr/>
            </p:nvGrpSpPr>
            <p:grpSpPr>
              <a:xfrm>
                <a:off x="13030803" y="29261712"/>
                <a:ext cx="1329113" cy="1849007"/>
                <a:chOff x="13030803" y="29261712"/>
                <a:chExt cx="1329113" cy="1849007"/>
              </a:xfrm>
              <a:solidFill>
                <a:srgbClr val="FFFFFF"/>
              </a:solidFill>
            </p:grpSpPr>
            <p:sp>
              <p:nvSpPr>
                <p:cNvPr id="754" name="手繪多邊形: 圖案 753">
                  <a:extLst>
                    <a:ext uri="{FF2B5EF4-FFF2-40B4-BE49-F238E27FC236}">
                      <a16:creationId xmlns:a16="http://schemas.microsoft.com/office/drawing/2014/main" id="{7BA55CBD-5F71-4042-0656-DCD072039464}"/>
                    </a:ext>
                  </a:extLst>
                </p:cNvPr>
                <p:cNvSpPr/>
                <p:nvPr/>
              </p:nvSpPr>
              <p:spPr>
                <a:xfrm>
                  <a:off x="13030803" y="292617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2 h 104284"/>
                    <a:gd name="connsiteX6" fmla="*/ 64421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6" y="-259"/>
                        <a:pt x="29597" y="1238"/>
                      </a:cubicBezTo>
                      <a:cubicBezTo>
                        <a:pt x="13263" y="6031"/>
                        <a:pt x="-2454" y="37184"/>
                        <a:pt x="320" y="76723"/>
                      </a:cubicBezTo>
                      <a:cubicBezTo>
                        <a:pt x="3094" y="116263"/>
                        <a:pt x="107873" y="110571"/>
                        <a:pt x="107565" y="76723"/>
                      </a:cubicBezTo>
                      <a:cubicBezTo>
                        <a:pt x="107565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5" y="-1158"/>
                        <a:pt x="64421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5" name="手繪多邊形: 圖案 754">
                  <a:extLst>
                    <a:ext uri="{FF2B5EF4-FFF2-40B4-BE49-F238E27FC236}">
                      <a16:creationId xmlns:a16="http://schemas.microsoft.com/office/drawing/2014/main" id="{6C44804C-DD43-CAD9-EFBF-742397436781}"/>
                    </a:ext>
                  </a:extLst>
                </p:cNvPr>
                <p:cNvSpPr/>
                <p:nvPr/>
              </p:nvSpPr>
              <p:spPr>
                <a:xfrm>
                  <a:off x="13167941" y="292617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2 h 104284"/>
                    <a:gd name="connsiteX6" fmla="*/ 64421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59"/>
                        <a:pt x="29597" y="1238"/>
                      </a:cubicBezTo>
                      <a:cubicBezTo>
                        <a:pt x="13263" y="6031"/>
                        <a:pt x="-2453" y="37184"/>
                        <a:pt x="320" y="76723"/>
                      </a:cubicBezTo>
                      <a:cubicBezTo>
                        <a:pt x="3093" y="116263"/>
                        <a:pt x="107873" y="110571"/>
                        <a:pt x="107565" y="76723"/>
                      </a:cubicBezTo>
                      <a:cubicBezTo>
                        <a:pt x="107565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6" y="-1158"/>
                        <a:pt x="64421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756" name="手繪多邊形: 圖案 755">
                <a:extLst>
                  <a:ext uri="{FF2B5EF4-FFF2-40B4-BE49-F238E27FC236}">
                    <a16:creationId xmlns:a16="http://schemas.microsoft.com/office/drawing/2014/main" id="{219C35D8-20CC-A816-2DA1-C441333B9857}"/>
                  </a:ext>
                </a:extLst>
              </p:cNvPr>
              <p:cNvSpPr/>
              <p:nvPr/>
            </p:nvSpPr>
            <p:spPr>
              <a:xfrm>
                <a:off x="12471800" y="29157082"/>
                <a:ext cx="1363991" cy="654839"/>
              </a:xfrm>
              <a:custGeom>
                <a:avLst/>
                <a:gdLst>
                  <a:gd name="connsiteX0" fmla="*/ 1279836 w 1363991"/>
                  <a:gd name="connsiteY0" fmla="*/ 208311 h 654839"/>
                  <a:gd name="connsiteX1" fmla="*/ 1240698 w 1363991"/>
                  <a:gd name="connsiteY1" fmla="*/ 622879 h 654839"/>
                  <a:gd name="connsiteX2" fmla="*/ 851473 w 1363991"/>
                  <a:gd name="connsiteY2" fmla="*/ 609699 h 654839"/>
                  <a:gd name="connsiteX3" fmla="*/ 126953 w 1363991"/>
                  <a:gd name="connsiteY3" fmla="*/ 615989 h 654839"/>
                  <a:gd name="connsiteX4" fmla="*/ 84425 w 1363991"/>
                  <a:gd name="connsiteY4" fmla="*/ 210109 h 654839"/>
                  <a:gd name="connsiteX5" fmla="*/ 1279836 w 1363991"/>
                  <a:gd name="connsiteY5" fmla="*/ 208311 h 654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363991" h="654839">
                    <a:moveTo>
                      <a:pt x="1279836" y="208311"/>
                    </a:moveTo>
                    <a:cubicBezTo>
                      <a:pt x="1414817" y="376056"/>
                      <a:pt x="1376912" y="536012"/>
                      <a:pt x="1240698" y="622879"/>
                    </a:cubicBezTo>
                    <a:cubicBezTo>
                      <a:pt x="1160881" y="673801"/>
                      <a:pt x="1015422" y="655829"/>
                      <a:pt x="851473" y="609699"/>
                    </a:cubicBezTo>
                    <a:cubicBezTo>
                      <a:pt x="516486" y="515343"/>
                      <a:pt x="379040" y="741198"/>
                      <a:pt x="126953" y="615989"/>
                    </a:cubicBezTo>
                    <a:cubicBezTo>
                      <a:pt x="13544" y="559675"/>
                      <a:pt x="-69971" y="372461"/>
                      <a:pt x="84425" y="210109"/>
                    </a:cubicBezTo>
                    <a:cubicBezTo>
                      <a:pt x="370719" y="-90633"/>
                      <a:pt x="1073668" y="-48098"/>
                      <a:pt x="1279836" y="208311"/>
                    </a:cubicBezTo>
                    <a:close/>
                  </a:path>
                </a:pathLst>
              </a:custGeom>
              <a:solidFill>
                <a:srgbClr val="5E5A61"/>
              </a:solidFill>
              <a:ln w="5784" cap="flat">
                <a:solidFill>
                  <a:srgbClr val="5E5A61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757" name="圖形 18">
                <a:extLst>
                  <a:ext uri="{FF2B5EF4-FFF2-40B4-BE49-F238E27FC236}">
                    <a16:creationId xmlns:a16="http://schemas.microsoft.com/office/drawing/2014/main" id="{AE0C7EBC-6FDE-C67F-7E8D-21E32142D659}"/>
                  </a:ext>
                </a:extLst>
              </p:cNvPr>
              <p:cNvGrpSpPr/>
              <p:nvPr/>
            </p:nvGrpSpPr>
            <p:grpSpPr>
              <a:xfrm>
                <a:off x="13030803" y="29261712"/>
                <a:ext cx="1329113" cy="1849007"/>
                <a:chOff x="13030803" y="29261712"/>
                <a:chExt cx="1329113" cy="1849007"/>
              </a:xfrm>
              <a:solidFill>
                <a:srgbClr val="FFFFFF"/>
              </a:solidFill>
            </p:grpSpPr>
            <p:sp>
              <p:nvSpPr>
                <p:cNvPr id="758" name="手繪多邊形: 圖案 757">
                  <a:extLst>
                    <a:ext uri="{FF2B5EF4-FFF2-40B4-BE49-F238E27FC236}">
                      <a16:creationId xmlns:a16="http://schemas.microsoft.com/office/drawing/2014/main" id="{24A6A20B-4D74-E1DA-FE2D-4EBCC0102AF2}"/>
                    </a:ext>
                  </a:extLst>
                </p:cNvPr>
                <p:cNvSpPr/>
                <p:nvPr/>
              </p:nvSpPr>
              <p:spPr>
                <a:xfrm>
                  <a:off x="13030803" y="292617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2 h 104284"/>
                    <a:gd name="connsiteX6" fmla="*/ 64421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6" y="-259"/>
                        <a:pt x="29597" y="1238"/>
                      </a:cubicBezTo>
                      <a:cubicBezTo>
                        <a:pt x="13263" y="6031"/>
                        <a:pt x="-2454" y="37184"/>
                        <a:pt x="320" y="76723"/>
                      </a:cubicBezTo>
                      <a:cubicBezTo>
                        <a:pt x="3094" y="116263"/>
                        <a:pt x="107873" y="110571"/>
                        <a:pt x="107565" y="76723"/>
                      </a:cubicBezTo>
                      <a:cubicBezTo>
                        <a:pt x="107565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5" y="-1158"/>
                        <a:pt x="64421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59" name="手繪多邊形: 圖案 758">
                  <a:extLst>
                    <a:ext uri="{FF2B5EF4-FFF2-40B4-BE49-F238E27FC236}">
                      <a16:creationId xmlns:a16="http://schemas.microsoft.com/office/drawing/2014/main" id="{29F33C22-42A3-E0AC-3074-506A35B6CB4B}"/>
                    </a:ext>
                  </a:extLst>
                </p:cNvPr>
                <p:cNvSpPr/>
                <p:nvPr/>
              </p:nvSpPr>
              <p:spPr>
                <a:xfrm>
                  <a:off x="13167941" y="29261712"/>
                  <a:ext cx="107565" cy="104284"/>
                </a:xfrm>
                <a:custGeom>
                  <a:avLst/>
                  <a:gdLst>
                    <a:gd name="connsiteX0" fmla="*/ 64729 w 107565"/>
                    <a:gd name="connsiteY0" fmla="*/ 1238 h 104284"/>
                    <a:gd name="connsiteX1" fmla="*/ 46546 w 107565"/>
                    <a:gd name="connsiteY1" fmla="*/ 1238 h 104284"/>
                    <a:gd name="connsiteX2" fmla="*/ 29597 w 107565"/>
                    <a:gd name="connsiteY2" fmla="*/ 1238 h 104284"/>
                    <a:gd name="connsiteX3" fmla="*/ 320 w 107565"/>
                    <a:gd name="connsiteY3" fmla="*/ 76723 h 104284"/>
                    <a:gd name="connsiteX4" fmla="*/ 107565 w 107565"/>
                    <a:gd name="connsiteY4" fmla="*/ 76723 h 104284"/>
                    <a:gd name="connsiteX5" fmla="*/ 83835 w 107565"/>
                    <a:gd name="connsiteY5" fmla="*/ 5432 h 104284"/>
                    <a:gd name="connsiteX6" fmla="*/ 64421 w 107565"/>
                    <a:gd name="connsiteY6" fmla="*/ 1538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64729" y="1238"/>
                      </a:moveTo>
                      <a:cubicBezTo>
                        <a:pt x="57024" y="3335"/>
                        <a:pt x="54251" y="3934"/>
                        <a:pt x="46546" y="1238"/>
                      </a:cubicBezTo>
                      <a:cubicBezTo>
                        <a:pt x="41615" y="-559"/>
                        <a:pt x="34835" y="-259"/>
                        <a:pt x="29597" y="1238"/>
                      </a:cubicBezTo>
                      <a:cubicBezTo>
                        <a:pt x="13263" y="6031"/>
                        <a:pt x="-2453" y="37184"/>
                        <a:pt x="320" y="76723"/>
                      </a:cubicBezTo>
                      <a:cubicBezTo>
                        <a:pt x="3093" y="116263"/>
                        <a:pt x="107873" y="110571"/>
                        <a:pt x="107565" y="76723"/>
                      </a:cubicBezTo>
                      <a:cubicBezTo>
                        <a:pt x="107565" y="49764"/>
                        <a:pt x="97395" y="14718"/>
                        <a:pt x="83835" y="5432"/>
                      </a:cubicBezTo>
                      <a:cubicBezTo>
                        <a:pt x="77980" y="1238"/>
                        <a:pt x="73666" y="-1158"/>
                        <a:pt x="64421" y="1538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760" name="圖形 18">
              <a:extLst>
                <a:ext uri="{FF2B5EF4-FFF2-40B4-BE49-F238E27FC236}">
                  <a16:creationId xmlns:a16="http://schemas.microsoft.com/office/drawing/2014/main" id="{E8FA0831-2510-3AE8-70FF-4D170C00C1D9}"/>
                </a:ext>
              </a:extLst>
            </p:cNvPr>
            <p:cNvGrpSpPr/>
            <p:nvPr/>
          </p:nvGrpSpPr>
          <p:grpSpPr>
            <a:xfrm>
              <a:off x="12702636" y="26820761"/>
              <a:ext cx="4899646" cy="15550975"/>
              <a:chOff x="12702636" y="26820761"/>
              <a:chExt cx="4899646" cy="15550975"/>
            </a:xfrm>
          </p:grpSpPr>
          <p:sp>
            <p:nvSpPr>
              <p:cNvPr id="761" name="手繪多邊形: 圖案 760">
                <a:extLst>
                  <a:ext uri="{FF2B5EF4-FFF2-40B4-BE49-F238E27FC236}">
                    <a16:creationId xmlns:a16="http://schemas.microsoft.com/office/drawing/2014/main" id="{2C953319-3EFE-A327-FED3-767EB470418C}"/>
                  </a:ext>
                </a:extLst>
              </p:cNvPr>
              <p:cNvSpPr/>
              <p:nvPr/>
            </p:nvSpPr>
            <p:spPr>
              <a:xfrm>
                <a:off x="12702636" y="26820761"/>
                <a:ext cx="902074" cy="877075"/>
              </a:xfrm>
              <a:custGeom>
                <a:avLst/>
                <a:gdLst>
                  <a:gd name="connsiteX0" fmla="*/ 74550 w 902074"/>
                  <a:gd name="connsiteY0" fmla="*/ 128817 h 877075"/>
                  <a:gd name="connsiteX1" fmla="*/ 826806 w 902074"/>
                  <a:gd name="connsiteY1" fmla="*/ 128817 h 877075"/>
                  <a:gd name="connsiteX2" fmla="*/ 848995 w 902074"/>
                  <a:gd name="connsiteY2" fmla="*/ 586519 h 877075"/>
                  <a:gd name="connsiteX3" fmla="*/ 450832 w 902074"/>
                  <a:gd name="connsiteY3" fmla="*/ 877076 h 877075"/>
                  <a:gd name="connsiteX4" fmla="*/ 56059 w 902074"/>
                  <a:gd name="connsiteY4" fmla="*/ 586519 h 877075"/>
                  <a:gd name="connsiteX5" fmla="*/ 74550 w 902074"/>
                  <a:gd name="connsiteY5" fmla="*/ 128817 h 87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2074" h="877075">
                    <a:moveTo>
                      <a:pt x="74550" y="128817"/>
                    </a:moveTo>
                    <a:cubicBezTo>
                      <a:pt x="225556" y="-33836"/>
                      <a:pt x="637586" y="-51808"/>
                      <a:pt x="826806" y="128817"/>
                    </a:cubicBezTo>
                    <a:cubicBezTo>
                      <a:pt x="950692" y="246836"/>
                      <a:pt x="894604" y="492462"/>
                      <a:pt x="848995" y="586519"/>
                    </a:cubicBezTo>
                    <a:cubicBezTo>
                      <a:pt x="787359" y="713825"/>
                      <a:pt x="726957" y="877076"/>
                      <a:pt x="450832" y="877076"/>
                    </a:cubicBezTo>
                    <a:cubicBezTo>
                      <a:pt x="259455" y="877076"/>
                      <a:pt x="152826" y="792904"/>
                      <a:pt x="56059" y="586519"/>
                    </a:cubicBezTo>
                    <a:cubicBezTo>
                      <a:pt x="-32079" y="398705"/>
                      <a:pt x="-8966" y="218380"/>
                      <a:pt x="74550" y="128817"/>
                    </a:cubicBezTo>
                    <a:close/>
                  </a:path>
                </a:pathLst>
              </a:custGeom>
              <a:solidFill>
                <a:srgbClr val="944449"/>
              </a:solidFill>
              <a:ln w="5784" cap="flat">
                <a:solidFill>
                  <a:srgbClr val="9444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762" name="圖形 18">
                <a:extLst>
                  <a:ext uri="{FF2B5EF4-FFF2-40B4-BE49-F238E27FC236}">
                    <a16:creationId xmlns:a16="http://schemas.microsoft.com/office/drawing/2014/main" id="{3EC777C5-6CA2-9DB1-2BC4-5012A8D4BD0A}"/>
                  </a:ext>
                </a:extLst>
              </p:cNvPr>
              <p:cNvGrpSpPr/>
              <p:nvPr/>
            </p:nvGrpSpPr>
            <p:grpSpPr>
              <a:xfrm>
                <a:off x="13031738" y="27489350"/>
                <a:ext cx="1329113" cy="1849007"/>
                <a:chOff x="13031738" y="27489350"/>
                <a:chExt cx="1329113" cy="1849007"/>
              </a:xfrm>
              <a:solidFill>
                <a:srgbClr val="FFFFFF"/>
              </a:solidFill>
            </p:grpSpPr>
            <p:sp>
              <p:nvSpPr>
                <p:cNvPr id="763" name="手繪多邊形: 圖案 762">
                  <a:extLst>
                    <a:ext uri="{FF2B5EF4-FFF2-40B4-BE49-F238E27FC236}">
                      <a16:creationId xmlns:a16="http://schemas.microsoft.com/office/drawing/2014/main" id="{E65087B1-8780-1A51-593C-E5DBAC4B0A5B}"/>
                    </a:ext>
                  </a:extLst>
                </p:cNvPr>
                <p:cNvSpPr/>
                <p:nvPr/>
              </p:nvSpPr>
              <p:spPr>
                <a:xfrm>
                  <a:off x="13168877" y="27489350"/>
                  <a:ext cx="107565" cy="104284"/>
                </a:xfrm>
                <a:custGeom>
                  <a:avLst/>
                  <a:gdLst>
                    <a:gd name="connsiteX0" fmla="*/ 42837 w 107565"/>
                    <a:gd name="connsiteY0" fmla="*/ 103047 h 104284"/>
                    <a:gd name="connsiteX1" fmla="*/ 61019 w 107565"/>
                    <a:gd name="connsiteY1" fmla="*/ 103047 h 104284"/>
                    <a:gd name="connsiteX2" fmla="*/ 77969 w 107565"/>
                    <a:gd name="connsiteY2" fmla="*/ 103047 h 104284"/>
                    <a:gd name="connsiteX3" fmla="*/ 107246 w 107565"/>
                    <a:gd name="connsiteY3" fmla="*/ 27561 h 104284"/>
                    <a:gd name="connsiteX4" fmla="*/ 1 w 107565"/>
                    <a:gd name="connsiteY4" fmla="*/ 27561 h 104284"/>
                    <a:gd name="connsiteX5" fmla="*/ 23730 w 107565"/>
                    <a:gd name="connsiteY5" fmla="*/ 98853 h 104284"/>
                    <a:gd name="connsiteX6" fmla="*/ 43145 w 107565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19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2" y="98254"/>
                        <a:pt x="110019" y="67101"/>
                        <a:pt x="107246" y="27561"/>
                      </a:cubicBezTo>
                      <a:cubicBezTo>
                        <a:pt x="104472" y="-11978"/>
                        <a:pt x="-308" y="-6286"/>
                        <a:pt x="1" y="27561"/>
                      </a:cubicBezTo>
                      <a:cubicBezTo>
                        <a:pt x="1" y="54521"/>
                        <a:pt x="10170" y="89567"/>
                        <a:pt x="23730" y="98853"/>
                      </a:cubicBezTo>
                      <a:cubicBezTo>
                        <a:pt x="29585" y="103047"/>
                        <a:pt x="33900" y="105443"/>
                        <a:pt x="43145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4" name="手繪多邊形: 圖案 763">
                  <a:extLst>
                    <a:ext uri="{FF2B5EF4-FFF2-40B4-BE49-F238E27FC236}">
                      <a16:creationId xmlns:a16="http://schemas.microsoft.com/office/drawing/2014/main" id="{DA28AD92-8CD1-995B-1854-E2FCF85D8087}"/>
                    </a:ext>
                  </a:extLst>
                </p:cNvPr>
                <p:cNvSpPr/>
                <p:nvPr/>
              </p:nvSpPr>
              <p:spPr>
                <a:xfrm>
                  <a:off x="13031738" y="27489350"/>
                  <a:ext cx="107566" cy="104284"/>
                </a:xfrm>
                <a:custGeom>
                  <a:avLst/>
                  <a:gdLst>
                    <a:gd name="connsiteX0" fmla="*/ 42837 w 107566"/>
                    <a:gd name="connsiteY0" fmla="*/ 103047 h 104284"/>
                    <a:gd name="connsiteX1" fmla="*/ 61020 w 107566"/>
                    <a:gd name="connsiteY1" fmla="*/ 103047 h 104284"/>
                    <a:gd name="connsiteX2" fmla="*/ 77969 w 107566"/>
                    <a:gd name="connsiteY2" fmla="*/ 103047 h 104284"/>
                    <a:gd name="connsiteX3" fmla="*/ 107246 w 107566"/>
                    <a:gd name="connsiteY3" fmla="*/ 27561 h 104284"/>
                    <a:gd name="connsiteX4" fmla="*/ 1 w 107566"/>
                    <a:gd name="connsiteY4" fmla="*/ 27561 h 104284"/>
                    <a:gd name="connsiteX5" fmla="*/ 23730 w 107566"/>
                    <a:gd name="connsiteY5" fmla="*/ 98853 h 104284"/>
                    <a:gd name="connsiteX6" fmla="*/ 43146 w 107566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20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3" y="98254"/>
                        <a:pt x="110019" y="67101"/>
                        <a:pt x="107246" y="27561"/>
                      </a:cubicBezTo>
                      <a:cubicBezTo>
                        <a:pt x="104472" y="-11978"/>
                        <a:pt x="-307" y="-6286"/>
                        <a:pt x="1" y="27561"/>
                      </a:cubicBezTo>
                      <a:cubicBezTo>
                        <a:pt x="1" y="54521"/>
                        <a:pt x="10171" y="89567"/>
                        <a:pt x="23730" y="98853"/>
                      </a:cubicBezTo>
                      <a:cubicBezTo>
                        <a:pt x="29586" y="103047"/>
                        <a:pt x="33900" y="105443"/>
                        <a:pt x="43146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765" name="手繪多邊形: 圖案 764">
                <a:extLst>
                  <a:ext uri="{FF2B5EF4-FFF2-40B4-BE49-F238E27FC236}">
                    <a16:creationId xmlns:a16="http://schemas.microsoft.com/office/drawing/2014/main" id="{621C2B81-CAD3-7686-555E-A012E37B0CE7}"/>
                  </a:ext>
                </a:extLst>
              </p:cNvPr>
              <p:cNvSpPr/>
              <p:nvPr/>
            </p:nvSpPr>
            <p:spPr>
              <a:xfrm>
                <a:off x="12702636" y="26820761"/>
                <a:ext cx="902074" cy="877075"/>
              </a:xfrm>
              <a:custGeom>
                <a:avLst/>
                <a:gdLst>
                  <a:gd name="connsiteX0" fmla="*/ 74550 w 902074"/>
                  <a:gd name="connsiteY0" fmla="*/ 128817 h 877075"/>
                  <a:gd name="connsiteX1" fmla="*/ 826806 w 902074"/>
                  <a:gd name="connsiteY1" fmla="*/ 128817 h 877075"/>
                  <a:gd name="connsiteX2" fmla="*/ 848995 w 902074"/>
                  <a:gd name="connsiteY2" fmla="*/ 586519 h 877075"/>
                  <a:gd name="connsiteX3" fmla="*/ 450832 w 902074"/>
                  <a:gd name="connsiteY3" fmla="*/ 877076 h 877075"/>
                  <a:gd name="connsiteX4" fmla="*/ 56059 w 902074"/>
                  <a:gd name="connsiteY4" fmla="*/ 586519 h 877075"/>
                  <a:gd name="connsiteX5" fmla="*/ 74550 w 902074"/>
                  <a:gd name="connsiteY5" fmla="*/ 128817 h 877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2074" h="877075">
                    <a:moveTo>
                      <a:pt x="74550" y="128817"/>
                    </a:moveTo>
                    <a:cubicBezTo>
                      <a:pt x="225556" y="-33836"/>
                      <a:pt x="637586" y="-51808"/>
                      <a:pt x="826806" y="128817"/>
                    </a:cubicBezTo>
                    <a:cubicBezTo>
                      <a:pt x="950692" y="246836"/>
                      <a:pt x="894604" y="492462"/>
                      <a:pt x="848995" y="586519"/>
                    </a:cubicBezTo>
                    <a:cubicBezTo>
                      <a:pt x="787359" y="713825"/>
                      <a:pt x="726957" y="877076"/>
                      <a:pt x="450832" y="877076"/>
                    </a:cubicBezTo>
                    <a:cubicBezTo>
                      <a:pt x="259455" y="877076"/>
                      <a:pt x="152826" y="792904"/>
                      <a:pt x="56059" y="586519"/>
                    </a:cubicBezTo>
                    <a:cubicBezTo>
                      <a:pt x="-32079" y="398705"/>
                      <a:pt x="-8966" y="218380"/>
                      <a:pt x="74550" y="128817"/>
                    </a:cubicBezTo>
                    <a:close/>
                  </a:path>
                </a:pathLst>
              </a:custGeom>
              <a:solidFill>
                <a:srgbClr val="944449"/>
              </a:solidFill>
              <a:ln w="5784" cap="flat">
                <a:solidFill>
                  <a:srgbClr val="944449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grpSp>
            <p:nvGrpSpPr>
              <p:cNvPr id="766" name="圖形 18">
                <a:extLst>
                  <a:ext uri="{FF2B5EF4-FFF2-40B4-BE49-F238E27FC236}">
                    <a16:creationId xmlns:a16="http://schemas.microsoft.com/office/drawing/2014/main" id="{544CC656-0598-8D06-3A07-DD4AC3B1E99A}"/>
                  </a:ext>
                </a:extLst>
              </p:cNvPr>
              <p:cNvGrpSpPr/>
              <p:nvPr/>
            </p:nvGrpSpPr>
            <p:grpSpPr>
              <a:xfrm>
                <a:off x="13031738" y="27489350"/>
                <a:ext cx="1329113" cy="1849007"/>
                <a:chOff x="13031738" y="27489350"/>
                <a:chExt cx="1329113" cy="1849007"/>
              </a:xfrm>
              <a:solidFill>
                <a:srgbClr val="FFFFFF"/>
              </a:solidFill>
            </p:grpSpPr>
            <p:sp>
              <p:nvSpPr>
                <p:cNvPr id="767" name="手繪多邊形: 圖案 766">
                  <a:extLst>
                    <a:ext uri="{FF2B5EF4-FFF2-40B4-BE49-F238E27FC236}">
                      <a16:creationId xmlns:a16="http://schemas.microsoft.com/office/drawing/2014/main" id="{50C5500C-4E5D-FABC-64CC-440200F328DE}"/>
                    </a:ext>
                  </a:extLst>
                </p:cNvPr>
                <p:cNvSpPr/>
                <p:nvPr/>
              </p:nvSpPr>
              <p:spPr>
                <a:xfrm>
                  <a:off x="13168877" y="27489350"/>
                  <a:ext cx="107565" cy="104284"/>
                </a:xfrm>
                <a:custGeom>
                  <a:avLst/>
                  <a:gdLst>
                    <a:gd name="connsiteX0" fmla="*/ 42837 w 107565"/>
                    <a:gd name="connsiteY0" fmla="*/ 103047 h 104284"/>
                    <a:gd name="connsiteX1" fmla="*/ 61019 w 107565"/>
                    <a:gd name="connsiteY1" fmla="*/ 103047 h 104284"/>
                    <a:gd name="connsiteX2" fmla="*/ 77969 w 107565"/>
                    <a:gd name="connsiteY2" fmla="*/ 103047 h 104284"/>
                    <a:gd name="connsiteX3" fmla="*/ 107246 w 107565"/>
                    <a:gd name="connsiteY3" fmla="*/ 27561 h 104284"/>
                    <a:gd name="connsiteX4" fmla="*/ 1 w 107565"/>
                    <a:gd name="connsiteY4" fmla="*/ 27561 h 104284"/>
                    <a:gd name="connsiteX5" fmla="*/ 23730 w 107565"/>
                    <a:gd name="connsiteY5" fmla="*/ 98853 h 104284"/>
                    <a:gd name="connsiteX6" fmla="*/ 43145 w 107565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5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19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2" y="98254"/>
                        <a:pt x="110019" y="67101"/>
                        <a:pt x="107246" y="27561"/>
                      </a:cubicBezTo>
                      <a:cubicBezTo>
                        <a:pt x="104472" y="-11978"/>
                        <a:pt x="-308" y="-6286"/>
                        <a:pt x="1" y="27561"/>
                      </a:cubicBezTo>
                      <a:cubicBezTo>
                        <a:pt x="1" y="54521"/>
                        <a:pt x="10170" y="89567"/>
                        <a:pt x="23730" y="98853"/>
                      </a:cubicBezTo>
                      <a:cubicBezTo>
                        <a:pt x="29585" y="103047"/>
                        <a:pt x="33900" y="105443"/>
                        <a:pt x="43145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68" name="手繪多邊形: 圖案 767">
                  <a:extLst>
                    <a:ext uri="{FF2B5EF4-FFF2-40B4-BE49-F238E27FC236}">
                      <a16:creationId xmlns:a16="http://schemas.microsoft.com/office/drawing/2014/main" id="{CC480486-82F2-F8CC-F78E-7BFA3063DC57}"/>
                    </a:ext>
                  </a:extLst>
                </p:cNvPr>
                <p:cNvSpPr/>
                <p:nvPr/>
              </p:nvSpPr>
              <p:spPr>
                <a:xfrm>
                  <a:off x="13031738" y="27489350"/>
                  <a:ext cx="107566" cy="104284"/>
                </a:xfrm>
                <a:custGeom>
                  <a:avLst/>
                  <a:gdLst>
                    <a:gd name="connsiteX0" fmla="*/ 42837 w 107566"/>
                    <a:gd name="connsiteY0" fmla="*/ 103047 h 104284"/>
                    <a:gd name="connsiteX1" fmla="*/ 61020 w 107566"/>
                    <a:gd name="connsiteY1" fmla="*/ 103047 h 104284"/>
                    <a:gd name="connsiteX2" fmla="*/ 77969 w 107566"/>
                    <a:gd name="connsiteY2" fmla="*/ 103047 h 104284"/>
                    <a:gd name="connsiteX3" fmla="*/ 107246 w 107566"/>
                    <a:gd name="connsiteY3" fmla="*/ 27561 h 104284"/>
                    <a:gd name="connsiteX4" fmla="*/ 1 w 107566"/>
                    <a:gd name="connsiteY4" fmla="*/ 27561 h 104284"/>
                    <a:gd name="connsiteX5" fmla="*/ 23730 w 107566"/>
                    <a:gd name="connsiteY5" fmla="*/ 98853 h 104284"/>
                    <a:gd name="connsiteX6" fmla="*/ 43146 w 107566"/>
                    <a:gd name="connsiteY6" fmla="*/ 102747 h 10428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07566" h="104284">
                      <a:moveTo>
                        <a:pt x="42837" y="103047"/>
                      </a:moveTo>
                      <a:cubicBezTo>
                        <a:pt x="50541" y="100950"/>
                        <a:pt x="53315" y="100351"/>
                        <a:pt x="61020" y="103047"/>
                      </a:cubicBezTo>
                      <a:cubicBezTo>
                        <a:pt x="65950" y="104844"/>
                        <a:pt x="72730" y="104544"/>
                        <a:pt x="77969" y="103047"/>
                      </a:cubicBezTo>
                      <a:cubicBezTo>
                        <a:pt x="94303" y="98254"/>
                        <a:pt x="110019" y="67101"/>
                        <a:pt x="107246" y="27561"/>
                      </a:cubicBezTo>
                      <a:cubicBezTo>
                        <a:pt x="104472" y="-11978"/>
                        <a:pt x="-307" y="-6286"/>
                        <a:pt x="1" y="27561"/>
                      </a:cubicBezTo>
                      <a:cubicBezTo>
                        <a:pt x="1" y="54521"/>
                        <a:pt x="10171" y="89567"/>
                        <a:pt x="23730" y="98853"/>
                      </a:cubicBezTo>
                      <a:cubicBezTo>
                        <a:pt x="29586" y="103047"/>
                        <a:pt x="33900" y="105443"/>
                        <a:pt x="43146" y="10274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 w="567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</p:grpSp>
        <p:grpSp>
          <p:nvGrpSpPr>
            <p:cNvPr id="769" name="圖形 18">
              <a:extLst>
                <a:ext uri="{FF2B5EF4-FFF2-40B4-BE49-F238E27FC236}">
                  <a16:creationId xmlns:a16="http://schemas.microsoft.com/office/drawing/2014/main" id="{6A1408DF-69F5-14B9-168B-08204A11EBF5}"/>
                </a:ext>
              </a:extLst>
            </p:cNvPr>
            <p:cNvGrpSpPr/>
            <p:nvPr/>
          </p:nvGrpSpPr>
          <p:grpSpPr>
            <a:xfrm>
              <a:off x="14976015" y="29155848"/>
              <a:ext cx="4897669" cy="11656347"/>
              <a:chOff x="14976015" y="29155848"/>
              <a:chExt cx="4897669" cy="11656347"/>
            </a:xfrm>
          </p:grpSpPr>
          <p:sp>
            <p:nvSpPr>
              <p:cNvPr id="770" name="手繪多邊形: 圖案 769">
                <a:extLst>
                  <a:ext uri="{FF2B5EF4-FFF2-40B4-BE49-F238E27FC236}">
                    <a16:creationId xmlns:a16="http://schemas.microsoft.com/office/drawing/2014/main" id="{67E6FBAF-3B18-694D-9882-C6ECDE64CD24}"/>
                  </a:ext>
                </a:extLst>
              </p:cNvPr>
              <p:cNvSpPr/>
              <p:nvPr/>
            </p:nvSpPr>
            <p:spPr>
              <a:xfrm>
                <a:off x="14976015" y="29155848"/>
                <a:ext cx="901710" cy="657418"/>
              </a:xfrm>
              <a:custGeom>
                <a:avLst/>
                <a:gdLst>
                  <a:gd name="connsiteX0" fmla="*/ 549479 w 901710"/>
                  <a:gd name="connsiteY0" fmla="*/ 651372 h 657418"/>
                  <a:gd name="connsiteX1" fmla="*/ 833308 w 901710"/>
                  <a:gd name="connsiteY1" fmla="*/ 472245 h 657418"/>
                  <a:gd name="connsiteX2" fmla="*/ 896484 w 901710"/>
                  <a:gd name="connsiteY2" fmla="*/ 133461 h 657418"/>
                  <a:gd name="connsiteX3" fmla="*/ 658572 w 901710"/>
                  <a:gd name="connsiteY3" fmla="*/ 6455 h 657418"/>
                  <a:gd name="connsiteX4" fmla="*/ 247467 w 901710"/>
                  <a:gd name="connsiteY4" fmla="*/ 6455 h 657418"/>
                  <a:gd name="connsiteX5" fmla="*/ 4625 w 901710"/>
                  <a:gd name="connsiteY5" fmla="*/ 133461 h 657418"/>
                  <a:gd name="connsiteX6" fmla="*/ 73656 w 901710"/>
                  <a:gd name="connsiteY6" fmla="*/ 472245 h 657418"/>
                  <a:gd name="connsiteX7" fmla="*/ 370429 w 901710"/>
                  <a:gd name="connsiteY7" fmla="*/ 651372 h 657418"/>
                  <a:gd name="connsiteX8" fmla="*/ 549479 w 901710"/>
                  <a:gd name="connsiteY8" fmla="*/ 651372 h 657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1710" h="657418">
                    <a:moveTo>
                      <a:pt x="549479" y="651372"/>
                    </a:moveTo>
                    <a:cubicBezTo>
                      <a:pt x="715277" y="689114"/>
                      <a:pt x="804956" y="540541"/>
                      <a:pt x="833308" y="472245"/>
                    </a:cubicBezTo>
                    <a:cubicBezTo>
                      <a:pt x="879534" y="359916"/>
                      <a:pt x="915591" y="211343"/>
                      <a:pt x="896484" y="133461"/>
                    </a:cubicBezTo>
                    <a:cubicBezTo>
                      <a:pt x="870906" y="29520"/>
                      <a:pt x="776912" y="-18407"/>
                      <a:pt x="658572" y="6455"/>
                    </a:cubicBezTo>
                    <a:cubicBezTo>
                      <a:pt x="397856" y="61271"/>
                      <a:pt x="412033" y="37907"/>
                      <a:pt x="247467" y="6455"/>
                    </a:cubicBezTo>
                    <a:cubicBezTo>
                      <a:pt x="92763" y="-23200"/>
                      <a:pt x="23423" y="55281"/>
                      <a:pt x="4625" y="133461"/>
                    </a:cubicBezTo>
                    <a:cubicBezTo>
                      <a:pt x="-14174" y="211643"/>
                      <a:pt x="27430" y="380884"/>
                      <a:pt x="73656" y="472245"/>
                    </a:cubicBezTo>
                    <a:cubicBezTo>
                      <a:pt x="112794" y="549826"/>
                      <a:pt x="203090" y="684322"/>
                      <a:pt x="370429" y="651372"/>
                    </a:cubicBezTo>
                    <a:cubicBezTo>
                      <a:pt x="413573" y="642985"/>
                      <a:pt x="473360" y="633998"/>
                      <a:pt x="549479" y="651372"/>
                    </a:cubicBezTo>
                    <a:close/>
                  </a:path>
                </a:pathLst>
              </a:custGeom>
              <a:solidFill>
                <a:srgbClr val="5A6E4F"/>
              </a:solidFill>
              <a:ln w="5784" cap="flat">
                <a:solidFill>
                  <a:srgbClr val="5A6E4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1" name="手繪多邊形: 圖案 770">
                <a:extLst>
                  <a:ext uri="{FF2B5EF4-FFF2-40B4-BE49-F238E27FC236}">
                    <a16:creationId xmlns:a16="http://schemas.microsoft.com/office/drawing/2014/main" id="{884B10B2-F4A0-C8EC-135C-F14CE8AA8A93}"/>
                  </a:ext>
                </a:extLst>
              </p:cNvPr>
              <p:cNvSpPr/>
              <p:nvPr/>
            </p:nvSpPr>
            <p:spPr>
              <a:xfrm>
                <a:off x="15082018" y="29260214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7 w 107565"/>
                  <a:gd name="connsiteY2" fmla="*/ 1238 h 104284"/>
                  <a:gd name="connsiteX3" fmla="*/ 320 w 107565"/>
                  <a:gd name="connsiteY3" fmla="*/ 76723 h 104284"/>
                  <a:gd name="connsiteX4" fmla="*/ 107565 w 107565"/>
                  <a:gd name="connsiteY4" fmla="*/ 76723 h 104284"/>
                  <a:gd name="connsiteX5" fmla="*/ 83835 w 107565"/>
                  <a:gd name="connsiteY5" fmla="*/ 5431 h 104284"/>
                  <a:gd name="connsiteX6" fmla="*/ 64421 w 107565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5"/>
                      <a:pt x="54251" y="3934"/>
                      <a:pt x="46546" y="1238"/>
                    </a:cubicBezTo>
                    <a:cubicBezTo>
                      <a:pt x="41615" y="-559"/>
                      <a:pt x="34835" y="-260"/>
                      <a:pt x="29597" y="1238"/>
                    </a:cubicBezTo>
                    <a:cubicBezTo>
                      <a:pt x="13263" y="6031"/>
                      <a:pt x="-2453" y="37183"/>
                      <a:pt x="320" y="76723"/>
                    </a:cubicBezTo>
                    <a:cubicBezTo>
                      <a:pt x="3093" y="116263"/>
                      <a:pt x="107873" y="110571"/>
                      <a:pt x="107565" y="76723"/>
                    </a:cubicBezTo>
                    <a:cubicBezTo>
                      <a:pt x="107565" y="49764"/>
                      <a:pt x="97395" y="14717"/>
                      <a:pt x="83835" y="5431"/>
                    </a:cubicBezTo>
                    <a:cubicBezTo>
                      <a:pt x="77980" y="1238"/>
                      <a:pt x="73666" y="-1159"/>
                      <a:pt x="64421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2" name="手繪多邊形: 圖案 771">
                <a:extLst>
                  <a:ext uri="{FF2B5EF4-FFF2-40B4-BE49-F238E27FC236}">
                    <a16:creationId xmlns:a16="http://schemas.microsoft.com/office/drawing/2014/main" id="{87939002-22D7-1687-D0A4-BDBA07053885}"/>
                  </a:ext>
                </a:extLst>
              </p:cNvPr>
              <p:cNvSpPr/>
              <p:nvPr/>
            </p:nvSpPr>
            <p:spPr>
              <a:xfrm>
                <a:off x="14976015" y="29155848"/>
                <a:ext cx="901710" cy="657418"/>
              </a:xfrm>
              <a:custGeom>
                <a:avLst/>
                <a:gdLst>
                  <a:gd name="connsiteX0" fmla="*/ 549479 w 901710"/>
                  <a:gd name="connsiteY0" fmla="*/ 651372 h 657418"/>
                  <a:gd name="connsiteX1" fmla="*/ 833308 w 901710"/>
                  <a:gd name="connsiteY1" fmla="*/ 472245 h 657418"/>
                  <a:gd name="connsiteX2" fmla="*/ 896484 w 901710"/>
                  <a:gd name="connsiteY2" fmla="*/ 133461 h 657418"/>
                  <a:gd name="connsiteX3" fmla="*/ 658572 w 901710"/>
                  <a:gd name="connsiteY3" fmla="*/ 6455 h 657418"/>
                  <a:gd name="connsiteX4" fmla="*/ 247467 w 901710"/>
                  <a:gd name="connsiteY4" fmla="*/ 6455 h 657418"/>
                  <a:gd name="connsiteX5" fmla="*/ 4625 w 901710"/>
                  <a:gd name="connsiteY5" fmla="*/ 133461 h 657418"/>
                  <a:gd name="connsiteX6" fmla="*/ 73656 w 901710"/>
                  <a:gd name="connsiteY6" fmla="*/ 472245 h 657418"/>
                  <a:gd name="connsiteX7" fmla="*/ 370429 w 901710"/>
                  <a:gd name="connsiteY7" fmla="*/ 651372 h 657418"/>
                  <a:gd name="connsiteX8" fmla="*/ 549479 w 901710"/>
                  <a:gd name="connsiteY8" fmla="*/ 651372 h 657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01710" h="657418">
                    <a:moveTo>
                      <a:pt x="549479" y="651372"/>
                    </a:moveTo>
                    <a:cubicBezTo>
                      <a:pt x="715277" y="689114"/>
                      <a:pt x="804956" y="540541"/>
                      <a:pt x="833308" y="472245"/>
                    </a:cubicBezTo>
                    <a:cubicBezTo>
                      <a:pt x="879534" y="359916"/>
                      <a:pt x="915591" y="211343"/>
                      <a:pt x="896484" y="133461"/>
                    </a:cubicBezTo>
                    <a:cubicBezTo>
                      <a:pt x="870906" y="29520"/>
                      <a:pt x="776912" y="-18407"/>
                      <a:pt x="658572" y="6455"/>
                    </a:cubicBezTo>
                    <a:cubicBezTo>
                      <a:pt x="397856" y="61271"/>
                      <a:pt x="412033" y="37907"/>
                      <a:pt x="247467" y="6455"/>
                    </a:cubicBezTo>
                    <a:cubicBezTo>
                      <a:pt x="92763" y="-23200"/>
                      <a:pt x="23423" y="55281"/>
                      <a:pt x="4625" y="133461"/>
                    </a:cubicBezTo>
                    <a:cubicBezTo>
                      <a:pt x="-14174" y="211643"/>
                      <a:pt x="27430" y="380884"/>
                      <a:pt x="73656" y="472245"/>
                    </a:cubicBezTo>
                    <a:cubicBezTo>
                      <a:pt x="112794" y="549826"/>
                      <a:pt x="203090" y="684322"/>
                      <a:pt x="370429" y="651372"/>
                    </a:cubicBezTo>
                    <a:cubicBezTo>
                      <a:pt x="413573" y="642985"/>
                      <a:pt x="473360" y="633998"/>
                      <a:pt x="549479" y="651372"/>
                    </a:cubicBezTo>
                    <a:close/>
                  </a:path>
                </a:pathLst>
              </a:custGeom>
              <a:solidFill>
                <a:srgbClr val="5A6E4F"/>
              </a:solidFill>
              <a:ln w="5784" cap="flat">
                <a:solidFill>
                  <a:srgbClr val="5A6E4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3" name="手繪多邊形: 圖案 772">
                <a:extLst>
                  <a:ext uri="{FF2B5EF4-FFF2-40B4-BE49-F238E27FC236}">
                    <a16:creationId xmlns:a16="http://schemas.microsoft.com/office/drawing/2014/main" id="{D0DB92DC-B0FB-D114-27EE-50FFC2CA5F69}"/>
                  </a:ext>
                </a:extLst>
              </p:cNvPr>
              <p:cNvSpPr/>
              <p:nvPr/>
            </p:nvSpPr>
            <p:spPr>
              <a:xfrm>
                <a:off x="15082018" y="29260214"/>
                <a:ext cx="107565" cy="104284"/>
              </a:xfrm>
              <a:custGeom>
                <a:avLst/>
                <a:gdLst>
                  <a:gd name="connsiteX0" fmla="*/ 64729 w 107565"/>
                  <a:gd name="connsiteY0" fmla="*/ 1238 h 104284"/>
                  <a:gd name="connsiteX1" fmla="*/ 46546 w 107565"/>
                  <a:gd name="connsiteY1" fmla="*/ 1238 h 104284"/>
                  <a:gd name="connsiteX2" fmla="*/ 29597 w 107565"/>
                  <a:gd name="connsiteY2" fmla="*/ 1238 h 104284"/>
                  <a:gd name="connsiteX3" fmla="*/ 320 w 107565"/>
                  <a:gd name="connsiteY3" fmla="*/ 76723 h 104284"/>
                  <a:gd name="connsiteX4" fmla="*/ 107565 w 107565"/>
                  <a:gd name="connsiteY4" fmla="*/ 76723 h 104284"/>
                  <a:gd name="connsiteX5" fmla="*/ 83835 w 107565"/>
                  <a:gd name="connsiteY5" fmla="*/ 5431 h 104284"/>
                  <a:gd name="connsiteX6" fmla="*/ 64421 w 107565"/>
                  <a:gd name="connsiteY6" fmla="*/ 1537 h 104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4">
                    <a:moveTo>
                      <a:pt x="64729" y="1238"/>
                    </a:moveTo>
                    <a:cubicBezTo>
                      <a:pt x="57024" y="3335"/>
                      <a:pt x="54251" y="3934"/>
                      <a:pt x="46546" y="1238"/>
                    </a:cubicBezTo>
                    <a:cubicBezTo>
                      <a:pt x="41615" y="-559"/>
                      <a:pt x="34835" y="-260"/>
                      <a:pt x="29597" y="1238"/>
                    </a:cubicBezTo>
                    <a:cubicBezTo>
                      <a:pt x="13263" y="6031"/>
                      <a:pt x="-2453" y="37183"/>
                      <a:pt x="320" y="76723"/>
                    </a:cubicBezTo>
                    <a:cubicBezTo>
                      <a:pt x="3093" y="116263"/>
                      <a:pt x="107873" y="110571"/>
                      <a:pt x="107565" y="76723"/>
                    </a:cubicBezTo>
                    <a:cubicBezTo>
                      <a:pt x="107565" y="49764"/>
                      <a:pt x="97395" y="14717"/>
                      <a:pt x="83835" y="5431"/>
                    </a:cubicBezTo>
                    <a:cubicBezTo>
                      <a:pt x="77980" y="1238"/>
                      <a:pt x="73666" y="-1159"/>
                      <a:pt x="64421" y="1537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74" name="圖形 18">
              <a:extLst>
                <a:ext uri="{FF2B5EF4-FFF2-40B4-BE49-F238E27FC236}">
                  <a16:creationId xmlns:a16="http://schemas.microsoft.com/office/drawing/2014/main" id="{56F9982F-A4A6-458F-5796-6F18DCD971E4}"/>
                </a:ext>
              </a:extLst>
            </p:cNvPr>
            <p:cNvGrpSpPr/>
            <p:nvPr/>
          </p:nvGrpSpPr>
          <p:grpSpPr>
            <a:xfrm>
              <a:off x="14743993" y="26932352"/>
              <a:ext cx="7416213" cy="11593138"/>
              <a:chOff x="14743993" y="26932352"/>
              <a:chExt cx="7416213" cy="11593138"/>
            </a:xfrm>
          </p:grpSpPr>
          <p:sp>
            <p:nvSpPr>
              <p:cNvPr id="775" name="手繪多邊形: 圖案 774">
                <a:extLst>
                  <a:ext uri="{FF2B5EF4-FFF2-40B4-BE49-F238E27FC236}">
                    <a16:creationId xmlns:a16="http://schemas.microsoft.com/office/drawing/2014/main" id="{59A325E0-7A36-46A7-7681-F32734A55EFA}"/>
                  </a:ext>
                </a:extLst>
              </p:cNvPr>
              <p:cNvSpPr/>
              <p:nvPr/>
            </p:nvSpPr>
            <p:spPr>
              <a:xfrm>
                <a:off x="14743993" y="26932352"/>
                <a:ext cx="1365399" cy="653853"/>
              </a:xfrm>
              <a:custGeom>
                <a:avLst/>
                <a:gdLst>
                  <a:gd name="connsiteX0" fmla="*/ 223395 w 1365399"/>
                  <a:gd name="connsiteY0" fmla="*/ 616911 h 653853"/>
                  <a:gd name="connsiteX1" fmla="*/ 495206 w 1365399"/>
                  <a:gd name="connsiteY1" fmla="*/ 623801 h 653853"/>
                  <a:gd name="connsiteX2" fmla="*/ 895834 w 1365399"/>
                  <a:gd name="connsiteY2" fmla="*/ 631588 h 653853"/>
                  <a:gd name="connsiteX3" fmla="*/ 1145147 w 1365399"/>
                  <a:gd name="connsiteY3" fmla="*/ 625598 h 653853"/>
                  <a:gd name="connsiteX4" fmla="*/ 1321115 w 1365399"/>
                  <a:gd name="connsiteY4" fmla="*/ 95706 h 653853"/>
                  <a:gd name="connsiteX5" fmla="*/ 991060 w 1365399"/>
                  <a:gd name="connsiteY5" fmla="*/ 26512 h 653853"/>
                  <a:gd name="connsiteX6" fmla="*/ 318621 w 1365399"/>
                  <a:gd name="connsiteY6" fmla="*/ 20220 h 653853"/>
                  <a:gd name="connsiteX7" fmla="*/ 22773 w 1365399"/>
                  <a:gd name="connsiteY7" fmla="*/ 95706 h 653853"/>
                  <a:gd name="connsiteX8" fmla="*/ 223395 w 1365399"/>
                  <a:gd name="connsiteY8" fmla="*/ 616911 h 65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5399" h="653853">
                    <a:moveTo>
                      <a:pt x="223395" y="616911"/>
                    </a:moveTo>
                    <a:cubicBezTo>
                      <a:pt x="276710" y="658248"/>
                      <a:pt x="385187" y="669631"/>
                      <a:pt x="495206" y="623801"/>
                    </a:cubicBezTo>
                    <a:cubicBezTo>
                      <a:pt x="644671" y="561495"/>
                      <a:pt x="769174" y="588454"/>
                      <a:pt x="895834" y="631588"/>
                    </a:cubicBezTo>
                    <a:cubicBezTo>
                      <a:pt x="932815" y="644170"/>
                      <a:pt x="1063790" y="677718"/>
                      <a:pt x="1145147" y="625598"/>
                    </a:cubicBezTo>
                    <a:cubicBezTo>
                      <a:pt x="1241915" y="563592"/>
                      <a:pt x="1458254" y="275432"/>
                      <a:pt x="1321115" y="95706"/>
                    </a:cubicBezTo>
                    <a:cubicBezTo>
                      <a:pt x="1206782" y="-54066"/>
                      <a:pt x="1028966" y="13332"/>
                      <a:pt x="991060" y="26512"/>
                    </a:cubicBezTo>
                    <a:cubicBezTo>
                      <a:pt x="854847" y="73839"/>
                      <a:pt x="619709" y="127756"/>
                      <a:pt x="318621" y="20220"/>
                    </a:cubicBezTo>
                    <a:cubicBezTo>
                      <a:pt x="265923" y="1350"/>
                      <a:pt x="96427" y="-36693"/>
                      <a:pt x="22773" y="95706"/>
                    </a:cubicBezTo>
                    <a:cubicBezTo>
                      <a:pt x="-56120" y="238288"/>
                      <a:pt x="84408" y="509075"/>
                      <a:pt x="223395" y="616911"/>
                    </a:cubicBezTo>
                    <a:close/>
                  </a:path>
                </a:pathLst>
              </a:custGeom>
              <a:solidFill>
                <a:srgbClr val="315568"/>
              </a:solidFill>
              <a:ln w="5784" cap="flat">
                <a:solidFill>
                  <a:srgbClr val="31556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6" name="手繪多邊形: 圖案 775">
                <a:extLst>
                  <a:ext uri="{FF2B5EF4-FFF2-40B4-BE49-F238E27FC236}">
                    <a16:creationId xmlns:a16="http://schemas.microsoft.com/office/drawing/2014/main" id="{C797C66B-FA39-0119-9884-C613020213D8}"/>
                  </a:ext>
                </a:extLst>
              </p:cNvPr>
              <p:cNvSpPr/>
              <p:nvPr/>
            </p:nvSpPr>
            <p:spPr>
              <a:xfrm>
                <a:off x="15665713" y="27378219"/>
                <a:ext cx="107566" cy="104285"/>
              </a:xfrm>
              <a:custGeom>
                <a:avLst/>
                <a:gdLst>
                  <a:gd name="connsiteX0" fmla="*/ 42837 w 107566"/>
                  <a:gd name="connsiteY0" fmla="*/ 103047 h 104285"/>
                  <a:gd name="connsiteX1" fmla="*/ 61020 w 107566"/>
                  <a:gd name="connsiteY1" fmla="*/ 103047 h 104285"/>
                  <a:gd name="connsiteX2" fmla="*/ 77969 w 107566"/>
                  <a:gd name="connsiteY2" fmla="*/ 103047 h 104285"/>
                  <a:gd name="connsiteX3" fmla="*/ 107246 w 107566"/>
                  <a:gd name="connsiteY3" fmla="*/ 27562 h 104285"/>
                  <a:gd name="connsiteX4" fmla="*/ 1 w 107566"/>
                  <a:gd name="connsiteY4" fmla="*/ 27562 h 104285"/>
                  <a:gd name="connsiteX5" fmla="*/ 23731 w 107566"/>
                  <a:gd name="connsiteY5" fmla="*/ 98853 h 104285"/>
                  <a:gd name="connsiteX6" fmla="*/ 43145 w 107566"/>
                  <a:gd name="connsiteY6" fmla="*/ 102748 h 10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6" h="104285">
                    <a:moveTo>
                      <a:pt x="42837" y="103047"/>
                    </a:moveTo>
                    <a:cubicBezTo>
                      <a:pt x="50542" y="100950"/>
                      <a:pt x="53315" y="100351"/>
                      <a:pt x="61020" y="103047"/>
                    </a:cubicBezTo>
                    <a:cubicBezTo>
                      <a:pt x="65951" y="104845"/>
                      <a:pt x="72731" y="104545"/>
                      <a:pt x="77969" y="103047"/>
                    </a:cubicBezTo>
                    <a:cubicBezTo>
                      <a:pt x="94302" y="98255"/>
                      <a:pt x="110019" y="67102"/>
                      <a:pt x="107246" y="27562"/>
                    </a:cubicBezTo>
                    <a:cubicBezTo>
                      <a:pt x="104473" y="-11978"/>
                      <a:pt x="-308" y="-6287"/>
                      <a:pt x="1" y="27562"/>
                    </a:cubicBezTo>
                    <a:cubicBezTo>
                      <a:pt x="1" y="54521"/>
                      <a:pt x="10171" y="89568"/>
                      <a:pt x="23731" y="98853"/>
                    </a:cubicBezTo>
                    <a:cubicBezTo>
                      <a:pt x="29585" y="103047"/>
                      <a:pt x="33900" y="105443"/>
                      <a:pt x="43145" y="102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7" name="手繪多邊形: 圖案 776">
                <a:extLst>
                  <a:ext uri="{FF2B5EF4-FFF2-40B4-BE49-F238E27FC236}">
                    <a16:creationId xmlns:a16="http://schemas.microsoft.com/office/drawing/2014/main" id="{A7B0453F-3EBF-B270-B757-C67D4394E7B3}"/>
                  </a:ext>
                </a:extLst>
              </p:cNvPr>
              <p:cNvSpPr/>
              <p:nvPr/>
            </p:nvSpPr>
            <p:spPr>
              <a:xfrm>
                <a:off x="14743993" y="26932352"/>
                <a:ext cx="1365399" cy="653853"/>
              </a:xfrm>
              <a:custGeom>
                <a:avLst/>
                <a:gdLst>
                  <a:gd name="connsiteX0" fmla="*/ 223395 w 1365399"/>
                  <a:gd name="connsiteY0" fmla="*/ 616911 h 653853"/>
                  <a:gd name="connsiteX1" fmla="*/ 495206 w 1365399"/>
                  <a:gd name="connsiteY1" fmla="*/ 623801 h 653853"/>
                  <a:gd name="connsiteX2" fmla="*/ 895834 w 1365399"/>
                  <a:gd name="connsiteY2" fmla="*/ 631588 h 653853"/>
                  <a:gd name="connsiteX3" fmla="*/ 1145147 w 1365399"/>
                  <a:gd name="connsiteY3" fmla="*/ 625598 h 653853"/>
                  <a:gd name="connsiteX4" fmla="*/ 1321115 w 1365399"/>
                  <a:gd name="connsiteY4" fmla="*/ 95706 h 653853"/>
                  <a:gd name="connsiteX5" fmla="*/ 991060 w 1365399"/>
                  <a:gd name="connsiteY5" fmla="*/ 26512 h 653853"/>
                  <a:gd name="connsiteX6" fmla="*/ 318621 w 1365399"/>
                  <a:gd name="connsiteY6" fmla="*/ 20220 h 653853"/>
                  <a:gd name="connsiteX7" fmla="*/ 22773 w 1365399"/>
                  <a:gd name="connsiteY7" fmla="*/ 95706 h 653853"/>
                  <a:gd name="connsiteX8" fmla="*/ 223395 w 1365399"/>
                  <a:gd name="connsiteY8" fmla="*/ 616911 h 653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5399" h="653853">
                    <a:moveTo>
                      <a:pt x="223395" y="616911"/>
                    </a:moveTo>
                    <a:cubicBezTo>
                      <a:pt x="276710" y="658248"/>
                      <a:pt x="385187" y="669631"/>
                      <a:pt x="495206" y="623801"/>
                    </a:cubicBezTo>
                    <a:cubicBezTo>
                      <a:pt x="644671" y="561495"/>
                      <a:pt x="769174" y="588454"/>
                      <a:pt x="895834" y="631588"/>
                    </a:cubicBezTo>
                    <a:cubicBezTo>
                      <a:pt x="932815" y="644170"/>
                      <a:pt x="1063790" y="677718"/>
                      <a:pt x="1145147" y="625598"/>
                    </a:cubicBezTo>
                    <a:cubicBezTo>
                      <a:pt x="1241915" y="563592"/>
                      <a:pt x="1458254" y="275432"/>
                      <a:pt x="1321115" y="95706"/>
                    </a:cubicBezTo>
                    <a:cubicBezTo>
                      <a:pt x="1206782" y="-54066"/>
                      <a:pt x="1028966" y="13332"/>
                      <a:pt x="991060" y="26512"/>
                    </a:cubicBezTo>
                    <a:cubicBezTo>
                      <a:pt x="854847" y="73839"/>
                      <a:pt x="619709" y="127756"/>
                      <a:pt x="318621" y="20220"/>
                    </a:cubicBezTo>
                    <a:cubicBezTo>
                      <a:pt x="265923" y="1350"/>
                      <a:pt x="96427" y="-36693"/>
                      <a:pt x="22773" y="95706"/>
                    </a:cubicBezTo>
                    <a:cubicBezTo>
                      <a:pt x="-56120" y="238288"/>
                      <a:pt x="84408" y="509075"/>
                      <a:pt x="223395" y="616911"/>
                    </a:cubicBezTo>
                    <a:close/>
                  </a:path>
                </a:pathLst>
              </a:custGeom>
              <a:solidFill>
                <a:srgbClr val="315568"/>
              </a:solidFill>
              <a:ln w="5784" cap="flat">
                <a:solidFill>
                  <a:srgbClr val="31556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78" name="手繪多邊形: 圖案 777">
                <a:extLst>
                  <a:ext uri="{FF2B5EF4-FFF2-40B4-BE49-F238E27FC236}">
                    <a16:creationId xmlns:a16="http://schemas.microsoft.com/office/drawing/2014/main" id="{6E4AD1A1-5348-5AC3-6DBF-15108B6BDD35}"/>
                  </a:ext>
                </a:extLst>
              </p:cNvPr>
              <p:cNvSpPr/>
              <p:nvPr/>
            </p:nvSpPr>
            <p:spPr>
              <a:xfrm>
                <a:off x="15665713" y="27378219"/>
                <a:ext cx="107566" cy="104285"/>
              </a:xfrm>
              <a:custGeom>
                <a:avLst/>
                <a:gdLst>
                  <a:gd name="connsiteX0" fmla="*/ 42837 w 107566"/>
                  <a:gd name="connsiteY0" fmla="*/ 103047 h 104285"/>
                  <a:gd name="connsiteX1" fmla="*/ 61020 w 107566"/>
                  <a:gd name="connsiteY1" fmla="*/ 103047 h 104285"/>
                  <a:gd name="connsiteX2" fmla="*/ 77969 w 107566"/>
                  <a:gd name="connsiteY2" fmla="*/ 103047 h 104285"/>
                  <a:gd name="connsiteX3" fmla="*/ 107246 w 107566"/>
                  <a:gd name="connsiteY3" fmla="*/ 27562 h 104285"/>
                  <a:gd name="connsiteX4" fmla="*/ 1 w 107566"/>
                  <a:gd name="connsiteY4" fmla="*/ 27562 h 104285"/>
                  <a:gd name="connsiteX5" fmla="*/ 23731 w 107566"/>
                  <a:gd name="connsiteY5" fmla="*/ 98853 h 104285"/>
                  <a:gd name="connsiteX6" fmla="*/ 43145 w 107566"/>
                  <a:gd name="connsiteY6" fmla="*/ 102748 h 10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6" h="104285">
                    <a:moveTo>
                      <a:pt x="42837" y="103047"/>
                    </a:moveTo>
                    <a:cubicBezTo>
                      <a:pt x="50542" y="100950"/>
                      <a:pt x="53315" y="100351"/>
                      <a:pt x="61020" y="103047"/>
                    </a:cubicBezTo>
                    <a:cubicBezTo>
                      <a:pt x="65951" y="104845"/>
                      <a:pt x="72731" y="104545"/>
                      <a:pt x="77969" y="103047"/>
                    </a:cubicBezTo>
                    <a:cubicBezTo>
                      <a:pt x="94302" y="98255"/>
                      <a:pt x="110019" y="67102"/>
                      <a:pt x="107246" y="27562"/>
                    </a:cubicBezTo>
                    <a:cubicBezTo>
                      <a:pt x="104473" y="-11978"/>
                      <a:pt x="-308" y="-6287"/>
                      <a:pt x="1" y="27562"/>
                    </a:cubicBezTo>
                    <a:cubicBezTo>
                      <a:pt x="1" y="54521"/>
                      <a:pt x="10171" y="89568"/>
                      <a:pt x="23731" y="98853"/>
                    </a:cubicBezTo>
                    <a:cubicBezTo>
                      <a:pt x="29585" y="103047"/>
                      <a:pt x="33900" y="105443"/>
                      <a:pt x="43145" y="102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779" name="圖形 18">
              <a:extLst>
                <a:ext uri="{FF2B5EF4-FFF2-40B4-BE49-F238E27FC236}">
                  <a16:creationId xmlns:a16="http://schemas.microsoft.com/office/drawing/2014/main" id="{6EEF1E3B-E433-3A2C-630E-008D28F6CFE7}"/>
                </a:ext>
              </a:extLst>
            </p:cNvPr>
            <p:cNvGrpSpPr/>
            <p:nvPr/>
          </p:nvGrpSpPr>
          <p:grpSpPr>
            <a:xfrm>
              <a:off x="17017594" y="27157044"/>
              <a:ext cx="7403161" cy="7616187"/>
              <a:chOff x="17017594" y="27157044"/>
              <a:chExt cx="7403161" cy="7616187"/>
            </a:xfrm>
          </p:grpSpPr>
          <p:sp>
            <p:nvSpPr>
              <p:cNvPr id="780" name="手繪多邊形: 圖案 779">
                <a:extLst>
                  <a:ext uri="{FF2B5EF4-FFF2-40B4-BE49-F238E27FC236}">
                    <a16:creationId xmlns:a16="http://schemas.microsoft.com/office/drawing/2014/main" id="{19C67E09-EFA0-C153-D049-DA06A1DB3826}"/>
                  </a:ext>
                </a:extLst>
              </p:cNvPr>
              <p:cNvSpPr/>
              <p:nvPr/>
            </p:nvSpPr>
            <p:spPr>
              <a:xfrm>
                <a:off x="17017594" y="27157044"/>
                <a:ext cx="1362996" cy="429553"/>
              </a:xfrm>
              <a:custGeom>
                <a:avLst/>
                <a:gdLst>
                  <a:gd name="connsiteX0" fmla="*/ 960359 w 1362996"/>
                  <a:gd name="connsiteY0" fmla="*/ 419777 h 429553"/>
                  <a:gd name="connsiteX1" fmla="*/ 1322773 w 1362996"/>
                  <a:gd name="connsiteY1" fmla="*/ 281688 h 429553"/>
                  <a:gd name="connsiteX2" fmla="*/ 1356673 w 1362996"/>
                  <a:gd name="connsiteY2" fmla="*/ 79496 h 429553"/>
                  <a:gd name="connsiteX3" fmla="*/ 1099962 w 1362996"/>
                  <a:gd name="connsiteY3" fmla="*/ 19587 h 429553"/>
                  <a:gd name="connsiteX4" fmla="*/ 296549 w 1362996"/>
                  <a:gd name="connsiteY4" fmla="*/ 20186 h 429553"/>
                  <a:gd name="connsiteX5" fmla="*/ 23197 w 1362996"/>
                  <a:gd name="connsiteY5" fmla="*/ 63620 h 429553"/>
                  <a:gd name="connsiteX6" fmla="*/ 47852 w 1362996"/>
                  <a:gd name="connsiteY6" fmla="*/ 277793 h 429553"/>
                  <a:gd name="connsiteX7" fmla="*/ 376674 w 1362996"/>
                  <a:gd name="connsiteY7" fmla="*/ 424270 h 429553"/>
                  <a:gd name="connsiteX8" fmla="*/ 960667 w 1362996"/>
                  <a:gd name="connsiteY8" fmla="*/ 419478 h 429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2996" h="429553">
                    <a:moveTo>
                      <a:pt x="960359" y="419777"/>
                    </a:moveTo>
                    <a:cubicBezTo>
                      <a:pt x="1124308" y="453925"/>
                      <a:pt x="1253742" y="396412"/>
                      <a:pt x="1322773" y="281688"/>
                    </a:cubicBezTo>
                    <a:cubicBezTo>
                      <a:pt x="1350817" y="234959"/>
                      <a:pt x="1374855" y="140902"/>
                      <a:pt x="1356673" y="79496"/>
                    </a:cubicBezTo>
                    <a:cubicBezTo>
                      <a:pt x="1337566" y="14794"/>
                      <a:pt x="1244805" y="-26243"/>
                      <a:pt x="1099962" y="19587"/>
                    </a:cubicBezTo>
                    <a:cubicBezTo>
                      <a:pt x="851881" y="97767"/>
                      <a:pt x="593322" y="113044"/>
                      <a:pt x="296549" y="20186"/>
                    </a:cubicBezTo>
                    <a:cubicBezTo>
                      <a:pt x="226902" y="-1680"/>
                      <a:pt x="87914" y="-25344"/>
                      <a:pt x="23197" y="63620"/>
                    </a:cubicBezTo>
                    <a:cubicBezTo>
                      <a:pt x="-33814" y="141800"/>
                      <a:pt x="29977" y="251433"/>
                      <a:pt x="47852" y="277793"/>
                    </a:cubicBezTo>
                    <a:cubicBezTo>
                      <a:pt x="134141" y="405699"/>
                      <a:pt x="243235" y="444339"/>
                      <a:pt x="376674" y="424270"/>
                    </a:cubicBezTo>
                    <a:cubicBezTo>
                      <a:pt x="648177" y="383532"/>
                      <a:pt x="687623" y="362863"/>
                      <a:pt x="960667" y="419478"/>
                    </a:cubicBezTo>
                    <a:close/>
                  </a:path>
                </a:pathLst>
              </a:custGeom>
              <a:solidFill>
                <a:srgbClr val="A8A998"/>
              </a:solidFill>
              <a:ln w="5784" cap="flat">
                <a:solidFill>
                  <a:srgbClr val="A8A99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1" name="手繪多邊形: 圖案 780">
                <a:extLst>
                  <a:ext uri="{FF2B5EF4-FFF2-40B4-BE49-F238E27FC236}">
                    <a16:creationId xmlns:a16="http://schemas.microsoft.com/office/drawing/2014/main" id="{A3CABF08-D968-5CF3-1C87-8C1AF2F5B9B2}"/>
                  </a:ext>
                </a:extLst>
              </p:cNvPr>
              <p:cNvSpPr/>
              <p:nvPr/>
            </p:nvSpPr>
            <p:spPr>
              <a:xfrm>
                <a:off x="17936965" y="27378219"/>
                <a:ext cx="107565" cy="104285"/>
              </a:xfrm>
              <a:custGeom>
                <a:avLst/>
                <a:gdLst>
                  <a:gd name="connsiteX0" fmla="*/ 42837 w 107565"/>
                  <a:gd name="connsiteY0" fmla="*/ 103047 h 104285"/>
                  <a:gd name="connsiteX1" fmla="*/ 61019 w 107565"/>
                  <a:gd name="connsiteY1" fmla="*/ 103047 h 104285"/>
                  <a:gd name="connsiteX2" fmla="*/ 77969 w 107565"/>
                  <a:gd name="connsiteY2" fmla="*/ 103047 h 104285"/>
                  <a:gd name="connsiteX3" fmla="*/ 107245 w 107565"/>
                  <a:gd name="connsiteY3" fmla="*/ 27562 h 104285"/>
                  <a:gd name="connsiteX4" fmla="*/ 1 w 107565"/>
                  <a:gd name="connsiteY4" fmla="*/ 27562 h 104285"/>
                  <a:gd name="connsiteX5" fmla="*/ 23730 w 107565"/>
                  <a:gd name="connsiteY5" fmla="*/ 98853 h 104285"/>
                  <a:gd name="connsiteX6" fmla="*/ 43145 w 107565"/>
                  <a:gd name="connsiteY6" fmla="*/ 102748 h 10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5">
                    <a:moveTo>
                      <a:pt x="42837" y="103047"/>
                    </a:moveTo>
                    <a:cubicBezTo>
                      <a:pt x="50541" y="100950"/>
                      <a:pt x="53314" y="100351"/>
                      <a:pt x="61019" y="103047"/>
                    </a:cubicBezTo>
                    <a:cubicBezTo>
                      <a:pt x="65950" y="104845"/>
                      <a:pt x="72730" y="104545"/>
                      <a:pt x="77969" y="103047"/>
                    </a:cubicBezTo>
                    <a:cubicBezTo>
                      <a:pt x="94302" y="98255"/>
                      <a:pt x="110019" y="67102"/>
                      <a:pt x="107245" y="27562"/>
                    </a:cubicBezTo>
                    <a:cubicBezTo>
                      <a:pt x="104472" y="-11978"/>
                      <a:pt x="-308" y="-6287"/>
                      <a:pt x="1" y="27562"/>
                    </a:cubicBezTo>
                    <a:cubicBezTo>
                      <a:pt x="1" y="54521"/>
                      <a:pt x="10170" y="89568"/>
                      <a:pt x="23730" y="98853"/>
                    </a:cubicBezTo>
                    <a:cubicBezTo>
                      <a:pt x="29585" y="103047"/>
                      <a:pt x="33900" y="105443"/>
                      <a:pt x="43145" y="102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2" name="手繪多邊形: 圖案 781">
                <a:extLst>
                  <a:ext uri="{FF2B5EF4-FFF2-40B4-BE49-F238E27FC236}">
                    <a16:creationId xmlns:a16="http://schemas.microsoft.com/office/drawing/2014/main" id="{DC6813E2-ACDB-B1DD-4118-0389E5D87323}"/>
                  </a:ext>
                </a:extLst>
              </p:cNvPr>
              <p:cNvSpPr/>
              <p:nvPr/>
            </p:nvSpPr>
            <p:spPr>
              <a:xfrm>
                <a:off x="17017594" y="27157044"/>
                <a:ext cx="1362996" cy="429553"/>
              </a:xfrm>
              <a:custGeom>
                <a:avLst/>
                <a:gdLst>
                  <a:gd name="connsiteX0" fmla="*/ 960359 w 1362996"/>
                  <a:gd name="connsiteY0" fmla="*/ 419777 h 429553"/>
                  <a:gd name="connsiteX1" fmla="*/ 1322773 w 1362996"/>
                  <a:gd name="connsiteY1" fmla="*/ 281688 h 429553"/>
                  <a:gd name="connsiteX2" fmla="*/ 1356673 w 1362996"/>
                  <a:gd name="connsiteY2" fmla="*/ 79496 h 429553"/>
                  <a:gd name="connsiteX3" fmla="*/ 1099962 w 1362996"/>
                  <a:gd name="connsiteY3" fmla="*/ 19587 h 429553"/>
                  <a:gd name="connsiteX4" fmla="*/ 296549 w 1362996"/>
                  <a:gd name="connsiteY4" fmla="*/ 20186 h 429553"/>
                  <a:gd name="connsiteX5" fmla="*/ 23197 w 1362996"/>
                  <a:gd name="connsiteY5" fmla="*/ 63620 h 429553"/>
                  <a:gd name="connsiteX6" fmla="*/ 47852 w 1362996"/>
                  <a:gd name="connsiteY6" fmla="*/ 277793 h 429553"/>
                  <a:gd name="connsiteX7" fmla="*/ 376674 w 1362996"/>
                  <a:gd name="connsiteY7" fmla="*/ 424270 h 429553"/>
                  <a:gd name="connsiteX8" fmla="*/ 960667 w 1362996"/>
                  <a:gd name="connsiteY8" fmla="*/ 419478 h 429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62996" h="429553">
                    <a:moveTo>
                      <a:pt x="960359" y="419777"/>
                    </a:moveTo>
                    <a:cubicBezTo>
                      <a:pt x="1124308" y="453925"/>
                      <a:pt x="1253742" y="396412"/>
                      <a:pt x="1322773" y="281688"/>
                    </a:cubicBezTo>
                    <a:cubicBezTo>
                      <a:pt x="1350817" y="234959"/>
                      <a:pt x="1374855" y="140902"/>
                      <a:pt x="1356673" y="79496"/>
                    </a:cubicBezTo>
                    <a:cubicBezTo>
                      <a:pt x="1337566" y="14794"/>
                      <a:pt x="1244805" y="-26243"/>
                      <a:pt x="1099962" y="19587"/>
                    </a:cubicBezTo>
                    <a:cubicBezTo>
                      <a:pt x="851881" y="97767"/>
                      <a:pt x="593322" y="113044"/>
                      <a:pt x="296549" y="20186"/>
                    </a:cubicBezTo>
                    <a:cubicBezTo>
                      <a:pt x="226902" y="-1680"/>
                      <a:pt x="87914" y="-25344"/>
                      <a:pt x="23197" y="63620"/>
                    </a:cubicBezTo>
                    <a:cubicBezTo>
                      <a:pt x="-33814" y="141800"/>
                      <a:pt x="29977" y="251433"/>
                      <a:pt x="47852" y="277793"/>
                    </a:cubicBezTo>
                    <a:cubicBezTo>
                      <a:pt x="134141" y="405699"/>
                      <a:pt x="243235" y="444339"/>
                      <a:pt x="376674" y="424270"/>
                    </a:cubicBezTo>
                    <a:cubicBezTo>
                      <a:pt x="648177" y="383532"/>
                      <a:pt x="687623" y="362863"/>
                      <a:pt x="960667" y="419478"/>
                    </a:cubicBezTo>
                    <a:close/>
                  </a:path>
                </a:pathLst>
              </a:custGeom>
              <a:solidFill>
                <a:srgbClr val="A8A998"/>
              </a:solidFill>
              <a:ln w="5784" cap="flat">
                <a:solidFill>
                  <a:srgbClr val="A8A998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83" name="手繪多邊形: 圖案 782">
                <a:extLst>
                  <a:ext uri="{FF2B5EF4-FFF2-40B4-BE49-F238E27FC236}">
                    <a16:creationId xmlns:a16="http://schemas.microsoft.com/office/drawing/2014/main" id="{C26B27BF-D42A-C9E9-5BFC-67134874D58E}"/>
                  </a:ext>
                </a:extLst>
              </p:cNvPr>
              <p:cNvSpPr/>
              <p:nvPr/>
            </p:nvSpPr>
            <p:spPr>
              <a:xfrm>
                <a:off x="17936965" y="27378219"/>
                <a:ext cx="107565" cy="104285"/>
              </a:xfrm>
              <a:custGeom>
                <a:avLst/>
                <a:gdLst>
                  <a:gd name="connsiteX0" fmla="*/ 42837 w 107565"/>
                  <a:gd name="connsiteY0" fmla="*/ 103047 h 104285"/>
                  <a:gd name="connsiteX1" fmla="*/ 61019 w 107565"/>
                  <a:gd name="connsiteY1" fmla="*/ 103047 h 104285"/>
                  <a:gd name="connsiteX2" fmla="*/ 77969 w 107565"/>
                  <a:gd name="connsiteY2" fmla="*/ 103047 h 104285"/>
                  <a:gd name="connsiteX3" fmla="*/ 107245 w 107565"/>
                  <a:gd name="connsiteY3" fmla="*/ 27562 h 104285"/>
                  <a:gd name="connsiteX4" fmla="*/ 1 w 107565"/>
                  <a:gd name="connsiteY4" fmla="*/ 27562 h 104285"/>
                  <a:gd name="connsiteX5" fmla="*/ 23730 w 107565"/>
                  <a:gd name="connsiteY5" fmla="*/ 98853 h 104285"/>
                  <a:gd name="connsiteX6" fmla="*/ 43145 w 107565"/>
                  <a:gd name="connsiteY6" fmla="*/ 102748 h 104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7565" h="104285">
                    <a:moveTo>
                      <a:pt x="42837" y="103047"/>
                    </a:moveTo>
                    <a:cubicBezTo>
                      <a:pt x="50541" y="100950"/>
                      <a:pt x="53314" y="100351"/>
                      <a:pt x="61019" y="103047"/>
                    </a:cubicBezTo>
                    <a:cubicBezTo>
                      <a:pt x="65950" y="104845"/>
                      <a:pt x="72730" y="104545"/>
                      <a:pt x="77969" y="103047"/>
                    </a:cubicBezTo>
                    <a:cubicBezTo>
                      <a:pt x="94302" y="98255"/>
                      <a:pt x="110019" y="67102"/>
                      <a:pt x="107245" y="27562"/>
                    </a:cubicBezTo>
                    <a:cubicBezTo>
                      <a:pt x="104472" y="-11978"/>
                      <a:pt x="-308" y="-6287"/>
                      <a:pt x="1" y="27562"/>
                    </a:cubicBezTo>
                    <a:cubicBezTo>
                      <a:pt x="1" y="54521"/>
                      <a:pt x="10170" y="89568"/>
                      <a:pt x="23730" y="98853"/>
                    </a:cubicBezTo>
                    <a:cubicBezTo>
                      <a:pt x="29585" y="103047"/>
                      <a:pt x="33900" y="105443"/>
                      <a:pt x="43145" y="102748"/>
                    </a:cubicBezTo>
                    <a:close/>
                  </a:path>
                </a:pathLst>
              </a:custGeom>
              <a:solidFill>
                <a:srgbClr val="FFFFFF"/>
              </a:solidFill>
              <a:ln w="567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784" name="圖形 18">
            <a:extLst>
              <a:ext uri="{FF2B5EF4-FFF2-40B4-BE49-F238E27FC236}">
                <a16:creationId xmlns:a16="http://schemas.microsoft.com/office/drawing/2014/main" id="{03600D8E-D2D7-5C38-2B4F-6AE9097A0501}"/>
              </a:ext>
            </a:extLst>
          </p:cNvPr>
          <p:cNvGrpSpPr/>
          <p:nvPr/>
        </p:nvGrpSpPr>
        <p:grpSpPr>
          <a:xfrm>
            <a:off x="-62206792" y="23668380"/>
            <a:ext cx="94896436" cy="66494343"/>
            <a:chOff x="-62206792" y="23668380"/>
            <a:chExt cx="94896436" cy="66494343"/>
          </a:xfrm>
          <a:noFill/>
        </p:grpSpPr>
        <p:grpSp>
          <p:nvGrpSpPr>
            <p:cNvPr id="785" name="圖形 18">
              <a:extLst>
                <a:ext uri="{FF2B5EF4-FFF2-40B4-BE49-F238E27FC236}">
                  <a16:creationId xmlns:a16="http://schemas.microsoft.com/office/drawing/2014/main" id="{AABF59C4-3D03-1FA9-6E79-E564657DCF20}"/>
                </a:ext>
              </a:extLst>
            </p:cNvPr>
            <p:cNvGrpSpPr/>
            <p:nvPr/>
          </p:nvGrpSpPr>
          <p:grpSpPr>
            <a:xfrm>
              <a:off x="-47754911" y="23668380"/>
              <a:ext cx="16400532" cy="66494343"/>
              <a:chOff x="-47754911" y="23668380"/>
              <a:chExt cx="16400532" cy="66494343"/>
            </a:xfrm>
            <a:noFill/>
          </p:grpSpPr>
          <p:grpSp>
            <p:nvGrpSpPr>
              <p:cNvPr id="786" name="圖形 18">
                <a:extLst>
                  <a:ext uri="{FF2B5EF4-FFF2-40B4-BE49-F238E27FC236}">
                    <a16:creationId xmlns:a16="http://schemas.microsoft.com/office/drawing/2014/main" id="{2A91B737-4FAA-04DB-C4F8-4AFB07EAB6AF}"/>
                  </a:ext>
                </a:extLst>
              </p:cNvPr>
              <p:cNvGrpSpPr/>
              <p:nvPr/>
            </p:nvGrpSpPr>
            <p:grpSpPr>
              <a:xfrm>
                <a:off x="-47754911" y="23668380"/>
                <a:ext cx="16400532" cy="30161453"/>
                <a:chOff x="-47754911" y="23668380"/>
                <a:chExt cx="16400532" cy="30161453"/>
              </a:xfrm>
              <a:noFill/>
            </p:grpSpPr>
            <p:sp>
              <p:nvSpPr>
                <p:cNvPr id="787" name="手繪多邊形: 圖案 786">
                  <a:extLst>
                    <a:ext uri="{FF2B5EF4-FFF2-40B4-BE49-F238E27FC236}">
                      <a16:creationId xmlns:a16="http://schemas.microsoft.com/office/drawing/2014/main" id="{56243514-32A0-8BE9-1627-7189C6540A2A}"/>
                    </a:ext>
                  </a:extLst>
                </p:cNvPr>
                <p:cNvSpPr/>
                <p:nvPr/>
              </p:nvSpPr>
              <p:spPr>
                <a:xfrm>
                  <a:off x="-47754911" y="23668380"/>
                  <a:ext cx="1476159" cy="29954"/>
                </a:xfrm>
                <a:custGeom>
                  <a:avLst/>
                  <a:gdLst>
                    <a:gd name="connsiteX0" fmla="*/ 2 w 1476159"/>
                    <a:gd name="connsiteY0" fmla="*/ 0 h 29954"/>
                    <a:gd name="connsiteX1" fmla="*/ 1476158 w 147615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159" h="29954">
                      <a:moveTo>
                        <a:pt x="2" y="0"/>
                      </a:moveTo>
                      <a:lnTo>
                        <a:pt x="1476158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88" name="手繪多邊形: 圖案 787">
                  <a:extLst>
                    <a:ext uri="{FF2B5EF4-FFF2-40B4-BE49-F238E27FC236}">
                      <a16:creationId xmlns:a16="http://schemas.microsoft.com/office/drawing/2014/main" id="{214B8028-EEBB-0AE8-5A70-8FB7E248C84B}"/>
                    </a:ext>
                  </a:extLst>
                </p:cNvPr>
                <p:cNvSpPr/>
                <p:nvPr/>
              </p:nvSpPr>
              <p:spPr>
                <a:xfrm>
                  <a:off x="-47572781" y="23668380"/>
                  <a:ext cx="1294027" cy="1701106"/>
                </a:xfrm>
                <a:custGeom>
                  <a:avLst/>
                  <a:gdLst>
                    <a:gd name="connsiteX0" fmla="*/ 1294028 w 1294027"/>
                    <a:gd name="connsiteY0" fmla="*/ 1701106 h 1701106"/>
                    <a:gd name="connsiteX1" fmla="*/ 385836 w 1294027"/>
                    <a:gd name="connsiteY1" fmla="*/ 1701106 h 1701106"/>
                    <a:gd name="connsiteX2" fmla="*/ 0 w 1294027"/>
                    <a:gd name="connsiteY2" fmla="*/ 1326078 h 1701106"/>
                    <a:gd name="connsiteX3" fmla="*/ 0 w 1294027"/>
                    <a:gd name="connsiteY3" fmla="*/ 0 h 17011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4027" h="1701106">
                      <a:moveTo>
                        <a:pt x="1294028" y="1701106"/>
                      </a:moveTo>
                      <a:lnTo>
                        <a:pt x="385836" y="1701106"/>
                      </a:lnTo>
                      <a:cubicBezTo>
                        <a:pt x="172886" y="1701106"/>
                        <a:pt x="0" y="1533062"/>
                        <a:pt x="0" y="1326078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89" name="手繪多邊形: 圖案 788">
                  <a:extLst>
                    <a:ext uri="{FF2B5EF4-FFF2-40B4-BE49-F238E27FC236}">
                      <a16:creationId xmlns:a16="http://schemas.microsoft.com/office/drawing/2014/main" id="{3A40A3F1-49C1-FE42-B5EA-8A79AB8A9683}"/>
                    </a:ext>
                  </a:extLst>
                </p:cNvPr>
                <p:cNvSpPr/>
                <p:nvPr/>
              </p:nvSpPr>
              <p:spPr>
                <a:xfrm>
                  <a:off x="-47222693" y="24061082"/>
                  <a:ext cx="821287" cy="29954"/>
                </a:xfrm>
                <a:custGeom>
                  <a:avLst/>
                  <a:gdLst>
                    <a:gd name="connsiteX0" fmla="*/ -2 w 821287"/>
                    <a:gd name="connsiteY0" fmla="*/ 0 h 29954"/>
                    <a:gd name="connsiteX1" fmla="*/ 821286 w 821287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87" h="29954">
                      <a:moveTo>
                        <a:pt x="-2" y="0"/>
                      </a:moveTo>
                      <a:lnTo>
                        <a:pt x="821286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0" name="手繪多邊形: 圖案 789">
                  <a:extLst>
                    <a:ext uri="{FF2B5EF4-FFF2-40B4-BE49-F238E27FC236}">
                      <a16:creationId xmlns:a16="http://schemas.microsoft.com/office/drawing/2014/main" id="{8EBB5EC4-A4D4-CD87-1622-A1964C1F2587}"/>
                    </a:ext>
                  </a:extLst>
                </p:cNvPr>
                <p:cNvSpPr/>
                <p:nvPr/>
              </p:nvSpPr>
              <p:spPr>
                <a:xfrm>
                  <a:off x="-47284328" y="24510696"/>
                  <a:ext cx="882922" cy="29954"/>
                </a:xfrm>
                <a:custGeom>
                  <a:avLst/>
                  <a:gdLst>
                    <a:gd name="connsiteX0" fmla="*/ -2 w 882922"/>
                    <a:gd name="connsiteY0" fmla="*/ 0 h 29954"/>
                    <a:gd name="connsiteX1" fmla="*/ 882921 w 88292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922" h="29954">
                      <a:moveTo>
                        <a:pt x="-2" y="0"/>
                      </a:moveTo>
                      <a:lnTo>
                        <a:pt x="882921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1" name="手繪多邊形: 圖案 790">
                  <a:extLst>
                    <a:ext uri="{FF2B5EF4-FFF2-40B4-BE49-F238E27FC236}">
                      <a16:creationId xmlns:a16="http://schemas.microsoft.com/office/drawing/2014/main" id="{C37623F3-31D2-2FD4-9E43-877571863E2E}"/>
                    </a:ext>
                  </a:extLst>
                </p:cNvPr>
                <p:cNvSpPr/>
                <p:nvPr/>
              </p:nvSpPr>
              <p:spPr>
                <a:xfrm>
                  <a:off x="-45891992" y="23668380"/>
                  <a:ext cx="1156582" cy="495144"/>
                </a:xfrm>
                <a:custGeom>
                  <a:avLst/>
                  <a:gdLst>
                    <a:gd name="connsiteX0" fmla="*/ 1156583 w 1156582"/>
                    <a:gd name="connsiteY0" fmla="*/ 495145 h 495144"/>
                    <a:gd name="connsiteX1" fmla="*/ 1136242 w 1156582"/>
                    <a:gd name="connsiteY1" fmla="*/ 495145 h 495144"/>
                    <a:gd name="connsiteX2" fmla="*/ 943324 w 1156582"/>
                    <a:gd name="connsiteY2" fmla="*/ 307631 h 495144"/>
                    <a:gd name="connsiteX3" fmla="*/ 943324 w 1156582"/>
                    <a:gd name="connsiteY3" fmla="*/ 0 h 495144"/>
                    <a:gd name="connsiteX4" fmla="*/ 0 w 1156582"/>
                    <a:gd name="connsiteY4" fmla="*/ 0 h 495144"/>
                    <a:gd name="connsiteX5" fmla="*/ 0 w 1156582"/>
                    <a:gd name="connsiteY5" fmla="*/ 206385 h 49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82" h="495144">
                      <a:moveTo>
                        <a:pt x="1156583" y="495145"/>
                      </a:moveTo>
                      <a:lnTo>
                        <a:pt x="1136242" y="495145"/>
                      </a:lnTo>
                      <a:cubicBezTo>
                        <a:pt x="1029615" y="495145"/>
                        <a:pt x="943324" y="411273"/>
                        <a:pt x="943324" y="307631"/>
                      </a:cubicBezTo>
                      <a:lnTo>
                        <a:pt x="943324" y="0"/>
                      </a:lnTo>
                      <a:lnTo>
                        <a:pt x="0" y="0"/>
                      </a:lnTo>
                      <a:lnTo>
                        <a:pt x="0" y="206385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2" name="手繪多邊形: 圖案 791">
                  <a:extLst>
                    <a:ext uri="{FF2B5EF4-FFF2-40B4-BE49-F238E27FC236}">
                      <a16:creationId xmlns:a16="http://schemas.microsoft.com/office/drawing/2014/main" id="{D27F9D6B-0E48-C7E9-3217-635EA231193C}"/>
                    </a:ext>
                  </a:extLst>
                </p:cNvPr>
                <p:cNvSpPr/>
                <p:nvPr/>
              </p:nvSpPr>
              <p:spPr>
                <a:xfrm>
                  <a:off x="-46711120" y="24791668"/>
                  <a:ext cx="283828" cy="281270"/>
                </a:xfrm>
                <a:custGeom>
                  <a:avLst/>
                  <a:gdLst>
                    <a:gd name="connsiteX0" fmla="*/ 0 w 283828"/>
                    <a:gd name="connsiteY0" fmla="*/ 0 h 281270"/>
                    <a:gd name="connsiteX1" fmla="*/ 0 w 283828"/>
                    <a:gd name="connsiteY1" fmla="*/ 93757 h 281270"/>
                    <a:gd name="connsiteX2" fmla="*/ 192918 w 283828"/>
                    <a:gd name="connsiteY2" fmla="*/ 281271 h 281270"/>
                    <a:gd name="connsiteX3" fmla="*/ 283828 w 283828"/>
                    <a:gd name="connsiteY3" fmla="*/ 281271 h 281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28" h="281270">
                      <a:moveTo>
                        <a:pt x="0" y="0"/>
                      </a:moveTo>
                      <a:lnTo>
                        <a:pt x="0" y="93757"/>
                      </a:lnTo>
                      <a:cubicBezTo>
                        <a:pt x="0" y="197399"/>
                        <a:pt x="86287" y="281271"/>
                        <a:pt x="192918" y="281271"/>
                      </a:cubicBezTo>
                      <a:lnTo>
                        <a:pt x="283828" y="281271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3" name="手繪多邊形: 圖案 792">
                  <a:extLst>
                    <a:ext uri="{FF2B5EF4-FFF2-40B4-BE49-F238E27FC236}">
                      <a16:creationId xmlns:a16="http://schemas.microsoft.com/office/drawing/2014/main" id="{F230E55B-0E6D-69E2-82BB-AB726EE95B9C}"/>
                    </a:ext>
                  </a:extLst>
                </p:cNvPr>
                <p:cNvSpPr/>
                <p:nvPr/>
              </p:nvSpPr>
              <p:spPr>
                <a:xfrm>
                  <a:off x="-45960406" y="24510696"/>
                  <a:ext cx="1133465" cy="858790"/>
                </a:xfrm>
                <a:custGeom>
                  <a:avLst/>
                  <a:gdLst>
                    <a:gd name="connsiteX0" fmla="*/ 1133466 w 1133465"/>
                    <a:gd name="connsiteY0" fmla="*/ 858791 h 858790"/>
                    <a:gd name="connsiteX1" fmla="*/ 68414 w 1133465"/>
                    <a:gd name="connsiteY1" fmla="*/ 0 h 858790"/>
                    <a:gd name="connsiteX2" fmla="*/ 1068441 w 1133465"/>
                    <a:gd name="connsiteY2" fmla="*/ 0 h 858790"/>
                    <a:gd name="connsiteX3" fmla="*/ 0 w 1133465"/>
                    <a:gd name="connsiteY3" fmla="*/ 858791 h 858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65" h="858790">
                      <a:moveTo>
                        <a:pt x="1133466" y="858791"/>
                      </a:moveTo>
                      <a:cubicBezTo>
                        <a:pt x="646860" y="858791"/>
                        <a:pt x="82897" y="515514"/>
                        <a:pt x="68414" y="0"/>
                      </a:cubicBezTo>
                      <a:lnTo>
                        <a:pt x="1068441" y="0"/>
                      </a:lnTo>
                      <a:cubicBezTo>
                        <a:pt x="1056422" y="512818"/>
                        <a:pt x="467191" y="858791"/>
                        <a:pt x="0" y="858791"/>
                      </a:cubicBez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4" name="手繪多邊形: 圖案 793">
                  <a:extLst>
                    <a:ext uri="{FF2B5EF4-FFF2-40B4-BE49-F238E27FC236}">
                      <a16:creationId xmlns:a16="http://schemas.microsoft.com/office/drawing/2014/main" id="{64995DF9-75C8-0EFD-8C3D-13EEDB2A44A6}"/>
                    </a:ext>
                  </a:extLst>
                </p:cNvPr>
                <p:cNvSpPr/>
                <p:nvPr/>
              </p:nvSpPr>
              <p:spPr>
                <a:xfrm>
                  <a:off x="-47189410" y="24061082"/>
                  <a:ext cx="416652" cy="1012156"/>
                </a:xfrm>
                <a:custGeom>
                  <a:avLst/>
                  <a:gdLst>
                    <a:gd name="connsiteX0" fmla="*/ 416655 w 416652"/>
                    <a:gd name="connsiteY0" fmla="*/ 0 h 1012156"/>
                    <a:gd name="connsiteX1" fmla="*/ 1 w 416652"/>
                    <a:gd name="connsiteY1" fmla="*/ 1012157 h 1012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52" h="1012156">
                      <a:moveTo>
                        <a:pt x="416655" y="0"/>
                      </a:moveTo>
                      <a:lnTo>
                        <a:pt x="1" y="1012157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5" name="手繪多邊形: 圖案 794">
                  <a:extLst>
                    <a:ext uri="{FF2B5EF4-FFF2-40B4-BE49-F238E27FC236}">
                      <a16:creationId xmlns:a16="http://schemas.microsoft.com/office/drawing/2014/main" id="{51C6DC5C-2677-E0A1-68FF-A82EB3E0D358}"/>
                    </a:ext>
                  </a:extLst>
                </p:cNvPr>
                <p:cNvSpPr/>
                <p:nvPr/>
              </p:nvSpPr>
              <p:spPr>
                <a:xfrm>
                  <a:off x="-46010639" y="23875065"/>
                  <a:ext cx="118647" cy="288460"/>
                </a:xfrm>
                <a:custGeom>
                  <a:avLst/>
                  <a:gdLst>
                    <a:gd name="connsiteX0" fmla="*/ 118648 w 118647"/>
                    <a:gd name="connsiteY0" fmla="*/ 0 h 288460"/>
                    <a:gd name="connsiteX1" fmla="*/ 1 w 118647"/>
                    <a:gd name="connsiteY1" fmla="*/ 288460 h 288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7" h="288460">
                      <a:moveTo>
                        <a:pt x="118648" y="0"/>
                      </a:moveTo>
                      <a:lnTo>
                        <a:pt x="1" y="28846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796" name="手繪多邊形: 圖案 795">
                  <a:extLst>
                    <a:ext uri="{FF2B5EF4-FFF2-40B4-BE49-F238E27FC236}">
                      <a16:creationId xmlns:a16="http://schemas.microsoft.com/office/drawing/2014/main" id="{A1DF78E7-936A-38AB-E46B-C768B741D5C3}"/>
                    </a:ext>
                  </a:extLst>
                </p:cNvPr>
                <p:cNvSpPr/>
                <p:nvPr/>
              </p:nvSpPr>
              <p:spPr>
                <a:xfrm>
                  <a:off x="-47284328" y="23668380"/>
                  <a:ext cx="223427" cy="542472"/>
                </a:xfrm>
                <a:custGeom>
                  <a:avLst/>
                  <a:gdLst>
                    <a:gd name="connsiteX0" fmla="*/ 223426 w 223427"/>
                    <a:gd name="connsiteY0" fmla="*/ 0 h 542472"/>
                    <a:gd name="connsiteX1" fmla="*/ -2 w 223427"/>
                    <a:gd name="connsiteY1" fmla="*/ 542473 h 542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27" h="542472">
                      <a:moveTo>
                        <a:pt x="223426" y="0"/>
                      </a:moveTo>
                      <a:lnTo>
                        <a:pt x="-2" y="542473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797" name="手繪多邊形: 圖案 796">
                <a:extLst>
                  <a:ext uri="{FF2B5EF4-FFF2-40B4-BE49-F238E27FC236}">
                    <a16:creationId xmlns:a16="http://schemas.microsoft.com/office/drawing/2014/main" id="{A1EFA927-166C-E81A-2B85-C3DE9E438589}"/>
                  </a:ext>
                </a:extLst>
              </p:cNvPr>
              <p:cNvSpPr/>
              <p:nvPr/>
            </p:nvSpPr>
            <p:spPr>
              <a:xfrm>
                <a:off x="-47652905" y="25725344"/>
                <a:ext cx="2893457" cy="29954"/>
              </a:xfrm>
              <a:custGeom>
                <a:avLst/>
                <a:gdLst>
                  <a:gd name="connsiteX0" fmla="*/ 0 w 2893457"/>
                  <a:gd name="connsiteY0" fmla="*/ 0 h 29954"/>
                  <a:gd name="connsiteX1" fmla="*/ 2893458 w 2893457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457" h="29954">
                    <a:moveTo>
                      <a:pt x="0" y="0"/>
                    </a:moveTo>
                    <a:lnTo>
                      <a:pt x="2893458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98" name="手繪多邊形: 圖案 797">
                <a:extLst>
                  <a:ext uri="{FF2B5EF4-FFF2-40B4-BE49-F238E27FC236}">
                    <a16:creationId xmlns:a16="http://schemas.microsoft.com/office/drawing/2014/main" id="{3CC46919-61C4-B4C7-3865-58DE35C72CCF}"/>
                  </a:ext>
                </a:extLst>
              </p:cNvPr>
              <p:cNvSpPr/>
              <p:nvPr/>
            </p:nvSpPr>
            <p:spPr>
              <a:xfrm>
                <a:off x="-47553161" y="26119244"/>
                <a:ext cx="2694271" cy="1299417"/>
              </a:xfrm>
              <a:custGeom>
                <a:avLst/>
                <a:gdLst>
                  <a:gd name="connsiteX0" fmla="*/ 2692014 w 2694271"/>
                  <a:gd name="connsiteY0" fmla="*/ 215671 h 1299417"/>
                  <a:gd name="connsiteX1" fmla="*/ 2571829 w 2694271"/>
                  <a:gd name="connsiteY1" fmla="*/ 981004 h 1299417"/>
                  <a:gd name="connsiteX2" fmla="*/ 2190308 w 2694271"/>
                  <a:gd name="connsiteY2" fmla="*/ 1299418 h 1299417"/>
                  <a:gd name="connsiteX3" fmla="*/ 503970 w 2694271"/>
                  <a:gd name="connsiteY3" fmla="*/ 1299418 h 1299417"/>
                  <a:gd name="connsiteX4" fmla="*/ 122448 w 2694271"/>
                  <a:gd name="connsiteY4" fmla="*/ 981004 h 1299417"/>
                  <a:gd name="connsiteX5" fmla="*/ 2263 w 2694271"/>
                  <a:gd name="connsiteY5" fmla="*/ 215671 h 1299417"/>
                  <a:gd name="connsiteX6" fmla="*/ 193022 w 2694271"/>
                  <a:gd name="connsiteY6" fmla="*/ 0 h 1299417"/>
                  <a:gd name="connsiteX7" fmla="*/ 2501256 w 2694271"/>
                  <a:gd name="connsiteY7" fmla="*/ 0 h 1299417"/>
                  <a:gd name="connsiteX8" fmla="*/ 2692014 w 2694271"/>
                  <a:gd name="connsiteY8" fmla="*/ 215671 h 1299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271" h="1299417">
                    <a:moveTo>
                      <a:pt x="2692014" y="215671"/>
                    </a:moveTo>
                    <a:lnTo>
                      <a:pt x="2571829" y="981004"/>
                    </a:lnTo>
                    <a:cubicBezTo>
                      <a:pt x="2543167" y="1164025"/>
                      <a:pt x="2381066" y="1299418"/>
                      <a:pt x="2190308" y="1299418"/>
                    </a:cubicBezTo>
                    <a:lnTo>
                      <a:pt x="503970" y="1299418"/>
                    </a:lnTo>
                    <a:cubicBezTo>
                      <a:pt x="313519" y="1299418"/>
                      <a:pt x="151419" y="1164025"/>
                      <a:pt x="122448" y="981004"/>
                    </a:cubicBezTo>
                    <a:lnTo>
                      <a:pt x="2263" y="215671"/>
                    </a:lnTo>
                    <a:cubicBezTo>
                      <a:pt x="-15613" y="102143"/>
                      <a:pt x="74684" y="0"/>
                      <a:pt x="193022" y="0"/>
                    </a:cubicBezTo>
                    <a:lnTo>
                      <a:pt x="2501256" y="0"/>
                    </a:lnTo>
                    <a:cubicBezTo>
                      <a:pt x="2619285" y="0"/>
                      <a:pt x="2709891" y="102143"/>
                      <a:pt x="2692014" y="215671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799" name="手繪多邊形: 圖案 798">
                <a:extLst>
                  <a:ext uri="{FF2B5EF4-FFF2-40B4-BE49-F238E27FC236}">
                    <a16:creationId xmlns:a16="http://schemas.microsoft.com/office/drawing/2014/main" id="{E6698C50-1310-3889-78B6-399315214088}"/>
                  </a:ext>
                </a:extLst>
              </p:cNvPr>
              <p:cNvSpPr/>
              <p:nvPr/>
            </p:nvSpPr>
            <p:spPr>
              <a:xfrm>
                <a:off x="-47140410" y="25725344"/>
                <a:ext cx="587997" cy="964229"/>
              </a:xfrm>
              <a:custGeom>
                <a:avLst/>
                <a:gdLst>
                  <a:gd name="connsiteX0" fmla="*/ 587997 w 587997"/>
                  <a:gd name="connsiteY0" fmla="*/ 0 h 964229"/>
                  <a:gd name="connsiteX1" fmla="*/ 587997 w 587997"/>
                  <a:gd name="connsiteY1" fmla="*/ 589202 h 964229"/>
                  <a:gd name="connsiteX2" fmla="*/ 202165 w 587997"/>
                  <a:gd name="connsiteY2" fmla="*/ 964230 h 964229"/>
                  <a:gd name="connsiteX3" fmla="*/ 0 w 587997"/>
                  <a:gd name="connsiteY3" fmla="*/ 964230 h 9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97" h="964229">
                    <a:moveTo>
                      <a:pt x="587997" y="0"/>
                    </a:moveTo>
                    <a:lnTo>
                      <a:pt x="587997" y="589202"/>
                    </a:lnTo>
                    <a:cubicBezTo>
                      <a:pt x="587997" y="796187"/>
                      <a:pt x="415111" y="964230"/>
                      <a:pt x="202165" y="964230"/>
                    </a:cubicBezTo>
                    <a:lnTo>
                      <a:pt x="0" y="96423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0" name="手繪多邊形: 圖案 799">
                <a:extLst>
                  <a:ext uri="{FF2B5EF4-FFF2-40B4-BE49-F238E27FC236}">
                    <a16:creationId xmlns:a16="http://schemas.microsoft.com/office/drawing/2014/main" id="{F8852547-0028-3DDF-EF59-D43ADC1916EA}"/>
                  </a:ext>
                </a:extLst>
              </p:cNvPr>
              <p:cNvSpPr/>
              <p:nvPr/>
            </p:nvSpPr>
            <p:spPr>
              <a:xfrm>
                <a:off x="-45858402" y="25725344"/>
                <a:ext cx="559030" cy="964229"/>
              </a:xfrm>
              <a:custGeom>
                <a:avLst/>
                <a:gdLst>
                  <a:gd name="connsiteX0" fmla="*/ 0 w 559030"/>
                  <a:gd name="connsiteY0" fmla="*/ 0 h 964229"/>
                  <a:gd name="connsiteX1" fmla="*/ 0 w 559030"/>
                  <a:gd name="connsiteY1" fmla="*/ 589202 h 964229"/>
                  <a:gd name="connsiteX2" fmla="*/ 385836 w 559030"/>
                  <a:gd name="connsiteY2" fmla="*/ 964230 h 964229"/>
                  <a:gd name="connsiteX3" fmla="*/ 559030 w 559030"/>
                  <a:gd name="connsiteY3" fmla="*/ 964230 h 9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30" h="964229">
                    <a:moveTo>
                      <a:pt x="0" y="0"/>
                    </a:moveTo>
                    <a:lnTo>
                      <a:pt x="0" y="589202"/>
                    </a:lnTo>
                    <a:cubicBezTo>
                      <a:pt x="0" y="796187"/>
                      <a:pt x="172886" y="964230"/>
                      <a:pt x="385836" y="964230"/>
                    </a:cubicBezTo>
                    <a:lnTo>
                      <a:pt x="559030" y="96423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1" name="手繪多邊形: 圖案 800">
                <a:extLst>
                  <a:ext uri="{FF2B5EF4-FFF2-40B4-BE49-F238E27FC236}">
                    <a16:creationId xmlns:a16="http://schemas.microsoft.com/office/drawing/2014/main" id="{BC9E0E32-4ED0-AAC2-39B7-E25F112F4695}"/>
                  </a:ext>
                </a:extLst>
              </p:cNvPr>
              <p:cNvSpPr/>
              <p:nvPr/>
            </p:nvSpPr>
            <p:spPr>
              <a:xfrm>
                <a:off x="-46754883" y="27057113"/>
                <a:ext cx="1097720" cy="29954"/>
              </a:xfrm>
              <a:custGeom>
                <a:avLst/>
                <a:gdLst>
                  <a:gd name="connsiteX0" fmla="*/ 0 w 1097720"/>
                  <a:gd name="connsiteY0" fmla="*/ 0 h 29954"/>
                  <a:gd name="connsiteX1" fmla="*/ 1097720 w 1097720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720" h="29954">
                    <a:moveTo>
                      <a:pt x="0" y="0"/>
                    </a:moveTo>
                    <a:lnTo>
                      <a:pt x="1097720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02" name="圖形 18">
              <a:extLst>
                <a:ext uri="{FF2B5EF4-FFF2-40B4-BE49-F238E27FC236}">
                  <a16:creationId xmlns:a16="http://schemas.microsoft.com/office/drawing/2014/main" id="{BC2AD044-78AC-1ED5-AA64-290819EEB933}"/>
                </a:ext>
              </a:extLst>
            </p:cNvPr>
            <p:cNvGrpSpPr/>
            <p:nvPr/>
          </p:nvGrpSpPr>
          <p:grpSpPr>
            <a:xfrm>
              <a:off x="-57519752" y="23668380"/>
              <a:ext cx="16455754" cy="66494343"/>
              <a:chOff x="-57519752" y="23668380"/>
              <a:chExt cx="16455754" cy="66494343"/>
            </a:xfrm>
            <a:noFill/>
          </p:grpSpPr>
          <p:sp>
            <p:nvSpPr>
              <p:cNvPr id="803" name="手繪多邊形: 圖案 802">
                <a:extLst>
                  <a:ext uri="{FF2B5EF4-FFF2-40B4-BE49-F238E27FC236}">
                    <a16:creationId xmlns:a16="http://schemas.microsoft.com/office/drawing/2014/main" id="{68AB7170-6DAC-9771-E7D3-636FFCF80623}"/>
                  </a:ext>
                </a:extLst>
              </p:cNvPr>
              <p:cNvSpPr/>
              <p:nvPr/>
            </p:nvSpPr>
            <p:spPr>
              <a:xfrm>
                <a:off x="-56141286" y="24390280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4" name="手繪多邊形: 圖案 803">
                <a:extLst>
                  <a:ext uri="{FF2B5EF4-FFF2-40B4-BE49-F238E27FC236}">
                    <a16:creationId xmlns:a16="http://schemas.microsoft.com/office/drawing/2014/main" id="{2FC3BE8A-D0A3-6BD2-090E-686865969315}"/>
                  </a:ext>
                </a:extLst>
              </p:cNvPr>
              <p:cNvSpPr/>
              <p:nvPr/>
            </p:nvSpPr>
            <p:spPr>
              <a:xfrm>
                <a:off x="-56141286" y="27057113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5" name="手繪多邊形: 圖案 804">
                <a:extLst>
                  <a:ext uri="{FF2B5EF4-FFF2-40B4-BE49-F238E27FC236}">
                    <a16:creationId xmlns:a16="http://schemas.microsoft.com/office/drawing/2014/main" id="{CA260537-B250-6637-BA37-14EFEFCDB8C8}"/>
                  </a:ext>
                </a:extLst>
              </p:cNvPr>
              <p:cNvSpPr/>
              <p:nvPr/>
            </p:nvSpPr>
            <p:spPr>
              <a:xfrm>
                <a:off x="-56812183" y="25353012"/>
                <a:ext cx="30817" cy="2065650"/>
              </a:xfrm>
              <a:custGeom>
                <a:avLst/>
                <a:gdLst>
                  <a:gd name="connsiteX0" fmla="*/ 1 w 30817"/>
                  <a:gd name="connsiteY0" fmla="*/ 2065650 h 2065650"/>
                  <a:gd name="connsiteX1" fmla="*/ 1 w 30817"/>
                  <a:gd name="connsiteY1" fmla="*/ 0 h 206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065650">
                    <a:moveTo>
                      <a:pt x="1" y="2065650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6" name="手繪多邊形: 圖案 805">
                <a:extLst>
                  <a:ext uri="{FF2B5EF4-FFF2-40B4-BE49-F238E27FC236}">
                    <a16:creationId xmlns:a16="http://schemas.microsoft.com/office/drawing/2014/main" id="{707B5C78-FF44-C3F4-486B-3A4E8F37D325}"/>
                  </a:ext>
                </a:extLst>
              </p:cNvPr>
              <p:cNvSpPr/>
              <p:nvPr/>
            </p:nvSpPr>
            <p:spPr>
              <a:xfrm>
                <a:off x="-57519752" y="23668380"/>
                <a:ext cx="1081382" cy="1635805"/>
              </a:xfrm>
              <a:custGeom>
                <a:avLst/>
                <a:gdLst>
                  <a:gd name="connsiteX0" fmla="*/ 1081382 w 1081382"/>
                  <a:gd name="connsiteY0" fmla="*/ 0 h 1635805"/>
                  <a:gd name="connsiteX1" fmla="*/ 0 w 1081382"/>
                  <a:gd name="connsiteY1" fmla="*/ 1635805 h 1635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82" h="1635805">
                    <a:moveTo>
                      <a:pt x="1081382" y="0"/>
                    </a:moveTo>
                    <a:cubicBezTo>
                      <a:pt x="1081382" y="0"/>
                      <a:pt x="977531" y="1125384"/>
                      <a:pt x="0" y="1635805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07" name="圖形 18">
              <a:extLst>
                <a:ext uri="{FF2B5EF4-FFF2-40B4-BE49-F238E27FC236}">
                  <a16:creationId xmlns:a16="http://schemas.microsoft.com/office/drawing/2014/main" id="{C79EEE6A-4A1E-E253-FFBD-BD5765F13D99}"/>
                </a:ext>
              </a:extLst>
            </p:cNvPr>
            <p:cNvGrpSpPr/>
            <p:nvPr/>
          </p:nvGrpSpPr>
          <p:grpSpPr>
            <a:xfrm>
              <a:off x="-62206792" y="23696537"/>
              <a:ext cx="15717592" cy="65995106"/>
              <a:chOff x="-62206792" y="23696537"/>
              <a:chExt cx="15717592" cy="65995106"/>
            </a:xfrm>
            <a:noFill/>
          </p:grpSpPr>
          <p:sp>
            <p:nvSpPr>
              <p:cNvPr id="808" name="手繪多邊形: 圖案 807">
                <a:extLst>
                  <a:ext uri="{FF2B5EF4-FFF2-40B4-BE49-F238E27FC236}">
                    <a16:creationId xmlns:a16="http://schemas.microsoft.com/office/drawing/2014/main" id="{267848AB-CECA-5268-38DF-D9890AB158D7}"/>
                  </a:ext>
                </a:extLst>
              </p:cNvPr>
              <p:cNvSpPr/>
              <p:nvPr/>
            </p:nvSpPr>
            <p:spPr>
              <a:xfrm>
                <a:off x="-62206792" y="24043409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09" name="手繪多邊形: 圖案 808">
                <a:extLst>
                  <a:ext uri="{FF2B5EF4-FFF2-40B4-BE49-F238E27FC236}">
                    <a16:creationId xmlns:a16="http://schemas.microsoft.com/office/drawing/2014/main" id="{A6C35C52-5D12-CA0F-5CAB-B90C7FFD5CF5}"/>
                  </a:ext>
                </a:extLst>
              </p:cNvPr>
              <p:cNvSpPr/>
              <p:nvPr/>
            </p:nvSpPr>
            <p:spPr>
              <a:xfrm>
                <a:off x="-62206792" y="25111580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0" name="手繪多邊形: 圖案 809">
                <a:extLst>
                  <a:ext uri="{FF2B5EF4-FFF2-40B4-BE49-F238E27FC236}">
                    <a16:creationId xmlns:a16="http://schemas.microsoft.com/office/drawing/2014/main" id="{38A395C7-6DC6-1EAF-BF27-930F5C6E6CB3}"/>
                  </a:ext>
                </a:extLst>
              </p:cNvPr>
              <p:cNvSpPr/>
              <p:nvPr/>
            </p:nvSpPr>
            <p:spPr>
              <a:xfrm>
                <a:off x="-61454844" y="23696537"/>
                <a:ext cx="30817" cy="693742"/>
              </a:xfrm>
              <a:custGeom>
                <a:avLst/>
                <a:gdLst>
                  <a:gd name="connsiteX0" fmla="*/ -4 w 30817"/>
                  <a:gd name="connsiteY0" fmla="*/ 0 h 693742"/>
                  <a:gd name="connsiteX1" fmla="*/ -4 w 30817"/>
                  <a:gd name="connsiteY1" fmla="*/ 693742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4" y="0"/>
                    </a:moveTo>
                    <a:lnTo>
                      <a:pt x="-4" y="693742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1" name="手繪多邊形: 圖案 810">
                <a:extLst>
                  <a:ext uri="{FF2B5EF4-FFF2-40B4-BE49-F238E27FC236}">
                    <a16:creationId xmlns:a16="http://schemas.microsoft.com/office/drawing/2014/main" id="{F3FBB604-4684-E9E8-0C43-2DE24AAC3FA4}"/>
                  </a:ext>
                </a:extLst>
              </p:cNvPr>
              <p:cNvSpPr/>
              <p:nvPr/>
            </p:nvSpPr>
            <p:spPr>
              <a:xfrm>
                <a:off x="-60013508" y="23696537"/>
                <a:ext cx="30817" cy="693742"/>
              </a:xfrm>
              <a:custGeom>
                <a:avLst/>
                <a:gdLst>
                  <a:gd name="connsiteX0" fmla="*/ -3 w 30817"/>
                  <a:gd name="connsiteY0" fmla="*/ 0 h 693742"/>
                  <a:gd name="connsiteX1" fmla="*/ -3 w 30817"/>
                  <a:gd name="connsiteY1" fmla="*/ 693742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3" y="0"/>
                    </a:moveTo>
                    <a:lnTo>
                      <a:pt x="-3" y="693742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2" name="手繪多邊形: 圖案 811">
                <a:extLst>
                  <a:ext uri="{FF2B5EF4-FFF2-40B4-BE49-F238E27FC236}">
                    <a16:creationId xmlns:a16="http://schemas.microsoft.com/office/drawing/2014/main" id="{2E21C01B-9C49-E259-1F14-8DDEDFBF0A5C}"/>
                  </a:ext>
                </a:extLst>
              </p:cNvPr>
              <p:cNvSpPr/>
              <p:nvPr/>
            </p:nvSpPr>
            <p:spPr>
              <a:xfrm>
                <a:off x="-60466219" y="25702579"/>
                <a:ext cx="894942" cy="1716082"/>
              </a:xfrm>
              <a:custGeom>
                <a:avLst/>
                <a:gdLst>
                  <a:gd name="connsiteX0" fmla="*/ 0 w 894942"/>
                  <a:gd name="connsiteY0" fmla="*/ 0 h 1716082"/>
                  <a:gd name="connsiteX1" fmla="*/ 316188 w 894942"/>
                  <a:gd name="connsiteY1" fmla="*/ 0 h 1716082"/>
                  <a:gd name="connsiteX2" fmla="*/ 894942 w 894942"/>
                  <a:gd name="connsiteY2" fmla="*/ 562542 h 1716082"/>
                  <a:gd name="connsiteX3" fmla="*/ 894942 w 894942"/>
                  <a:gd name="connsiteY3" fmla="*/ 1341055 h 1716082"/>
                  <a:gd name="connsiteX4" fmla="*/ 509106 w 894942"/>
                  <a:gd name="connsiteY4" fmla="*/ 1716083 h 1716082"/>
                  <a:gd name="connsiteX5" fmla="*/ 260407 w 894942"/>
                  <a:gd name="connsiteY5" fmla="*/ 1716083 h 171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942" h="1716082">
                    <a:moveTo>
                      <a:pt x="0" y="0"/>
                    </a:moveTo>
                    <a:lnTo>
                      <a:pt x="316188" y="0"/>
                    </a:lnTo>
                    <a:cubicBezTo>
                      <a:pt x="635770" y="0"/>
                      <a:pt x="894942" y="251916"/>
                      <a:pt x="894942" y="562542"/>
                    </a:cubicBezTo>
                    <a:lnTo>
                      <a:pt x="894942" y="1341055"/>
                    </a:lnTo>
                    <a:cubicBezTo>
                      <a:pt x="894942" y="1548039"/>
                      <a:pt x="722053" y="1716083"/>
                      <a:pt x="509106" y="1716083"/>
                    </a:cubicBezTo>
                    <a:lnTo>
                      <a:pt x="260407" y="1716083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3" name="手繪多邊形: 圖案 812">
                <a:extLst>
                  <a:ext uri="{FF2B5EF4-FFF2-40B4-BE49-F238E27FC236}">
                    <a16:creationId xmlns:a16="http://schemas.microsoft.com/office/drawing/2014/main" id="{ED7B34E3-A3A2-01DF-4963-12AD52935594}"/>
                  </a:ext>
                </a:extLst>
              </p:cNvPr>
              <p:cNvSpPr/>
              <p:nvPr/>
            </p:nvSpPr>
            <p:spPr>
              <a:xfrm>
                <a:off x="-62206792" y="24714985"/>
                <a:ext cx="1446935" cy="2703676"/>
              </a:xfrm>
              <a:custGeom>
                <a:avLst/>
                <a:gdLst>
                  <a:gd name="connsiteX0" fmla="*/ 1446882 w 1446935"/>
                  <a:gd name="connsiteY0" fmla="*/ 0 h 2703676"/>
                  <a:gd name="connsiteX1" fmla="*/ 0 w 1446935"/>
                  <a:gd name="connsiteY1" fmla="*/ 2703677 h 27036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935" h="2703676">
                    <a:moveTo>
                      <a:pt x="1446882" y="0"/>
                    </a:moveTo>
                    <a:cubicBezTo>
                      <a:pt x="1446882" y="0"/>
                      <a:pt x="1478625" y="1622925"/>
                      <a:pt x="0" y="2703677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14" name="圖形 18">
              <a:extLst>
                <a:ext uri="{FF2B5EF4-FFF2-40B4-BE49-F238E27FC236}">
                  <a16:creationId xmlns:a16="http://schemas.microsoft.com/office/drawing/2014/main" id="{945CA676-AA77-697B-1DC2-D5D50DD8EF53}"/>
                </a:ext>
              </a:extLst>
            </p:cNvPr>
            <p:cNvGrpSpPr/>
            <p:nvPr/>
          </p:nvGrpSpPr>
          <p:grpSpPr>
            <a:xfrm>
              <a:off x="-52560906" y="23668380"/>
              <a:ext cx="15719271" cy="66494343"/>
              <a:chOff x="-52560906" y="23668380"/>
              <a:chExt cx="15719271" cy="66494343"/>
            </a:xfrm>
            <a:noFill/>
          </p:grpSpPr>
          <p:sp>
            <p:nvSpPr>
              <p:cNvPr id="815" name="手繪多邊形: 圖案 814">
                <a:extLst>
                  <a:ext uri="{FF2B5EF4-FFF2-40B4-BE49-F238E27FC236}">
                    <a16:creationId xmlns:a16="http://schemas.microsoft.com/office/drawing/2014/main" id="{E66AD19D-EB3C-9A2D-67BF-E4897F268E36}"/>
                  </a:ext>
                </a:extLst>
              </p:cNvPr>
              <p:cNvSpPr/>
              <p:nvPr/>
            </p:nvSpPr>
            <p:spPr>
              <a:xfrm>
                <a:off x="-52560905" y="25353012"/>
                <a:ext cx="2894074" cy="29954"/>
              </a:xfrm>
              <a:custGeom>
                <a:avLst/>
                <a:gdLst>
                  <a:gd name="connsiteX0" fmla="*/ -1 w 2894074"/>
                  <a:gd name="connsiteY0" fmla="*/ 0 h 29954"/>
                  <a:gd name="connsiteX1" fmla="*/ 2894075 w 289407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4074" h="29954">
                    <a:moveTo>
                      <a:pt x="-1" y="0"/>
                    </a:moveTo>
                    <a:lnTo>
                      <a:pt x="289407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6" name="手繪多邊形: 圖案 815">
                <a:extLst>
                  <a:ext uri="{FF2B5EF4-FFF2-40B4-BE49-F238E27FC236}">
                    <a16:creationId xmlns:a16="http://schemas.microsoft.com/office/drawing/2014/main" id="{DBE143BA-94B8-F254-D729-EF239370D200}"/>
                  </a:ext>
                </a:extLst>
              </p:cNvPr>
              <p:cNvSpPr/>
              <p:nvPr/>
            </p:nvSpPr>
            <p:spPr>
              <a:xfrm>
                <a:off x="-52289401" y="23668380"/>
                <a:ext cx="2622570" cy="1684631"/>
              </a:xfrm>
              <a:custGeom>
                <a:avLst/>
                <a:gdLst>
                  <a:gd name="connsiteX0" fmla="*/ 2622571 w 2622570"/>
                  <a:gd name="connsiteY0" fmla="*/ 0 h 1684631"/>
                  <a:gd name="connsiteX1" fmla="*/ 771668 w 2622570"/>
                  <a:gd name="connsiteY1" fmla="*/ 0 h 1684631"/>
                  <a:gd name="connsiteX2" fmla="*/ 0 w 2622570"/>
                  <a:gd name="connsiteY2" fmla="*/ 750056 h 1684631"/>
                  <a:gd name="connsiteX3" fmla="*/ 0 w 2622570"/>
                  <a:gd name="connsiteY3" fmla="*/ 1684631 h 1684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570" h="1684631">
                    <a:moveTo>
                      <a:pt x="2622571" y="0"/>
                    </a:moveTo>
                    <a:lnTo>
                      <a:pt x="771668" y="0"/>
                    </a:lnTo>
                    <a:cubicBezTo>
                      <a:pt x="345463" y="0"/>
                      <a:pt x="0" y="335788"/>
                      <a:pt x="0" y="750056"/>
                    </a:cubicBezTo>
                    <a:lnTo>
                      <a:pt x="0" y="16846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7" name="手繪多邊形: 圖案 816">
                <a:extLst>
                  <a:ext uri="{FF2B5EF4-FFF2-40B4-BE49-F238E27FC236}">
                    <a16:creationId xmlns:a16="http://schemas.microsoft.com/office/drawing/2014/main" id="{2DF5C8B1-8695-2821-18B7-A1D572B55783}"/>
                  </a:ext>
                </a:extLst>
              </p:cNvPr>
              <p:cNvSpPr/>
              <p:nvPr/>
            </p:nvSpPr>
            <p:spPr>
              <a:xfrm>
                <a:off x="-50637583" y="24061082"/>
                <a:ext cx="650557" cy="3357579"/>
              </a:xfrm>
              <a:custGeom>
                <a:avLst/>
                <a:gdLst>
                  <a:gd name="connsiteX0" fmla="*/ 650558 w 650557"/>
                  <a:gd name="connsiteY0" fmla="*/ 0 h 3357579"/>
                  <a:gd name="connsiteX1" fmla="*/ 650558 w 650557"/>
                  <a:gd name="connsiteY1" fmla="*/ 2982552 h 3357579"/>
                  <a:gd name="connsiteX2" fmla="*/ 264722 w 650557"/>
                  <a:gd name="connsiteY2" fmla="*/ 3357580 h 3357579"/>
                  <a:gd name="connsiteX3" fmla="*/ 0 w 650557"/>
                  <a:gd name="connsiteY3" fmla="*/ 3357580 h 3357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57" h="3357579">
                    <a:moveTo>
                      <a:pt x="650558" y="0"/>
                    </a:moveTo>
                    <a:lnTo>
                      <a:pt x="650558" y="2982552"/>
                    </a:lnTo>
                    <a:cubicBezTo>
                      <a:pt x="650558" y="3189537"/>
                      <a:pt x="477672" y="3357580"/>
                      <a:pt x="264722" y="3357580"/>
                    </a:cubicBezTo>
                    <a:lnTo>
                      <a:pt x="0" y="335758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18" name="手繪多邊形: 圖案 817">
                <a:extLst>
                  <a:ext uri="{FF2B5EF4-FFF2-40B4-BE49-F238E27FC236}">
                    <a16:creationId xmlns:a16="http://schemas.microsoft.com/office/drawing/2014/main" id="{C427C8D7-C118-E964-5536-52A5C9574B1B}"/>
                  </a:ext>
                </a:extLst>
              </p:cNvPr>
              <p:cNvSpPr/>
              <p:nvPr/>
            </p:nvSpPr>
            <p:spPr>
              <a:xfrm>
                <a:off x="-52560906" y="25353011"/>
                <a:ext cx="1923323" cy="2065650"/>
              </a:xfrm>
              <a:custGeom>
                <a:avLst/>
                <a:gdLst>
                  <a:gd name="connsiteX0" fmla="*/ 1923323 w 1923323"/>
                  <a:gd name="connsiteY0" fmla="*/ 0 h 2065650"/>
                  <a:gd name="connsiteX1" fmla="*/ 0 w 1923323"/>
                  <a:gd name="connsiteY1" fmla="*/ 2065650 h 206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323" h="2065650">
                    <a:moveTo>
                      <a:pt x="1923323" y="0"/>
                    </a:moveTo>
                    <a:cubicBezTo>
                      <a:pt x="1923323" y="0"/>
                      <a:pt x="1653361" y="1704102"/>
                      <a:pt x="0" y="2065650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grpSp>
        <p:nvGrpSpPr>
          <p:cNvPr id="819" name="圖形 18">
            <a:extLst>
              <a:ext uri="{FF2B5EF4-FFF2-40B4-BE49-F238E27FC236}">
                <a16:creationId xmlns:a16="http://schemas.microsoft.com/office/drawing/2014/main" id="{26BFC5D6-ED75-FBA4-FB25-567355476295}"/>
              </a:ext>
            </a:extLst>
          </p:cNvPr>
          <p:cNvGrpSpPr/>
          <p:nvPr/>
        </p:nvGrpSpPr>
        <p:grpSpPr>
          <a:xfrm>
            <a:off x="-24500003" y="31664089"/>
            <a:ext cx="142343799" cy="19810195"/>
            <a:chOff x="-24500003" y="31664089"/>
            <a:chExt cx="142343799" cy="19810195"/>
          </a:xfrm>
          <a:solidFill>
            <a:srgbClr val="231815"/>
          </a:solidFill>
        </p:grpSpPr>
        <p:sp>
          <p:nvSpPr>
            <p:cNvPr id="820" name="手繪多邊形: 圖案 819">
              <a:extLst>
                <a:ext uri="{FF2B5EF4-FFF2-40B4-BE49-F238E27FC236}">
                  <a16:creationId xmlns:a16="http://schemas.microsoft.com/office/drawing/2014/main" id="{3862E2C1-CE45-B8A1-B1D0-3283BB6D3366}"/>
                </a:ext>
              </a:extLst>
            </p:cNvPr>
            <p:cNvSpPr/>
            <p:nvPr/>
          </p:nvSpPr>
          <p:spPr>
            <a:xfrm>
              <a:off x="-24500003" y="31676969"/>
              <a:ext cx="564575" cy="1091235"/>
            </a:xfrm>
            <a:custGeom>
              <a:avLst/>
              <a:gdLst>
                <a:gd name="connsiteX0" fmla="*/ 541462 w 564575"/>
                <a:gd name="connsiteY0" fmla="*/ 0 h 1091235"/>
                <a:gd name="connsiteX1" fmla="*/ 564576 w 564575"/>
                <a:gd name="connsiteY1" fmla="*/ 22466 h 1091235"/>
                <a:gd name="connsiteX2" fmla="*/ 564576 w 564575"/>
                <a:gd name="connsiteY2" fmla="*/ 68896 h 1091235"/>
                <a:gd name="connsiteX3" fmla="*/ 541462 w 564575"/>
                <a:gd name="connsiteY3" fmla="*/ 91361 h 1091235"/>
                <a:gd name="connsiteX4" fmla="*/ 207093 w 564575"/>
                <a:gd name="connsiteY4" fmla="*/ 91361 h 1091235"/>
                <a:gd name="connsiteX5" fmla="*/ 110634 w 564575"/>
                <a:gd name="connsiteY5" fmla="*/ 185118 h 1091235"/>
                <a:gd name="connsiteX6" fmla="*/ 110634 w 564575"/>
                <a:gd name="connsiteY6" fmla="*/ 476573 h 1091235"/>
                <a:gd name="connsiteX7" fmla="*/ 515268 w 564575"/>
                <a:gd name="connsiteY7" fmla="*/ 476573 h 1091235"/>
                <a:gd name="connsiteX8" fmla="*/ 538381 w 564575"/>
                <a:gd name="connsiteY8" fmla="*/ 499039 h 1091235"/>
                <a:gd name="connsiteX9" fmla="*/ 538381 w 564575"/>
                <a:gd name="connsiteY9" fmla="*/ 547266 h 1091235"/>
                <a:gd name="connsiteX10" fmla="*/ 515268 w 564575"/>
                <a:gd name="connsiteY10" fmla="*/ 569732 h 1091235"/>
                <a:gd name="connsiteX11" fmla="*/ 110634 w 564575"/>
                <a:gd name="connsiteY11" fmla="*/ 569732 h 1091235"/>
                <a:gd name="connsiteX12" fmla="*/ 110634 w 564575"/>
                <a:gd name="connsiteY12" fmla="*/ 1067273 h 1091235"/>
                <a:gd name="connsiteX13" fmla="*/ 87521 w 564575"/>
                <a:gd name="connsiteY13" fmla="*/ 1091236 h 1091235"/>
                <a:gd name="connsiteX14" fmla="*/ 23113 w 564575"/>
                <a:gd name="connsiteY14" fmla="*/ 1091236 h 1091235"/>
                <a:gd name="connsiteX15" fmla="*/ 0 w 564575"/>
                <a:gd name="connsiteY15" fmla="*/ 1067273 h 1091235"/>
                <a:gd name="connsiteX16" fmla="*/ 0 w 564575"/>
                <a:gd name="connsiteY16" fmla="*/ 185717 h 1091235"/>
                <a:gd name="connsiteX17" fmla="*/ 191067 w 564575"/>
                <a:gd name="connsiteY17" fmla="*/ 0 h 1091235"/>
                <a:gd name="connsiteX18" fmla="*/ 541462 w 564575"/>
                <a:gd name="connsiteY18" fmla="*/ 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64575" h="1091235">
                  <a:moveTo>
                    <a:pt x="541462" y="0"/>
                  </a:moveTo>
                  <a:cubicBezTo>
                    <a:pt x="556256" y="0"/>
                    <a:pt x="564576" y="6291"/>
                    <a:pt x="564576" y="22466"/>
                  </a:cubicBezTo>
                  <a:lnTo>
                    <a:pt x="564576" y="68896"/>
                  </a:lnTo>
                  <a:cubicBezTo>
                    <a:pt x="564576" y="85070"/>
                    <a:pt x="556256" y="91361"/>
                    <a:pt x="541462" y="91361"/>
                  </a:cubicBezTo>
                  <a:lnTo>
                    <a:pt x="207093" y="91361"/>
                  </a:lnTo>
                  <a:cubicBezTo>
                    <a:pt x="153779" y="91361"/>
                    <a:pt x="110634" y="133297"/>
                    <a:pt x="110634" y="185118"/>
                  </a:cubicBezTo>
                  <a:lnTo>
                    <a:pt x="110634" y="476573"/>
                  </a:lnTo>
                  <a:lnTo>
                    <a:pt x="515268" y="476573"/>
                  </a:lnTo>
                  <a:cubicBezTo>
                    <a:pt x="531909" y="476573"/>
                    <a:pt x="538381" y="482864"/>
                    <a:pt x="538381" y="499039"/>
                  </a:cubicBezTo>
                  <a:lnTo>
                    <a:pt x="538381" y="547266"/>
                  </a:lnTo>
                  <a:cubicBezTo>
                    <a:pt x="538381" y="561644"/>
                    <a:pt x="531909" y="569732"/>
                    <a:pt x="515268" y="569732"/>
                  </a:cubicBezTo>
                  <a:lnTo>
                    <a:pt x="110634" y="569732"/>
                  </a:lnTo>
                  <a:lnTo>
                    <a:pt x="110634" y="1067273"/>
                  </a:lnTo>
                  <a:cubicBezTo>
                    <a:pt x="110634" y="1083448"/>
                    <a:pt x="104163" y="1091236"/>
                    <a:pt x="87521" y="1091236"/>
                  </a:cubicBezTo>
                  <a:lnTo>
                    <a:pt x="23113" y="1091236"/>
                  </a:lnTo>
                  <a:cubicBezTo>
                    <a:pt x="6470" y="1091236"/>
                    <a:pt x="0" y="1083150"/>
                    <a:pt x="0" y="1067273"/>
                  </a:cubicBezTo>
                  <a:lnTo>
                    <a:pt x="0" y="185717"/>
                  </a:lnTo>
                  <a:cubicBezTo>
                    <a:pt x="0" y="82974"/>
                    <a:pt x="85674" y="0"/>
                    <a:pt x="191067" y="0"/>
                  </a:cubicBezTo>
                  <a:lnTo>
                    <a:pt x="541462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1" name="手繪多邊形: 圖案 820">
              <a:extLst>
                <a:ext uri="{FF2B5EF4-FFF2-40B4-BE49-F238E27FC236}">
                  <a16:creationId xmlns:a16="http://schemas.microsoft.com/office/drawing/2014/main" id="{3A55AF97-93CE-691F-C55E-4B304CD6433C}"/>
                </a:ext>
              </a:extLst>
            </p:cNvPr>
            <p:cNvSpPr/>
            <p:nvPr/>
          </p:nvSpPr>
          <p:spPr>
            <a:xfrm>
              <a:off x="-23360751" y="31676969"/>
              <a:ext cx="700007" cy="1091235"/>
            </a:xfrm>
            <a:custGeom>
              <a:avLst/>
              <a:gdLst>
                <a:gd name="connsiteX0" fmla="*/ 383133 w 700007"/>
                <a:gd name="connsiteY0" fmla="*/ 0 h 1091235"/>
                <a:gd name="connsiteX1" fmla="*/ 412718 w 700007"/>
                <a:gd name="connsiteY1" fmla="*/ 22466 h 1091235"/>
                <a:gd name="connsiteX2" fmla="*/ 698395 w 700007"/>
                <a:gd name="connsiteY2" fmla="*/ 1068770 h 1091235"/>
                <a:gd name="connsiteX3" fmla="*/ 680214 w 700007"/>
                <a:gd name="connsiteY3" fmla="*/ 1091236 h 1091235"/>
                <a:gd name="connsiteX4" fmla="*/ 614264 w 700007"/>
                <a:gd name="connsiteY4" fmla="*/ 1091236 h 1091235"/>
                <a:gd name="connsiteX5" fmla="*/ 586221 w 700007"/>
                <a:gd name="connsiteY5" fmla="*/ 1068770 h 1091235"/>
                <a:gd name="connsiteX6" fmla="*/ 507020 w 700007"/>
                <a:gd name="connsiteY6" fmla="*/ 776715 h 1091235"/>
                <a:gd name="connsiteX7" fmla="*/ 184976 w 700007"/>
                <a:gd name="connsiteY7" fmla="*/ 776715 h 1091235"/>
                <a:gd name="connsiteX8" fmla="*/ 107315 w 700007"/>
                <a:gd name="connsiteY8" fmla="*/ 1068770 h 1091235"/>
                <a:gd name="connsiteX9" fmla="*/ 80813 w 700007"/>
                <a:gd name="connsiteY9" fmla="*/ 1091236 h 1091235"/>
                <a:gd name="connsiteX10" fmla="*/ 19795 w 700007"/>
                <a:gd name="connsiteY10" fmla="*/ 1091236 h 1091235"/>
                <a:gd name="connsiteX11" fmla="*/ 1612 w 700007"/>
                <a:gd name="connsiteY11" fmla="*/ 1068770 h 1091235"/>
                <a:gd name="connsiteX12" fmla="*/ 287291 w 700007"/>
                <a:gd name="connsiteY12" fmla="*/ 22466 h 1091235"/>
                <a:gd name="connsiteX13" fmla="*/ 316876 w 700007"/>
                <a:gd name="connsiteY13" fmla="*/ 0 h 1091235"/>
                <a:gd name="connsiteX14" fmla="*/ 382824 w 700007"/>
                <a:gd name="connsiteY14" fmla="*/ 0 h 1091235"/>
                <a:gd name="connsiteX15" fmla="*/ 381592 w 700007"/>
                <a:gd name="connsiteY15" fmla="*/ 308230 h 1091235"/>
                <a:gd name="connsiteX16" fmla="*/ 347077 w 700007"/>
                <a:gd name="connsiteY16" fmla="*/ 130002 h 1091235"/>
                <a:gd name="connsiteX17" fmla="*/ 312253 w 700007"/>
                <a:gd name="connsiteY17" fmla="*/ 306433 h 1091235"/>
                <a:gd name="connsiteX18" fmla="*/ 206549 w 700007"/>
                <a:gd name="connsiteY18" fmla="*/ 690149 h 1091235"/>
                <a:gd name="connsiteX19" fmla="*/ 487296 w 700007"/>
                <a:gd name="connsiteY19" fmla="*/ 690149 h 1091235"/>
                <a:gd name="connsiteX20" fmla="*/ 381592 w 700007"/>
                <a:gd name="connsiteY20" fmla="*/ 30793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0007" h="1091235">
                  <a:moveTo>
                    <a:pt x="383133" y="0"/>
                  </a:moveTo>
                  <a:cubicBezTo>
                    <a:pt x="399774" y="0"/>
                    <a:pt x="409635" y="8088"/>
                    <a:pt x="412718" y="22466"/>
                  </a:cubicBezTo>
                  <a:lnTo>
                    <a:pt x="698395" y="1068770"/>
                  </a:lnTo>
                  <a:cubicBezTo>
                    <a:pt x="703327" y="1084947"/>
                    <a:pt x="696855" y="1091236"/>
                    <a:pt x="680214" y="1091236"/>
                  </a:cubicBezTo>
                  <a:lnTo>
                    <a:pt x="614264" y="1091236"/>
                  </a:lnTo>
                  <a:cubicBezTo>
                    <a:pt x="597623" y="1091236"/>
                    <a:pt x="589611" y="1083150"/>
                    <a:pt x="586221" y="1068770"/>
                  </a:cubicBezTo>
                  <a:lnTo>
                    <a:pt x="507020" y="776715"/>
                  </a:lnTo>
                  <a:lnTo>
                    <a:pt x="184976" y="776715"/>
                  </a:lnTo>
                  <a:lnTo>
                    <a:pt x="107315" y="1068770"/>
                  </a:lnTo>
                  <a:cubicBezTo>
                    <a:pt x="103926" y="1083448"/>
                    <a:pt x="95605" y="1091236"/>
                    <a:pt x="80813" y="1091236"/>
                  </a:cubicBezTo>
                  <a:lnTo>
                    <a:pt x="19795" y="1091236"/>
                  </a:lnTo>
                  <a:cubicBezTo>
                    <a:pt x="3152" y="1091236"/>
                    <a:pt x="-3318" y="1084947"/>
                    <a:pt x="1612" y="1068770"/>
                  </a:cubicBezTo>
                  <a:lnTo>
                    <a:pt x="287291" y="22466"/>
                  </a:lnTo>
                  <a:cubicBezTo>
                    <a:pt x="290680" y="8088"/>
                    <a:pt x="300542" y="0"/>
                    <a:pt x="316876" y="0"/>
                  </a:cubicBezTo>
                  <a:lnTo>
                    <a:pt x="382824" y="0"/>
                  </a:lnTo>
                  <a:close/>
                  <a:moveTo>
                    <a:pt x="381592" y="308230"/>
                  </a:moveTo>
                  <a:cubicBezTo>
                    <a:pt x="370190" y="266594"/>
                    <a:pt x="352007" y="171938"/>
                    <a:pt x="347077" y="130002"/>
                  </a:cubicBezTo>
                  <a:cubicBezTo>
                    <a:pt x="340604" y="176431"/>
                    <a:pt x="322423" y="268092"/>
                    <a:pt x="312253" y="306433"/>
                  </a:cubicBezTo>
                  <a:lnTo>
                    <a:pt x="206549" y="690149"/>
                  </a:lnTo>
                  <a:lnTo>
                    <a:pt x="487296" y="690149"/>
                  </a:lnTo>
                  <a:lnTo>
                    <a:pt x="381592" y="30793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2" name="手繪多邊形: 圖案 821">
              <a:extLst>
                <a:ext uri="{FF2B5EF4-FFF2-40B4-BE49-F238E27FC236}">
                  <a16:creationId xmlns:a16="http://schemas.microsoft.com/office/drawing/2014/main" id="{294F5AE3-264E-A9DB-4243-51A193BD5704}"/>
                </a:ext>
              </a:extLst>
            </p:cNvPr>
            <p:cNvSpPr/>
            <p:nvPr/>
          </p:nvSpPr>
          <p:spPr>
            <a:xfrm>
              <a:off x="-21952010" y="31677269"/>
              <a:ext cx="620972" cy="1091235"/>
            </a:xfrm>
            <a:custGeom>
              <a:avLst/>
              <a:gdLst>
                <a:gd name="connsiteX0" fmla="*/ 620972 w 620972"/>
                <a:gd name="connsiteY0" fmla="*/ 1068770 h 1091235"/>
                <a:gd name="connsiteX1" fmla="*/ 599399 w 620972"/>
                <a:gd name="connsiteY1" fmla="*/ 1091236 h 1091235"/>
                <a:gd name="connsiteX2" fmla="*/ 539922 w 620972"/>
                <a:gd name="connsiteY2" fmla="*/ 1091236 h 1091235"/>
                <a:gd name="connsiteX3" fmla="*/ 515268 w 620972"/>
                <a:gd name="connsiteY3" fmla="*/ 1078356 h 1091235"/>
                <a:gd name="connsiteX4" fmla="*/ 148541 w 620972"/>
                <a:gd name="connsiteY4" fmla="*/ 335189 h 1091235"/>
                <a:gd name="connsiteX5" fmla="*/ 102314 w 620972"/>
                <a:gd name="connsiteY5" fmla="*/ 227653 h 1091235"/>
                <a:gd name="connsiteX6" fmla="*/ 102314 w 620972"/>
                <a:gd name="connsiteY6" fmla="*/ 1068770 h 1091235"/>
                <a:gd name="connsiteX7" fmla="*/ 79201 w 620972"/>
                <a:gd name="connsiteY7" fmla="*/ 1091236 h 1091235"/>
                <a:gd name="connsiteX8" fmla="*/ 23113 w 620972"/>
                <a:gd name="connsiteY8" fmla="*/ 1091236 h 1091235"/>
                <a:gd name="connsiteX9" fmla="*/ 0 w 620972"/>
                <a:gd name="connsiteY9" fmla="*/ 1068770 h 1091235"/>
                <a:gd name="connsiteX10" fmla="*/ 0 w 620972"/>
                <a:gd name="connsiteY10" fmla="*/ 22466 h 1091235"/>
                <a:gd name="connsiteX11" fmla="*/ 23113 w 620972"/>
                <a:gd name="connsiteY11" fmla="*/ 0 h 1091235"/>
                <a:gd name="connsiteX12" fmla="*/ 82591 w 620972"/>
                <a:gd name="connsiteY12" fmla="*/ 0 h 1091235"/>
                <a:gd name="connsiteX13" fmla="*/ 104163 w 620972"/>
                <a:gd name="connsiteY13" fmla="*/ 12880 h 1091235"/>
                <a:gd name="connsiteX14" fmla="*/ 477363 w 620972"/>
                <a:gd name="connsiteY14" fmla="*/ 762338 h 1091235"/>
                <a:gd name="connsiteX15" fmla="*/ 518658 w 620972"/>
                <a:gd name="connsiteY15" fmla="*/ 860287 h 1091235"/>
                <a:gd name="connsiteX16" fmla="*/ 518658 w 620972"/>
                <a:gd name="connsiteY16" fmla="*/ 22466 h 1091235"/>
                <a:gd name="connsiteX17" fmla="*/ 543313 w 620972"/>
                <a:gd name="connsiteY17" fmla="*/ 0 h 1091235"/>
                <a:gd name="connsiteX18" fmla="*/ 599399 w 620972"/>
                <a:gd name="connsiteY18" fmla="*/ 0 h 1091235"/>
                <a:gd name="connsiteX19" fmla="*/ 620972 w 620972"/>
                <a:gd name="connsiteY19" fmla="*/ 22466 h 1091235"/>
                <a:gd name="connsiteX20" fmla="*/ 620972 w 620972"/>
                <a:gd name="connsiteY20" fmla="*/ 106877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5">
                  <a:moveTo>
                    <a:pt x="620972" y="1068770"/>
                  </a:moveTo>
                  <a:cubicBezTo>
                    <a:pt x="620972" y="1083448"/>
                    <a:pt x="616042" y="1091236"/>
                    <a:pt x="599399" y="1091236"/>
                  </a:cubicBezTo>
                  <a:lnTo>
                    <a:pt x="539922" y="1091236"/>
                  </a:lnTo>
                  <a:cubicBezTo>
                    <a:pt x="526671" y="1091236"/>
                    <a:pt x="520200" y="1087941"/>
                    <a:pt x="515268" y="1078356"/>
                  </a:cubicBezTo>
                  <a:lnTo>
                    <a:pt x="148541" y="335189"/>
                  </a:lnTo>
                  <a:cubicBezTo>
                    <a:pt x="131898" y="303138"/>
                    <a:pt x="112174" y="259704"/>
                    <a:pt x="102314" y="227653"/>
                  </a:cubicBezTo>
                  <a:lnTo>
                    <a:pt x="102314" y="1068770"/>
                  </a:lnTo>
                  <a:cubicBezTo>
                    <a:pt x="102314" y="1083448"/>
                    <a:pt x="95842" y="1091236"/>
                    <a:pt x="79201" y="1091236"/>
                  </a:cubicBezTo>
                  <a:lnTo>
                    <a:pt x="23113" y="1091236"/>
                  </a:lnTo>
                  <a:cubicBezTo>
                    <a:pt x="6470" y="1091236"/>
                    <a:pt x="0" y="1083148"/>
                    <a:pt x="0" y="1068770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4302" y="0"/>
                    <a:pt x="99232" y="2996"/>
                    <a:pt x="104163" y="12880"/>
                  </a:cubicBezTo>
                  <a:lnTo>
                    <a:pt x="477363" y="762338"/>
                  </a:lnTo>
                  <a:cubicBezTo>
                    <a:pt x="494004" y="794389"/>
                    <a:pt x="512187" y="839321"/>
                    <a:pt x="518658" y="860287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399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3" name="手繪多邊形: 圖案 822">
              <a:extLst>
                <a:ext uri="{FF2B5EF4-FFF2-40B4-BE49-F238E27FC236}">
                  <a16:creationId xmlns:a16="http://schemas.microsoft.com/office/drawing/2014/main" id="{BB530811-8033-0494-2C45-2581DC406FE4}"/>
                </a:ext>
              </a:extLst>
            </p:cNvPr>
            <p:cNvSpPr/>
            <p:nvPr/>
          </p:nvSpPr>
          <p:spPr>
            <a:xfrm>
              <a:off x="-20545499" y="31664089"/>
              <a:ext cx="604639" cy="1117295"/>
            </a:xfrm>
            <a:custGeom>
              <a:avLst/>
              <a:gdLst>
                <a:gd name="connsiteX0" fmla="*/ 579986 w 604639"/>
                <a:gd name="connsiteY0" fmla="*/ 582612 h 1117295"/>
                <a:gd name="connsiteX1" fmla="*/ 604640 w 604639"/>
                <a:gd name="connsiteY1" fmla="*/ 603580 h 1117295"/>
                <a:gd name="connsiteX2" fmla="*/ 604640 w 604639"/>
                <a:gd name="connsiteY2" fmla="*/ 894136 h 1117295"/>
                <a:gd name="connsiteX3" fmla="*/ 302320 w 604639"/>
                <a:gd name="connsiteY3" fmla="*/ 1117296 h 1117295"/>
                <a:gd name="connsiteX4" fmla="*/ 0 w 604639"/>
                <a:gd name="connsiteY4" fmla="*/ 894136 h 1117295"/>
                <a:gd name="connsiteX5" fmla="*/ 0 w 604639"/>
                <a:gd name="connsiteY5" fmla="*/ 223160 h 1117295"/>
                <a:gd name="connsiteX6" fmla="*/ 302320 w 604639"/>
                <a:gd name="connsiteY6" fmla="*/ 0 h 1117295"/>
                <a:gd name="connsiteX7" fmla="*/ 604640 w 604639"/>
                <a:gd name="connsiteY7" fmla="*/ 223160 h 1117295"/>
                <a:gd name="connsiteX8" fmla="*/ 604640 w 604639"/>
                <a:gd name="connsiteY8" fmla="*/ 309728 h 1117295"/>
                <a:gd name="connsiteX9" fmla="*/ 583069 w 604639"/>
                <a:gd name="connsiteY9" fmla="*/ 332193 h 1117295"/>
                <a:gd name="connsiteX10" fmla="*/ 520200 w 604639"/>
                <a:gd name="connsiteY10" fmla="*/ 332193 h 1117295"/>
                <a:gd name="connsiteX11" fmla="*/ 497087 w 604639"/>
                <a:gd name="connsiteY11" fmla="*/ 309728 h 1117295"/>
                <a:gd name="connsiteX12" fmla="*/ 497087 w 604639"/>
                <a:gd name="connsiteY12" fmla="*/ 231247 h 1117295"/>
                <a:gd name="connsiteX13" fmla="*/ 302320 w 604639"/>
                <a:gd name="connsiteY13" fmla="*/ 91660 h 1117295"/>
                <a:gd name="connsiteX14" fmla="*/ 110636 w 604639"/>
                <a:gd name="connsiteY14" fmla="*/ 231247 h 1117295"/>
                <a:gd name="connsiteX15" fmla="*/ 110636 w 604639"/>
                <a:gd name="connsiteY15" fmla="*/ 886050 h 1117295"/>
                <a:gd name="connsiteX16" fmla="*/ 302320 w 604639"/>
                <a:gd name="connsiteY16" fmla="*/ 1025636 h 1117295"/>
                <a:gd name="connsiteX17" fmla="*/ 497087 w 604639"/>
                <a:gd name="connsiteY17" fmla="*/ 887547 h 1117295"/>
                <a:gd name="connsiteX18" fmla="*/ 497087 w 604639"/>
                <a:gd name="connsiteY18" fmla="*/ 673972 h 1117295"/>
                <a:gd name="connsiteX19" fmla="*/ 318654 w 604639"/>
                <a:gd name="connsiteY19" fmla="*/ 673972 h 1117295"/>
                <a:gd name="connsiteX20" fmla="*/ 295541 w 604639"/>
                <a:gd name="connsiteY20" fmla="*/ 651507 h 1117295"/>
                <a:gd name="connsiteX21" fmla="*/ 295541 w 604639"/>
                <a:gd name="connsiteY21" fmla="*/ 603281 h 1117295"/>
                <a:gd name="connsiteX22" fmla="*/ 318654 w 604639"/>
                <a:gd name="connsiteY22" fmla="*/ 582312 h 1117295"/>
                <a:gd name="connsiteX23" fmla="*/ 579678 w 604639"/>
                <a:gd name="connsiteY23" fmla="*/ 582312 h 111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04639" h="1117295">
                  <a:moveTo>
                    <a:pt x="579986" y="582612"/>
                  </a:moveTo>
                  <a:cubicBezTo>
                    <a:pt x="598169" y="582612"/>
                    <a:pt x="604640" y="588902"/>
                    <a:pt x="604640" y="603580"/>
                  </a:cubicBezTo>
                  <a:lnTo>
                    <a:pt x="604640" y="894136"/>
                  </a:lnTo>
                  <a:cubicBezTo>
                    <a:pt x="604640" y="1016050"/>
                    <a:pt x="538692" y="1117296"/>
                    <a:pt x="302320" y="1117296"/>
                  </a:cubicBezTo>
                  <a:cubicBezTo>
                    <a:pt x="65950" y="1117296"/>
                    <a:pt x="0" y="1016050"/>
                    <a:pt x="0" y="894136"/>
                  </a:cubicBezTo>
                  <a:lnTo>
                    <a:pt x="0" y="223160"/>
                  </a:lnTo>
                  <a:cubicBezTo>
                    <a:pt x="0" y="101246"/>
                    <a:pt x="65950" y="0"/>
                    <a:pt x="302320" y="0"/>
                  </a:cubicBezTo>
                  <a:cubicBezTo>
                    <a:pt x="538692" y="0"/>
                    <a:pt x="604640" y="101246"/>
                    <a:pt x="604640" y="223160"/>
                  </a:cubicBezTo>
                  <a:lnTo>
                    <a:pt x="604640" y="309728"/>
                  </a:lnTo>
                  <a:cubicBezTo>
                    <a:pt x="604640" y="324406"/>
                    <a:pt x="598169" y="332193"/>
                    <a:pt x="583069" y="332193"/>
                  </a:cubicBezTo>
                  <a:lnTo>
                    <a:pt x="520200" y="332193"/>
                  </a:lnTo>
                  <a:cubicBezTo>
                    <a:pt x="503559" y="332193"/>
                    <a:pt x="497087" y="324106"/>
                    <a:pt x="497087" y="309728"/>
                  </a:cubicBezTo>
                  <a:lnTo>
                    <a:pt x="497087" y="231247"/>
                  </a:lnTo>
                  <a:cubicBezTo>
                    <a:pt x="497087" y="147675"/>
                    <a:pt x="450861" y="91660"/>
                    <a:pt x="302320" y="91660"/>
                  </a:cubicBezTo>
                  <a:cubicBezTo>
                    <a:pt x="153781" y="91660"/>
                    <a:pt x="110636" y="147675"/>
                    <a:pt x="110636" y="231247"/>
                  </a:cubicBezTo>
                  <a:lnTo>
                    <a:pt x="110636" y="886050"/>
                  </a:lnTo>
                  <a:cubicBezTo>
                    <a:pt x="110636" y="967824"/>
                    <a:pt x="156862" y="1025636"/>
                    <a:pt x="302320" y="1025636"/>
                  </a:cubicBezTo>
                  <a:cubicBezTo>
                    <a:pt x="447780" y="1025636"/>
                    <a:pt x="497087" y="969621"/>
                    <a:pt x="497087" y="887547"/>
                  </a:cubicBezTo>
                  <a:lnTo>
                    <a:pt x="497087" y="673972"/>
                  </a:lnTo>
                  <a:lnTo>
                    <a:pt x="318654" y="673972"/>
                  </a:lnTo>
                  <a:cubicBezTo>
                    <a:pt x="302013" y="673972"/>
                    <a:pt x="295541" y="667681"/>
                    <a:pt x="295541" y="651507"/>
                  </a:cubicBezTo>
                  <a:lnTo>
                    <a:pt x="295541" y="603281"/>
                  </a:lnTo>
                  <a:cubicBezTo>
                    <a:pt x="295541" y="588602"/>
                    <a:pt x="302013" y="582312"/>
                    <a:pt x="318654" y="582312"/>
                  </a:cubicBezTo>
                  <a:lnTo>
                    <a:pt x="579678" y="58231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4" name="手繪多邊形: 圖案 823">
              <a:extLst>
                <a:ext uri="{FF2B5EF4-FFF2-40B4-BE49-F238E27FC236}">
                  <a16:creationId xmlns:a16="http://schemas.microsoft.com/office/drawing/2014/main" id="{3177419C-AF34-9BA4-E1F6-1274DE717553}"/>
                </a:ext>
              </a:extLst>
            </p:cNvPr>
            <p:cNvSpPr/>
            <p:nvPr/>
          </p:nvSpPr>
          <p:spPr>
            <a:xfrm>
              <a:off x="-18300750" y="31677269"/>
              <a:ext cx="624663" cy="1091235"/>
            </a:xfrm>
            <a:custGeom>
              <a:avLst/>
              <a:gdLst>
                <a:gd name="connsiteX0" fmla="*/ 87523 w 624663"/>
                <a:gd name="connsiteY0" fmla="*/ 1091236 h 1091235"/>
                <a:gd name="connsiteX1" fmla="*/ 23113 w 624663"/>
                <a:gd name="connsiteY1" fmla="*/ 1091236 h 1091235"/>
                <a:gd name="connsiteX2" fmla="*/ 0 w 624663"/>
                <a:gd name="connsiteY2" fmla="*/ 1067273 h 1091235"/>
                <a:gd name="connsiteX3" fmla="*/ 0 w 624663"/>
                <a:gd name="connsiteY3" fmla="*/ 23963 h 1091235"/>
                <a:gd name="connsiteX4" fmla="*/ 21573 w 624663"/>
                <a:gd name="connsiteY4" fmla="*/ 0 h 1091235"/>
                <a:gd name="connsiteX5" fmla="*/ 302320 w 624663"/>
                <a:gd name="connsiteY5" fmla="*/ 0 h 1091235"/>
                <a:gd name="connsiteX6" fmla="*/ 612653 w 624663"/>
                <a:gd name="connsiteY6" fmla="*/ 222860 h 1091235"/>
                <a:gd name="connsiteX7" fmla="*/ 612653 w 624663"/>
                <a:gd name="connsiteY7" fmla="*/ 425052 h 1091235"/>
                <a:gd name="connsiteX8" fmla="*/ 440999 w 624663"/>
                <a:gd name="connsiteY8" fmla="*/ 630538 h 1091235"/>
                <a:gd name="connsiteX9" fmla="*/ 622823 w 624663"/>
                <a:gd name="connsiteY9" fmla="*/ 1067273 h 1091235"/>
                <a:gd name="connsiteX10" fmla="*/ 601250 w 624663"/>
                <a:gd name="connsiteY10" fmla="*/ 1091236 h 1091235"/>
                <a:gd name="connsiteX11" fmla="*/ 530370 w 624663"/>
                <a:gd name="connsiteY11" fmla="*/ 1091236 h 1091235"/>
                <a:gd name="connsiteX12" fmla="*/ 502325 w 624663"/>
                <a:gd name="connsiteY12" fmla="*/ 1067273 h 1091235"/>
                <a:gd name="connsiteX13" fmla="*/ 330672 w 624663"/>
                <a:gd name="connsiteY13" fmla="*/ 645216 h 1091235"/>
                <a:gd name="connsiteX14" fmla="*/ 109402 w 624663"/>
                <a:gd name="connsiteY14" fmla="*/ 645216 h 1091235"/>
                <a:gd name="connsiteX15" fmla="*/ 109402 w 624663"/>
                <a:gd name="connsiteY15" fmla="*/ 1067273 h 1091235"/>
                <a:gd name="connsiteX16" fmla="*/ 87829 w 624663"/>
                <a:gd name="connsiteY16" fmla="*/ 1091236 h 1091235"/>
                <a:gd name="connsiteX17" fmla="*/ 108785 w 624663"/>
                <a:gd name="connsiteY17" fmla="*/ 91061 h 1091235"/>
                <a:gd name="connsiteX18" fmla="*/ 108785 w 624663"/>
                <a:gd name="connsiteY18" fmla="*/ 553256 h 1091235"/>
                <a:gd name="connsiteX19" fmla="*/ 302011 w 624663"/>
                <a:gd name="connsiteY19" fmla="*/ 553256 h 1091235"/>
                <a:gd name="connsiteX20" fmla="*/ 503559 w 624663"/>
                <a:gd name="connsiteY20" fmla="*/ 413669 h 1091235"/>
                <a:gd name="connsiteX21" fmla="*/ 503559 w 624663"/>
                <a:gd name="connsiteY21" fmla="*/ 232146 h 1091235"/>
                <a:gd name="connsiteX22" fmla="*/ 302011 w 624663"/>
                <a:gd name="connsiteY22" fmla="*/ 90762 h 1091235"/>
                <a:gd name="connsiteX23" fmla="*/ 108785 w 624663"/>
                <a:gd name="connsiteY23" fmla="*/ 90762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24663" h="1091235">
                  <a:moveTo>
                    <a:pt x="87523" y="1091236"/>
                  </a:moveTo>
                  <a:lnTo>
                    <a:pt x="23113" y="1091236"/>
                  </a:lnTo>
                  <a:cubicBezTo>
                    <a:pt x="6472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2" y="0"/>
                    <a:pt x="21573" y="0"/>
                  </a:cubicBezTo>
                  <a:lnTo>
                    <a:pt x="302320" y="0"/>
                  </a:lnTo>
                  <a:cubicBezTo>
                    <a:pt x="538381" y="0"/>
                    <a:pt x="612653" y="100946"/>
                    <a:pt x="612653" y="222860"/>
                  </a:cubicBezTo>
                  <a:lnTo>
                    <a:pt x="612653" y="425052"/>
                  </a:lnTo>
                  <a:cubicBezTo>
                    <a:pt x="612653" y="518209"/>
                    <a:pt x="567967" y="598487"/>
                    <a:pt x="440999" y="630538"/>
                  </a:cubicBezTo>
                  <a:lnTo>
                    <a:pt x="622823" y="1067273"/>
                  </a:lnTo>
                  <a:cubicBezTo>
                    <a:pt x="629293" y="1083448"/>
                    <a:pt x="617891" y="1091236"/>
                    <a:pt x="601250" y="1091236"/>
                  </a:cubicBezTo>
                  <a:lnTo>
                    <a:pt x="530370" y="1091236"/>
                  </a:lnTo>
                  <a:cubicBezTo>
                    <a:pt x="513728" y="1091236"/>
                    <a:pt x="508798" y="1081650"/>
                    <a:pt x="502325" y="1067273"/>
                  </a:cubicBezTo>
                  <a:lnTo>
                    <a:pt x="330672" y="645216"/>
                  </a:lnTo>
                  <a:lnTo>
                    <a:pt x="109402" y="645216"/>
                  </a:lnTo>
                  <a:lnTo>
                    <a:pt x="109402" y="1067273"/>
                  </a:lnTo>
                  <a:cubicBezTo>
                    <a:pt x="109402" y="1083448"/>
                    <a:pt x="104472" y="1091236"/>
                    <a:pt x="87829" y="1091236"/>
                  </a:cubicBezTo>
                  <a:close/>
                  <a:moveTo>
                    <a:pt x="108785" y="91061"/>
                  </a:moveTo>
                  <a:lnTo>
                    <a:pt x="108785" y="553256"/>
                  </a:lnTo>
                  <a:lnTo>
                    <a:pt x="302011" y="553256"/>
                  </a:lnTo>
                  <a:cubicBezTo>
                    <a:pt x="450552" y="553256"/>
                    <a:pt x="503559" y="497242"/>
                    <a:pt x="503559" y="413669"/>
                  </a:cubicBezTo>
                  <a:lnTo>
                    <a:pt x="503559" y="232146"/>
                  </a:lnTo>
                  <a:cubicBezTo>
                    <a:pt x="503559" y="148573"/>
                    <a:pt x="450861" y="90762"/>
                    <a:pt x="302011" y="90762"/>
                  </a:cubicBezTo>
                  <a:lnTo>
                    <a:pt x="108785" y="907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5" name="手繪多邊形: 圖案 824">
              <a:extLst>
                <a:ext uri="{FF2B5EF4-FFF2-40B4-BE49-F238E27FC236}">
                  <a16:creationId xmlns:a16="http://schemas.microsoft.com/office/drawing/2014/main" id="{7B9EA1CD-BEDA-91A5-F866-82A706CFD74E}"/>
                </a:ext>
              </a:extLst>
            </p:cNvPr>
            <p:cNvSpPr/>
            <p:nvPr/>
          </p:nvSpPr>
          <p:spPr>
            <a:xfrm>
              <a:off x="-16917042" y="31677269"/>
              <a:ext cx="544853" cy="1091535"/>
            </a:xfrm>
            <a:custGeom>
              <a:avLst/>
              <a:gdLst>
                <a:gd name="connsiteX0" fmla="*/ 21571 w 544853"/>
                <a:gd name="connsiteY0" fmla="*/ 1091236 h 1091535"/>
                <a:gd name="connsiteX1" fmla="*/ 0 w 544853"/>
                <a:gd name="connsiteY1" fmla="*/ 1067273 h 1091535"/>
                <a:gd name="connsiteX2" fmla="*/ 0 w 544853"/>
                <a:gd name="connsiteY2" fmla="*/ 23963 h 1091535"/>
                <a:gd name="connsiteX3" fmla="*/ 23113 w 544853"/>
                <a:gd name="connsiteY3" fmla="*/ 0 h 1091535"/>
                <a:gd name="connsiteX4" fmla="*/ 503557 w 544853"/>
                <a:gd name="connsiteY4" fmla="*/ 0 h 1091535"/>
                <a:gd name="connsiteX5" fmla="*/ 526671 w 544853"/>
                <a:gd name="connsiteY5" fmla="*/ 22466 h 1091535"/>
                <a:gd name="connsiteX6" fmla="*/ 526671 w 544853"/>
                <a:gd name="connsiteY6" fmla="*/ 68895 h 1091535"/>
                <a:gd name="connsiteX7" fmla="*/ 503557 w 544853"/>
                <a:gd name="connsiteY7" fmla="*/ 91360 h 1091535"/>
                <a:gd name="connsiteX8" fmla="*/ 110634 w 544853"/>
                <a:gd name="connsiteY8" fmla="*/ 91360 h 1091535"/>
                <a:gd name="connsiteX9" fmla="*/ 110634 w 544853"/>
                <a:gd name="connsiteY9" fmla="*/ 473578 h 1091535"/>
                <a:gd name="connsiteX10" fmla="*/ 478904 w 544853"/>
                <a:gd name="connsiteY10" fmla="*/ 473578 h 1091535"/>
                <a:gd name="connsiteX11" fmla="*/ 503557 w 544853"/>
                <a:gd name="connsiteY11" fmla="*/ 496044 h 1091535"/>
                <a:gd name="connsiteX12" fmla="*/ 503557 w 544853"/>
                <a:gd name="connsiteY12" fmla="*/ 540975 h 1091535"/>
                <a:gd name="connsiteX13" fmla="*/ 478904 w 544853"/>
                <a:gd name="connsiteY13" fmla="*/ 563441 h 1091535"/>
                <a:gd name="connsiteX14" fmla="*/ 110634 w 544853"/>
                <a:gd name="connsiteY14" fmla="*/ 563441 h 1091535"/>
                <a:gd name="connsiteX15" fmla="*/ 110634 w 544853"/>
                <a:gd name="connsiteY15" fmla="*/ 1000175 h 1091535"/>
                <a:gd name="connsiteX16" fmla="*/ 521741 w 544853"/>
                <a:gd name="connsiteY16" fmla="*/ 1000175 h 1091535"/>
                <a:gd name="connsiteX17" fmla="*/ 544854 w 544853"/>
                <a:gd name="connsiteY17" fmla="*/ 1020844 h 1091535"/>
                <a:gd name="connsiteX18" fmla="*/ 544854 w 544853"/>
                <a:gd name="connsiteY18" fmla="*/ 1069070 h 1091535"/>
                <a:gd name="connsiteX19" fmla="*/ 521741 w 544853"/>
                <a:gd name="connsiteY19" fmla="*/ 1091536 h 1091535"/>
                <a:gd name="connsiteX20" fmla="*/ 21264 w 544853"/>
                <a:gd name="connsiteY20" fmla="*/ 1091536 h 109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53" h="1091535">
                  <a:moveTo>
                    <a:pt x="21571" y="1091236"/>
                  </a:moveTo>
                  <a:cubicBezTo>
                    <a:pt x="6779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0" y="0"/>
                    <a:pt x="23113" y="0"/>
                  </a:cubicBezTo>
                  <a:lnTo>
                    <a:pt x="503557" y="0"/>
                  </a:lnTo>
                  <a:cubicBezTo>
                    <a:pt x="520198" y="0"/>
                    <a:pt x="526671" y="6290"/>
                    <a:pt x="526671" y="22466"/>
                  </a:cubicBezTo>
                  <a:lnTo>
                    <a:pt x="526671" y="68895"/>
                  </a:lnTo>
                  <a:cubicBezTo>
                    <a:pt x="526671" y="85070"/>
                    <a:pt x="520198" y="91360"/>
                    <a:pt x="503557" y="91360"/>
                  </a:cubicBezTo>
                  <a:lnTo>
                    <a:pt x="110634" y="91360"/>
                  </a:lnTo>
                  <a:lnTo>
                    <a:pt x="110634" y="473578"/>
                  </a:lnTo>
                  <a:lnTo>
                    <a:pt x="478904" y="473578"/>
                  </a:lnTo>
                  <a:cubicBezTo>
                    <a:pt x="495545" y="473578"/>
                    <a:pt x="503557" y="479868"/>
                    <a:pt x="503557" y="496044"/>
                  </a:cubicBezTo>
                  <a:lnTo>
                    <a:pt x="503557" y="540975"/>
                  </a:lnTo>
                  <a:cubicBezTo>
                    <a:pt x="503557" y="557151"/>
                    <a:pt x="495236" y="563441"/>
                    <a:pt x="478904" y="563441"/>
                  </a:cubicBezTo>
                  <a:lnTo>
                    <a:pt x="110634" y="563441"/>
                  </a:lnTo>
                  <a:lnTo>
                    <a:pt x="110634" y="1000175"/>
                  </a:lnTo>
                  <a:lnTo>
                    <a:pt x="521741" y="1000175"/>
                  </a:lnTo>
                  <a:cubicBezTo>
                    <a:pt x="536532" y="1000175"/>
                    <a:pt x="544854" y="1004967"/>
                    <a:pt x="544854" y="1020844"/>
                  </a:cubicBezTo>
                  <a:lnTo>
                    <a:pt x="544854" y="1069070"/>
                  </a:lnTo>
                  <a:cubicBezTo>
                    <a:pt x="544854" y="1085245"/>
                    <a:pt x="536532" y="1091536"/>
                    <a:pt x="521741" y="1091536"/>
                  </a:cubicBezTo>
                  <a:lnTo>
                    <a:pt x="21264" y="109153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6" name="手繪多邊形: 圖案 825">
              <a:extLst>
                <a:ext uri="{FF2B5EF4-FFF2-40B4-BE49-F238E27FC236}">
                  <a16:creationId xmlns:a16="http://schemas.microsoft.com/office/drawing/2014/main" id="{58564214-B35A-0148-8267-35D569847DC2}"/>
                </a:ext>
              </a:extLst>
            </p:cNvPr>
            <p:cNvSpPr/>
            <p:nvPr/>
          </p:nvSpPr>
          <p:spPr>
            <a:xfrm>
              <a:off x="-15630719" y="31677269"/>
              <a:ext cx="620972" cy="1091235"/>
            </a:xfrm>
            <a:custGeom>
              <a:avLst/>
              <a:gdLst>
                <a:gd name="connsiteX0" fmla="*/ 620972 w 620972"/>
                <a:gd name="connsiteY0" fmla="*/ 1068770 h 1091235"/>
                <a:gd name="connsiteX1" fmla="*/ 599401 w 620972"/>
                <a:gd name="connsiteY1" fmla="*/ 1091236 h 1091235"/>
                <a:gd name="connsiteX2" fmla="*/ 539922 w 620972"/>
                <a:gd name="connsiteY2" fmla="*/ 1091236 h 1091235"/>
                <a:gd name="connsiteX3" fmla="*/ 515268 w 620972"/>
                <a:gd name="connsiteY3" fmla="*/ 1078356 h 1091235"/>
                <a:gd name="connsiteX4" fmla="*/ 148541 w 620972"/>
                <a:gd name="connsiteY4" fmla="*/ 335189 h 1091235"/>
                <a:gd name="connsiteX5" fmla="*/ 102314 w 620972"/>
                <a:gd name="connsiteY5" fmla="*/ 227653 h 1091235"/>
                <a:gd name="connsiteX6" fmla="*/ 102314 w 620972"/>
                <a:gd name="connsiteY6" fmla="*/ 1068770 h 1091235"/>
                <a:gd name="connsiteX7" fmla="*/ 79201 w 620972"/>
                <a:gd name="connsiteY7" fmla="*/ 1091236 h 1091235"/>
                <a:gd name="connsiteX8" fmla="*/ 23113 w 620972"/>
                <a:gd name="connsiteY8" fmla="*/ 1091236 h 1091235"/>
                <a:gd name="connsiteX9" fmla="*/ 0 w 620972"/>
                <a:gd name="connsiteY9" fmla="*/ 1068770 h 1091235"/>
                <a:gd name="connsiteX10" fmla="*/ 0 w 620972"/>
                <a:gd name="connsiteY10" fmla="*/ 22466 h 1091235"/>
                <a:gd name="connsiteX11" fmla="*/ 23113 w 620972"/>
                <a:gd name="connsiteY11" fmla="*/ 0 h 1091235"/>
                <a:gd name="connsiteX12" fmla="*/ 82591 w 620972"/>
                <a:gd name="connsiteY12" fmla="*/ 0 h 1091235"/>
                <a:gd name="connsiteX13" fmla="*/ 104163 w 620972"/>
                <a:gd name="connsiteY13" fmla="*/ 12880 h 1091235"/>
                <a:gd name="connsiteX14" fmla="*/ 477363 w 620972"/>
                <a:gd name="connsiteY14" fmla="*/ 762338 h 1091235"/>
                <a:gd name="connsiteX15" fmla="*/ 518658 w 620972"/>
                <a:gd name="connsiteY15" fmla="*/ 860287 h 1091235"/>
                <a:gd name="connsiteX16" fmla="*/ 518658 w 620972"/>
                <a:gd name="connsiteY16" fmla="*/ 22466 h 1091235"/>
                <a:gd name="connsiteX17" fmla="*/ 543313 w 620972"/>
                <a:gd name="connsiteY17" fmla="*/ 0 h 1091235"/>
                <a:gd name="connsiteX18" fmla="*/ 599401 w 620972"/>
                <a:gd name="connsiteY18" fmla="*/ 0 h 1091235"/>
                <a:gd name="connsiteX19" fmla="*/ 620972 w 620972"/>
                <a:gd name="connsiteY19" fmla="*/ 22466 h 1091235"/>
                <a:gd name="connsiteX20" fmla="*/ 620972 w 620972"/>
                <a:gd name="connsiteY20" fmla="*/ 106877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5">
                  <a:moveTo>
                    <a:pt x="620972" y="1068770"/>
                  </a:moveTo>
                  <a:cubicBezTo>
                    <a:pt x="620972" y="1083448"/>
                    <a:pt x="616042" y="1091236"/>
                    <a:pt x="599401" y="1091236"/>
                  </a:cubicBezTo>
                  <a:lnTo>
                    <a:pt x="539922" y="1091236"/>
                  </a:lnTo>
                  <a:cubicBezTo>
                    <a:pt x="526671" y="1091236"/>
                    <a:pt x="520200" y="1087941"/>
                    <a:pt x="515268" y="1078356"/>
                  </a:cubicBezTo>
                  <a:lnTo>
                    <a:pt x="148541" y="335189"/>
                  </a:lnTo>
                  <a:cubicBezTo>
                    <a:pt x="131898" y="303138"/>
                    <a:pt x="112174" y="259704"/>
                    <a:pt x="102314" y="227653"/>
                  </a:cubicBezTo>
                  <a:lnTo>
                    <a:pt x="102314" y="1068770"/>
                  </a:lnTo>
                  <a:cubicBezTo>
                    <a:pt x="102314" y="1083448"/>
                    <a:pt x="95842" y="1091236"/>
                    <a:pt x="79201" y="1091236"/>
                  </a:cubicBezTo>
                  <a:lnTo>
                    <a:pt x="23113" y="1091236"/>
                  </a:lnTo>
                  <a:cubicBezTo>
                    <a:pt x="6470" y="1091236"/>
                    <a:pt x="0" y="1083148"/>
                    <a:pt x="0" y="1068770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3993" y="0"/>
                    <a:pt x="99232" y="2996"/>
                    <a:pt x="104163" y="12880"/>
                  </a:cubicBezTo>
                  <a:lnTo>
                    <a:pt x="477363" y="762338"/>
                  </a:lnTo>
                  <a:cubicBezTo>
                    <a:pt x="494004" y="794389"/>
                    <a:pt x="511879" y="839321"/>
                    <a:pt x="518658" y="860287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401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7" name="手繪多邊形: 圖案 826">
              <a:extLst>
                <a:ext uri="{FF2B5EF4-FFF2-40B4-BE49-F238E27FC236}">
                  <a16:creationId xmlns:a16="http://schemas.microsoft.com/office/drawing/2014/main" id="{52C00D0F-48CE-E206-E565-3A57EED36538}"/>
                </a:ext>
              </a:extLst>
            </p:cNvPr>
            <p:cNvSpPr/>
            <p:nvPr/>
          </p:nvSpPr>
          <p:spPr>
            <a:xfrm>
              <a:off x="-13343442" y="31677269"/>
              <a:ext cx="618816" cy="1091235"/>
            </a:xfrm>
            <a:custGeom>
              <a:avLst/>
              <a:gdLst>
                <a:gd name="connsiteX0" fmla="*/ 19724 w 618816"/>
                <a:gd name="connsiteY0" fmla="*/ 1091236 h 1091235"/>
                <a:gd name="connsiteX1" fmla="*/ 0 w 618816"/>
                <a:gd name="connsiteY1" fmla="*/ 1067273 h 1091235"/>
                <a:gd name="connsiteX2" fmla="*/ 0 w 618816"/>
                <a:gd name="connsiteY2" fmla="*/ 23963 h 1091235"/>
                <a:gd name="connsiteX3" fmla="*/ 21264 w 618816"/>
                <a:gd name="connsiteY3" fmla="*/ 0 h 1091235"/>
                <a:gd name="connsiteX4" fmla="*/ 308484 w 618816"/>
                <a:gd name="connsiteY4" fmla="*/ 0 h 1091235"/>
                <a:gd name="connsiteX5" fmla="*/ 618817 w 618816"/>
                <a:gd name="connsiteY5" fmla="*/ 222860 h 1091235"/>
                <a:gd name="connsiteX6" fmla="*/ 618817 w 618816"/>
                <a:gd name="connsiteY6" fmla="*/ 868076 h 1091235"/>
                <a:gd name="connsiteX7" fmla="*/ 308484 w 618816"/>
                <a:gd name="connsiteY7" fmla="*/ 1091236 h 1091235"/>
                <a:gd name="connsiteX8" fmla="*/ 19415 w 618816"/>
                <a:gd name="connsiteY8" fmla="*/ 1091236 h 1091235"/>
                <a:gd name="connsiteX9" fmla="*/ 110636 w 618816"/>
                <a:gd name="connsiteY9" fmla="*/ 91061 h 1091235"/>
                <a:gd name="connsiteX10" fmla="*/ 110636 w 618816"/>
                <a:gd name="connsiteY10" fmla="*/ 999576 h 1091235"/>
                <a:gd name="connsiteX11" fmla="*/ 307252 w 618816"/>
                <a:gd name="connsiteY11" fmla="*/ 999576 h 1091235"/>
                <a:gd name="connsiteX12" fmla="*/ 508798 w 618816"/>
                <a:gd name="connsiteY12" fmla="*/ 856693 h 1091235"/>
                <a:gd name="connsiteX13" fmla="*/ 508798 w 618816"/>
                <a:gd name="connsiteY13" fmla="*/ 233943 h 1091235"/>
                <a:gd name="connsiteX14" fmla="*/ 307252 w 618816"/>
                <a:gd name="connsiteY14" fmla="*/ 91061 h 1091235"/>
                <a:gd name="connsiteX15" fmla="*/ 110636 w 618816"/>
                <a:gd name="connsiteY15" fmla="*/ 91061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18816" h="1091235">
                  <a:moveTo>
                    <a:pt x="19724" y="1091236"/>
                  </a:moveTo>
                  <a:cubicBezTo>
                    <a:pt x="6472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2" y="0"/>
                    <a:pt x="21264" y="0"/>
                  </a:cubicBezTo>
                  <a:lnTo>
                    <a:pt x="308484" y="0"/>
                  </a:lnTo>
                  <a:cubicBezTo>
                    <a:pt x="544545" y="0"/>
                    <a:pt x="618817" y="100946"/>
                    <a:pt x="618817" y="222860"/>
                  </a:cubicBezTo>
                  <a:lnTo>
                    <a:pt x="618817" y="868076"/>
                  </a:lnTo>
                  <a:cubicBezTo>
                    <a:pt x="618817" y="989990"/>
                    <a:pt x="544545" y="1091236"/>
                    <a:pt x="308484" y="1091236"/>
                  </a:cubicBezTo>
                  <a:lnTo>
                    <a:pt x="19415" y="1091236"/>
                  </a:lnTo>
                  <a:close/>
                  <a:moveTo>
                    <a:pt x="110636" y="91061"/>
                  </a:moveTo>
                  <a:lnTo>
                    <a:pt x="110636" y="999576"/>
                  </a:lnTo>
                  <a:lnTo>
                    <a:pt x="307252" y="999576"/>
                  </a:lnTo>
                  <a:cubicBezTo>
                    <a:pt x="455792" y="999576"/>
                    <a:pt x="508798" y="941764"/>
                    <a:pt x="508798" y="856693"/>
                  </a:cubicBezTo>
                  <a:lnTo>
                    <a:pt x="508798" y="233943"/>
                  </a:lnTo>
                  <a:cubicBezTo>
                    <a:pt x="508798" y="148873"/>
                    <a:pt x="456099" y="91061"/>
                    <a:pt x="307252" y="91061"/>
                  </a:cubicBezTo>
                  <a:lnTo>
                    <a:pt x="110636" y="9106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8" name="手繪多邊形: 圖案 827">
              <a:extLst>
                <a:ext uri="{FF2B5EF4-FFF2-40B4-BE49-F238E27FC236}">
                  <a16:creationId xmlns:a16="http://schemas.microsoft.com/office/drawing/2014/main" id="{237FC57D-BB70-5678-7EA3-FE20DAFA32AE}"/>
                </a:ext>
              </a:extLst>
            </p:cNvPr>
            <p:cNvSpPr/>
            <p:nvPr/>
          </p:nvSpPr>
          <p:spPr>
            <a:xfrm>
              <a:off x="-11938162" y="31677269"/>
              <a:ext cx="544853" cy="1091535"/>
            </a:xfrm>
            <a:custGeom>
              <a:avLst/>
              <a:gdLst>
                <a:gd name="connsiteX0" fmla="*/ 21264 w 544853"/>
                <a:gd name="connsiteY0" fmla="*/ 1091236 h 1091535"/>
                <a:gd name="connsiteX1" fmla="*/ 0 w 544853"/>
                <a:gd name="connsiteY1" fmla="*/ 1067273 h 1091535"/>
                <a:gd name="connsiteX2" fmla="*/ 0 w 544853"/>
                <a:gd name="connsiteY2" fmla="*/ 23963 h 1091535"/>
                <a:gd name="connsiteX3" fmla="*/ 23113 w 544853"/>
                <a:gd name="connsiteY3" fmla="*/ 0 h 1091535"/>
                <a:gd name="connsiteX4" fmla="*/ 503557 w 544853"/>
                <a:gd name="connsiteY4" fmla="*/ 0 h 1091535"/>
                <a:gd name="connsiteX5" fmla="*/ 526671 w 544853"/>
                <a:gd name="connsiteY5" fmla="*/ 22466 h 1091535"/>
                <a:gd name="connsiteX6" fmla="*/ 526671 w 544853"/>
                <a:gd name="connsiteY6" fmla="*/ 68895 h 1091535"/>
                <a:gd name="connsiteX7" fmla="*/ 503557 w 544853"/>
                <a:gd name="connsiteY7" fmla="*/ 91360 h 1091535"/>
                <a:gd name="connsiteX8" fmla="*/ 110634 w 544853"/>
                <a:gd name="connsiteY8" fmla="*/ 91360 h 1091535"/>
                <a:gd name="connsiteX9" fmla="*/ 110634 w 544853"/>
                <a:gd name="connsiteY9" fmla="*/ 473578 h 1091535"/>
                <a:gd name="connsiteX10" fmla="*/ 478904 w 544853"/>
                <a:gd name="connsiteY10" fmla="*/ 473578 h 1091535"/>
                <a:gd name="connsiteX11" fmla="*/ 503557 w 544853"/>
                <a:gd name="connsiteY11" fmla="*/ 496044 h 1091535"/>
                <a:gd name="connsiteX12" fmla="*/ 503557 w 544853"/>
                <a:gd name="connsiteY12" fmla="*/ 540975 h 1091535"/>
                <a:gd name="connsiteX13" fmla="*/ 478904 w 544853"/>
                <a:gd name="connsiteY13" fmla="*/ 563441 h 1091535"/>
                <a:gd name="connsiteX14" fmla="*/ 110634 w 544853"/>
                <a:gd name="connsiteY14" fmla="*/ 563441 h 1091535"/>
                <a:gd name="connsiteX15" fmla="*/ 110634 w 544853"/>
                <a:gd name="connsiteY15" fmla="*/ 1000175 h 1091535"/>
                <a:gd name="connsiteX16" fmla="*/ 521741 w 544853"/>
                <a:gd name="connsiteY16" fmla="*/ 1000175 h 1091535"/>
                <a:gd name="connsiteX17" fmla="*/ 544854 w 544853"/>
                <a:gd name="connsiteY17" fmla="*/ 1020844 h 1091535"/>
                <a:gd name="connsiteX18" fmla="*/ 544854 w 544853"/>
                <a:gd name="connsiteY18" fmla="*/ 1069070 h 1091535"/>
                <a:gd name="connsiteX19" fmla="*/ 521741 w 544853"/>
                <a:gd name="connsiteY19" fmla="*/ 1091536 h 1091535"/>
                <a:gd name="connsiteX20" fmla="*/ 21264 w 544853"/>
                <a:gd name="connsiteY20" fmla="*/ 1091536 h 1091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44853" h="1091535">
                  <a:moveTo>
                    <a:pt x="21264" y="1091236"/>
                  </a:moveTo>
                  <a:cubicBezTo>
                    <a:pt x="6470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0" y="0"/>
                    <a:pt x="23113" y="0"/>
                  </a:cubicBezTo>
                  <a:lnTo>
                    <a:pt x="503557" y="0"/>
                  </a:lnTo>
                  <a:cubicBezTo>
                    <a:pt x="520200" y="0"/>
                    <a:pt x="526671" y="6290"/>
                    <a:pt x="526671" y="22466"/>
                  </a:cubicBezTo>
                  <a:lnTo>
                    <a:pt x="526671" y="68895"/>
                  </a:lnTo>
                  <a:cubicBezTo>
                    <a:pt x="526671" y="85070"/>
                    <a:pt x="519892" y="91360"/>
                    <a:pt x="503557" y="91360"/>
                  </a:cubicBezTo>
                  <a:lnTo>
                    <a:pt x="110634" y="91360"/>
                  </a:lnTo>
                  <a:lnTo>
                    <a:pt x="110634" y="473578"/>
                  </a:lnTo>
                  <a:lnTo>
                    <a:pt x="478904" y="473578"/>
                  </a:lnTo>
                  <a:cubicBezTo>
                    <a:pt x="495545" y="473578"/>
                    <a:pt x="503557" y="479868"/>
                    <a:pt x="503557" y="496044"/>
                  </a:cubicBezTo>
                  <a:lnTo>
                    <a:pt x="503557" y="540975"/>
                  </a:lnTo>
                  <a:cubicBezTo>
                    <a:pt x="503557" y="557151"/>
                    <a:pt x="495236" y="563441"/>
                    <a:pt x="478904" y="563441"/>
                  </a:cubicBezTo>
                  <a:lnTo>
                    <a:pt x="110634" y="563441"/>
                  </a:lnTo>
                  <a:lnTo>
                    <a:pt x="110634" y="1000175"/>
                  </a:lnTo>
                  <a:lnTo>
                    <a:pt x="521741" y="1000175"/>
                  </a:lnTo>
                  <a:cubicBezTo>
                    <a:pt x="536532" y="1000175"/>
                    <a:pt x="544854" y="1004967"/>
                    <a:pt x="544854" y="1020844"/>
                  </a:cubicBezTo>
                  <a:lnTo>
                    <a:pt x="544854" y="1069070"/>
                  </a:lnTo>
                  <a:cubicBezTo>
                    <a:pt x="544854" y="1085245"/>
                    <a:pt x="536532" y="1091536"/>
                    <a:pt x="521741" y="1091536"/>
                  </a:cubicBezTo>
                  <a:lnTo>
                    <a:pt x="21264" y="109153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29" name="手繪多邊形: 圖案 828">
              <a:extLst>
                <a:ext uri="{FF2B5EF4-FFF2-40B4-BE49-F238E27FC236}">
                  <a16:creationId xmlns:a16="http://schemas.microsoft.com/office/drawing/2014/main" id="{9F74908B-87BD-E0B8-8DE1-A38FA7B71C77}"/>
                </a:ext>
              </a:extLst>
            </p:cNvPr>
            <p:cNvSpPr/>
            <p:nvPr/>
          </p:nvSpPr>
          <p:spPr>
            <a:xfrm>
              <a:off x="-10651839" y="31677269"/>
              <a:ext cx="620972" cy="1091235"/>
            </a:xfrm>
            <a:custGeom>
              <a:avLst/>
              <a:gdLst>
                <a:gd name="connsiteX0" fmla="*/ 620972 w 620972"/>
                <a:gd name="connsiteY0" fmla="*/ 1068770 h 1091235"/>
                <a:gd name="connsiteX1" fmla="*/ 599401 w 620972"/>
                <a:gd name="connsiteY1" fmla="*/ 1091236 h 1091235"/>
                <a:gd name="connsiteX2" fmla="*/ 539922 w 620972"/>
                <a:gd name="connsiteY2" fmla="*/ 1091236 h 1091235"/>
                <a:gd name="connsiteX3" fmla="*/ 515268 w 620972"/>
                <a:gd name="connsiteY3" fmla="*/ 1078356 h 1091235"/>
                <a:gd name="connsiteX4" fmla="*/ 148541 w 620972"/>
                <a:gd name="connsiteY4" fmla="*/ 335189 h 1091235"/>
                <a:gd name="connsiteX5" fmla="*/ 102314 w 620972"/>
                <a:gd name="connsiteY5" fmla="*/ 227653 h 1091235"/>
                <a:gd name="connsiteX6" fmla="*/ 102314 w 620972"/>
                <a:gd name="connsiteY6" fmla="*/ 1068770 h 1091235"/>
                <a:gd name="connsiteX7" fmla="*/ 79201 w 620972"/>
                <a:gd name="connsiteY7" fmla="*/ 1091236 h 1091235"/>
                <a:gd name="connsiteX8" fmla="*/ 23113 w 620972"/>
                <a:gd name="connsiteY8" fmla="*/ 1091236 h 1091235"/>
                <a:gd name="connsiteX9" fmla="*/ 0 w 620972"/>
                <a:gd name="connsiteY9" fmla="*/ 1068770 h 1091235"/>
                <a:gd name="connsiteX10" fmla="*/ 0 w 620972"/>
                <a:gd name="connsiteY10" fmla="*/ 22466 h 1091235"/>
                <a:gd name="connsiteX11" fmla="*/ 23113 w 620972"/>
                <a:gd name="connsiteY11" fmla="*/ 0 h 1091235"/>
                <a:gd name="connsiteX12" fmla="*/ 82591 w 620972"/>
                <a:gd name="connsiteY12" fmla="*/ 0 h 1091235"/>
                <a:gd name="connsiteX13" fmla="*/ 104163 w 620972"/>
                <a:gd name="connsiteY13" fmla="*/ 12880 h 1091235"/>
                <a:gd name="connsiteX14" fmla="*/ 477363 w 620972"/>
                <a:gd name="connsiteY14" fmla="*/ 762338 h 1091235"/>
                <a:gd name="connsiteX15" fmla="*/ 518658 w 620972"/>
                <a:gd name="connsiteY15" fmla="*/ 860287 h 1091235"/>
                <a:gd name="connsiteX16" fmla="*/ 518658 w 620972"/>
                <a:gd name="connsiteY16" fmla="*/ 22466 h 1091235"/>
                <a:gd name="connsiteX17" fmla="*/ 543313 w 620972"/>
                <a:gd name="connsiteY17" fmla="*/ 0 h 1091235"/>
                <a:gd name="connsiteX18" fmla="*/ 599401 w 620972"/>
                <a:gd name="connsiteY18" fmla="*/ 0 h 1091235"/>
                <a:gd name="connsiteX19" fmla="*/ 620972 w 620972"/>
                <a:gd name="connsiteY19" fmla="*/ 22466 h 1091235"/>
                <a:gd name="connsiteX20" fmla="*/ 620972 w 620972"/>
                <a:gd name="connsiteY20" fmla="*/ 106877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2" h="1091235">
                  <a:moveTo>
                    <a:pt x="620972" y="1068770"/>
                  </a:moveTo>
                  <a:cubicBezTo>
                    <a:pt x="620972" y="1083448"/>
                    <a:pt x="616042" y="1091236"/>
                    <a:pt x="599401" y="1091236"/>
                  </a:cubicBezTo>
                  <a:lnTo>
                    <a:pt x="539922" y="1091236"/>
                  </a:lnTo>
                  <a:cubicBezTo>
                    <a:pt x="526671" y="1091236"/>
                    <a:pt x="520200" y="1087941"/>
                    <a:pt x="515268" y="1078356"/>
                  </a:cubicBezTo>
                  <a:lnTo>
                    <a:pt x="148541" y="335189"/>
                  </a:lnTo>
                  <a:cubicBezTo>
                    <a:pt x="131898" y="303138"/>
                    <a:pt x="112176" y="259704"/>
                    <a:pt x="102314" y="227653"/>
                  </a:cubicBezTo>
                  <a:lnTo>
                    <a:pt x="102314" y="1068770"/>
                  </a:lnTo>
                  <a:cubicBezTo>
                    <a:pt x="102314" y="1083448"/>
                    <a:pt x="95842" y="1091236"/>
                    <a:pt x="79201" y="1091236"/>
                  </a:cubicBezTo>
                  <a:lnTo>
                    <a:pt x="23113" y="1091236"/>
                  </a:lnTo>
                  <a:cubicBezTo>
                    <a:pt x="6470" y="1091236"/>
                    <a:pt x="0" y="1083148"/>
                    <a:pt x="0" y="1068770"/>
                  </a:cubicBezTo>
                  <a:lnTo>
                    <a:pt x="0" y="22466"/>
                  </a:lnTo>
                  <a:cubicBezTo>
                    <a:pt x="0" y="8087"/>
                    <a:pt x="6470" y="0"/>
                    <a:pt x="23113" y="0"/>
                  </a:cubicBezTo>
                  <a:lnTo>
                    <a:pt x="82591" y="0"/>
                  </a:lnTo>
                  <a:cubicBezTo>
                    <a:pt x="93993" y="0"/>
                    <a:pt x="99232" y="2996"/>
                    <a:pt x="104163" y="12880"/>
                  </a:cubicBezTo>
                  <a:lnTo>
                    <a:pt x="477363" y="762338"/>
                  </a:lnTo>
                  <a:cubicBezTo>
                    <a:pt x="494004" y="794389"/>
                    <a:pt x="511879" y="839321"/>
                    <a:pt x="518658" y="860287"/>
                  </a:cubicBezTo>
                  <a:lnTo>
                    <a:pt x="518658" y="22466"/>
                  </a:lnTo>
                  <a:cubicBezTo>
                    <a:pt x="518658" y="8087"/>
                    <a:pt x="526979" y="0"/>
                    <a:pt x="543313" y="0"/>
                  </a:cubicBezTo>
                  <a:lnTo>
                    <a:pt x="599401" y="0"/>
                  </a:lnTo>
                  <a:cubicBezTo>
                    <a:pt x="616042" y="0"/>
                    <a:pt x="620972" y="8087"/>
                    <a:pt x="620972" y="22466"/>
                  </a:cubicBezTo>
                  <a:lnTo>
                    <a:pt x="620972" y="106877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0" name="手繪多邊形: 圖案 829">
              <a:extLst>
                <a:ext uri="{FF2B5EF4-FFF2-40B4-BE49-F238E27FC236}">
                  <a16:creationId xmlns:a16="http://schemas.microsoft.com/office/drawing/2014/main" id="{03748577-F3DD-4F7E-7FED-1E1136FE2955}"/>
                </a:ext>
              </a:extLst>
            </p:cNvPr>
            <p:cNvSpPr/>
            <p:nvPr/>
          </p:nvSpPr>
          <p:spPr>
            <a:xfrm>
              <a:off x="-9327302" y="31676969"/>
              <a:ext cx="635765" cy="1091235"/>
            </a:xfrm>
            <a:custGeom>
              <a:avLst/>
              <a:gdLst>
                <a:gd name="connsiteX0" fmla="*/ 612653 w 635765"/>
                <a:gd name="connsiteY0" fmla="*/ 0 h 1091235"/>
                <a:gd name="connsiteX1" fmla="*/ 635766 w 635765"/>
                <a:gd name="connsiteY1" fmla="*/ 22466 h 1091235"/>
                <a:gd name="connsiteX2" fmla="*/ 635766 w 635765"/>
                <a:gd name="connsiteY2" fmla="*/ 68896 h 1091235"/>
                <a:gd name="connsiteX3" fmla="*/ 612653 w 635765"/>
                <a:gd name="connsiteY3" fmla="*/ 91361 h 1091235"/>
                <a:gd name="connsiteX4" fmla="*/ 373200 w 635765"/>
                <a:gd name="connsiteY4" fmla="*/ 91361 h 1091235"/>
                <a:gd name="connsiteX5" fmla="*/ 373200 w 635765"/>
                <a:gd name="connsiteY5" fmla="*/ 1067273 h 1091235"/>
                <a:gd name="connsiteX6" fmla="*/ 351629 w 635765"/>
                <a:gd name="connsiteY6" fmla="*/ 1091236 h 1091235"/>
                <a:gd name="connsiteX7" fmla="*/ 285679 w 635765"/>
                <a:gd name="connsiteY7" fmla="*/ 1091236 h 1091235"/>
                <a:gd name="connsiteX8" fmla="*/ 262566 w 635765"/>
                <a:gd name="connsiteY8" fmla="*/ 1067273 h 1091235"/>
                <a:gd name="connsiteX9" fmla="*/ 262566 w 635765"/>
                <a:gd name="connsiteY9" fmla="*/ 91361 h 1091235"/>
                <a:gd name="connsiteX10" fmla="*/ 23113 w 635765"/>
                <a:gd name="connsiteY10" fmla="*/ 91361 h 1091235"/>
                <a:gd name="connsiteX11" fmla="*/ 0 w 635765"/>
                <a:gd name="connsiteY11" fmla="*/ 68896 h 1091235"/>
                <a:gd name="connsiteX12" fmla="*/ 0 w 635765"/>
                <a:gd name="connsiteY12" fmla="*/ 22466 h 1091235"/>
                <a:gd name="connsiteX13" fmla="*/ 23113 w 635765"/>
                <a:gd name="connsiteY13" fmla="*/ 0 h 1091235"/>
                <a:gd name="connsiteX14" fmla="*/ 612653 w 635765"/>
                <a:gd name="connsiteY14" fmla="*/ 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35765" h="1091235">
                  <a:moveTo>
                    <a:pt x="612653" y="0"/>
                  </a:moveTo>
                  <a:cubicBezTo>
                    <a:pt x="627444" y="0"/>
                    <a:pt x="635766" y="6291"/>
                    <a:pt x="635766" y="22466"/>
                  </a:cubicBezTo>
                  <a:lnTo>
                    <a:pt x="635766" y="68896"/>
                  </a:lnTo>
                  <a:cubicBezTo>
                    <a:pt x="635766" y="85070"/>
                    <a:pt x="627444" y="91361"/>
                    <a:pt x="612653" y="91361"/>
                  </a:cubicBezTo>
                  <a:lnTo>
                    <a:pt x="373200" y="91361"/>
                  </a:lnTo>
                  <a:lnTo>
                    <a:pt x="373200" y="1067273"/>
                  </a:lnTo>
                  <a:cubicBezTo>
                    <a:pt x="373200" y="1083448"/>
                    <a:pt x="366421" y="1091236"/>
                    <a:pt x="351629" y="1091236"/>
                  </a:cubicBezTo>
                  <a:lnTo>
                    <a:pt x="285679" y="1091236"/>
                  </a:lnTo>
                  <a:cubicBezTo>
                    <a:pt x="269036" y="1091236"/>
                    <a:pt x="262566" y="1083150"/>
                    <a:pt x="262566" y="1067273"/>
                  </a:cubicBezTo>
                  <a:lnTo>
                    <a:pt x="262566" y="91361"/>
                  </a:lnTo>
                  <a:lnTo>
                    <a:pt x="23113" y="91361"/>
                  </a:lnTo>
                  <a:cubicBezTo>
                    <a:pt x="6472" y="91361"/>
                    <a:pt x="0" y="85070"/>
                    <a:pt x="0" y="68896"/>
                  </a:cubicBezTo>
                  <a:lnTo>
                    <a:pt x="0" y="22466"/>
                  </a:lnTo>
                  <a:cubicBezTo>
                    <a:pt x="0" y="6291"/>
                    <a:pt x="6472" y="0"/>
                    <a:pt x="23113" y="0"/>
                  </a:cubicBezTo>
                  <a:lnTo>
                    <a:pt x="612653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1" name="手繪多邊形: 圖案 830">
              <a:extLst>
                <a:ext uri="{FF2B5EF4-FFF2-40B4-BE49-F238E27FC236}">
                  <a16:creationId xmlns:a16="http://schemas.microsoft.com/office/drawing/2014/main" id="{3D09EC80-FF95-79AE-FB9A-5D6F222A4851}"/>
                </a:ext>
              </a:extLst>
            </p:cNvPr>
            <p:cNvSpPr/>
            <p:nvPr/>
          </p:nvSpPr>
          <p:spPr>
            <a:xfrm>
              <a:off x="-8160005" y="31676969"/>
              <a:ext cx="700008" cy="1091235"/>
            </a:xfrm>
            <a:custGeom>
              <a:avLst/>
              <a:gdLst>
                <a:gd name="connsiteX0" fmla="*/ 383133 w 700008"/>
                <a:gd name="connsiteY0" fmla="*/ 0 h 1091235"/>
                <a:gd name="connsiteX1" fmla="*/ 412718 w 700008"/>
                <a:gd name="connsiteY1" fmla="*/ 22466 h 1091235"/>
                <a:gd name="connsiteX2" fmla="*/ 698396 w 700008"/>
                <a:gd name="connsiteY2" fmla="*/ 1068770 h 1091235"/>
                <a:gd name="connsiteX3" fmla="*/ 680214 w 700008"/>
                <a:gd name="connsiteY3" fmla="*/ 1091236 h 1091235"/>
                <a:gd name="connsiteX4" fmla="*/ 614264 w 700008"/>
                <a:gd name="connsiteY4" fmla="*/ 1091236 h 1091235"/>
                <a:gd name="connsiteX5" fmla="*/ 586220 w 700008"/>
                <a:gd name="connsiteY5" fmla="*/ 1068770 h 1091235"/>
                <a:gd name="connsiteX6" fmla="*/ 507020 w 700008"/>
                <a:gd name="connsiteY6" fmla="*/ 776715 h 1091235"/>
                <a:gd name="connsiteX7" fmla="*/ 184976 w 700008"/>
                <a:gd name="connsiteY7" fmla="*/ 776715 h 1091235"/>
                <a:gd name="connsiteX8" fmla="*/ 107316 w 700008"/>
                <a:gd name="connsiteY8" fmla="*/ 1068770 h 1091235"/>
                <a:gd name="connsiteX9" fmla="*/ 80813 w 700008"/>
                <a:gd name="connsiteY9" fmla="*/ 1091236 h 1091235"/>
                <a:gd name="connsiteX10" fmla="*/ 19795 w 700008"/>
                <a:gd name="connsiteY10" fmla="*/ 1091236 h 1091235"/>
                <a:gd name="connsiteX11" fmla="*/ 1611 w 700008"/>
                <a:gd name="connsiteY11" fmla="*/ 1068770 h 1091235"/>
                <a:gd name="connsiteX12" fmla="*/ 287291 w 700008"/>
                <a:gd name="connsiteY12" fmla="*/ 22466 h 1091235"/>
                <a:gd name="connsiteX13" fmla="*/ 316875 w 700008"/>
                <a:gd name="connsiteY13" fmla="*/ 0 h 1091235"/>
                <a:gd name="connsiteX14" fmla="*/ 382825 w 700008"/>
                <a:gd name="connsiteY14" fmla="*/ 0 h 1091235"/>
                <a:gd name="connsiteX15" fmla="*/ 381592 w 700008"/>
                <a:gd name="connsiteY15" fmla="*/ 308230 h 1091235"/>
                <a:gd name="connsiteX16" fmla="*/ 346768 w 700008"/>
                <a:gd name="connsiteY16" fmla="*/ 130002 h 1091235"/>
                <a:gd name="connsiteX17" fmla="*/ 311944 w 700008"/>
                <a:gd name="connsiteY17" fmla="*/ 306433 h 1091235"/>
                <a:gd name="connsiteX18" fmla="*/ 206240 w 700008"/>
                <a:gd name="connsiteY18" fmla="*/ 690149 h 1091235"/>
                <a:gd name="connsiteX19" fmla="*/ 486988 w 700008"/>
                <a:gd name="connsiteY19" fmla="*/ 690149 h 1091235"/>
                <a:gd name="connsiteX20" fmla="*/ 381284 w 700008"/>
                <a:gd name="connsiteY20" fmla="*/ 30793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00008" h="1091235">
                  <a:moveTo>
                    <a:pt x="383133" y="0"/>
                  </a:moveTo>
                  <a:cubicBezTo>
                    <a:pt x="399774" y="0"/>
                    <a:pt x="409636" y="8088"/>
                    <a:pt x="412718" y="22466"/>
                  </a:cubicBezTo>
                  <a:lnTo>
                    <a:pt x="698396" y="1068770"/>
                  </a:lnTo>
                  <a:cubicBezTo>
                    <a:pt x="703327" y="1084947"/>
                    <a:pt x="696855" y="1091236"/>
                    <a:pt x="680214" y="1091236"/>
                  </a:cubicBezTo>
                  <a:lnTo>
                    <a:pt x="614264" y="1091236"/>
                  </a:lnTo>
                  <a:cubicBezTo>
                    <a:pt x="597623" y="1091236"/>
                    <a:pt x="589610" y="1083150"/>
                    <a:pt x="586220" y="1068770"/>
                  </a:cubicBezTo>
                  <a:lnTo>
                    <a:pt x="507020" y="776715"/>
                  </a:lnTo>
                  <a:lnTo>
                    <a:pt x="184976" y="776715"/>
                  </a:lnTo>
                  <a:lnTo>
                    <a:pt x="107316" y="1068770"/>
                  </a:lnTo>
                  <a:cubicBezTo>
                    <a:pt x="103926" y="1083448"/>
                    <a:pt x="95913" y="1091236"/>
                    <a:pt x="80813" y="1091236"/>
                  </a:cubicBezTo>
                  <a:lnTo>
                    <a:pt x="19795" y="1091236"/>
                  </a:lnTo>
                  <a:cubicBezTo>
                    <a:pt x="3153" y="1091236"/>
                    <a:pt x="-3319" y="1084947"/>
                    <a:pt x="1611" y="1068770"/>
                  </a:cubicBezTo>
                  <a:lnTo>
                    <a:pt x="287291" y="22466"/>
                  </a:lnTo>
                  <a:cubicBezTo>
                    <a:pt x="290680" y="8088"/>
                    <a:pt x="300542" y="0"/>
                    <a:pt x="316875" y="0"/>
                  </a:cubicBezTo>
                  <a:lnTo>
                    <a:pt x="382825" y="0"/>
                  </a:lnTo>
                  <a:close/>
                  <a:moveTo>
                    <a:pt x="381592" y="308230"/>
                  </a:moveTo>
                  <a:cubicBezTo>
                    <a:pt x="369881" y="266594"/>
                    <a:pt x="352008" y="171938"/>
                    <a:pt x="346768" y="130002"/>
                  </a:cubicBezTo>
                  <a:cubicBezTo>
                    <a:pt x="339988" y="176431"/>
                    <a:pt x="322115" y="268092"/>
                    <a:pt x="311944" y="306433"/>
                  </a:cubicBezTo>
                  <a:lnTo>
                    <a:pt x="206240" y="690149"/>
                  </a:lnTo>
                  <a:lnTo>
                    <a:pt x="486988" y="690149"/>
                  </a:lnTo>
                  <a:lnTo>
                    <a:pt x="381284" y="30793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2" name="手繪多邊形: 圖案 831">
              <a:extLst>
                <a:ext uri="{FF2B5EF4-FFF2-40B4-BE49-F238E27FC236}">
                  <a16:creationId xmlns:a16="http://schemas.microsoft.com/office/drawing/2014/main" id="{71C99C50-239D-AF49-5F79-C91210E7B57A}"/>
                </a:ext>
              </a:extLst>
            </p:cNvPr>
            <p:cNvSpPr/>
            <p:nvPr/>
          </p:nvSpPr>
          <p:spPr>
            <a:xfrm>
              <a:off x="-6751265" y="31676969"/>
              <a:ext cx="521741" cy="1091235"/>
            </a:xfrm>
            <a:custGeom>
              <a:avLst/>
              <a:gdLst>
                <a:gd name="connsiteX0" fmla="*/ 110635 w 521741"/>
                <a:gd name="connsiteY0" fmla="*/ 999876 h 1091235"/>
                <a:gd name="connsiteX1" fmla="*/ 498628 w 521741"/>
                <a:gd name="connsiteY1" fmla="*/ 999876 h 1091235"/>
                <a:gd name="connsiteX2" fmla="*/ 521741 w 521741"/>
                <a:gd name="connsiteY2" fmla="*/ 1020544 h 1091235"/>
                <a:gd name="connsiteX3" fmla="*/ 521741 w 521741"/>
                <a:gd name="connsiteY3" fmla="*/ 1068770 h 1091235"/>
                <a:gd name="connsiteX4" fmla="*/ 498628 w 521741"/>
                <a:gd name="connsiteY4" fmla="*/ 1091236 h 1091235"/>
                <a:gd name="connsiteX5" fmla="*/ 19724 w 521741"/>
                <a:gd name="connsiteY5" fmla="*/ 1091236 h 1091235"/>
                <a:gd name="connsiteX6" fmla="*/ 0 w 521741"/>
                <a:gd name="connsiteY6" fmla="*/ 1067273 h 1091235"/>
                <a:gd name="connsiteX7" fmla="*/ 0 w 521741"/>
                <a:gd name="connsiteY7" fmla="*/ 23964 h 1091235"/>
                <a:gd name="connsiteX8" fmla="*/ 23113 w 521741"/>
                <a:gd name="connsiteY8" fmla="*/ 0 h 1091235"/>
                <a:gd name="connsiteX9" fmla="*/ 87522 w 521741"/>
                <a:gd name="connsiteY9" fmla="*/ 0 h 1091235"/>
                <a:gd name="connsiteX10" fmla="*/ 110635 w 521741"/>
                <a:gd name="connsiteY10" fmla="*/ 23964 h 1091235"/>
                <a:gd name="connsiteX11" fmla="*/ 110635 w 521741"/>
                <a:gd name="connsiteY11" fmla="*/ 999876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41" h="1091235">
                  <a:moveTo>
                    <a:pt x="110635" y="999876"/>
                  </a:moveTo>
                  <a:lnTo>
                    <a:pt x="498628" y="999876"/>
                  </a:lnTo>
                  <a:cubicBezTo>
                    <a:pt x="513420" y="999876"/>
                    <a:pt x="521741" y="1004669"/>
                    <a:pt x="521741" y="1020544"/>
                  </a:cubicBezTo>
                  <a:lnTo>
                    <a:pt x="521741" y="1068770"/>
                  </a:lnTo>
                  <a:cubicBezTo>
                    <a:pt x="521741" y="1084947"/>
                    <a:pt x="513420" y="1091236"/>
                    <a:pt x="498628" y="1091236"/>
                  </a:cubicBezTo>
                  <a:lnTo>
                    <a:pt x="19724" y="1091236"/>
                  </a:lnTo>
                  <a:cubicBezTo>
                    <a:pt x="6472" y="1091236"/>
                    <a:pt x="0" y="1083150"/>
                    <a:pt x="0" y="1067273"/>
                  </a:cubicBezTo>
                  <a:lnTo>
                    <a:pt x="0" y="23964"/>
                  </a:lnTo>
                  <a:cubicBezTo>
                    <a:pt x="0" y="7788"/>
                    <a:pt x="6472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8"/>
                    <a:pt x="110635" y="23964"/>
                  </a:cubicBezTo>
                  <a:lnTo>
                    <a:pt x="110635" y="99987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3" name="手繪多邊形: 圖案 832">
              <a:extLst>
                <a:ext uri="{FF2B5EF4-FFF2-40B4-BE49-F238E27FC236}">
                  <a16:creationId xmlns:a16="http://schemas.microsoft.com/office/drawing/2014/main" id="{5229C737-9D1B-8246-D568-5A75EF7DE0CE}"/>
                </a:ext>
              </a:extLst>
            </p:cNvPr>
            <p:cNvSpPr/>
            <p:nvPr/>
          </p:nvSpPr>
          <p:spPr>
            <a:xfrm>
              <a:off x="-4703440" y="31664089"/>
              <a:ext cx="604331" cy="1117295"/>
            </a:xfrm>
            <a:custGeom>
              <a:avLst/>
              <a:gdLst>
                <a:gd name="connsiteX0" fmla="*/ 604331 w 604331"/>
                <a:gd name="connsiteY0" fmla="*/ 894136 h 1117295"/>
                <a:gd name="connsiteX1" fmla="*/ 302320 w 604331"/>
                <a:gd name="connsiteY1" fmla="*/ 1117296 h 1117295"/>
                <a:gd name="connsiteX2" fmla="*/ 0 w 604331"/>
                <a:gd name="connsiteY2" fmla="*/ 894136 h 1117295"/>
                <a:gd name="connsiteX3" fmla="*/ 0 w 604331"/>
                <a:gd name="connsiteY3" fmla="*/ 223160 h 1117295"/>
                <a:gd name="connsiteX4" fmla="*/ 302320 w 604331"/>
                <a:gd name="connsiteY4" fmla="*/ 0 h 1117295"/>
                <a:gd name="connsiteX5" fmla="*/ 604331 w 604331"/>
                <a:gd name="connsiteY5" fmla="*/ 223160 h 1117295"/>
                <a:gd name="connsiteX6" fmla="*/ 604331 w 604331"/>
                <a:gd name="connsiteY6" fmla="*/ 314520 h 1117295"/>
                <a:gd name="connsiteX7" fmla="*/ 581218 w 604331"/>
                <a:gd name="connsiteY7" fmla="*/ 338484 h 1117295"/>
                <a:gd name="connsiteX8" fmla="*/ 520200 w 604331"/>
                <a:gd name="connsiteY8" fmla="*/ 338484 h 1117295"/>
                <a:gd name="connsiteX9" fmla="*/ 495545 w 604331"/>
                <a:gd name="connsiteY9" fmla="*/ 314520 h 1117295"/>
                <a:gd name="connsiteX10" fmla="*/ 495545 w 604331"/>
                <a:gd name="connsiteY10" fmla="*/ 230948 h 1117295"/>
                <a:gd name="connsiteX11" fmla="*/ 302320 w 604331"/>
                <a:gd name="connsiteY11" fmla="*/ 91360 h 1117295"/>
                <a:gd name="connsiteX12" fmla="*/ 110635 w 604331"/>
                <a:gd name="connsiteY12" fmla="*/ 230948 h 1117295"/>
                <a:gd name="connsiteX13" fmla="*/ 110635 w 604331"/>
                <a:gd name="connsiteY13" fmla="*/ 885750 h 1117295"/>
                <a:gd name="connsiteX14" fmla="*/ 302320 w 604331"/>
                <a:gd name="connsiteY14" fmla="*/ 1025336 h 1117295"/>
                <a:gd name="connsiteX15" fmla="*/ 495545 w 604331"/>
                <a:gd name="connsiteY15" fmla="*/ 885750 h 1117295"/>
                <a:gd name="connsiteX16" fmla="*/ 495545 w 604331"/>
                <a:gd name="connsiteY16" fmla="*/ 781509 h 1117295"/>
                <a:gd name="connsiteX17" fmla="*/ 520200 w 604331"/>
                <a:gd name="connsiteY17" fmla="*/ 759043 h 1117295"/>
                <a:gd name="connsiteX18" fmla="*/ 581218 w 604331"/>
                <a:gd name="connsiteY18" fmla="*/ 759043 h 1117295"/>
                <a:gd name="connsiteX19" fmla="*/ 604331 w 604331"/>
                <a:gd name="connsiteY19" fmla="*/ 781509 h 1117295"/>
                <a:gd name="connsiteX20" fmla="*/ 604331 w 604331"/>
                <a:gd name="connsiteY20" fmla="*/ 893838 h 111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331" h="1117295">
                  <a:moveTo>
                    <a:pt x="604331" y="894136"/>
                  </a:moveTo>
                  <a:cubicBezTo>
                    <a:pt x="604331" y="1016050"/>
                    <a:pt x="538382" y="1117296"/>
                    <a:pt x="302320" y="1117296"/>
                  </a:cubicBezTo>
                  <a:cubicBezTo>
                    <a:pt x="66258" y="1117296"/>
                    <a:pt x="0" y="1016050"/>
                    <a:pt x="0" y="894136"/>
                  </a:cubicBezTo>
                  <a:lnTo>
                    <a:pt x="0" y="223160"/>
                  </a:lnTo>
                  <a:cubicBezTo>
                    <a:pt x="0" y="101246"/>
                    <a:pt x="65949" y="0"/>
                    <a:pt x="302320" y="0"/>
                  </a:cubicBezTo>
                  <a:cubicBezTo>
                    <a:pt x="538691" y="0"/>
                    <a:pt x="604331" y="101246"/>
                    <a:pt x="604331" y="223160"/>
                  </a:cubicBezTo>
                  <a:lnTo>
                    <a:pt x="604331" y="314520"/>
                  </a:lnTo>
                  <a:cubicBezTo>
                    <a:pt x="604331" y="330696"/>
                    <a:pt x="597860" y="338484"/>
                    <a:pt x="581218" y="338484"/>
                  </a:cubicBezTo>
                  <a:lnTo>
                    <a:pt x="520200" y="338484"/>
                  </a:lnTo>
                  <a:cubicBezTo>
                    <a:pt x="502018" y="338484"/>
                    <a:pt x="495545" y="330396"/>
                    <a:pt x="495545" y="314520"/>
                  </a:cubicBezTo>
                  <a:lnTo>
                    <a:pt x="495545" y="230948"/>
                  </a:lnTo>
                  <a:cubicBezTo>
                    <a:pt x="495545" y="147376"/>
                    <a:pt x="450861" y="91360"/>
                    <a:pt x="302320" y="91360"/>
                  </a:cubicBezTo>
                  <a:cubicBezTo>
                    <a:pt x="153779" y="91360"/>
                    <a:pt x="110635" y="147376"/>
                    <a:pt x="110635" y="230948"/>
                  </a:cubicBezTo>
                  <a:lnTo>
                    <a:pt x="110635" y="885750"/>
                  </a:lnTo>
                  <a:cubicBezTo>
                    <a:pt x="110635" y="969322"/>
                    <a:pt x="155321" y="1025336"/>
                    <a:pt x="302320" y="1025336"/>
                  </a:cubicBezTo>
                  <a:cubicBezTo>
                    <a:pt x="449319" y="1025336"/>
                    <a:pt x="495545" y="969322"/>
                    <a:pt x="495545" y="885750"/>
                  </a:cubicBezTo>
                  <a:lnTo>
                    <a:pt x="495545" y="781509"/>
                  </a:lnTo>
                  <a:cubicBezTo>
                    <a:pt x="495545" y="765333"/>
                    <a:pt x="502325" y="759043"/>
                    <a:pt x="520200" y="759043"/>
                  </a:cubicBezTo>
                  <a:lnTo>
                    <a:pt x="581218" y="759043"/>
                  </a:lnTo>
                  <a:cubicBezTo>
                    <a:pt x="597860" y="759043"/>
                    <a:pt x="604331" y="765333"/>
                    <a:pt x="604331" y="781509"/>
                  </a:cubicBezTo>
                  <a:lnTo>
                    <a:pt x="604331" y="89383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4" name="手繪多邊形: 圖案 833">
              <a:extLst>
                <a:ext uri="{FF2B5EF4-FFF2-40B4-BE49-F238E27FC236}">
                  <a16:creationId xmlns:a16="http://schemas.microsoft.com/office/drawing/2014/main" id="{373CA4BB-3A3F-7C20-A5D5-AAEDD9CDB1E8}"/>
                </a:ext>
              </a:extLst>
            </p:cNvPr>
            <p:cNvSpPr/>
            <p:nvPr/>
          </p:nvSpPr>
          <p:spPr>
            <a:xfrm>
              <a:off x="-3351166" y="31676969"/>
              <a:ext cx="521740" cy="1091235"/>
            </a:xfrm>
            <a:custGeom>
              <a:avLst/>
              <a:gdLst>
                <a:gd name="connsiteX0" fmla="*/ 110635 w 521740"/>
                <a:gd name="connsiteY0" fmla="*/ 999876 h 1091235"/>
                <a:gd name="connsiteX1" fmla="*/ 498627 w 521740"/>
                <a:gd name="connsiteY1" fmla="*/ 999876 h 1091235"/>
                <a:gd name="connsiteX2" fmla="*/ 521741 w 521740"/>
                <a:gd name="connsiteY2" fmla="*/ 1020544 h 1091235"/>
                <a:gd name="connsiteX3" fmla="*/ 521741 w 521740"/>
                <a:gd name="connsiteY3" fmla="*/ 1068770 h 1091235"/>
                <a:gd name="connsiteX4" fmla="*/ 498627 w 521740"/>
                <a:gd name="connsiteY4" fmla="*/ 1091236 h 1091235"/>
                <a:gd name="connsiteX5" fmla="*/ 19723 w 521740"/>
                <a:gd name="connsiteY5" fmla="*/ 1091236 h 1091235"/>
                <a:gd name="connsiteX6" fmla="*/ 0 w 521740"/>
                <a:gd name="connsiteY6" fmla="*/ 1067273 h 1091235"/>
                <a:gd name="connsiteX7" fmla="*/ 0 w 521740"/>
                <a:gd name="connsiteY7" fmla="*/ 23964 h 1091235"/>
                <a:gd name="connsiteX8" fmla="*/ 23113 w 521740"/>
                <a:gd name="connsiteY8" fmla="*/ 0 h 1091235"/>
                <a:gd name="connsiteX9" fmla="*/ 87522 w 521740"/>
                <a:gd name="connsiteY9" fmla="*/ 0 h 1091235"/>
                <a:gd name="connsiteX10" fmla="*/ 110635 w 521740"/>
                <a:gd name="connsiteY10" fmla="*/ 23964 h 1091235"/>
                <a:gd name="connsiteX11" fmla="*/ 110635 w 521740"/>
                <a:gd name="connsiteY11" fmla="*/ 999876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21740" h="1091235">
                  <a:moveTo>
                    <a:pt x="110635" y="999876"/>
                  </a:moveTo>
                  <a:lnTo>
                    <a:pt x="498627" y="999876"/>
                  </a:lnTo>
                  <a:cubicBezTo>
                    <a:pt x="513420" y="999876"/>
                    <a:pt x="521741" y="1004669"/>
                    <a:pt x="521741" y="1020544"/>
                  </a:cubicBezTo>
                  <a:lnTo>
                    <a:pt x="521741" y="1068770"/>
                  </a:lnTo>
                  <a:cubicBezTo>
                    <a:pt x="521741" y="1084947"/>
                    <a:pt x="513420" y="1091236"/>
                    <a:pt x="498627" y="1091236"/>
                  </a:cubicBezTo>
                  <a:lnTo>
                    <a:pt x="19723" y="1091236"/>
                  </a:lnTo>
                  <a:cubicBezTo>
                    <a:pt x="6471" y="1091236"/>
                    <a:pt x="0" y="1083150"/>
                    <a:pt x="0" y="1067273"/>
                  </a:cubicBezTo>
                  <a:lnTo>
                    <a:pt x="0" y="23964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8"/>
                    <a:pt x="110635" y="23964"/>
                  </a:cubicBezTo>
                  <a:lnTo>
                    <a:pt x="110635" y="99987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5" name="手繪多邊形: 圖案 834">
              <a:extLst>
                <a:ext uri="{FF2B5EF4-FFF2-40B4-BE49-F238E27FC236}">
                  <a16:creationId xmlns:a16="http://schemas.microsoft.com/office/drawing/2014/main" id="{0F31F94F-CAF4-0A7B-0094-DE71F6A12D0A}"/>
                </a:ext>
              </a:extLst>
            </p:cNvPr>
            <p:cNvSpPr/>
            <p:nvPr/>
          </p:nvSpPr>
          <p:spPr>
            <a:xfrm>
              <a:off x="-2130792" y="31677269"/>
              <a:ext cx="110634" cy="1091235"/>
            </a:xfrm>
            <a:custGeom>
              <a:avLst/>
              <a:gdLst>
                <a:gd name="connsiteX0" fmla="*/ 110635 w 110634"/>
                <a:gd name="connsiteY0" fmla="*/ 1067273 h 1091235"/>
                <a:gd name="connsiteX1" fmla="*/ 87522 w 110634"/>
                <a:gd name="connsiteY1" fmla="*/ 1091236 h 1091235"/>
                <a:gd name="connsiteX2" fmla="*/ 23113 w 110634"/>
                <a:gd name="connsiteY2" fmla="*/ 1091236 h 1091235"/>
                <a:gd name="connsiteX3" fmla="*/ 0 w 110634"/>
                <a:gd name="connsiteY3" fmla="*/ 1067273 h 1091235"/>
                <a:gd name="connsiteX4" fmla="*/ 0 w 110634"/>
                <a:gd name="connsiteY4" fmla="*/ 23963 h 1091235"/>
                <a:gd name="connsiteX5" fmla="*/ 23113 w 110634"/>
                <a:gd name="connsiteY5" fmla="*/ 0 h 1091235"/>
                <a:gd name="connsiteX6" fmla="*/ 87522 w 110634"/>
                <a:gd name="connsiteY6" fmla="*/ 0 h 1091235"/>
                <a:gd name="connsiteX7" fmla="*/ 110635 w 110634"/>
                <a:gd name="connsiteY7" fmla="*/ 23963 h 1091235"/>
                <a:gd name="connsiteX8" fmla="*/ 110635 w 110634"/>
                <a:gd name="connsiteY8" fmla="*/ 1067273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34" h="1091235">
                  <a:moveTo>
                    <a:pt x="110635" y="1067273"/>
                  </a:moveTo>
                  <a:cubicBezTo>
                    <a:pt x="110635" y="1083448"/>
                    <a:pt x="104162" y="1091236"/>
                    <a:pt x="87522" y="1091236"/>
                  </a:cubicBezTo>
                  <a:lnTo>
                    <a:pt x="23113" y="1091236"/>
                  </a:lnTo>
                  <a:cubicBezTo>
                    <a:pt x="6471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2" y="0"/>
                    <a:pt x="110635" y="8087"/>
                    <a:pt x="110635" y="23963"/>
                  </a:cubicBezTo>
                  <a:lnTo>
                    <a:pt x="110635" y="1067273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6" name="手繪多邊形: 圖案 835">
              <a:extLst>
                <a:ext uri="{FF2B5EF4-FFF2-40B4-BE49-F238E27FC236}">
                  <a16:creationId xmlns:a16="http://schemas.microsoft.com/office/drawing/2014/main" id="{A968A3DD-3585-B678-B071-3E7E70FCBE6B}"/>
                </a:ext>
              </a:extLst>
            </p:cNvPr>
            <p:cNvSpPr/>
            <p:nvPr/>
          </p:nvSpPr>
          <p:spPr>
            <a:xfrm>
              <a:off x="-1217669" y="31677269"/>
              <a:ext cx="620973" cy="1091235"/>
            </a:xfrm>
            <a:custGeom>
              <a:avLst/>
              <a:gdLst>
                <a:gd name="connsiteX0" fmla="*/ 620974 w 620973"/>
                <a:gd name="connsiteY0" fmla="*/ 1068770 h 1091235"/>
                <a:gd name="connsiteX1" fmla="*/ 599401 w 620973"/>
                <a:gd name="connsiteY1" fmla="*/ 1091236 h 1091235"/>
                <a:gd name="connsiteX2" fmla="*/ 539924 w 620973"/>
                <a:gd name="connsiteY2" fmla="*/ 1091236 h 1091235"/>
                <a:gd name="connsiteX3" fmla="*/ 515269 w 620973"/>
                <a:gd name="connsiteY3" fmla="*/ 1078356 h 1091235"/>
                <a:gd name="connsiteX4" fmla="*/ 148541 w 620973"/>
                <a:gd name="connsiteY4" fmla="*/ 335189 h 1091235"/>
                <a:gd name="connsiteX5" fmla="*/ 102314 w 620973"/>
                <a:gd name="connsiteY5" fmla="*/ 227653 h 1091235"/>
                <a:gd name="connsiteX6" fmla="*/ 102314 w 620973"/>
                <a:gd name="connsiteY6" fmla="*/ 1068770 h 1091235"/>
                <a:gd name="connsiteX7" fmla="*/ 79201 w 620973"/>
                <a:gd name="connsiteY7" fmla="*/ 1091236 h 1091235"/>
                <a:gd name="connsiteX8" fmla="*/ 23113 w 620973"/>
                <a:gd name="connsiteY8" fmla="*/ 1091236 h 1091235"/>
                <a:gd name="connsiteX9" fmla="*/ 0 w 620973"/>
                <a:gd name="connsiteY9" fmla="*/ 1068770 h 1091235"/>
                <a:gd name="connsiteX10" fmla="*/ 0 w 620973"/>
                <a:gd name="connsiteY10" fmla="*/ 22466 h 1091235"/>
                <a:gd name="connsiteX11" fmla="*/ 23113 w 620973"/>
                <a:gd name="connsiteY11" fmla="*/ 0 h 1091235"/>
                <a:gd name="connsiteX12" fmla="*/ 82592 w 620973"/>
                <a:gd name="connsiteY12" fmla="*/ 0 h 1091235"/>
                <a:gd name="connsiteX13" fmla="*/ 104163 w 620973"/>
                <a:gd name="connsiteY13" fmla="*/ 12880 h 1091235"/>
                <a:gd name="connsiteX14" fmla="*/ 477364 w 620973"/>
                <a:gd name="connsiteY14" fmla="*/ 762338 h 1091235"/>
                <a:gd name="connsiteX15" fmla="*/ 518660 w 620973"/>
                <a:gd name="connsiteY15" fmla="*/ 860287 h 1091235"/>
                <a:gd name="connsiteX16" fmla="*/ 518660 w 620973"/>
                <a:gd name="connsiteY16" fmla="*/ 22466 h 1091235"/>
                <a:gd name="connsiteX17" fmla="*/ 543313 w 620973"/>
                <a:gd name="connsiteY17" fmla="*/ 0 h 1091235"/>
                <a:gd name="connsiteX18" fmla="*/ 599401 w 620973"/>
                <a:gd name="connsiteY18" fmla="*/ 0 h 1091235"/>
                <a:gd name="connsiteX19" fmla="*/ 620974 w 620973"/>
                <a:gd name="connsiteY19" fmla="*/ 22466 h 1091235"/>
                <a:gd name="connsiteX20" fmla="*/ 620974 w 620973"/>
                <a:gd name="connsiteY20" fmla="*/ 1068770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20973" h="1091235">
                  <a:moveTo>
                    <a:pt x="620974" y="1068770"/>
                  </a:moveTo>
                  <a:cubicBezTo>
                    <a:pt x="620974" y="1083448"/>
                    <a:pt x="616043" y="1091236"/>
                    <a:pt x="599401" y="1091236"/>
                  </a:cubicBezTo>
                  <a:lnTo>
                    <a:pt x="539924" y="1091236"/>
                  </a:lnTo>
                  <a:cubicBezTo>
                    <a:pt x="526671" y="1091236"/>
                    <a:pt x="520200" y="1087941"/>
                    <a:pt x="515269" y="1078356"/>
                  </a:cubicBezTo>
                  <a:lnTo>
                    <a:pt x="148541" y="335189"/>
                  </a:lnTo>
                  <a:cubicBezTo>
                    <a:pt x="131899" y="303138"/>
                    <a:pt x="112176" y="259704"/>
                    <a:pt x="102314" y="227653"/>
                  </a:cubicBezTo>
                  <a:lnTo>
                    <a:pt x="102314" y="1068770"/>
                  </a:lnTo>
                  <a:cubicBezTo>
                    <a:pt x="102314" y="1083448"/>
                    <a:pt x="95843" y="1091236"/>
                    <a:pt x="79201" y="1091236"/>
                  </a:cubicBezTo>
                  <a:lnTo>
                    <a:pt x="23113" y="1091236"/>
                  </a:lnTo>
                  <a:cubicBezTo>
                    <a:pt x="6472" y="1091236"/>
                    <a:pt x="0" y="1083148"/>
                    <a:pt x="0" y="1068770"/>
                  </a:cubicBezTo>
                  <a:lnTo>
                    <a:pt x="0" y="22466"/>
                  </a:lnTo>
                  <a:cubicBezTo>
                    <a:pt x="0" y="8087"/>
                    <a:pt x="6472" y="0"/>
                    <a:pt x="23113" y="0"/>
                  </a:cubicBezTo>
                  <a:lnTo>
                    <a:pt x="82592" y="0"/>
                  </a:lnTo>
                  <a:cubicBezTo>
                    <a:pt x="93994" y="0"/>
                    <a:pt x="99232" y="2996"/>
                    <a:pt x="104163" y="12880"/>
                  </a:cubicBezTo>
                  <a:lnTo>
                    <a:pt x="477364" y="762338"/>
                  </a:lnTo>
                  <a:cubicBezTo>
                    <a:pt x="494005" y="794389"/>
                    <a:pt x="511880" y="839321"/>
                    <a:pt x="518660" y="860287"/>
                  </a:cubicBezTo>
                  <a:lnTo>
                    <a:pt x="518660" y="22466"/>
                  </a:lnTo>
                  <a:cubicBezTo>
                    <a:pt x="518660" y="8087"/>
                    <a:pt x="526980" y="0"/>
                    <a:pt x="543313" y="0"/>
                  </a:cubicBezTo>
                  <a:lnTo>
                    <a:pt x="599401" y="0"/>
                  </a:lnTo>
                  <a:cubicBezTo>
                    <a:pt x="616043" y="0"/>
                    <a:pt x="620974" y="8087"/>
                    <a:pt x="620974" y="22466"/>
                  </a:cubicBezTo>
                  <a:lnTo>
                    <a:pt x="620974" y="106877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7" name="手繪多邊形: 圖案 836">
              <a:extLst>
                <a:ext uri="{FF2B5EF4-FFF2-40B4-BE49-F238E27FC236}">
                  <a16:creationId xmlns:a16="http://schemas.microsoft.com/office/drawing/2014/main" id="{18D7AE81-0799-92F7-4CEA-C8DCBDC6C2F9}"/>
                </a:ext>
              </a:extLst>
            </p:cNvPr>
            <p:cNvSpPr/>
            <p:nvPr/>
          </p:nvSpPr>
          <p:spPr>
            <a:xfrm>
              <a:off x="205792" y="31677269"/>
              <a:ext cx="110634" cy="1091235"/>
            </a:xfrm>
            <a:custGeom>
              <a:avLst/>
              <a:gdLst>
                <a:gd name="connsiteX0" fmla="*/ 110635 w 110634"/>
                <a:gd name="connsiteY0" fmla="*/ 1067273 h 1091235"/>
                <a:gd name="connsiteX1" fmla="*/ 87522 w 110634"/>
                <a:gd name="connsiteY1" fmla="*/ 1091236 h 1091235"/>
                <a:gd name="connsiteX2" fmla="*/ 23113 w 110634"/>
                <a:gd name="connsiteY2" fmla="*/ 1091236 h 1091235"/>
                <a:gd name="connsiteX3" fmla="*/ 0 w 110634"/>
                <a:gd name="connsiteY3" fmla="*/ 1067273 h 1091235"/>
                <a:gd name="connsiteX4" fmla="*/ 0 w 110634"/>
                <a:gd name="connsiteY4" fmla="*/ 23963 h 1091235"/>
                <a:gd name="connsiteX5" fmla="*/ 23113 w 110634"/>
                <a:gd name="connsiteY5" fmla="*/ 0 h 1091235"/>
                <a:gd name="connsiteX6" fmla="*/ 87522 w 110634"/>
                <a:gd name="connsiteY6" fmla="*/ 0 h 1091235"/>
                <a:gd name="connsiteX7" fmla="*/ 110635 w 110634"/>
                <a:gd name="connsiteY7" fmla="*/ 23963 h 1091235"/>
                <a:gd name="connsiteX8" fmla="*/ 110635 w 110634"/>
                <a:gd name="connsiteY8" fmla="*/ 1067273 h 109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0634" h="1091235">
                  <a:moveTo>
                    <a:pt x="110635" y="1067273"/>
                  </a:moveTo>
                  <a:cubicBezTo>
                    <a:pt x="110635" y="1083448"/>
                    <a:pt x="104163" y="1091236"/>
                    <a:pt x="87522" y="1091236"/>
                  </a:cubicBezTo>
                  <a:lnTo>
                    <a:pt x="23113" y="1091236"/>
                  </a:lnTo>
                  <a:cubicBezTo>
                    <a:pt x="6471" y="1091236"/>
                    <a:pt x="0" y="1083148"/>
                    <a:pt x="0" y="1067273"/>
                  </a:cubicBezTo>
                  <a:lnTo>
                    <a:pt x="0" y="23963"/>
                  </a:lnTo>
                  <a:cubicBezTo>
                    <a:pt x="0" y="7788"/>
                    <a:pt x="6471" y="0"/>
                    <a:pt x="23113" y="0"/>
                  </a:cubicBezTo>
                  <a:lnTo>
                    <a:pt x="87522" y="0"/>
                  </a:lnTo>
                  <a:cubicBezTo>
                    <a:pt x="104163" y="0"/>
                    <a:pt x="110635" y="8087"/>
                    <a:pt x="110635" y="23963"/>
                  </a:cubicBezTo>
                  <a:lnTo>
                    <a:pt x="110635" y="1067273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38" name="手繪多邊形: 圖案 837">
              <a:extLst>
                <a:ext uri="{FF2B5EF4-FFF2-40B4-BE49-F238E27FC236}">
                  <a16:creationId xmlns:a16="http://schemas.microsoft.com/office/drawing/2014/main" id="{E591D192-41A5-AEEC-2A56-8AE6F046C82F}"/>
                </a:ext>
              </a:extLst>
            </p:cNvPr>
            <p:cNvSpPr/>
            <p:nvPr/>
          </p:nvSpPr>
          <p:spPr>
            <a:xfrm>
              <a:off x="1102582" y="31664089"/>
              <a:ext cx="604331" cy="1117295"/>
            </a:xfrm>
            <a:custGeom>
              <a:avLst/>
              <a:gdLst>
                <a:gd name="connsiteX0" fmla="*/ 604332 w 604331"/>
                <a:gd name="connsiteY0" fmla="*/ 894136 h 1117295"/>
                <a:gd name="connsiteX1" fmla="*/ 302320 w 604331"/>
                <a:gd name="connsiteY1" fmla="*/ 1117296 h 1117295"/>
                <a:gd name="connsiteX2" fmla="*/ 0 w 604331"/>
                <a:gd name="connsiteY2" fmla="*/ 894136 h 1117295"/>
                <a:gd name="connsiteX3" fmla="*/ 0 w 604331"/>
                <a:gd name="connsiteY3" fmla="*/ 223160 h 1117295"/>
                <a:gd name="connsiteX4" fmla="*/ 302320 w 604331"/>
                <a:gd name="connsiteY4" fmla="*/ 0 h 1117295"/>
                <a:gd name="connsiteX5" fmla="*/ 604332 w 604331"/>
                <a:gd name="connsiteY5" fmla="*/ 223160 h 1117295"/>
                <a:gd name="connsiteX6" fmla="*/ 604332 w 604331"/>
                <a:gd name="connsiteY6" fmla="*/ 314520 h 1117295"/>
                <a:gd name="connsiteX7" fmla="*/ 581219 w 604331"/>
                <a:gd name="connsiteY7" fmla="*/ 338484 h 1117295"/>
                <a:gd name="connsiteX8" fmla="*/ 520200 w 604331"/>
                <a:gd name="connsiteY8" fmla="*/ 338484 h 1117295"/>
                <a:gd name="connsiteX9" fmla="*/ 495546 w 604331"/>
                <a:gd name="connsiteY9" fmla="*/ 314520 h 1117295"/>
                <a:gd name="connsiteX10" fmla="*/ 495546 w 604331"/>
                <a:gd name="connsiteY10" fmla="*/ 230948 h 1117295"/>
                <a:gd name="connsiteX11" fmla="*/ 302320 w 604331"/>
                <a:gd name="connsiteY11" fmla="*/ 91360 h 1117295"/>
                <a:gd name="connsiteX12" fmla="*/ 110635 w 604331"/>
                <a:gd name="connsiteY12" fmla="*/ 230948 h 1117295"/>
                <a:gd name="connsiteX13" fmla="*/ 110635 w 604331"/>
                <a:gd name="connsiteY13" fmla="*/ 885750 h 1117295"/>
                <a:gd name="connsiteX14" fmla="*/ 302320 w 604331"/>
                <a:gd name="connsiteY14" fmla="*/ 1025336 h 1117295"/>
                <a:gd name="connsiteX15" fmla="*/ 495546 w 604331"/>
                <a:gd name="connsiteY15" fmla="*/ 885750 h 1117295"/>
                <a:gd name="connsiteX16" fmla="*/ 495546 w 604331"/>
                <a:gd name="connsiteY16" fmla="*/ 781509 h 1117295"/>
                <a:gd name="connsiteX17" fmla="*/ 520200 w 604331"/>
                <a:gd name="connsiteY17" fmla="*/ 759043 h 1117295"/>
                <a:gd name="connsiteX18" fmla="*/ 581219 w 604331"/>
                <a:gd name="connsiteY18" fmla="*/ 759043 h 1117295"/>
                <a:gd name="connsiteX19" fmla="*/ 604332 w 604331"/>
                <a:gd name="connsiteY19" fmla="*/ 781509 h 1117295"/>
                <a:gd name="connsiteX20" fmla="*/ 604332 w 604331"/>
                <a:gd name="connsiteY20" fmla="*/ 893838 h 1117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04331" h="1117295">
                  <a:moveTo>
                    <a:pt x="604332" y="894136"/>
                  </a:moveTo>
                  <a:cubicBezTo>
                    <a:pt x="604332" y="1016050"/>
                    <a:pt x="538382" y="1117296"/>
                    <a:pt x="302320" y="1117296"/>
                  </a:cubicBezTo>
                  <a:cubicBezTo>
                    <a:pt x="66258" y="1117296"/>
                    <a:pt x="0" y="1016050"/>
                    <a:pt x="0" y="894136"/>
                  </a:cubicBezTo>
                  <a:lnTo>
                    <a:pt x="0" y="223160"/>
                  </a:lnTo>
                  <a:cubicBezTo>
                    <a:pt x="0" y="101246"/>
                    <a:pt x="65949" y="0"/>
                    <a:pt x="302320" y="0"/>
                  </a:cubicBezTo>
                  <a:cubicBezTo>
                    <a:pt x="538690" y="0"/>
                    <a:pt x="604332" y="101246"/>
                    <a:pt x="604332" y="223160"/>
                  </a:cubicBezTo>
                  <a:lnTo>
                    <a:pt x="604332" y="314520"/>
                  </a:lnTo>
                  <a:cubicBezTo>
                    <a:pt x="604332" y="330696"/>
                    <a:pt x="597860" y="338484"/>
                    <a:pt x="581219" y="338484"/>
                  </a:cubicBezTo>
                  <a:lnTo>
                    <a:pt x="520200" y="338484"/>
                  </a:lnTo>
                  <a:cubicBezTo>
                    <a:pt x="502018" y="338484"/>
                    <a:pt x="495546" y="330396"/>
                    <a:pt x="495546" y="314520"/>
                  </a:cubicBezTo>
                  <a:lnTo>
                    <a:pt x="495546" y="230948"/>
                  </a:lnTo>
                  <a:cubicBezTo>
                    <a:pt x="495546" y="147376"/>
                    <a:pt x="450861" y="91360"/>
                    <a:pt x="302320" y="91360"/>
                  </a:cubicBezTo>
                  <a:cubicBezTo>
                    <a:pt x="153780" y="91360"/>
                    <a:pt x="110635" y="147376"/>
                    <a:pt x="110635" y="230948"/>
                  </a:cubicBezTo>
                  <a:lnTo>
                    <a:pt x="110635" y="885750"/>
                  </a:lnTo>
                  <a:cubicBezTo>
                    <a:pt x="110635" y="969322"/>
                    <a:pt x="155321" y="1025336"/>
                    <a:pt x="302320" y="1025336"/>
                  </a:cubicBezTo>
                  <a:cubicBezTo>
                    <a:pt x="449320" y="1025336"/>
                    <a:pt x="495546" y="969322"/>
                    <a:pt x="495546" y="885750"/>
                  </a:cubicBezTo>
                  <a:lnTo>
                    <a:pt x="495546" y="781509"/>
                  </a:lnTo>
                  <a:cubicBezTo>
                    <a:pt x="495546" y="765333"/>
                    <a:pt x="502326" y="759043"/>
                    <a:pt x="520200" y="759043"/>
                  </a:cubicBezTo>
                  <a:lnTo>
                    <a:pt x="581219" y="759043"/>
                  </a:lnTo>
                  <a:cubicBezTo>
                    <a:pt x="597860" y="759043"/>
                    <a:pt x="604332" y="765333"/>
                    <a:pt x="604332" y="781509"/>
                  </a:cubicBezTo>
                  <a:lnTo>
                    <a:pt x="604332" y="89383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39" name="圖形 18">
            <a:extLst>
              <a:ext uri="{FF2B5EF4-FFF2-40B4-BE49-F238E27FC236}">
                <a16:creationId xmlns:a16="http://schemas.microsoft.com/office/drawing/2014/main" id="{0AF56A33-E730-73E3-28CE-367B7E9CFC19}"/>
              </a:ext>
            </a:extLst>
          </p:cNvPr>
          <p:cNvGrpSpPr/>
          <p:nvPr/>
        </p:nvGrpSpPr>
        <p:grpSpPr>
          <a:xfrm>
            <a:off x="-24499695" y="26312748"/>
            <a:ext cx="142342126" cy="19608386"/>
            <a:chOff x="-24499695" y="26312748"/>
            <a:chExt cx="142342126" cy="19608386"/>
          </a:xfrm>
          <a:solidFill>
            <a:srgbClr val="231815"/>
          </a:solidFill>
        </p:grpSpPr>
        <p:sp>
          <p:nvSpPr>
            <p:cNvPr id="840" name="手繪多邊形: 圖案 839">
              <a:extLst>
                <a:ext uri="{FF2B5EF4-FFF2-40B4-BE49-F238E27FC236}">
                  <a16:creationId xmlns:a16="http://schemas.microsoft.com/office/drawing/2014/main" id="{109F9A63-B469-A077-83A1-7268C833DD38}"/>
                </a:ext>
              </a:extLst>
            </p:cNvPr>
            <p:cNvSpPr/>
            <p:nvPr/>
          </p:nvSpPr>
          <p:spPr>
            <a:xfrm>
              <a:off x="-24499695" y="26325329"/>
              <a:ext cx="586456" cy="1080452"/>
            </a:xfrm>
            <a:custGeom>
              <a:avLst/>
              <a:gdLst>
                <a:gd name="connsiteX0" fmla="*/ 548858 w 586456"/>
                <a:gd name="connsiteY0" fmla="*/ 0 h 1080452"/>
                <a:gd name="connsiteX1" fmla="*/ 586457 w 586456"/>
                <a:gd name="connsiteY1" fmla="*/ 36544 h 1080452"/>
                <a:gd name="connsiteX2" fmla="*/ 586457 w 586456"/>
                <a:gd name="connsiteY2" fmla="*/ 130302 h 1080452"/>
                <a:gd name="connsiteX3" fmla="*/ 548858 w 586456"/>
                <a:gd name="connsiteY3" fmla="*/ 166846 h 1080452"/>
                <a:gd name="connsiteX4" fmla="*/ 298312 w 586456"/>
                <a:gd name="connsiteY4" fmla="*/ 166846 h 1080452"/>
                <a:gd name="connsiteX5" fmla="*/ 205551 w 586456"/>
                <a:gd name="connsiteY5" fmla="*/ 257009 h 1080452"/>
                <a:gd name="connsiteX6" fmla="*/ 205551 w 586456"/>
                <a:gd name="connsiteY6" fmla="*/ 440329 h 1080452"/>
                <a:gd name="connsiteX7" fmla="*/ 526054 w 586456"/>
                <a:gd name="connsiteY7" fmla="*/ 440329 h 1080452"/>
                <a:gd name="connsiteX8" fmla="*/ 563652 w 586456"/>
                <a:gd name="connsiteY8" fmla="*/ 476873 h 1080452"/>
                <a:gd name="connsiteX9" fmla="*/ 563652 w 586456"/>
                <a:gd name="connsiteY9" fmla="*/ 570630 h 1080452"/>
                <a:gd name="connsiteX10" fmla="*/ 524513 w 586456"/>
                <a:gd name="connsiteY10" fmla="*/ 608672 h 1080452"/>
                <a:gd name="connsiteX11" fmla="*/ 205859 w 586456"/>
                <a:gd name="connsiteY11" fmla="*/ 608672 h 1080452"/>
                <a:gd name="connsiteX12" fmla="*/ 205859 w 586456"/>
                <a:gd name="connsiteY12" fmla="*/ 1042411 h 1080452"/>
                <a:gd name="connsiteX13" fmla="*/ 166720 w 586456"/>
                <a:gd name="connsiteY13" fmla="*/ 1080453 h 1080452"/>
                <a:gd name="connsiteX14" fmla="*/ 37596 w 586456"/>
                <a:gd name="connsiteY14" fmla="*/ 1080453 h 1080452"/>
                <a:gd name="connsiteX15" fmla="*/ 0 w 586456"/>
                <a:gd name="connsiteY15" fmla="*/ 1042411 h 1080452"/>
                <a:gd name="connsiteX16" fmla="*/ 0 w 586456"/>
                <a:gd name="connsiteY16" fmla="*/ 252216 h 1080452"/>
                <a:gd name="connsiteX17" fmla="*/ 259481 w 586456"/>
                <a:gd name="connsiteY17" fmla="*/ 0 h 1080452"/>
                <a:gd name="connsiteX18" fmla="*/ 549475 w 586456"/>
                <a:gd name="connsiteY18" fmla="*/ 0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86456" h="1080452">
                  <a:moveTo>
                    <a:pt x="548858" y="0"/>
                  </a:moveTo>
                  <a:cubicBezTo>
                    <a:pt x="569507" y="0"/>
                    <a:pt x="586457" y="16475"/>
                    <a:pt x="586457" y="36544"/>
                  </a:cubicBezTo>
                  <a:lnTo>
                    <a:pt x="586457" y="130302"/>
                  </a:lnTo>
                  <a:cubicBezTo>
                    <a:pt x="586457" y="150371"/>
                    <a:pt x="569507" y="166846"/>
                    <a:pt x="548858" y="166846"/>
                  </a:cubicBezTo>
                  <a:lnTo>
                    <a:pt x="298312" y="166846"/>
                  </a:lnTo>
                  <a:cubicBezTo>
                    <a:pt x="247157" y="166846"/>
                    <a:pt x="205551" y="207284"/>
                    <a:pt x="205551" y="257009"/>
                  </a:cubicBezTo>
                  <a:lnTo>
                    <a:pt x="205551" y="440329"/>
                  </a:lnTo>
                  <a:lnTo>
                    <a:pt x="526054" y="440329"/>
                  </a:lnTo>
                  <a:cubicBezTo>
                    <a:pt x="552250" y="440329"/>
                    <a:pt x="563652" y="449915"/>
                    <a:pt x="563652" y="476873"/>
                  </a:cubicBezTo>
                  <a:lnTo>
                    <a:pt x="563652" y="570630"/>
                  </a:lnTo>
                  <a:cubicBezTo>
                    <a:pt x="563652" y="591598"/>
                    <a:pt x="546086" y="608672"/>
                    <a:pt x="524513" y="608672"/>
                  </a:cubicBezTo>
                  <a:lnTo>
                    <a:pt x="205859" y="608672"/>
                  </a:lnTo>
                  <a:lnTo>
                    <a:pt x="205859" y="1042411"/>
                  </a:lnTo>
                  <a:cubicBezTo>
                    <a:pt x="205859" y="1063379"/>
                    <a:pt x="188295" y="1080453"/>
                    <a:pt x="166720" y="1080453"/>
                  </a:cubicBezTo>
                  <a:lnTo>
                    <a:pt x="37596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252216"/>
                  </a:lnTo>
                  <a:cubicBezTo>
                    <a:pt x="0" y="112928"/>
                    <a:pt x="116183" y="0"/>
                    <a:pt x="259481" y="0"/>
                  </a:cubicBezTo>
                  <a:lnTo>
                    <a:pt x="549475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1" name="手繪多邊形: 圖案 840">
              <a:extLst>
                <a:ext uri="{FF2B5EF4-FFF2-40B4-BE49-F238E27FC236}">
                  <a16:creationId xmlns:a16="http://schemas.microsoft.com/office/drawing/2014/main" id="{E20CDB98-DEA2-C1BB-2C1F-13E85AC22C28}"/>
                </a:ext>
              </a:extLst>
            </p:cNvPr>
            <p:cNvSpPr/>
            <p:nvPr/>
          </p:nvSpPr>
          <p:spPr>
            <a:xfrm>
              <a:off x="-23359218" y="26325329"/>
              <a:ext cx="759394" cy="1080452"/>
            </a:xfrm>
            <a:custGeom>
              <a:avLst/>
              <a:gdLst>
                <a:gd name="connsiteX0" fmla="*/ 448167 w 759394"/>
                <a:gd name="connsiteY0" fmla="*/ 0 h 1080452"/>
                <a:gd name="connsiteX1" fmla="*/ 495625 w 759394"/>
                <a:gd name="connsiteY1" fmla="*/ 38043 h 1080452"/>
                <a:gd name="connsiteX2" fmla="*/ 757266 w 759394"/>
                <a:gd name="connsiteY2" fmla="*/ 1042411 h 1080452"/>
                <a:gd name="connsiteX3" fmla="*/ 729529 w 759394"/>
                <a:gd name="connsiteY3" fmla="*/ 1080453 h 1080452"/>
                <a:gd name="connsiteX4" fmla="*/ 597014 w 759394"/>
                <a:gd name="connsiteY4" fmla="*/ 1080453 h 1080452"/>
                <a:gd name="connsiteX5" fmla="*/ 551096 w 759394"/>
                <a:gd name="connsiteY5" fmla="*/ 1042411 h 1080452"/>
                <a:gd name="connsiteX6" fmla="*/ 500555 w 759394"/>
                <a:gd name="connsiteY6" fmla="*/ 835726 h 1080452"/>
                <a:gd name="connsiteX7" fmla="*/ 248776 w 759394"/>
                <a:gd name="connsiteY7" fmla="*/ 835726 h 1080452"/>
                <a:gd name="connsiteX8" fmla="*/ 198235 w 759394"/>
                <a:gd name="connsiteY8" fmla="*/ 1042411 h 1080452"/>
                <a:gd name="connsiteX9" fmla="*/ 154166 w 759394"/>
                <a:gd name="connsiteY9" fmla="*/ 1080453 h 1080452"/>
                <a:gd name="connsiteX10" fmla="*/ 31513 w 759394"/>
                <a:gd name="connsiteY10" fmla="*/ 1080453 h 1080452"/>
                <a:gd name="connsiteX11" fmla="*/ 2236 w 759394"/>
                <a:gd name="connsiteY11" fmla="*/ 1042411 h 1080452"/>
                <a:gd name="connsiteX12" fmla="*/ 265417 w 759394"/>
                <a:gd name="connsiteY12" fmla="*/ 38043 h 1080452"/>
                <a:gd name="connsiteX13" fmla="*/ 312877 w 759394"/>
                <a:gd name="connsiteY13" fmla="*/ 0 h 1080452"/>
                <a:gd name="connsiteX14" fmla="*/ 448473 w 759394"/>
                <a:gd name="connsiteY14" fmla="*/ 0 h 1080452"/>
                <a:gd name="connsiteX15" fmla="*/ 415500 w 759394"/>
                <a:gd name="connsiteY15" fmla="*/ 484662 h 1080452"/>
                <a:gd name="connsiteX16" fmla="*/ 376361 w 759394"/>
                <a:gd name="connsiteY16" fmla="*/ 233644 h 1080452"/>
                <a:gd name="connsiteX17" fmla="*/ 335374 w 759394"/>
                <a:gd name="connsiteY17" fmla="*/ 484662 h 1080452"/>
                <a:gd name="connsiteX18" fmla="*/ 286375 w 759394"/>
                <a:gd name="connsiteY18" fmla="*/ 676968 h 1080452"/>
                <a:gd name="connsiteX19" fmla="*/ 462959 w 759394"/>
                <a:gd name="connsiteY19" fmla="*/ 676968 h 1080452"/>
                <a:gd name="connsiteX20" fmla="*/ 415500 w 759394"/>
                <a:gd name="connsiteY20" fmla="*/ 484662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94" h="1080452">
                  <a:moveTo>
                    <a:pt x="448167" y="0"/>
                  </a:moveTo>
                  <a:cubicBezTo>
                    <a:pt x="474361" y="0"/>
                    <a:pt x="489153" y="12581"/>
                    <a:pt x="495625" y="38043"/>
                  </a:cubicBezTo>
                  <a:lnTo>
                    <a:pt x="757266" y="1042411"/>
                  </a:lnTo>
                  <a:cubicBezTo>
                    <a:pt x="763738" y="1067873"/>
                    <a:pt x="755725" y="1080453"/>
                    <a:pt x="729529" y="1080453"/>
                  </a:cubicBezTo>
                  <a:lnTo>
                    <a:pt x="597014" y="1080453"/>
                  </a:lnTo>
                  <a:cubicBezTo>
                    <a:pt x="569279" y="1080453"/>
                    <a:pt x="557877" y="1066075"/>
                    <a:pt x="551096" y="1042411"/>
                  </a:cubicBezTo>
                  <a:lnTo>
                    <a:pt x="500555" y="835726"/>
                  </a:lnTo>
                  <a:lnTo>
                    <a:pt x="248776" y="835726"/>
                  </a:lnTo>
                  <a:lnTo>
                    <a:pt x="198235" y="1042411"/>
                  </a:lnTo>
                  <a:cubicBezTo>
                    <a:pt x="191765" y="1066374"/>
                    <a:pt x="180362" y="1080453"/>
                    <a:pt x="154166" y="1080453"/>
                  </a:cubicBezTo>
                  <a:lnTo>
                    <a:pt x="31513" y="1080453"/>
                  </a:lnTo>
                  <a:cubicBezTo>
                    <a:pt x="3777" y="1080453"/>
                    <a:pt x="-4543" y="1067873"/>
                    <a:pt x="2236" y="1042411"/>
                  </a:cubicBezTo>
                  <a:lnTo>
                    <a:pt x="265417" y="38043"/>
                  </a:lnTo>
                  <a:cubicBezTo>
                    <a:pt x="271889" y="12581"/>
                    <a:pt x="286681" y="0"/>
                    <a:pt x="312877" y="0"/>
                  </a:cubicBezTo>
                  <a:lnTo>
                    <a:pt x="448473" y="0"/>
                  </a:lnTo>
                  <a:close/>
                  <a:moveTo>
                    <a:pt x="415500" y="484662"/>
                  </a:moveTo>
                  <a:cubicBezTo>
                    <a:pt x="399166" y="421159"/>
                    <a:pt x="379442" y="265396"/>
                    <a:pt x="376361" y="233644"/>
                  </a:cubicBezTo>
                  <a:cubicBezTo>
                    <a:pt x="371429" y="271686"/>
                    <a:pt x="351708" y="422656"/>
                    <a:pt x="335374" y="484662"/>
                  </a:cubicBezTo>
                  <a:lnTo>
                    <a:pt x="286375" y="676968"/>
                  </a:lnTo>
                  <a:lnTo>
                    <a:pt x="462959" y="676968"/>
                  </a:lnTo>
                  <a:lnTo>
                    <a:pt x="415500" y="4846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2" name="手繪多邊形: 圖案 841">
              <a:extLst>
                <a:ext uri="{FF2B5EF4-FFF2-40B4-BE49-F238E27FC236}">
                  <a16:creationId xmlns:a16="http://schemas.microsoft.com/office/drawing/2014/main" id="{2E6A9291-AED8-A6A0-A635-A72473A37054}"/>
                </a:ext>
              </a:extLst>
            </p:cNvPr>
            <p:cNvSpPr/>
            <p:nvPr/>
          </p:nvSpPr>
          <p:spPr>
            <a:xfrm>
              <a:off x="-21941533" y="26325329"/>
              <a:ext cx="694934" cy="1080452"/>
            </a:xfrm>
            <a:custGeom>
              <a:avLst/>
              <a:gdLst>
                <a:gd name="connsiteX0" fmla="*/ 694935 w 694934"/>
                <a:gd name="connsiteY0" fmla="*/ 1042411 h 1080452"/>
                <a:gd name="connsiteX1" fmla="*/ 658879 w 694934"/>
                <a:gd name="connsiteY1" fmla="*/ 1080453 h 1080452"/>
                <a:gd name="connsiteX2" fmla="*/ 537766 w 694934"/>
                <a:gd name="connsiteY2" fmla="*/ 1080453 h 1080452"/>
                <a:gd name="connsiteX3" fmla="*/ 500170 w 694934"/>
                <a:gd name="connsiteY3" fmla="*/ 1058287 h 1080452"/>
                <a:gd name="connsiteX4" fmla="*/ 241919 w 694934"/>
                <a:gd name="connsiteY4" fmla="*/ 537082 h 1080452"/>
                <a:gd name="connsiteX5" fmla="*/ 189529 w 694934"/>
                <a:gd name="connsiteY5" fmla="*/ 416366 h 1080452"/>
                <a:gd name="connsiteX6" fmla="*/ 189529 w 694934"/>
                <a:gd name="connsiteY6" fmla="*/ 1042411 h 1080452"/>
                <a:gd name="connsiteX7" fmla="*/ 153473 w 694934"/>
                <a:gd name="connsiteY7" fmla="*/ 1080453 h 1080452"/>
                <a:gd name="connsiteX8" fmla="*/ 39139 w 694934"/>
                <a:gd name="connsiteY8" fmla="*/ 1080453 h 1080452"/>
                <a:gd name="connsiteX9" fmla="*/ 0 w 694934"/>
                <a:gd name="connsiteY9" fmla="*/ 1042411 h 1080452"/>
                <a:gd name="connsiteX10" fmla="*/ 0 w 694934"/>
                <a:gd name="connsiteY10" fmla="*/ 38043 h 1080452"/>
                <a:gd name="connsiteX11" fmla="*/ 39139 w 694934"/>
                <a:gd name="connsiteY11" fmla="*/ 0 h 1080452"/>
                <a:gd name="connsiteX12" fmla="*/ 161792 w 694934"/>
                <a:gd name="connsiteY12" fmla="*/ 0 h 1080452"/>
                <a:gd name="connsiteX13" fmla="*/ 195999 w 694934"/>
                <a:gd name="connsiteY13" fmla="*/ 20669 h 1080452"/>
                <a:gd name="connsiteX14" fmla="*/ 462571 w 694934"/>
                <a:gd name="connsiteY14" fmla="*/ 552958 h 1080452"/>
                <a:gd name="connsiteX15" fmla="*/ 506640 w 694934"/>
                <a:gd name="connsiteY15" fmla="*/ 661092 h 1080452"/>
                <a:gd name="connsiteX16" fmla="*/ 506640 w 694934"/>
                <a:gd name="connsiteY16" fmla="*/ 38043 h 1080452"/>
                <a:gd name="connsiteX17" fmla="*/ 544239 w 694934"/>
                <a:gd name="connsiteY17" fmla="*/ 0 h 1080452"/>
                <a:gd name="connsiteX18" fmla="*/ 658570 w 694934"/>
                <a:gd name="connsiteY18" fmla="*/ 0 h 1080452"/>
                <a:gd name="connsiteX19" fmla="*/ 694628 w 694934"/>
                <a:gd name="connsiteY19" fmla="*/ 38043 h 1080452"/>
                <a:gd name="connsiteX20" fmla="*/ 694628 w 694934"/>
                <a:gd name="connsiteY20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2">
                  <a:moveTo>
                    <a:pt x="694935" y="1042411"/>
                  </a:moveTo>
                  <a:cubicBezTo>
                    <a:pt x="694935" y="1069370"/>
                    <a:pt x="686615" y="1080453"/>
                    <a:pt x="658879" y="1080453"/>
                  </a:cubicBezTo>
                  <a:lnTo>
                    <a:pt x="537766" y="1080453"/>
                  </a:lnTo>
                  <a:cubicBezTo>
                    <a:pt x="516502" y="1080453"/>
                    <a:pt x="508489" y="1074163"/>
                    <a:pt x="500170" y="1058287"/>
                  </a:cubicBezTo>
                  <a:lnTo>
                    <a:pt x="241919" y="537082"/>
                  </a:lnTo>
                  <a:cubicBezTo>
                    <a:pt x="222195" y="499039"/>
                    <a:pt x="202780" y="455905"/>
                    <a:pt x="189529" y="416366"/>
                  </a:cubicBezTo>
                  <a:lnTo>
                    <a:pt x="189529" y="1042411"/>
                  </a:lnTo>
                  <a:cubicBezTo>
                    <a:pt x="189529" y="1069370"/>
                    <a:pt x="179667" y="1080453"/>
                    <a:pt x="153473" y="1080453"/>
                  </a:cubicBezTo>
                  <a:lnTo>
                    <a:pt x="39139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9" y="0"/>
                  </a:cubicBezTo>
                  <a:lnTo>
                    <a:pt x="161792" y="0"/>
                  </a:lnTo>
                  <a:cubicBezTo>
                    <a:pt x="179667" y="0"/>
                    <a:pt x="187988" y="6291"/>
                    <a:pt x="195999" y="20669"/>
                  </a:cubicBezTo>
                  <a:lnTo>
                    <a:pt x="462571" y="552958"/>
                  </a:lnTo>
                  <a:cubicBezTo>
                    <a:pt x="478906" y="584709"/>
                    <a:pt x="495238" y="627544"/>
                    <a:pt x="506640" y="661092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9" y="0"/>
                  </a:cubicBezTo>
                  <a:lnTo>
                    <a:pt x="658570" y="0"/>
                  </a:lnTo>
                  <a:cubicBezTo>
                    <a:pt x="686307" y="0"/>
                    <a:pt x="694628" y="11084"/>
                    <a:pt x="694628" y="38043"/>
                  </a:cubicBezTo>
                  <a:lnTo>
                    <a:pt x="694628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3" name="手繪多邊形: 圖案 842">
              <a:extLst>
                <a:ext uri="{FF2B5EF4-FFF2-40B4-BE49-F238E27FC236}">
                  <a16:creationId xmlns:a16="http://schemas.microsoft.com/office/drawing/2014/main" id="{5F185C5C-26B0-3D5A-9E0E-FD3B742DA4B3}"/>
                </a:ext>
              </a:extLst>
            </p:cNvPr>
            <p:cNvSpPr/>
            <p:nvPr/>
          </p:nvSpPr>
          <p:spPr>
            <a:xfrm>
              <a:off x="-20522693" y="26312748"/>
              <a:ext cx="670587" cy="1105913"/>
            </a:xfrm>
            <a:custGeom>
              <a:avLst/>
              <a:gdLst>
                <a:gd name="connsiteX0" fmla="*/ 631451 w 670587"/>
                <a:gd name="connsiteY0" fmla="*/ 532288 h 1105913"/>
                <a:gd name="connsiteX1" fmla="*/ 670588 w 670587"/>
                <a:gd name="connsiteY1" fmla="*/ 568832 h 1105913"/>
                <a:gd name="connsiteX2" fmla="*/ 670588 w 670587"/>
                <a:gd name="connsiteY2" fmla="*/ 861187 h 1105913"/>
                <a:gd name="connsiteX3" fmla="*/ 335293 w 670587"/>
                <a:gd name="connsiteY3" fmla="*/ 1105913 h 1105913"/>
                <a:gd name="connsiteX4" fmla="*/ 0 w 670587"/>
                <a:gd name="connsiteY4" fmla="*/ 861187 h 1105913"/>
                <a:gd name="connsiteX5" fmla="*/ 0 w 670587"/>
                <a:gd name="connsiteY5" fmla="*/ 244726 h 1105913"/>
                <a:gd name="connsiteX6" fmla="*/ 335293 w 670587"/>
                <a:gd name="connsiteY6" fmla="*/ 0 h 1105913"/>
                <a:gd name="connsiteX7" fmla="*/ 670588 w 670587"/>
                <a:gd name="connsiteY7" fmla="*/ 244726 h 1105913"/>
                <a:gd name="connsiteX8" fmla="*/ 670588 w 670587"/>
                <a:gd name="connsiteY8" fmla="*/ 319313 h 1105913"/>
                <a:gd name="connsiteX9" fmla="*/ 634532 w 670587"/>
                <a:gd name="connsiteY9" fmla="*/ 357355 h 1105913"/>
                <a:gd name="connsiteX10" fmla="*/ 508796 w 670587"/>
                <a:gd name="connsiteY10" fmla="*/ 357355 h 1105913"/>
                <a:gd name="connsiteX11" fmla="*/ 471199 w 670587"/>
                <a:gd name="connsiteY11" fmla="*/ 319313 h 1105913"/>
                <a:gd name="connsiteX12" fmla="*/ 471199 w 670587"/>
                <a:gd name="connsiteY12" fmla="*/ 265395 h 1105913"/>
                <a:gd name="connsiteX13" fmla="*/ 337144 w 670587"/>
                <a:gd name="connsiteY13" fmla="*/ 166846 h 1105913"/>
                <a:gd name="connsiteX14" fmla="*/ 204627 w 670587"/>
                <a:gd name="connsiteY14" fmla="*/ 265395 h 1105913"/>
                <a:gd name="connsiteX15" fmla="*/ 204627 w 670587"/>
                <a:gd name="connsiteY15" fmla="*/ 840518 h 1105913"/>
                <a:gd name="connsiteX16" fmla="*/ 337144 w 670587"/>
                <a:gd name="connsiteY16" fmla="*/ 939068 h 1105913"/>
                <a:gd name="connsiteX17" fmla="*/ 471199 w 670587"/>
                <a:gd name="connsiteY17" fmla="*/ 842016 h 1105913"/>
                <a:gd name="connsiteX18" fmla="*/ 471199 w 670587"/>
                <a:gd name="connsiteY18" fmla="*/ 699134 h 1105913"/>
                <a:gd name="connsiteX19" fmla="*/ 350087 w 670587"/>
                <a:gd name="connsiteY19" fmla="*/ 699134 h 1105913"/>
                <a:gd name="connsiteX20" fmla="*/ 312488 w 670587"/>
                <a:gd name="connsiteY20" fmla="*/ 662590 h 1105913"/>
                <a:gd name="connsiteX21" fmla="*/ 312488 w 670587"/>
                <a:gd name="connsiteY21" fmla="*/ 568832 h 1105913"/>
                <a:gd name="connsiteX22" fmla="*/ 350087 w 670587"/>
                <a:gd name="connsiteY22" fmla="*/ 532288 h 1105913"/>
                <a:gd name="connsiteX23" fmla="*/ 631142 w 670587"/>
                <a:gd name="connsiteY23" fmla="*/ 532288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0587" h="1105913">
                  <a:moveTo>
                    <a:pt x="631451" y="532288"/>
                  </a:moveTo>
                  <a:cubicBezTo>
                    <a:pt x="657645" y="532288"/>
                    <a:pt x="670588" y="543371"/>
                    <a:pt x="670588" y="568832"/>
                  </a:cubicBezTo>
                  <a:lnTo>
                    <a:pt x="670588" y="861187"/>
                  </a:lnTo>
                  <a:cubicBezTo>
                    <a:pt x="670588" y="988193"/>
                    <a:pt x="593853" y="1105913"/>
                    <a:pt x="335293" y="1105913"/>
                  </a:cubicBezTo>
                  <a:cubicBezTo>
                    <a:pt x="76735" y="1105913"/>
                    <a:pt x="0" y="988193"/>
                    <a:pt x="0" y="861187"/>
                  </a:cubicBezTo>
                  <a:lnTo>
                    <a:pt x="0" y="244726"/>
                  </a:lnTo>
                  <a:cubicBezTo>
                    <a:pt x="0" y="117720"/>
                    <a:pt x="75195" y="0"/>
                    <a:pt x="335293" y="0"/>
                  </a:cubicBezTo>
                  <a:cubicBezTo>
                    <a:pt x="595393" y="0"/>
                    <a:pt x="670588" y="117720"/>
                    <a:pt x="670588" y="244726"/>
                  </a:cubicBezTo>
                  <a:lnTo>
                    <a:pt x="670588" y="319313"/>
                  </a:lnTo>
                  <a:cubicBezTo>
                    <a:pt x="670588" y="346272"/>
                    <a:pt x="662268" y="357355"/>
                    <a:pt x="634532" y="357355"/>
                  </a:cubicBezTo>
                  <a:lnTo>
                    <a:pt x="508796" y="357355"/>
                  </a:lnTo>
                  <a:cubicBezTo>
                    <a:pt x="481061" y="357355"/>
                    <a:pt x="471199" y="346272"/>
                    <a:pt x="471199" y="319313"/>
                  </a:cubicBezTo>
                  <a:lnTo>
                    <a:pt x="471199" y="265395"/>
                  </a:lnTo>
                  <a:cubicBezTo>
                    <a:pt x="471199" y="200095"/>
                    <a:pt x="427131" y="166846"/>
                    <a:pt x="337144" y="166846"/>
                  </a:cubicBezTo>
                  <a:cubicBezTo>
                    <a:pt x="247155" y="166846"/>
                    <a:pt x="204627" y="200095"/>
                    <a:pt x="204627" y="265395"/>
                  </a:cubicBezTo>
                  <a:lnTo>
                    <a:pt x="204627" y="840518"/>
                  </a:lnTo>
                  <a:cubicBezTo>
                    <a:pt x="204627" y="905819"/>
                    <a:pt x="248696" y="939068"/>
                    <a:pt x="337144" y="939068"/>
                  </a:cubicBezTo>
                  <a:cubicBezTo>
                    <a:pt x="425590" y="939068"/>
                    <a:pt x="471199" y="905819"/>
                    <a:pt x="471199" y="842016"/>
                  </a:cubicBezTo>
                  <a:lnTo>
                    <a:pt x="471199" y="699134"/>
                  </a:lnTo>
                  <a:lnTo>
                    <a:pt x="350087" y="699134"/>
                  </a:lnTo>
                  <a:cubicBezTo>
                    <a:pt x="323891" y="699134"/>
                    <a:pt x="312488" y="688051"/>
                    <a:pt x="312488" y="662590"/>
                  </a:cubicBezTo>
                  <a:lnTo>
                    <a:pt x="312488" y="568832"/>
                  </a:lnTo>
                  <a:cubicBezTo>
                    <a:pt x="312488" y="543371"/>
                    <a:pt x="323891" y="532288"/>
                    <a:pt x="350087" y="532288"/>
                  </a:cubicBezTo>
                  <a:lnTo>
                    <a:pt x="631142" y="532288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4" name="手繪多邊形: 圖案 843">
              <a:extLst>
                <a:ext uri="{FF2B5EF4-FFF2-40B4-BE49-F238E27FC236}">
                  <a16:creationId xmlns:a16="http://schemas.microsoft.com/office/drawing/2014/main" id="{318E154A-C430-0B87-73E0-E11A559BE81E}"/>
                </a:ext>
              </a:extLst>
            </p:cNvPr>
            <p:cNvSpPr/>
            <p:nvPr/>
          </p:nvSpPr>
          <p:spPr>
            <a:xfrm>
              <a:off x="-18322014" y="26325329"/>
              <a:ext cx="682292" cy="1080752"/>
            </a:xfrm>
            <a:custGeom>
              <a:avLst/>
              <a:gdLst>
                <a:gd name="connsiteX0" fmla="*/ 37596 w 682292"/>
                <a:gd name="connsiteY0" fmla="*/ 1080453 h 1080752"/>
                <a:gd name="connsiteX1" fmla="*/ 0 w 682292"/>
                <a:gd name="connsiteY1" fmla="*/ 1042411 h 1080752"/>
                <a:gd name="connsiteX2" fmla="*/ 0 w 682292"/>
                <a:gd name="connsiteY2" fmla="*/ 38043 h 1080752"/>
                <a:gd name="connsiteX3" fmla="*/ 37596 w 682292"/>
                <a:gd name="connsiteY3" fmla="*/ 0 h 1080752"/>
                <a:gd name="connsiteX4" fmla="*/ 335295 w 682292"/>
                <a:gd name="connsiteY4" fmla="*/ 0 h 1080752"/>
                <a:gd name="connsiteX5" fmla="*/ 680143 w 682292"/>
                <a:gd name="connsiteY5" fmla="*/ 244727 h 1080752"/>
                <a:gd name="connsiteX6" fmla="*/ 680143 w 682292"/>
                <a:gd name="connsiteY6" fmla="*/ 421159 h 1080752"/>
                <a:gd name="connsiteX7" fmla="*/ 529753 w 682292"/>
                <a:gd name="connsiteY7" fmla="*/ 632636 h 1080752"/>
                <a:gd name="connsiteX8" fmla="*/ 680143 w 682292"/>
                <a:gd name="connsiteY8" fmla="*/ 1042711 h 1080752"/>
                <a:gd name="connsiteX9" fmla="*/ 644087 w 682292"/>
                <a:gd name="connsiteY9" fmla="*/ 1080753 h 1080752"/>
                <a:gd name="connsiteX10" fmla="*/ 503559 w 682292"/>
                <a:gd name="connsiteY10" fmla="*/ 1080753 h 1080752"/>
                <a:gd name="connsiteX11" fmla="*/ 461031 w 682292"/>
                <a:gd name="connsiteY11" fmla="*/ 1042711 h 1080752"/>
                <a:gd name="connsiteX12" fmla="*/ 328514 w 682292"/>
                <a:gd name="connsiteY12" fmla="*/ 664388 h 1080752"/>
                <a:gd name="connsiteX13" fmla="*/ 204320 w 682292"/>
                <a:gd name="connsiteY13" fmla="*/ 664388 h 1080752"/>
                <a:gd name="connsiteX14" fmla="*/ 204320 w 682292"/>
                <a:gd name="connsiteY14" fmla="*/ 1042711 h 1080752"/>
                <a:gd name="connsiteX15" fmla="*/ 168264 w 682292"/>
                <a:gd name="connsiteY15" fmla="*/ 1080753 h 1080752"/>
                <a:gd name="connsiteX16" fmla="*/ 37596 w 682292"/>
                <a:gd name="connsiteY16" fmla="*/ 1080753 h 1080752"/>
                <a:gd name="connsiteX17" fmla="*/ 204629 w 682292"/>
                <a:gd name="connsiteY17" fmla="*/ 166846 h 1080752"/>
                <a:gd name="connsiteX18" fmla="*/ 204629 w 682292"/>
                <a:gd name="connsiteY18" fmla="*/ 499039 h 1080752"/>
                <a:gd name="connsiteX19" fmla="*/ 335295 w 682292"/>
                <a:gd name="connsiteY19" fmla="*/ 499039 h 1080752"/>
                <a:gd name="connsiteX20" fmla="*/ 477672 w 682292"/>
                <a:gd name="connsiteY20" fmla="*/ 398992 h 1080752"/>
                <a:gd name="connsiteX21" fmla="*/ 477672 w 682292"/>
                <a:gd name="connsiteY21" fmla="*/ 267193 h 1080752"/>
                <a:gd name="connsiteX22" fmla="*/ 335295 w 682292"/>
                <a:gd name="connsiteY22" fmla="*/ 167146 h 1080752"/>
                <a:gd name="connsiteX23" fmla="*/ 204629 w 682292"/>
                <a:gd name="connsiteY23" fmla="*/ 167146 h 1080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2292" h="1080752">
                  <a:moveTo>
                    <a:pt x="37596" y="1080453"/>
                  </a:move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335295" y="0"/>
                  </a:lnTo>
                  <a:cubicBezTo>
                    <a:pt x="593546" y="0"/>
                    <a:pt x="680143" y="117721"/>
                    <a:pt x="680143" y="244727"/>
                  </a:cubicBezTo>
                  <a:lnTo>
                    <a:pt x="680143" y="421159"/>
                  </a:lnTo>
                  <a:cubicBezTo>
                    <a:pt x="680143" y="506828"/>
                    <a:pt x="639155" y="589502"/>
                    <a:pt x="529753" y="632636"/>
                  </a:cubicBezTo>
                  <a:lnTo>
                    <a:pt x="680143" y="1042711"/>
                  </a:lnTo>
                  <a:cubicBezTo>
                    <a:pt x="688464" y="1066674"/>
                    <a:pt x="671822" y="1080753"/>
                    <a:pt x="644087" y="1080753"/>
                  </a:cubicBezTo>
                  <a:lnTo>
                    <a:pt x="503559" y="1080753"/>
                  </a:lnTo>
                  <a:cubicBezTo>
                    <a:pt x="477363" y="1080753"/>
                    <a:pt x="469350" y="1066374"/>
                    <a:pt x="461031" y="1042711"/>
                  </a:cubicBezTo>
                  <a:lnTo>
                    <a:pt x="328514" y="664388"/>
                  </a:lnTo>
                  <a:lnTo>
                    <a:pt x="204320" y="664388"/>
                  </a:lnTo>
                  <a:lnTo>
                    <a:pt x="204320" y="1042711"/>
                  </a:lnTo>
                  <a:cubicBezTo>
                    <a:pt x="204320" y="1069670"/>
                    <a:pt x="195999" y="1080753"/>
                    <a:pt x="168264" y="1080753"/>
                  </a:cubicBezTo>
                  <a:lnTo>
                    <a:pt x="37596" y="1080753"/>
                  </a:lnTo>
                  <a:close/>
                  <a:moveTo>
                    <a:pt x="204629" y="166846"/>
                  </a:moveTo>
                  <a:lnTo>
                    <a:pt x="204629" y="499039"/>
                  </a:lnTo>
                  <a:lnTo>
                    <a:pt x="335295" y="499039"/>
                  </a:lnTo>
                  <a:cubicBezTo>
                    <a:pt x="425282" y="499039"/>
                    <a:pt x="477672" y="463993"/>
                    <a:pt x="477672" y="398992"/>
                  </a:cubicBezTo>
                  <a:lnTo>
                    <a:pt x="477672" y="267193"/>
                  </a:lnTo>
                  <a:cubicBezTo>
                    <a:pt x="477672" y="200395"/>
                    <a:pt x="425282" y="167146"/>
                    <a:pt x="335295" y="167146"/>
                  </a:cubicBezTo>
                  <a:lnTo>
                    <a:pt x="204629" y="167146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5" name="手繪多邊形: 圖案 844">
              <a:extLst>
                <a:ext uri="{FF2B5EF4-FFF2-40B4-BE49-F238E27FC236}">
                  <a16:creationId xmlns:a16="http://schemas.microsoft.com/office/drawing/2014/main" id="{DF8AEF7F-F207-A2EC-4FD6-CBFF356FF9A3}"/>
                </a:ext>
              </a:extLst>
            </p:cNvPr>
            <p:cNvSpPr/>
            <p:nvPr/>
          </p:nvSpPr>
          <p:spPr>
            <a:xfrm>
              <a:off x="-16933993" y="26325329"/>
              <a:ext cx="568583" cy="1080452"/>
            </a:xfrm>
            <a:custGeom>
              <a:avLst/>
              <a:gdLst>
                <a:gd name="connsiteX0" fmla="*/ 37598 w 568583"/>
                <a:gd name="connsiteY0" fmla="*/ 1080453 h 1080452"/>
                <a:gd name="connsiteX1" fmla="*/ 0 w 568583"/>
                <a:gd name="connsiteY1" fmla="*/ 1042411 h 1080452"/>
                <a:gd name="connsiteX2" fmla="*/ 0 w 568583"/>
                <a:gd name="connsiteY2" fmla="*/ 38043 h 1080452"/>
                <a:gd name="connsiteX3" fmla="*/ 37598 w 568583"/>
                <a:gd name="connsiteY3" fmla="*/ 0 h 1080452"/>
                <a:gd name="connsiteX4" fmla="*/ 516502 w 568583"/>
                <a:gd name="connsiteY4" fmla="*/ 0 h 1080452"/>
                <a:gd name="connsiteX5" fmla="*/ 554100 w 568583"/>
                <a:gd name="connsiteY5" fmla="*/ 35047 h 1080452"/>
                <a:gd name="connsiteX6" fmla="*/ 554100 w 568583"/>
                <a:gd name="connsiteY6" fmla="*/ 130302 h 1080452"/>
                <a:gd name="connsiteX7" fmla="*/ 516502 w 568583"/>
                <a:gd name="connsiteY7" fmla="*/ 166846 h 1080452"/>
                <a:gd name="connsiteX8" fmla="*/ 205861 w 568583"/>
                <a:gd name="connsiteY8" fmla="*/ 166846 h 1080452"/>
                <a:gd name="connsiteX9" fmla="*/ 205861 w 568583"/>
                <a:gd name="connsiteY9" fmla="*/ 440029 h 1080452"/>
                <a:gd name="connsiteX10" fmla="*/ 491848 w 568583"/>
                <a:gd name="connsiteY10" fmla="*/ 440029 h 1080452"/>
                <a:gd name="connsiteX11" fmla="*/ 530987 w 568583"/>
                <a:gd name="connsiteY11" fmla="*/ 475076 h 1080452"/>
                <a:gd name="connsiteX12" fmla="*/ 530987 w 568583"/>
                <a:gd name="connsiteY12" fmla="*/ 564041 h 1080452"/>
                <a:gd name="connsiteX13" fmla="*/ 491848 w 568583"/>
                <a:gd name="connsiteY13" fmla="*/ 600585 h 1080452"/>
                <a:gd name="connsiteX14" fmla="*/ 205861 w 568583"/>
                <a:gd name="connsiteY14" fmla="*/ 600585 h 1080452"/>
                <a:gd name="connsiteX15" fmla="*/ 205861 w 568583"/>
                <a:gd name="connsiteY15" fmla="*/ 913607 h 1080452"/>
                <a:gd name="connsiteX16" fmla="*/ 529445 w 568583"/>
                <a:gd name="connsiteY16" fmla="*/ 913607 h 1080452"/>
                <a:gd name="connsiteX17" fmla="*/ 568584 w 568583"/>
                <a:gd name="connsiteY17" fmla="*/ 948654 h 1080452"/>
                <a:gd name="connsiteX18" fmla="*/ 568584 w 568583"/>
                <a:gd name="connsiteY18" fmla="*/ 1043908 h 1080452"/>
                <a:gd name="connsiteX19" fmla="*/ 529445 w 568583"/>
                <a:gd name="connsiteY19" fmla="*/ 1080453 h 1080452"/>
                <a:gd name="connsiteX20" fmla="*/ 37290 w 568583"/>
                <a:gd name="connsiteY20" fmla="*/ 1080453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83" h="1080452">
                  <a:moveTo>
                    <a:pt x="37598" y="1080453"/>
                  </a:move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8" y="0"/>
                  </a:cubicBezTo>
                  <a:lnTo>
                    <a:pt x="516502" y="0"/>
                  </a:lnTo>
                  <a:cubicBezTo>
                    <a:pt x="542698" y="0"/>
                    <a:pt x="554100" y="9586"/>
                    <a:pt x="554100" y="35047"/>
                  </a:cubicBezTo>
                  <a:lnTo>
                    <a:pt x="554100" y="130302"/>
                  </a:lnTo>
                  <a:cubicBezTo>
                    <a:pt x="554100" y="155763"/>
                    <a:pt x="542698" y="166846"/>
                    <a:pt x="516502" y="166846"/>
                  </a:cubicBezTo>
                  <a:lnTo>
                    <a:pt x="205861" y="166846"/>
                  </a:lnTo>
                  <a:lnTo>
                    <a:pt x="205861" y="440029"/>
                  </a:lnTo>
                  <a:lnTo>
                    <a:pt x="491848" y="440029"/>
                  </a:lnTo>
                  <a:cubicBezTo>
                    <a:pt x="519585" y="440029"/>
                    <a:pt x="530987" y="449615"/>
                    <a:pt x="530987" y="475076"/>
                  </a:cubicBezTo>
                  <a:lnTo>
                    <a:pt x="530987" y="564041"/>
                  </a:lnTo>
                  <a:cubicBezTo>
                    <a:pt x="530987" y="589502"/>
                    <a:pt x="519585" y="600585"/>
                    <a:pt x="491848" y="600585"/>
                  </a:cubicBezTo>
                  <a:lnTo>
                    <a:pt x="205861" y="600585"/>
                  </a:lnTo>
                  <a:lnTo>
                    <a:pt x="205861" y="913607"/>
                  </a:lnTo>
                  <a:lnTo>
                    <a:pt x="529445" y="913607"/>
                  </a:lnTo>
                  <a:cubicBezTo>
                    <a:pt x="557181" y="913607"/>
                    <a:pt x="568584" y="923193"/>
                    <a:pt x="568584" y="948654"/>
                  </a:cubicBezTo>
                  <a:lnTo>
                    <a:pt x="568584" y="1043908"/>
                  </a:lnTo>
                  <a:cubicBezTo>
                    <a:pt x="568584" y="1070867"/>
                    <a:pt x="557181" y="1080453"/>
                    <a:pt x="529445" y="1080453"/>
                  </a:cubicBezTo>
                  <a:lnTo>
                    <a:pt x="37290" y="1080453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6" name="手繪多邊形: 圖案 845">
              <a:extLst>
                <a:ext uri="{FF2B5EF4-FFF2-40B4-BE49-F238E27FC236}">
                  <a16:creationId xmlns:a16="http://schemas.microsoft.com/office/drawing/2014/main" id="{B263E88B-37B8-F0FC-8EDB-F5FCC8245912}"/>
                </a:ext>
              </a:extLst>
            </p:cNvPr>
            <p:cNvSpPr/>
            <p:nvPr/>
          </p:nvSpPr>
          <p:spPr>
            <a:xfrm>
              <a:off x="-15672015" y="26325329"/>
              <a:ext cx="694934" cy="1080452"/>
            </a:xfrm>
            <a:custGeom>
              <a:avLst/>
              <a:gdLst>
                <a:gd name="connsiteX0" fmla="*/ 694935 w 694934"/>
                <a:gd name="connsiteY0" fmla="*/ 1042411 h 1080452"/>
                <a:gd name="connsiteX1" fmla="*/ 658879 w 694934"/>
                <a:gd name="connsiteY1" fmla="*/ 1080453 h 1080452"/>
                <a:gd name="connsiteX2" fmla="*/ 537766 w 694934"/>
                <a:gd name="connsiteY2" fmla="*/ 1080453 h 1080452"/>
                <a:gd name="connsiteX3" fmla="*/ 500168 w 694934"/>
                <a:gd name="connsiteY3" fmla="*/ 1058287 h 1080452"/>
                <a:gd name="connsiteX4" fmla="*/ 241919 w 694934"/>
                <a:gd name="connsiteY4" fmla="*/ 537082 h 1080452"/>
                <a:gd name="connsiteX5" fmla="*/ 189529 w 694934"/>
                <a:gd name="connsiteY5" fmla="*/ 416366 h 1080452"/>
                <a:gd name="connsiteX6" fmla="*/ 189529 w 694934"/>
                <a:gd name="connsiteY6" fmla="*/ 1042411 h 1080452"/>
                <a:gd name="connsiteX7" fmla="*/ 153471 w 694934"/>
                <a:gd name="connsiteY7" fmla="*/ 1080453 h 1080452"/>
                <a:gd name="connsiteX8" fmla="*/ 39139 w 694934"/>
                <a:gd name="connsiteY8" fmla="*/ 1080453 h 1080452"/>
                <a:gd name="connsiteX9" fmla="*/ 0 w 694934"/>
                <a:gd name="connsiteY9" fmla="*/ 1042411 h 1080452"/>
                <a:gd name="connsiteX10" fmla="*/ 0 w 694934"/>
                <a:gd name="connsiteY10" fmla="*/ 38043 h 1080452"/>
                <a:gd name="connsiteX11" fmla="*/ 39139 w 694934"/>
                <a:gd name="connsiteY11" fmla="*/ 0 h 1080452"/>
                <a:gd name="connsiteX12" fmla="*/ 161792 w 694934"/>
                <a:gd name="connsiteY12" fmla="*/ 0 h 1080452"/>
                <a:gd name="connsiteX13" fmla="*/ 195999 w 694934"/>
                <a:gd name="connsiteY13" fmla="*/ 20669 h 1080452"/>
                <a:gd name="connsiteX14" fmla="*/ 462571 w 694934"/>
                <a:gd name="connsiteY14" fmla="*/ 552958 h 1080452"/>
                <a:gd name="connsiteX15" fmla="*/ 506640 w 694934"/>
                <a:gd name="connsiteY15" fmla="*/ 661092 h 1080452"/>
                <a:gd name="connsiteX16" fmla="*/ 506640 w 694934"/>
                <a:gd name="connsiteY16" fmla="*/ 38043 h 1080452"/>
                <a:gd name="connsiteX17" fmla="*/ 544239 w 694934"/>
                <a:gd name="connsiteY17" fmla="*/ 0 h 1080452"/>
                <a:gd name="connsiteX18" fmla="*/ 658570 w 694934"/>
                <a:gd name="connsiteY18" fmla="*/ 0 h 1080452"/>
                <a:gd name="connsiteX19" fmla="*/ 694628 w 694934"/>
                <a:gd name="connsiteY19" fmla="*/ 38043 h 1080452"/>
                <a:gd name="connsiteX20" fmla="*/ 694628 w 694934"/>
                <a:gd name="connsiteY20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2">
                  <a:moveTo>
                    <a:pt x="694935" y="1042411"/>
                  </a:moveTo>
                  <a:cubicBezTo>
                    <a:pt x="694935" y="1069370"/>
                    <a:pt x="686615" y="1080453"/>
                    <a:pt x="658879" y="1080453"/>
                  </a:cubicBezTo>
                  <a:lnTo>
                    <a:pt x="537766" y="1080453"/>
                  </a:lnTo>
                  <a:cubicBezTo>
                    <a:pt x="516502" y="1080453"/>
                    <a:pt x="508489" y="1074163"/>
                    <a:pt x="500168" y="1058287"/>
                  </a:cubicBezTo>
                  <a:lnTo>
                    <a:pt x="241919" y="537082"/>
                  </a:lnTo>
                  <a:cubicBezTo>
                    <a:pt x="222195" y="499039"/>
                    <a:pt x="202780" y="455905"/>
                    <a:pt x="189529" y="416366"/>
                  </a:cubicBezTo>
                  <a:lnTo>
                    <a:pt x="189529" y="1042411"/>
                  </a:lnTo>
                  <a:cubicBezTo>
                    <a:pt x="189529" y="1069370"/>
                    <a:pt x="179667" y="1080453"/>
                    <a:pt x="153471" y="1080453"/>
                  </a:cubicBezTo>
                  <a:lnTo>
                    <a:pt x="39139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9" y="0"/>
                  </a:cubicBezTo>
                  <a:lnTo>
                    <a:pt x="161792" y="0"/>
                  </a:lnTo>
                  <a:cubicBezTo>
                    <a:pt x="179667" y="0"/>
                    <a:pt x="187988" y="6291"/>
                    <a:pt x="195999" y="20669"/>
                  </a:cubicBezTo>
                  <a:lnTo>
                    <a:pt x="462571" y="552958"/>
                  </a:lnTo>
                  <a:cubicBezTo>
                    <a:pt x="478906" y="584709"/>
                    <a:pt x="495238" y="627544"/>
                    <a:pt x="506640" y="661092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9" y="0"/>
                  </a:cubicBezTo>
                  <a:lnTo>
                    <a:pt x="658570" y="0"/>
                  </a:lnTo>
                  <a:cubicBezTo>
                    <a:pt x="686307" y="0"/>
                    <a:pt x="694628" y="11084"/>
                    <a:pt x="694628" y="38043"/>
                  </a:cubicBezTo>
                  <a:lnTo>
                    <a:pt x="694628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7" name="手繪多邊形: 圖案 846">
              <a:extLst>
                <a:ext uri="{FF2B5EF4-FFF2-40B4-BE49-F238E27FC236}">
                  <a16:creationId xmlns:a16="http://schemas.microsoft.com/office/drawing/2014/main" id="{65403B56-6930-1FD0-1BEE-E03363B9D8F1}"/>
                </a:ext>
              </a:extLst>
            </p:cNvPr>
            <p:cNvSpPr/>
            <p:nvPr/>
          </p:nvSpPr>
          <p:spPr>
            <a:xfrm>
              <a:off x="-13423876" y="26325329"/>
              <a:ext cx="693394" cy="1080452"/>
            </a:xfrm>
            <a:custGeom>
              <a:avLst/>
              <a:gdLst>
                <a:gd name="connsiteX0" fmla="*/ 32667 w 693394"/>
                <a:gd name="connsiteY0" fmla="*/ 1080453 h 1080452"/>
                <a:gd name="connsiteX1" fmla="*/ 0 w 693394"/>
                <a:gd name="connsiteY1" fmla="*/ 1042411 h 1080452"/>
                <a:gd name="connsiteX2" fmla="*/ 0 w 693394"/>
                <a:gd name="connsiteY2" fmla="*/ 38043 h 1080452"/>
                <a:gd name="connsiteX3" fmla="*/ 37596 w 693394"/>
                <a:gd name="connsiteY3" fmla="*/ 0 h 1080452"/>
                <a:gd name="connsiteX4" fmla="*/ 346697 w 693394"/>
                <a:gd name="connsiteY4" fmla="*/ 0 h 1080452"/>
                <a:gd name="connsiteX5" fmla="*/ 693394 w 693394"/>
                <a:gd name="connsiteY5" fmla="*/ 244727 h 1080452"/>
                <a:gd name="connsiteX6" fmla="*/ 693394 w 693394"/>
                <a:gd name="connsiteY6" fmla="*/ 835726 h 1080452"/>
                <a:gd name="connsiteX7" fmla="*/ 346697 w 693394"/>
                <a:gd name="connsiteY7" fmla="*/ 1080453 h 1080452"/>
                <a:gd name="connsiteX8" fmla="*/ 32667 w 693394"/>
                <a:gd name="connsiteY8" fmla="*/ 1080453 h 1080452"/>
                <a:gd name="connsiteX9" fmla="*/ 206169 w 693394"/>
                <a:gd name="connsiteY9" fmla="*/ 166846 h 1080452"/>
                <a:gd name="connsiteX10" fmla="*/ 206169 w 693394"/>
                <a:gd name="connsiteY10" fmla="*/ 913607 h 1080452"/>
                <a:gd name="connsiteX11" fmla="*/ 345157 w 693394"/>
                <a:gd name="connsiteY11" fmla="*/ 913607 h 1080452"/>
                <a:gd name="connsiteX12" fmla="*/ 489074 w 693394"/>
                <a:gd name="connsiteY12" fmla="*/ 811762 h 1080452"/>
                <a:gd name="connsiteX13" fmla="*/ 489074 w 693394"/>
                <a:gd name="connsiteY13" fmla="*/ 268391 h 1080452"/>
                <a:gd name="connsiteX14" fmla="*/ 345157 w 693394"/>
                <a:gd name="connsiteY14" fmla="*/ 166547 h 1080452"/>
                <a:gd name="connsiteX15" fmla="*/ 206169 w 693394"/>
                <a:gd name="connsiteY15" fmla="*/ 166547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3394" h="1080452">
                  <a:moveTo>
                    <a:pt x="32667" y="1080453"/>
                  </a:moveTo>
                  <a:cubicBezTo>
                    <a:pt x="9862" y="1080453"/>
                    <a:pt x="0" y="1067873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346697" y="0"/>
                  </a:lnTo>
                  <a:cubicBezTo>
                    <a:pt x="604948" y="0"/>
                    <a:pt x="693394" y="117721"/>
                    <a:pt x="693394" y="244727"/>
                  </a:cubicBezTo>
                  <a:lnTo>
                    <a:pt x="693394" y="835726"/>
                  </a:lnTo>
                  <a:cubicBezTo>
                    <a:pt x="693394" y="962733"/>
                    <a:pt x="605257" y="1080453"/>
                    <a:pt x="346697" y="1080453"/>
                  </a:cubicBezTo>
                  <a:lnTo>
                    <a:pt x="32667" y="1080453"/>
                  </a:lnTo>
                  <a:close/>
                  <a:moveTo>
                    <a:pt x="206169" y="166846"/>
                  </a:moveTo>
                  <a:lnTo>
                    <a:pt x="206169" y="913607"/>
                  </a:lnTo>
                  <a:lnTo>
                    <a:pt x="345157" y="913607"/>
                  </a:lnTo>
                  <a:cubicBezTo>
                    <a:pt x="436684" y="913607"/>
                    <a:pt x="489074" y="878561"/>
                    <a:pt x="489074" y="811762"/>
                  </a:cubicBezTo>
                  <a:lnTo>
                    <a:pt x="489074" y="268391"/>
                  </a:lnTo>
                  <a:cubicBezTo>
                    <a:pt x="489074" y="201593"/>
                    <a:pt x="436684" y="166547"/>
                    <a:pt x="345157" y="166547"/>
                  </a:cubicBezTo>
                  <a:lnTo>
                    <a:pt x="206169" y="16654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8" name="手繪多邊形: 圖案 847">
              <a:extLst>
                <a:ext uri="{FF2B5EF4-FFF2-40B4-BE49-F238E27FC236}">
                  <a16:creationId xmlns:a16="http://schemas.microsoft.com/office/drawing/2014/main" id="{E212BCBC-817B-27DF-AFBE-14A09ADBF9EA}"/>
                </a:ext>
              </a:extLst>
            </p:cNvPr>
            <p:cNvSpPr/>
            <p:nvPr/>
          </p:nvSpPr>
          <p:spPr>
            <a:xfrm>
              <a:off x="-12009659" y="26325329"/>
              <a:ext cx="568583" cy="1080452"/>
            </a:xfrm>
            <a:custGeom>
              <a:avLst/>
              <a:gdLst>
                <a:gd name="connsiteX0" fmla="*/ 37596 w 568583"/>
                <a:gd name="connsiteY0" fmla="*/ 1080453 h 1080452"/>
                <a:gd name="connsiteX1" fmla="*/ 0 w 568583"/>
                <a:gd name="connsiteY1" fmla="*/ 1042411 h 1080452"/>
                <a:gd name="connsiteX2" fmla="*/ 0 w 568583"/>
                <a:gd name="connsiteY2" fmla="*/ 38043 h 1080452"/>
                <a:gd name="connsiteX3" fmla="*/ 37596 w 568583"/>
                <a:gd name="connsiteY3" fmla="*/ 0 h 1080452"/>
                <a:gd name="connsiteX4" fmla="*/ 516502 w 568583"/>
                <a:gd name="connsiteY4" fmla="*/ 0 h 1080452"/>
                <a:gd name="connsiteX5" fmla="*/ 554099 w 568583"/>
                <a:gd name="connsiteY5" fmla="*/ 35047 h 1080452"/>
                <a:gd name="connsiteX6" fmla="*/ 554099 w 568583"/>
                <a:gd name="connsiteY6" fmla="*/ 130302 h 1080452"/>
                <a:gd name="connsiteX7" fmla="*/ 516502 w 568583"/>
                <a:gd name="connsiteY7" fmla="*/ 166846 h 1080452"/>
                <a:gd name="connsiteX8" fmla="*/ 205861 w 568583"/>
                <a:gd name="connsiteY8" fmla="*/ 166846 h 1080452"/>
                <a:gd name="connsiteX9" fmla="*/ 205861 w 568583"/>
                <a:gd name="connsiteY9" fmla="*/ 440029 h 1080452"/>
                <a:gd name="connsiteX10" fmla="*/ 491847 w 568583"/>
                <a:gd name="connsiteY10" fmla="*/ 440029 h 1080452"/>
                <a:gd name="connsiteX11" fmla="*/ 530985 w 568583"/>
                <a:gd name="connsiteY11" fmla="*/ 475076 h 1080452"/>
                <a:gd name="connsiteX12" fmla="*/ 530985 w 568583"/>
                <a:gd name="connsiteY12" fmla="*/ 564041 h 1080452"/>
                <a:gd name="connsiteX13" fmla="*/ 491847 w 568583"/>
                <a:gd name="connsiteY13" fmla="*/ 600585 h 1080452"/>
                <a:gd name="connsiteX14" fmla="*/ 205861 w 568583"/>
                <a:gd name="connsiteY14" fmla="*/ 600585 h 1080452"/>
                <a:gd name="connsiteX15" fmla="*/ 205861 w 568583"/>
                <a:gd name="connsiteY15" fmla="*/ 913607 h 1080452"/>
                <a:gd name="connsiteX16" fmla="*/ 529445 w 568583"/>
                <a:gd name="connsiteY16" fmla="*/ 913607 h 1080452"/>
                <a:gd name="connsiteX17" fmla="*/ 568584 w 568583"/>
                <a:gd name="connsiteY17" fmla="*/ 948654 h 1080452"/>
                <a:gd name="connsiteX18" fmla="*/ 568584 w 568583"/>
                <a:gd name="connsiteY18" fmla="*/ 1043908 h 1080452"/>
                <a:gd name="connsiteX19" fmla="*/ 529445 w 568583"/>
                <a:gd name="connsiteY19" fmla="*/ 1080453 h 1080452"/>
                <a:gd name="connsiteX20" fmla="*/ 37288 w 568583"/>
                <a:gd name="connsiteY20" fmla="*/ 1080453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568583" h="1080452">
                  <a:moveTo>
                    <a:pt x="37596" y="1080453"/>
                  </a:move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6" y="0"/>
                  </a:cubicBezTo>
                  <a:lnTo>
                    <a:pt x="516502" y="0"/>
                  </a:lnTo>
                  <a:cubicBezTo>
                    <a:pt x="542696" y="0"/>
                    <a:pt x="554099" y="9586"/>
                    <a:pt x="554099" y="35047"/>
                  </a:cubicBezTo>
                  <a:lnTo>
                    <a:pt x="554099" y="130302"/>
                  </a:lnTo>
                  <a:cubicBezTo>
                    <a:pt x="554099" y="155763"/>
                    <a:pt x="542696" y="166846"/>
                    <a:pt x="516502" y="166846"/>
                  </a:cubicBezTo>
                  <a:lnTo>
                    <a:pt x="205861" y="166846"/>
                  </a:lnTo>
                  <a:lnTo>
                    <a:pt x="205861" y="440029"/>
                  </a:lnTo>
                  <a:lnTo>
                    <a:pt x="491847" y="440029"/>
                  </a:lnTo>
                  <a:cubicBezTo>
                    <a:pt x="519583" y="440029"/>
                    <a:pt x="530985" y="449615"/>
                    <a:pt x="530985" y="475076"/>
                  </a:cubicBezTo>
                  <a:lnTo>
                    <a:pt x="530985" y="564041"/>
                  </a:lnTo>
                  <a:cubicBezTo>
                    <a:pt x="530985" y="589502"/>
                    <a:pt x="519583" y="600585"/>
                    <a:pt x="491847" y="600585"/>
                  </a:cubicBezTo>
                  <a:lnTo>
                    <a:pt x="205861" y="600585"/>
                  </a:lnTo>
                  <a:lnTo>
                    <a:pt x="205861" y="913607"/>
                  </a:lnTo>
                  <a:lnTo>
                    <a:pt x="529445" y="913607"/>
                  </a:lnTo>
                  <a:cubicBezTo>
                    <a:pt x="557180" y="913607"/>
                    <a:pt x="568584" y="923193"/>
                    <a:pt x="568584" y="948654"/>
                  </a:cubicBezTo>
                  <a:lnTo>
                    <a:pt x="568584" y="1043908"/>
                  </a:lnTo>
                  <a:cubicBezTo>
                    <a:pt x="568584" y="1070867"/>
                    <a:pt x="557180" y="1080453"/>
                    <a:pt x="529445" y="1080453"/>
                  </a:cubicBezTo>
                  <a:lnTo>
                    <a:pt x="37288" y="1080453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49" name="手繪多邊形: 圖案 848">
              <a:extLst>
                <a:ext uri="{FF2B5EF4-FFF2-40B4-BE49-F238E27FC236}">
                  <a16:creationId xmlns:a16="http://schemas.microsoft.com/office/drawing/2014/main" id="{5D96DA2A-AA4E-68ED-E13C-54FE22B51C59}"/>
                </a:ext>
              </a:extLst>
            </p:cNvPr>
            <p:cNvSpPr/>
            <p:nvPr/>
          </p:nvSpPr>
          <p:spPr>
            <a:xfrm>
              <a:off x="-10747681" y="26325329"/>
              <a:ext cx="694934" cy="1080452"/>
            </a:xfrm>
            <a:custGeom>
              <a:avLst/>
              <a:gdLst>
                <a:gd name="connsiteX0" fmla="*/ 694935 w 694934"/>
                <a:gd name="connsiteY0" fmla="*/ 1042411 h 1080452"/>
                <a:gd name="connsiteX1" fmla="*/ 658877 w 694934"/>
                <a:gd name="connsiteY1" fmla="*/ 1080453 h 1080452"/>
                <a:gd name="connsiteX2" fmla="*/ 537764 w 694934"/>
                <a:gd name="connsiteY2" fmla="*/ 1080453 h 1080452"/>
                <a:gd name="connsiteX3" fmla="*/ 500168 w 694934"/>
                <a:gd name="connsiteY3" fmla="*/ 1058287 h 1080452"/>
                <a:gd name="connsiteX4" fmla="*/ 241917 w 694934"/>
                <a:gd name="connsiteY4" fmla="*/ 537082 h 1080452"/>
                <a:gd name="connsiteX5" fmla="*/ 189527 w 694934"/>
                <a:gd name="connsiteY5" fmla="*/ 416366 h 1080452"/>
                <a:gd name="connsiteX6" fmla="*/ 189527 w 694934"/>
                <a:gd name="connsiteY6" fmla="*/ 1042411 h 1080452"/>
                <a:gd name="connsiteX7" fmla="*/ 153471 w 694934"/>
                <a:gd name="connsiteY7" fmla="*/ 1080453 h 1080452"/>
                <a:gd name="connsiteX8" fmla="*/ 39137 w 694934"/>
                <a:gd name="connsiteY8" fmla="*/ 1080453 h 1080452"/>
                <a:gd name="connsiteX9" fmla="*/ 0 w 694934"/>
                <a:gd name="connsiteY9" fmla="*/ 1042411 h 1080452"/>
                <a:gd name="connsiteX10" fmla="*/ 0 w 694934"/>
                <a:gd name="connsiteY10" fmla="*/ 38043 h 1080452"/>
                <a:gd name="connsiteX11" fmla="*/ 39137 w 694934"/>
                <a:gd name="connsiteY11" fmla="*/ 0 h 1080452"/>
                <a:gd name="connsiteX12" fmla="*/ 161792 w 694934"/>
                <a:gd name="connsiteY12" fmla="*/ 0 h 1080452"/>
                <a:gd name="connsiteX13" fmla="*/ 195999 w 694934"/>
                <a:gd name="connsiteY13" fmla="*/ 20669 h 1080452"/>
                <a:gd name="connsiteX14" fmla="*/ 462570 w 694934"/>
                <a:gd name="connsiteY14" fmla="*/ 552958 h 1080452"/>
                <a:gd name="connsiteX15" fmla="*/ 506638 w 694934"/>
                <a:gd name="connsiteY15" fmla="*/ 661092 h 1080452"/>
                <a:gd name="connsiteX16" fmla="*/ 506638 w 694934"/>
                <a:gd name="connsiteY16" fmla="*/ 38043 h 1080452"/>
                <a:gd name="connsiteX17" fmla="*/ 544237 w 694934"/>
                <a:gd name="connsiteY17" fmla="*/ 0 h 1080452"/>
                <a:gd name="connsiteX18" fmla="*/ 658570 w 694934"/>
                <a:gd name="connsiteY18" fmla="*/ 0 h 1080452"/>
                <a:gd name="connsiteX19" fmla="*/ 694626 w 694934"/>
                <a:gd name="connsiteY19" fmla="*/ 38043 h 1080452"/>
                <a:gd name="connsiteX20" fmla="*/ 694626 w 694934"/>
                <a:gd name="connsiteY20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2">
                  <a:moveTo>
                    <a:pt x="694935" y="1042411"/>
                  </a:moveTo>
                  <a:cubicBezTo>
                    <a:pt x="694935" y="1069370"/>
                    <a:pt x="686614" y="1080453"/>
                    <a:pt x="658877" y="1080453"/>
                  </a:cubicBezTo>
                  <a:lnTo>
                    <a:pt x="537764" y="1080453"/>
                  </a:lnTo>
                  <a:cubicBezTo>
                    <a:pt x="516500" y="1080453"/>
                    <a:pt x="508489" y="1074163"/>
                    <a:pt x="500168" y="1058287"/>
                  </a:cubicBezTo>
                  <a:lnTo>
                    <a:pt x="241917" y="537082"/>
                  </a:lnTo>
                  <a:cubicBezTo>
                    <a:pt x="222193" y="499039"/>
                    <a:pt x="202778" y="455905"/>
                    <a:pt x="189527" y="416366"/>
                  </a:cubicBezTo>
                  <a:lnTo>
                    <a:pt x="189527" y="1042411"/>
                  </a:lnTo>
                  <a:cubicBezTo>
                    <a:pt x="189527" y="1069370"/>
                    <a:pt x="179665" y="1080453"/>
                    <a:pt x="153471" y="1080453"/>
                  </a:cubicBezTo>
                  <a:lnTo>
                    <a:pt x="39137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7" y="0"/>
                  </a:cubicBezTo>
                  <a:lnTo>
                    <a:pt x="161792" y="0"/>
                  </a:lnTo>
                  <a:cubicBezTo>
                    <a:pt x="179665" y="0"/>
                    <a:pt x="187986" y="6291"/>
                    <a:pt x="195999" y="20669"/>
                  </a:cubicBezTo>
                  <a:lnTo>
                    <a:pt x="462570" y="552958"/>
                  </a:lnTo>
                  <a:cubicBezTo>
                    <a:pt x="478904" y="584709"/>
                    <a:pt x="495236" y="627544"/>
                    <a:pt x="506638" y="661092"/>
                  </a:cubicBezTo>
                  <a:lnTo>
                    <a:pt x="506638" y="38043"/>
                  </a:lnTo>
                  <a:cubicBezTo>
                    <a:pt x="506638" y="11084"/>
                    <a:pt x="518043" y="0"/>
                    <a:pt x="544237" y="0"/>
                  </a:cubicBezTo>
                  <a:lnTo>
                    <a:pt x="658570" y="0"/>
                  </a:lnTo>
                  <a:cubicBezTo>
                    <a:pt x="686305" y="0"/>
                    <a:pt x="694626" y="11084"/>
                    <a:pt x="694626" y="38043"/>
                  </a:cubicBezTo>
                  <a:lnTo>
                    <a:pt x="694626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0" name="手繪多邊形: 圖案 849">
              <a:extLst>
                <a:ext uri="{FF2B5EF4-FFF2-40B4-BE49-F238E27FC236}">
                  <a16:creationId xmlns:a16="http://schemas.microsoft.com/office/drawing/2014/main" id="{A2F5F5CC-0C7A-5387-DFF2-5A985728B8CF}"/>
                </a:ext>
              </a:extLst>
            </p:cNvPr>
            <p:cNvSpPr/>
            <p:nvPr/>
          </p:nvSpPr>
          <p:spPr>
            <a:xfrm>
              <a:off x="-9395409" y="26325329"/>
              <a:ext cx="663810" cy="1080452"/>
            </a:xfrm>
            <a:custGeom>
              <a:avLst/>
              <a:gdLst>
                <a:gd name="connsiteX0" fmla="*/ 626212 w 663810"/>
                <a:gd name="connsiteY0" fmla="*/ 0 h 1080452"/>
                <a:gd name="connsiteX1" fmla="*/ 663811 w 663810"/>
                <a:gd name="connsiteY1" fmla="*/ 35047 h 1080452"/>
                <a:gd name="connsiteX2" fmla="*/ 663811 w 663810"/>
                <a:gd name="connsiteY2" fmla="*/ 130302 h 1080452"/>
                <a:gd name="connsiteX3" fmla="*/ 626212 w 663810"/>
                <a:gd name="connsiteY3" fmla="*/ 166846 h 1080452"/>
                <a:gd name="connsiteX4" fmla="*/ 434837 w 663810"/>
                <a:gd name="connsiteY4" fmla="*/ 166846 h 1080452"/>
                <a:gd name="connsiteX5" fmla="*/ 434837 w 663810"/>
                <a:gd name="connsiteY5" fmla="*/ 1042411 h 1080452"/>
                <a:gd name="connsiteX6" fmla="*/ 398779 w 663810"/>
                <a:gd name="connsiteY6" fmla="*/ 1080453 h 1080452"/>
                <a:gd name="connsiteX7" fmla="*/ 268113 w 663810"/>
                <a:gd name="connsiteY7" fmla="*/ 1080453 h 1080452"/>
                <a:gd name="connsiteX8" fmla="*/ 230516 w 663810"/>
                <a:gd name="connsiteY8" fmla="*/ 1042411 h 1080452"/>
                <a:gd name="connsiteX9" fmla="*/ 230516 w 663810"/>
                <a:gd name="connsiteY9" fmla="*/ 166846 h 1080452"/>
                <a:gd name="connsiteX10" fmla="*/ 39139 w 663810"/>
                <a:gd name="connsiteY10" fmla="*/ 166846 h 1080452"/>
                <a:gd name="connsiteX11" fmla="*/ 0 w 663810"/>
                <a:gd name="connsiteY11" fmla="*/ 130302 h 1080452"/>
                <a:gd name="connsiteX12" fmla="*/ 0 w 663810"/>
                <a:gd name="connsiteY12" fmla="*/ 35047 h 1080452"/>
                <a:gd name="connsiteX13" fmla="*/ 39139 w 663810"/>
                <a:gd name="connsiteY13" fmla="*/ 0 h 1080452"/>
                <a:gd name="connsiteX14" fmla="*/ 626212 w 663810"/>
                <a:gd name="connsiteY14" fmla="*/ 0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3810" h="1080452">
                  <a:moveTo>
                    <a:pt x="626212" y="0"/>
                  </a:moveTo>
                  <a:cubicBezTo>
                    <a:pt x="652408" y="0"/>
                    <a:pt x="663811" y="9586"/>
                    <a:pt x="663811" y="35047"/>
                  </a:cubicBezTo>
                  <a:lnTo>
                    <a:pt x="663811" y="130302"/>
                  </a:lnTo>
                  <a:cubicBezTo>
                    <a:pt x="663811" y="155763"/>
                    <a:pt x="652408" y="166846"/>
                    <a:pt x="626212" y="166846"/>
                  </a:cubicBezTo>
                  <a:lnTo>
                    <a:pt x="434837" y="166846"/>
                  </a:lnTo>
                  <a:lnTo>
                    <a:pt x="434837" y="1042411"/>
                  </a:lnTo>
                  <a:cubicBezTo>
                    <a:pt x="434837" y="1069370"/>
                    <a:pt x="424975" y="1080453"/>
                    <a:pt x="398779" y="1080453"/>
                  </a:cubicBezTo>
                  <a:lnTo>
                    <a:pt x="268113" y="1080453"/>
                  </a:lnTo>
                  <a:cubicBezTo>
                    <a:pt x="240378" y="1080453"/>
                    <a:pt x="230516" y="1069370"/>
                    <a:pt x="230516" y="1042411"/>
                  </a:cubicBezTo>
                  <a:lnTo>
                    <a:pt x="230516" y="166846"/>
                  </a:lnTo>
                  <a:lnTo>
                    <a:pt x="39139" y="166846"/>
                  </a:lnTo>
                  <a:cubicBezTo>
                    <a:pt x="11404" y="166846"/>
                    <a:pt x="0" y="155763"/>
                    <a:pt x="0" y="130302"/>
                  </a:cubicBezTo>
                  <a:lnTo>
                    <a:pt x="0" y="35047"/>
                  </a:lnTo>
                  <a:cubicBezTo>
                    <a:pt x="0" y="9586"/>
                    <a:pt x="11404" y="0"/>
                    <a:pt x="39139" y="0"/>
                  </a:cubicBezTo>
                  <a:lnTo>
                    <a:pt x="626212" y="0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1" name="手繪多邊形: 圖案 850">
              <a:extLst>
                <a:ext uri="{FF2B5EF4-FFF2-40B4-BE49-F238E27FC236}">
                  <a16:creationId xmlns:a16="http://schemas.microsoft.com/office/drawing/2014/main" id="{B668C765-25F3-F782-9A5F-BC1371486BBD}"/>
                </a:ext>
              </a:extLst>
            </p:cNvPr>
            <p:cNvSpPr/>
            <p:nvPr/>
          </p:nvSpPr>
          <p:spPr>
            <a:xfrm>
              <a:off x="-8223497" y="26325329"/>
              <a:ext cx="759395" cy="1080452"/>
            </a:xfrm>
            <a:custGeom>
              <a:avLst/>
              <a:gdLst>
                <a:gd name="connsiteX0" fmla="*/ 448167 w 759395"/>
                <a:gd name="connsiteY0" fmla="*/ 0 h 1080452"/>
                <a:gd name="connsiteX1" fmla="*/ 495625 w 759395"/>
                <a:gd name="connsiteY1" fmla="*/ 38043 h 1080452"/>
                <a:gd name="connsiteX2" fmla="*/ 757266 w 759395"/>
                <a:gd name="connsiteY2" fmla="*/ 1042411 h 1080452"/>
                <a:gd name="connsiteX3" fmla="*/ 729530 w 759395"/>
                <a:gd name="connsiteY3" fmla="*/ 1080453 h 1080452"/>
                <a:gd name="connsiteX4" fmla="*/ 597015 w 759395"/>
                <a:gd name="connsiteY4" fmla="*/ 1080453 h 1080452"/>
                <a:gd name="connsiteX5" fmla="*/ 551097 w 759395"/>
                <a:gd name="connsiteY5" fmla="*/ 1042411 h 1080452"/>
                <a:gd name="connsiteX6" fmla="*/ 500556 w 759395"/>
                <a:gd name="connsiteY6" fmla="*/ 835726 h 1080452"/>
                <a:gd name="connsiteX7" fmla="*/ 248777 w 759395"/>
                <a:gd name="connsiteY7" fmla="*/ 835726 h 1080452"/>
                <a:gd name="connsiteX8" fmla="*/ 198236 w 759395"/>
                <a:gd name="connsiteY8" fmla="*/ 1042411 h 1080452"/>
                <a:gd name="connsiteX9" fmla="*/ 154167 w 759395"/>
                <a:gd name="connsiteY9" fmla="*/ 1080453 h 1080452"/>
                <a:gd name="connsiteX10" fmla="*/ 31513 w 759395"/>
                <a:gd name="connsiteY10" fmla="*/ 1080453 h 1080452"/>
                <a:gd name="connsiteX11" fmla="*/ 2237 w 759395"/>
                <a:gd name="connsiteY11" fmla="*/ 1042411 h 1080452"/>
                <a:gd name="connsiteX12" fmla="*/ 265418 w 759395"/>
                <a:gd name="connsiteY12" fmla="*/ 38043 h 1080452"/>
                <a:gd name="connsiteX13" fmla="*/ 312877 w 759395"/>
                <a:gd name="connsiteY13" fmla="*/ 0 h 1080452"/>
                <a:gd name="connsiteX14" fmla="*/ 448474 w 759395"/>
                <a:gd name="connsiteY14" fmla="*/ 0 h 1080452"/>
                <a:gd name="connsiteX15" fmla="*/ 415500 w 759395"/>
                <a:gd name="connsiteY15" fmla="*/ 484662 h 1080452"/>
                <a:gd name="connsiteX16" fmla="*/ 376361 w 759395"/>
                <a:gd name="connsiteY16" fmla="*/ 233644 h 1080452"/>
                <a:gd name="connsiteX17" fmla="*/ 335374 w 759395"/>
                <a:gd name="connsiteY17" fmla="*/ 484662 h 1080452"/>
                <a:gd name="connsiteX18" fmla="*/ 286375 w 759395"/>
                <a:gd name="connsiteY18" fmla="*/ 676968 h 1080452"/>
                <a:gd name="connsiteX19" fmla="*/ 462958 w 759395"/>
                <a:gd name="connsiteY19" fmla="*/ 676968 h 1080452"/>
                <a:gd name="connsiteX20" fmla="*/ 415500 w 759395"/>
                <a:gd name="connsiteY20" fmla="*/ 484662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759395" h="1080452">
                  <a:moveTo>
                    <a:pt x="448167" y="0"/>
                  </a:moveTo>
                  <a:cubicBezTo>
                    <a:pt x="474361" y="0"/>
                    <a:pt x="489153" y="12581"/>
                    <a:pt x="495625" y="38043"/>
                  </a:cubicBezTo>
                  <a:lnTo>
                    <a:pt x="757266" y="1042411"/>
                  </a:lnTo>
                  <a:cubicBezTo>
                    <a:pt x="763738" y="1067873"/>
                    <a:pt x="755725" y="1080453"/>
                    <a:pt x="729530" y="1080453"/>
                  </a:cubicBezTo>
                  <a:lnTo>
                    <a:pt x="597015" y="1080453"/>
                  </a:lnTo>
                  <a:cubicBezTo>
                    <a:pt x="569279" y="1080453"/>
                    <a:pt x="557877" y="1066075"/>
                    <a:pt x="551097" y="1042411"/>
                  </a:cubicBezTo>
                  <a:lnTo>
                    <a:pt x="500556" y="835726"/>
                  </a:lnTo>
                  <a:lnTo>
                    <a:pt x="248777" y="835726"/>
                  </a:lnTo>
                  <a:lnTo>
                    <a:pt x="198236" y="1042411"/>
                  </a:lnTo>
                  <a:cubicBezTo>
                    <a:pt x="191764" y="1066374"/>
                    <a:pt x="180362" y="1080453"/>
                    <a:pt x="154167" y="1080453"/>
                  </a:cubicBezTo>
                  <a:lnTo>
                    <a:pt x="31513" y="1080453"/>
                  </a:lnTo>
                  <a:cubicBezTo>
                    <a:pt x="3777" y="1080453"/>
                    <a:pt x="-4544" y="1067873"/>
                    <a:pt x="2237" y="1042411"/>
                  </a:cubicBezTo>
                  <a:lnTo>
                    <a:pt x="265418" y="38043"/>
                  </a:lnTo>
                  <a:cubicBezTo>
                    <a:pt x="271890" y="12581"/>
                    <a:pt x="286682" y="0"/>
                    <a:pt x="312877" y="0"/>
                  </a:cubicBezTo>
                  <a:lnTo>
                    <a:pt x="448474" y="0"/>
                  </a:lnTo>
                  <a:close/>
                  <a:moveTo>
                    <a:pt x="415500" y="484662"/>
                  </a:moveTo>
                  <a:cubicBezTo>
                    <a:pt x="399167" y="421159"/>
                    <a:pt x="379443" y="265396"/>
                    <a:pt x="376361" y="233644"/>
                  </a:cubicBezTo>
                  <a:cubicBezTo>
                    <a:pt x="371430" y="271686"/>
                    <a:pt x="351708" y="422656"/>
                    <a:pt x="335374" y="484662"/>
                  </a:cubicBezTo>
                  <a:lnTo>
                    <a:pt x="286375" y="676968"/>
                  </a:lnTo>
                  <a:lnTo>
                    <a:pt x="462958" y="676968"/>
                  </a:lnTo>
                  <a:lnTo>
                    <a:pt x="415500" y="484662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2" name="手繪多邊形: 圖案 851">
              <a:extLst>
                <a:ext uri="{FF2B5EF4-FFF2-40B4-BE49-F238E27FC236}">
                  <a16:creationId xmlns:a16="http://schemas.microsoft.com/office/drawing/2014/main" id="{223E568E-9D0C-8BB6-4EF3-61F09BD32A66}"/>
                </a:ext>
              </a:extLst>
            </p:cNvPr>
            <p:cNvSpPr/>
            <p:nvPr/>
          </p:nvSpPr>
          <p:spPr>
            <a:xfrm>
              <a:off x="-6805811" y="26325329"/>
              <a:ext cx="542696" cy="1080452"/>
            </a:xfrm>
            <a:custGeom>
              <a:avLst/>
              <a:gdLst>
                <a:gd name="connsiteX0" fmla="*/ 205861 w 542696"/>
                <a:gd name="connsiteY0" fmla="*/ 913607 h 1080452"/>
                <a:gd name="connsiteX1" fmla="*/ 503558 w 542696"/>
                <a:gd name="connsiteY1" fmla="*/ 913607 h 1080452"/>
                <a:gd name="connsiteX2" fmla="*/ 542696 w 542696"/>
                <a:gd name="connsiteY2" fmla="*/ 948654 h 1080452"/>
                <a:gd name="connsiteX3" fmla="*/ 542696 w 542696"/>
                <a:gd name="connsiteY3" fmla="*/ 1043908 h 1080452"/>
                <a:gd name="connsiteX4" fmla="*/ 503558 w 542696"/>
                <a:gd name="connsiteY4" fmla="*/ 1080453 h 1080452"/>
                <a:gd name="connsiteX5" fmla="*/ 32667 w 542696"/>
                <a:gd name="connsiteY5" fmla="*/ 1080453 h 1080452"/>
                <a:gd name="connsiteX6" fmla="*/ 0 w 542696"/>
                <a:gd name="connsiteY6" fmla="*/ 1042411 h 1080452"/>
                <a:gd name="connsiteX7" fmla="*/ 0 w 542696"/>
                <a:gd name="connsiteY7" fmla="*/ 38043 h 1080452"/>
                <a:gd name="connsiteX8" fmla="*/ 37597 w 542696"/>
                <a:gd name="connsiteY8" fmla="*/ 0 h 1080452"/>
                <a:gd name="connsiteX9" fmla="*/ 170112 w 542696"/>
                <a:gd name="connsiteY9" fmla="*/ 0 h 1080452"/>
                <a:gd name="connsiteX10" fmla="*/ 206169 w 542696"/>
                <a:gd name="connsiteY10" fmla="*/ 38043 h 1080452"/>
                <a:gd name="connsiteX11" fmla="*/ 206169 w 542696"/>
                <a:gd name="connsiteY11" fmla="*/ 913607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96" h="1080452">
                  <a:moveTo>
                    <a:pt x="205861" y="913607"/>
                  </a:moveTo>
                  <a:lnTo>
                    <a:pt x="503558" y="913607"/>
                  </a:lnTo>
                  <a:cubicBezTo>
                    <a:pt x="529753" y="913607"/>
                    <a:pt x="542696" y="923193"/>
                    <a:pt x="542696" y="948654"/>
                  </a:cubicBezTo>
                  <a:lnTo>
                    <a:pt x="542696" y="1043908"/>
                  </a:lnTo>
                  <a:cubicBezTo>
                    <a:pt x="542696" y="1070867"/>
                    <a:pt x="529753" y="1080453"/>
                    <a:pt x="503558" y="1080453"/>
                  </a:cubicBezTo>
                  <a:lnTo>
                    <a:pt x="32667" y="1080453"/>
                  </a:lnTo>
                  <a:cubicBezTo>
                    <a:pt x="11402" y="1080453"/>
                    <a:pt x="0" y="1067873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91360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3" name="手繪多邊形: 圖案 852">
              <a:extLst>
                <a:ext uri="{FF2B5EF4-FFF2-40B4-BE49-F238E27FC236}">
                  <a16:creationId xmlns:a16="http://schemas.microsoft.com/office/drawing/2014/main" id="{08FA5A38-F0E0-14FB-077C-F12113AB9BB6}"/>
                </a:ext>
              </a:extLst>
            </p:cNvPr>
            <p:cNvSpPr/>
            <p:nvPr/>
          </p:nvSpPr>
          <p:spPr>
            <a:xfrm>
              <a:off x="-4827634" y="26312748"/>
              <a:ext cx="668739" cy="1105913"/>
            </a:xfrm>
            <a:custGeom>
              <a:avLst/>
              <a:gdLst>
                <a:gd name="connsiteX0" fmla="*/ 668740 w 668739"/>
                <a:gd name="connsiteY0" fmla="*/ 861187 h 1105913"/>
                <a:gd name="connsiteX1" fmla="*/ 333446 w 668739"/>
                <a:gd name="connsiteY1" fmla="*/ 1105913 h 1105913"/>
                <a:gd name="connsiteX2" fmla="*/ 0 w 668739"/>
                <a:gd name="connsiteY2" fmla="*/ 861187 h 1105913"/>
                <a:gd name="connsiteX3" fmla="*/ 0 w 668739"/>
                <a:gd name="connsiteY3" fmla="*/ 244726 h 1105913"/>
                <a:gd name="connsiteX4" fmla="*/ 333446 w 668739"/>
                <a:gd name="connsiteY4" fmla="*/ 0 h 1105913"/>
                <a:gd name="connsiteX5" fmla="*/ 668740 w 668739"/>
                <a:gd name="connsiteY5" fmla="*/ 244726 h 1105913"/>
                <a:gd name="connsiteX6" fmla="*/ 668740 w 668739"/>
                <a:gd name="connsiteY6" fmla="*/ 332193 h 1105913"/>
                <a:gd name="connsiteX7" fmla="*/ 632684 w 668739"/>
                <a:gd name="connsiteY7" fmla="*/ 370235 h 1105913"/>
                <a:gd name="connsiteX8" fmla="*/ 506948 w 668739"/>
                <a:gd name="connsiteY8" fmla="*/ 370235 h 1105913"/>
                <a:gd name="connsiteX9" fmla="*/ 469350 w 668739"/>
                <a:gd name="connsiteY9" fmla="*/ 332193 h 1105913"/>
                <a:gd name="connsiteX10" fmla="*/ 469350 w 668739"/>
                <a:gd name="connsiteY10" fmla="*/ 265395 h 1105913"/>
                <a:gd name="connsiteX11" fmla="*/ 336835 w 668739"/>
                <a:gd name="connsiteY11" fmla="*/ 166846 h 1105913"/>
                <a:gd name="connsiteX12" fmla="*/ 204320 w 668739"/>
                <a:gd name="connsiteY12" fmla="*/ 265395 h 1105913"/>
                <a:gd name="connsiteX13" fmla="*/ 204320 w 668739"/>
                <a:gd name="connsiteY13" fmla="*/ 840518 h 1105913"/>
                <a:gd name="connsiteX14" fmla="*/ 336835 w 668739"/>
                <a:gd name="connsiteY14" fmla="*/ 939068 h 1105913"/>
                <a:gd name="connsiteX15" fmla="*/ 469350 w 668739"/>
                <a:gd name="connsiteY15" fmla="*/ 840518 h 1105913"/>
                <a:gd name="connsiteX16" fmla="*/ 469350 w 668739"/>
                <a:gd name="connsiteY16" fmla="*/ 751554 h 1105913"/>
                <a:gd name="connsiteX17" fmla="*/ 506948 w 668739"/>
                <a:gd name="connsiteY17" fmla="*/ 715010 h 1105913"/>
                <a:gd name="connsiteX18" fmla="*/ 632684 w 668739"/>
                <a:gd name="connsiteY18" fmla="*/ 715010 h 1105913"/>
                <a:gd name="connsiteX19" fmla="*/ 668740 w 668739"/>
                <a:gd name="connsiteY19" fmla="*/ 751554 h 1105913"/>
                <a:gd name="connsiteX20" fmla="*/ 668740 w 668739"/>
                <a:gd name="connsiteY20" fmla="*/ 861187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39" h="1105913">
                  <a:moveTo>
                    <a:pt x="668740" y="861187"/>
                  </a:moveTo>
                  <a:cubicBezTo>
                    <a:pt x="668740" y="988193"/>
                    <a:pt x="593546" y="1105913"/>
                    <a:pt x="333446" y="1105913"/>
                  </a:cubicBezTo>
                  <a:cubicBezTo>
                    <a:pt x="73346" y="1105913"/>
                    <a:pt x="0" y="988193"/>
                    <a:pt x="0" y="861187"/>
                  </a:cubicBezTo>
                  <a:lnTo>
                    <a:pt x="0" y="244726"/>
                  </a:lnTo>
                  <a:cubicBezTo>
                    <a:pt x="0" y="117720"/>
                    <a:pt x="76735" y="0"/>
                    <a:pt x="333446" y="0"/>
                  </a:cubicBezTo>
                  <a:cubicBezTo>
                    <a:pt x="590156" y="0"/>
                    <a:pt x="668740" y="117720"/>
                    <a:pt x="668740" y="244726"/>
                  </a:cubicBezTo>
                  <a:lnTo>
                    <a:pt x="668740" y="332193"/>
                  </a:lnTo>
                  <a:cubicBezTo>
                    <a:pt x="668740" y="359152"/>
                    <a:pt x="658879" y="370235"/>
                    <a:pt x="632684" y="370235"/>
                  </a:cubicBezTo>
                  <a:lnTo>
                    <a:pt x="506948" y="370235"/>
                  </a:lnTo>
                  <a:cubicBezTo>
                    <a:pt x="479212" y="370235"/>
                    <a:pt x="469350" y="359152"/>
                    <a:pt x="469350" y="332193"/>
                  </a:cubicBezTo>
                  <a:lnTo>
                    <a:pt x="469350" y="265395"/>
                  </a:lnTo>
                  <a:cubicBezTo>
                    <a:pt x="469350" y="200095"/>
                    <a:pt x="425282" y="166846"/>
                    <a:pt x="336835" y="166846"/>
                  </a:cubicBezTo>
                  <a:cubicBezTo>
                    <a:pt x="248389" y="166846"/>
                    <a:pt x="204320" y="200095"/>
                    <a:pt x="204320" y="265395"/>
                  </a:cubicBezTo>
                  <a:lnTo>
                    <a:pt x="204320" y="840518"/>
                  </a:lnTo>
                  <a:cubicBezTo>
                    <a:pt x="204320" y="905819"/>
                    <a:pt x="246849" y="939068"/>
                    <a:pt x="336835" y="939068"/>
                  </a:cubicBezTo>
                  <a:cubicBezTo>
                    <a:pt x="426823" y="939068"/>
                    <a:pt x="469350" y="905819"/>
                    <a:pt x="469350" y="840518"/>
                  </a:cubicBezTo>
                  <a:lnTo>
                    <a:pt x="469350" y="751554"/>
                  </a:lnTo>
                  <a:cubicBezTo>
                    <a:pt x="469350" y="724595"/>
                    <a:pt x="479212" y="715010"/>
                    <a:pt x="506948" y="715010"/>
                  </a:cubicBezTo>
                  <a:lnTo>
                    <a:pt x="632684" y="715010"/>
                  </a:lnTo>
                  <a:cubicBezTo>
                    <a:pt x="658879" y="715010"/>
                    <a:pt x="668740" y="724595"/>
                    <a:pt x="668740" y="751554"/>
                  </a:cubicBezTo>
                  <a:lnTo>
                    <a:pt x="668740" y="86118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4" name="手繪多邊形: 圖案 853">
              <a:extLst>
                <a:ext uri="{FF2B5EF4-FFF2-40B4-BE49-F238E27FC236}">
                  <a16:creationId xmlns:a16="http://schemas.microsoft.com/office/drawing/2014/main" id="{2997F2CF-1ACC-DBCD-7714-1F9B8A609CCD}"/>
                </a:ext>
              </a:extLst>
            </p:cNvPr>
            <p:cNvSpPr/>
            <p:nvPr/>
          </p:nvSpPr>
          <p:spPr>
            <a:xfrm>
              <a:off x="-3463958" y="26325329"/>
              <a:ext cx="542696" cy="1080452"/>
            </a:xfrm>
            <a:custGeom>
              <a:avLst/>
              <a:gdLst>
                <a:gd name="connsiteX0" fmla="*/ 205861 w 542696"/>
                <a:gd name="connsiteY0" fmla="*/ 913607 h 1080452"/>
                <a:gd name="connsiteX1" fmla="*/ 503558 w 542696"/>
                <a:gd name="connsiteY1" fmla="*/ 913607 h 1080452"/>
                <a:gd name="connsiteX2" fmla="*/ 542696 w 542696"/>
                <a:gd name="connsiteY2" fmla="*/ 948654 h 1080452"/>
                <a:gd name="connsiteX3" fmla="*/ 542696 w 542696"/>
                <a:gd name="connsiteY3" fmla="*/ 1043908 h 1080452"/>
                <a:gd name="connsiteX4" fmla="*/ 503558 w 542696"/>
                <a:gd name="connsiteY4" fmla="*/ 1080453 h 1080452"/>
                <a:gd name="connsiteX5" fmla="*/ 32667 w 542696"/>
                <a:gd name="connsiteY5" fmla="*/ 1080453 h 1080452"/>
                <a:gd name="connsiteX6" fmla="*/ 0 w 542696"/>
                <a:gd name="connsiteY6" fmla="*/ 1042411 h 1080452"/>
                <a:gd name="connsiteX7" fmla="*/ 0 w 542696"/>
                <a:gd name="connsiteY7" fmla="*/ 38043 h 1080452"/>
                <a:gd name="connsiteX8" fmla="*/ 37597 w 542696"/>
                <a:gd name="connsiteY8" fmla="*/ 0 h 1080452"/>
                <a:gd name="connsiteX9" fmla="*/ 170112 w 542696"/>
                <a:gd name="connsiteY9" fmla="*/ 0 h 1080452"/>
                <a:gd name="connsiteX10" fmla="*/ 206169 w 542696"/>
                <a:gd name="connsiteY10" fmla="*/ 38043 h 1080452"/>
                <a:gd name="connsiteX11" fmla="*/ 206169 w 542696"/>
                <a:gd name="connsiteY11" fmla="*/ 913607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2696" h="1080452">
                  <a:moveTo>
                    <a:pt x="205861" y="913607"/>
                  </a:moveTo>
                  <a:lnTo>
                    <a:pt x="503558" y="913607"/>
                  </a:lnTo>
                  <a:cubicBezTo>
                    <a:pt x="529753" y="913607"/>
                    <a:pt x="542696" y="923193"/>
                    <a:pt x="542696" y="948654"/>
                  </a:cubicBezTo>
                  <a:lnTo>
                    <a:pt x="542696" y="1043908"/>
                  </a:lnTo>
                  <a:cubicBezTo>
                    <a:pt x="542696" y="1070867"/>
                    <a:pt x="529753" y="1080453"/>
                    <a:pt x="503558" y="1080453"/>
                  </a:cubicBezTo>
                  <a:lnTo>
                    <a:pt x="32667" y="1080453"/>
                  </a:lnTo>
                  <a:cubicBezTo>
                    <a:pt x="11402" y="1080453"/>
                    <a:pt x="0" y="1067873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91360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5" name="手繪多邊形: 圖案 854">
              <a:extLst>
                <a:ext uri="{FF2B5EF4-FFF2-40B4-BE49-F238E27FC236}">
                  <a16:creationId xmlns:a16="http://schemas.microsoft.com/office/drawing/2014/main" id="{CC1A2064-0A1D-1E08-4888-00D5FC2B11E4}"/>
                </a:ext>
              </a:extLst>
            </p:cNvPr>
            <p:cNvSpPr/>
            <p:nvPr/>
          </p:nvSpPr>
          <p:spPr>
            <a:xfrm>
              <a:off x="-2267622" y="26325329"/>
              <a:ext cx="206169" cy="1080452"/>
            </a:xfrm>
            <a:custGeom>
              <a:avLst/>
              <a:gdLst>
                <a:gd name="connsiteX0" fmla="*/ 206169 w 206169"/>
                <a:gd name="connsiteY0" fmla="*/ 1042411 h 1080452"/>
                <a:gd name="connsiteX1" fmla="*/ 170112 w 206169"/>
                <a:gd name="connsiteY1" fmla="*/ 1080453 h 1080452"/>
                <a:gd name="connsiteX2" fmla="*/ 37597 w 206169"/>
                <a:gd name="connsiteY2" fmla="*/ 1080453 h 1080452"/>
                <a:gd name="connsiteX3" fmla="*/ 0 w 206169"/>
                <a:gd name="connsiteY3" fmla="*/ 1042411 h 1080452"/>
                <a:gd name="connsiteX4" fmla="*/ 0 w 206169"/>
                <a:gd name="connsiteY4" fmla="*/ 38043 h 1080452"/>
                <a:gd name="connsiteX5" fmla="*/ 37597 w 206169"/>
                <a:gd name="connsiteY5" fmla="*/ 0 h 1080452"/>
                <a:gd name="connsiteX6" fmla="*/ 170112 w 206169"/>
                <a:gd name="connsiteY6" fmla="*/ 0 h 1080452"/>
                <a:gd name="connsiteX7" fmla="*/ 206169 w 206169"/>
                <a:gd name="connsiteY7" fmla="*/ 38043 h 1080452"/>
                <a:gd name="connsiteX8" fmla="*/ 206169 w 206169"/>
                <a:gd name="connsiteY8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69" h="1080452">
                  <a:moveTo>
                    <a:pt x="206169" y="1042411"/>
                  </a:moveTo>
                  <a:cubicBezTo>
                    <a:pt x="206169" y="1069370"/>
                    <a:pt x="197848" y="1080453"/>
                    <a:pt x="170112" y="1080453"/>
                  </a:cubicBezTo>
                  <a:lnTo>
                    <a:pt x="37597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2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6" name="手繪多邊形: 圖案 855">
              <a:extLst>
                <a:ext uri="{FF2B5EF4-FFF2-40B4-BE49-F238E27FC236}">
                  <a16:creationId xmlns:a16="http://schemas.microsoft.com/office/drawing/2014/main" id="{22B6CE82-4F36-36C0-25F4-DDC40DC91C13}"/>
                </a:ext>
              </a:extLst>
            </p:cNvPr>
            <p:cNvSpPr/>
            <p:nvPr/>
          </p:nvSpPr>
          <p:spPr>
            <a:xfrm>
              <a:off x="-1324298" y="26325329"/>
              <a:ext cx="694934" cy="1080452"/>
            </a:xfrm>
            <a:custGeom>
              <a:avLst/>
              <a:gdLst>
                <a:gd name="connsiteX0" fmla="*/ 694935 w 694934"/>
                <a:gd name="connsiteY0" fmla="*/ 1042411 h 1080452"/>
                <a:gd name="connsiteX1" fmla="*/ 658879 w 694934"/>
                <a:gd name="connsiteY1" fmla="*/ 1080453 h 1080452"/>
                <a:gd name="connsiteX2" fmla="*/ 537766 w 694934"/>
                <a:gd name="connsiteY2" fmla="*/ 1080453 h 1080452"/>
                <a:gd name="connsiteX3" fmla="*/ 500169 w 694934"/>
                <a:gd name="connsiteY3" fmla="*/ 1058287 h 1080452"/>
                <a:gd name="connsiteX4" fmla="*/ 241918 w 694934"/>
                <a:gd name="connsiteY4" fmla="*/ 537082 h 1080452"/>
                <a:gd name="connsiteX5" fmla="*/ 189528 w 694934"/>
                <a:gd name="connsiteY5" fmla="*/ 416366 h 1080452"/>
                <a:gd name="connsiteX6" fmla="*/ 189528 w 694934"/>
                <a:gd name="connsiteY6" fmla="*/ 1042411 h 1080452"/>
                <a:gd name="connsiteX7" fmla="*/ 153472 w 694934"/>
                <a:gd name="connsiteY7" fmla="*/ 1080453 h 1080452"/>
                <a:gd name="connsiteX8" fmla="*/ 39138 w 694934"/>
                <a:gd name="connsiteY8" fmla="*/ 1080453 h 1080452"/>
                <a:gd name="connsiteX9" fmla="*/ 0 w 694934"/>
                <a:gd name="connsiteY9" fmla="*/ 1042411 h 1080452"/>
                <a:gd name="connsiteX10" fmla="*/ 0 w 694934"/>
                <a:gd name="connsiteY10" fmla="*/ 38043 h 1080452"/>
                <a:gd name="connsiteX11" fmla="*/ 39138 w 694934"/>
                <a:gd name="connsiteY11" fmla="*/ 0 h 1080452"/>
                <a:gd name="connsiteX12" fmla="*/ 161792 w 694934"/>
                <a:gd name="connsiteY12" fmla="*/ 0 h 1080452"/>
                <a:gd name="connsiteX13" fmla="*/ 196000 w 694934"/>
                <a:gd name="connsiteY13" fmla="*/ 20669 h 1080452"/>
                <a:gd name="connsiteX14" fmla="*/ 462571 w 694934"/>
                <a:gd name="connsiteY14" fmla="*/ 552958 h 1080452"/>
                <a:gd name="connsiteX15" fmla="*/ 506640 w 694934"/>
                <a:gd name="connsiteY15" fmla="*/ 661092 h 1080452"/>
                <a:gd name="connsiteX16" fmla="*/ 506640 w 694934"/>
                <a:gd name="connsiteY16" fmla="*/ 38043 h 1080452"/>
                <a:gd name="connsiteX17" fmla="*/ 544238 w 694934"/>
                <a:gd name="connsiteY17" fmla="*/ 0 h 1080452"/>
                <a:gd name="connsiteX18" fmla="*/ 658570 w 694934"/>
                <a:gd name="connsiteY18" fmla="*/ 0 h 1080452"/>
                <a:gd name="connsiteX19" fmla="*/ 694627 w 694934"/>
                <a:gd name="connsiteY19" fmla="*/ 38043 h 1080452"/>
                <a:gd name="connsiteX20" fmla="*/ 694627 w 694934"/>
                <a:gd name="connsiteY20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94934" h="1080452">
                  <a:moveTo>
                    <a:pt x="694935" y="1042411"/>
                  </a:moveTo>
                  <a:cubicBezTo>
                    <a:pt x="694935" y="1069370"/>
                    <a:pt x="686615" y="1080453"/>
                    <a:pt x="658879" y="1080453"/>
                  </a:cubicBezTo>
                  <a:lnTo>
                    <a:pt x="537766" y="1080453"/>
                  </a:lnTo>
                  <a:cubicBezTo>
                    <a:pt x="516502" y="1080453"/>
                    <a:pt x="508489" y="1074163"/>
                    <a:pt x="500169" y="1058287"/>
                  </a:cubicBezTo>
                  <a:lnTo>
                    <a:pt x="241918" y="537082"/>
                  </a:lnTo>
                  <a:cubicBezTo>
                    <a:pt x="222194" y="499039"/>
                    <a:pt x="202780" y="455905"/>
                    <a:pt x="189528" y="416366"/>
                  </a:cubicBezTo>
                  <a:lnTo>
                    <a:pt x="189528" y="1042411"/>
                  </a:lnTo>
                  <a:cubicBezTo>
                    <a:pt x="189528" y="1069370"/>
                    <a:pt x="179667" y="1080453"/>
                    <a:pt x="153472" y="1080453"/>
                  </a:cubicBezTo>
                  <a:lnTo>
                    <a:pt x="39138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9138" y="0"/>
                  </a:cubicBezTo>
                  <a:lnTo>
                    <a:pt x="161792" y="0"/>
                  </a:lnTo>
                  <a:cubicBezTo>
                    <a:pt x="179667" y="0"/>
                    <a:pt x="187987" y="6291"/>
                    <a:pt x="196000" y="20669"/>
                  </a:cubicBezTo>
                  <a:lnTo>
                    <a:pt x="462571" y="552958"/>
                  </a:lnTo>
                  <a:cubicBezTo>
                    <a:pt x="478905" y="584709"/>
                    <a:pt x="495238" y="627544"/>
                    <a:pt x="506640" y="661092"/>
                  </a:cubicBezTo>
                  <a:lnTo>
                    <a:pt x="506640" y="38043"/>
                  </a:lnTo>
                  <a:cubicBezTo>
                    <a:pt x="506640" y="11084"/>
                    <a:pt x="518043" y="0"/>
                    <a:pt x="544238" y="0"/>
                  </a:cubicBezTo>
                  <a:lnTo>
                    <a:pt x="658570" y="0"/>
                  </a:lnTo>
                  <a:cubicBezTo>
                    <a:pt x="686306" y="0"/>
                    <a:pt x="694627" y="11084"/>
                    <a:pt x="694627" y="38043"/>
                  </a:cubicBezTo>
                  <a:lnTo>
                    <a:pt x="694627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7" name="手繪多邊形: 圖案 856">
              <a:extLst>
                <a:ext uri="{FF2B5EF4-FFF2-40B4-BE49-F238E27FC236}">
                  <a16:creationId xmlns:a16="http://schemas.microsoft.com/office/drawing/2014/main" id="{9D1F5D58-01E2-2288-8150-E15B5DE0C55D}"/>
                </a:ext>
              </a:extLst>
            </p:cNvPr>
            <p:cNvSpPr/>
            <p:nvPr/>
          </p:nvSpPr>
          <p:spPr>
            <a:xfrm>
              <a:off x="107792" y="26325329"/>
              <a:ext cx="206169" cy="1080452"/>
            </a:xfrm>
            <a:custGeom>
              <a:avLst/>
              <a:gdLst>
                <a:gd name="connsiteX0" fmla="*/ 206169 w 206169"/>
                <a:gd name="connsiteY0" fmla="*/ 1042411 h 1080452"/>
                <a:gd name="connsiteX1" fmla="*/ 170113 w 206169"/>
                <a:gd name="connsiteY1" fmla="*/ 1080453 h 1080452"/>
                <a:gd name="connsiteX2" fmla="*/ 37597 w 206169"/>
                <a:gd name="connsiteY2" fmla="*/ 1080453 h 1080452"/>
                <a:gd name="connsiteX3" fmla="*/ 0 w 206169"/>
                <a:gd name="connsiteY3" fmla="*/ 1042411 h 1080452"/>
                <a:gd name="connsiteX4" fmla="*/ 0 w 206169"/>
                <a:gd name="connsiteY4" fmla="*/ 38043 h 1080452"/>
                <a:gd name="connsiteX5" fmla="*/ 37597 w 206169"/>
                <a:gd name="connsiteY5" fmla="*/ 0 h 1080452"/>
                <a:gd name="connsiteX6" fmla="*/ 170113 w 206169"/>
                <a:gd name="connsiteY6" fmla="*/ 0 h 1080452"/>
                <a:gd name="connsiteX7" fmla="*/ 206169 w 206169"/>
                <a:gd name="connsiteY7" fmla="*/ 38043 h 1080452"/>
                <a:gd name="connsiteX8" fmla="*/ 206169 w 206169"/>
                <a:gd name="connsiteY8" fmla="*/ 1042411 h 10804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6169" h="1080452">
                  <a:moveTo>
                    <a:pt x="206169" y="1042411"/>
                  </a:moveTo>
                  <a:cubicBezTo>
                    <a:pt x="206169" y="1069370"/>
                    <a:pt x="197848" y="1080453"/>
                    <a:pt x="170113" y="1080453"/>
                  </a:cubicBezTo>
                  <a:lnTo>
                    <a:pt x="37597" y="1080453"/>
                  </a:lnTo>
                  <a:cubicBezTo>
                    <a:pt x="11402" y="1080453"/>
                    <a:pt x="0" y="1069370"/>
                    <a:pt x="0" y="1042411"/>
                  </a:cubicBezTo>
                  <a:lnTo>
                    <a:pt x="0" y="38043"/>
                  </a:lnTo>
                  <a:cubicBezTo>
                    <a:pt x="0" y="11084"/>
                    <a:pt x="11402" y="0"/>
                    <a:pt x="37597" y="0"/>
                  </a:cubicBezTo>
                  <a:lnTo>
                    <a:pt x="170113" y="0"/>
                  </a:lnTo>
                  <a:cubicBezTo>
                    <a:pt x="197848" y="0"/>
                    <a:pt x="206169" y="11084"/>
                    <a:pt x="206169" y="38043"/>
                  </a:cubicBezTo>
                  <a:lnTo>
                    <a:pt x="206169" y="1042411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858" name="手繪多邊形: 圖案 857">
              <a:extLst>
                <a:ext uri="{FF2B5EF4-FFF2-40B4-BE49-F238E27FC236}">
                  <a16:creationId xmlns:a16="http://schemas.microsoft.com/office/drawing/2014/main" id="{592984F1-0080-5AA9-0F44-6566D016D3A5}"/>
                </a:ext>
              </a:extLst>
            </p:cNvPr>
            <p:cNvSpPr/>
            <p:nvPr/>
          </p:nvSpPr>
          <p:spPr>
            <a:xfrm>
              <a:off x="1038173" y="26312748"/>
              <a:ext cx="668740" cy="1105913"/>
            </a:xfrm>
            <a:custGeom>
              <a:avLst/>
              <a:gdLst>
                <a:gd name="connsiteX0" fmla="*/ 668740 w 668740"/>
                <a:gd name="connsiteY0" fmla="*/ 861187 h 1105913"/>
                <a:gd name="connsiteX1" fmla="*/ 333445 w 668740"/>
                <a:gd name="connsiteY1" fmla="*/ 1105913 h 1105913"/>
                <a:gd name="connsiteX2" fmla="*/ 0 w 668740"/>
                <a:gd name="connsiteY2" fmla="*/ 861187 h 1105913"/>
                <a:gd name="connsiteX3" fmla="*/ 0 w 668740"/>
                <a:gd name="connsiteY3" fmla="*/ 244726 h 1105913"/>
                <a:gd name="connsiteX4" fmla="*/ 333445 w 668740"/>
                <a:gd name="connsiteY4" fmla="*/ 0 h 1105913"/>
                <a:gd name="connsiteX5" fmla="*/ 668740 w 668740"/>
                <a:gd name="connsiteY5" fmla="*/ 244726 h 1105913"/>
                <a:gd name="connsiteX6" fmla="*/ 668740 w 668740"/>
                <a:gd name="connsiteY6" fmla="*/ 332193 h 1105913"/>
                <a:gd name="connsiteX7" fmla="*/ 632684 w 668740"/>
                <a:gd name="connsiteY7" fmla="*/ 370235 h 1105913"/>
                <a:gd name="connsiteX8" fmla="*/ 506948 w 668740"/>
                <a:gd name="connsiteY8" fmla="*/ 370235 h 1105913"/>
                <a:gd name="connsiteX9" fmla="*/ 469351 w 668740"/>
                <a:gd name="connsiteY9" fmla="*/ 332193 h 1105913"/>
                <a:gd name="connsiteX10" fmla="*/ 469351 w 668740"/>
                <a:gd name="connsiteY10" fmla="*/ 265395 h 1105913"/>
                <a:gd name="connsiteX11" fmla="*/ 336835 w 668740"/>
                <a:gd name="connsiteY11" fmla="*/ 166846 h 1105913"/>
                <a:gd name="connsiteX12" fmla="*/ 204320 w 668740"/>
                <a:gd name="connsiteY12" fmla="*/ 265395 h 1105913"/>
                <a:gd name="connsiteX13" fmla="*/ 204320 w 668740"/>
                <a:gd name="connsiteY13" fmla="*/ 840518 h 1105913"/>
                <a:gd name="connsiteX14" fmla="*/ 336835 w 668740"/>
                <a:gd name="connsiteY14" fmla="*/ 939068 h 1105913"/>
                <a:gd name="connsiteX15" fmla="*/ 469351 w 668740"/>
                <a:gd name="connsiteY15" fmla="*/ 840518 h 1105913"/>
                <a:gd name="connsiteX16" fmla="*/ 469351 w 668740"/>
                <a:gd name="connsiteY16" fmla="*/ 751554 h 1105913"/>
                <a:gd name="connsiteX17" fmla="*/ 506948 w 668740"/>
                <a:gd name="connsiteY17" fmla="*/ 715010 h 1105913"/>
                <a:gd name="connsiteX18" fmla="*/ 632684 w 668740"/>
                <a:gd name="connsiteY18" fmla="*/ 715010 h 1105913"/>
                <a:gd name="connsiteX19" fmla="*/ 668740 w 668740"/>
                <a:gd name="connsiteY19" fmla="*/ 751554 h 1105913"/>
                <a:gd name="connsiteX20" fmla="*/ 668740 w 668740"/>
                <a:gd name="connsiteY20" fmla="*/ 861187 h 1105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668740" h="1105913">
                  <a:moveTo>
                    <a:pt x="668740" y="861187"/>
                  </a:moveTo>
                  <a:cubicBezTo>
                    <a:pt x="668740" y="988193"/>
                    <a:pt x="593545" y="1105913"/>
                    <a:pt x="333445" y="1105913"/>
                  </a:cubicBezTo>
                  <a:cubicBezTo>
                    <a:pt x="73346" y="1105913"/>
                    <a:pt x="0" y="988193"/>
                    <a:pt x="0" y="861187"/>
                  </a:cubicBezTo>
                  <a:lnTo>
                    <a:pt x="0" y="244726"/>
                  </a:lnTo>
                  <a:cubicBezTo>
                    <a:pt x="0" y="117720"/>
                    <a:pt x="76736" y="0"/>
                    <a:pt x="333445" y="0"/>
                  </a:cubicBezTo>
                  <a:cubicBezTo>
                    <a:pt x="590156" y="0"/>
                    <a:pt x="668740" y="117720"/>
                    <a:pt x="668740" y="244726"/>
                  </a:cubicBezTo>
                  <a:lnTo>
                    <a:pt x="668740" y="332193"/>
                  </a:lnTo>
                  <a:cubicBezTo>
                    <a:pt x="668740" y="359152"/>
                    <a:pt x="658879" y="370235"/>
                    <a:pt x="632684" y="370235"/>
                  </a:cubicBezTo>
                  <a:lnTo>
                    <a:pt x="506948" y="370235"/>
                  </a:lnTo>
                  <a:cubicBezTo>
                    <a:pt x="479213" y="370235"/>
                    <a:pt x="469351" y="359152"/>
                    <a:pt x="469351" y="332193"/>
                  </a:cubicBezTo>
                  <a:lnTo>
                    <a:pt x="469351" y="265395"/>
                  </a:lnTo>
                  <a:cubicBezTo>
                    <a:pt x="469351" y="200095"/>
                    <a:pt x="425282" y="166846"/>
                    <a:pt x="336835" y="166846"/>
                  </a:cubicBezTo>
                  <a:cubicBezTo>
                    <a:pt x="248389" y="166846"/>
                    <a:pt x="204320" y="200095"/>
                    <a:pt x="204320" y="265395"/>
                  </a:cubicBezTo>
                  <a:lnTo>
                    <a:pt x="204320" y="840518"/>
                  </a:lnTo>
                  <a:cubicBezTo>
                    <a:pt x="204320" y="905819"/>
                    <a:pt x="246848" y="939068"/>
                    <a:pt x="336835" y="939068"/>
                  </a:cubicBezTo>
                  <a:cubicBezTo>
                    <a:pt x="426823" y="939068"/>
                    <a:pt x="469351" y="905819"/>
                    <a:pt x="469351" y="840518"/>
                  </a:cubicBezTo>
                  <a:lnTo>
                    <a:pt x="469351" y="751554"/>
                  </a:lnTo>
                  <a:cubicBezTo>
                    <a:pt x="469351" y="724595"/>
                    <a:pt x="479213" y="715010"/>
                    <a:pt x="506948" y="715010"/>
                  </a:cubicBezTo>
                  <a:lnTo>
                    <a:pt x="632684" y="715010"/>
                  </a:lnTo>
                  <a:cubicBezTo>
                    <a:pt x="658879" y="715010"/>
                    <a:pt x="668740" y="724595"/>
                    <a:pt x="668740" y="751554"/>
                  </a:cubicBezTo>
                  <a:lnTo>
                    <a:pt x="668740" y="861187"/>
                  </a:lnTo>
                  <a:close/>
                </a:path>
              </a:pathLst>
            </a:custGeom>
            <a:solidFill>
              <a:srgbClr val="2318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</p:grpSp>
      <p:grpSp>
        <p:nvGrpSpPr>
          <p:cNvPr id="859" name="圖形 18">
            <a:extLst>
              <a:ext uri="{FF2B5EF4-FFF2-40B4-BE49-F238E27FC236}">
                <a16:creationId xmlns:a16="http://schemas.microsoft.com/office/drawing/2014/main" id="{FDD3875C-BF4C-D817-53D5-34230EC8ABFD}"/>
              </a:ext>
            </a:extLst>
          </p:cNvPr>
          <p:cNvGrpSpPr/>
          <p:nvPr/>
        </p:nvGrpSpPr>
        <p:grpSpPr>
          <a:xfrm>
            <a:off x="-62206792" y="31664089"/>
            <a:ext cx="146694182" cy="66494343"/>
            <a:chOff x="-62206792" y="31664089"/>
            <a:chExt cx="146694182" cy="66494343"/>
          </a:xfrm>
          <a:noFill/>
        </p:grpSpPr>
        <p:grpSp>
          <p:nvGrpSpPr>
            <p:cNvPr id="860" name="圖形 18">
              <a:extLst>
                <a:ext uri="{FF2B5EF4-FFF2-40B4-BE49-F238E27FC236}">
                  <a16:creationId xmlns:a16="http://schemas.microsoft.com/office/drawing/2014/main" id="{BB500073-5B1A-78FD-7E9F-D36C01BED63A}"/>
                </a:ext>
              </a:extLst>
            </p:cNvPr>
            <p:cNvGrpSpPr/>
            <p:nvPr/>
          </p:nvGrpSpPr>
          <p:grpSpPr>
            <a:xfrm>
              <a:off x="-47754911" y="31664089"/>
              <a:ext cx="16400532" cy="66494343"/>
              <a:chOff x="-47754911" y="31664089"/>
              <a:chExt cx="16400532" cy="66494343"/>
            </a:xfrm>
            <a:noFill/>
          </p:grpSpPr>
          <p:grpSp>
            <p:nvGrpSpPr>
              <p:cNvPr id="861" name="圖形 18">
                <a:extLst>
                  <a:ext uri="{FF2B5EF4-FFF2-40B4-BE49-F238E27FC236}">
                    <a16:creationId xmlns:a16="http://schemas.microsoft.com/office/drawing/2014/main" id="{5F7E613D-734B-FECC-02C6-843FB9A2A064}"/>
                  </a:ext>
                </a:extLst>
              </p:cNvPr>
              <p:cNvGrpSpPr/>
              <p:nvPr/>
            </p:nvGrpSpPr>
            <p:grpSpPr>
              <a:xfrm>
                <a:off x="-47754911" y="31664089"/>
                <a:ext cx="16400532" cy="30161436"/>
                <a:chOff x="-47754911" y="31664089"/>
                <a:chExt cx="16400532" cy="30161436"/>
              </a:xfrm>
              <a:noFill/>
            </p:grpSpPr>
            <p:sp>
              <p:nvSpPr>
                <p:cNvPr id="862" name="手繪多邊形: 圖案 861">
                  <a:extLst>
                    <a:ext uri="{FF2B5EF4-FFF2-40B4-BE49-F238E27FC236}">
                      <a16:creationId xmlns:a16="http://schemas.microsoft.com/office/drawing/2014/main" id="{EB6DAE46-F015-A371-7B32-9E8366D8A04A}"/>
                    </a:ext>
                  </a:extLst>
                </p:cNvPr>
                <p:cNvSpPr/>
                <p:nvPr/>
              </p:nvSpPr>
              <p:spPr>
                <a:xfrm>
                  <a:off x="-47754911" y="31664089"/>
                  <a:ext cx="1476159" cy="29954"/>
                </a:xfrm>
                <a:custGeom>
                  <a:avLst/>
                  <a:gdLst>
                    <a:gd name="connsiteX0" fmla="*/ 2 w 1476159"/>
                    <a:gd name="connsiteY0" fmla="*/ 0 h 29954"/>
                    <a:gd name="connsiteX1" fmla="*/ 1476158 w 1476159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76159" h="29954">
                      <a:moveTo>
                        <a:pt x="2" y="0"/>
                      </a:moveTo>
                      <a:lnTo>
                        <a:pt x="1476158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3" name="手繪多邊形: 圖案 862">
                  <a:extLst>
                    <a:ext uri="{FF2B5EF4-FFF2-40B4-BE49-F238E27FC236}">
                      <a16:creationId xmlns:a16="http://schemas.microsoft.com/office/drawing/2014/main" id="{C92EF46C-78B7-7F03-B791-A4DAB5A34931}"/>
                    </a:ext>
                  </a:extLst>
                </p:cNvPr>
                <p:cNvSpPr/>
                <p:nvPr/>
              </p:nvSpPr>
              <p:spPr>
                <a:xfrm>
                  <a:off x="-47572781" y="31664089"/>
                  <a:ext cx="1294027" cy="1701105"/>
                </a:xfrm>
                <a:custGeom>
                  <a:avLst/>
                  <a:gdLst>
                    <a:gd name="connsiteX0" fmla="*/ 1294028 w 1294027"/>
                    <a:gd name="connsiteY0" fmla="*/ 1701106 h 1701105"/>
                    <a:gd name="connsiteX1" fmla="*/ 385836 w 1294027"/>
                    <a:gd name="connsiteY1" fmla="*/ 1701106 h 1701105"/>
                    <a:gd name="connsiteX2" fmla="*/ 0 w 1294027"/>
                    <a:gd name="connsiteY2" fmla="*/ 1326079 h 1701105"/>
                    <a:gd name="connsiteX3" fmla="*/ 0 w 1294027"/>
                    <a:gd name="connsiteY3" fmla="*/ 0 h 17011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294027" h="1701105">
                      <a:moveTo>
                        <a:pt x="1294028" y="1701106"/>
                      </a:moveTo>
                      <a:lnTo>
                        <a:pt x="385836" y="1701106"/>
                      </a:lnTo>
                      <a:cubicBezTo>
                        <a:pt x="172886" y="1701106"/>
                        <a:pt x="0" y="1533062"/>
                        <a:pt x="0" y="1326079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4" name="手繪多邊形: 圖案 863">
                  <a:extLst>
                    <a:ext uri="{FF2B5EF4-FFF2-40B4-BE49-F238E27FC236}">
                      <a16:creationId xmlns:a16="http://schemas.microsoft.com/office/drawing/2014/main" id="{A11543A0-B0E1-5AA8-242C-489F000E78E4}"/>
                    </a:ext>
                  </a:extLst>
                </p:cNvPr>
                <p:cNvSpPr/>
                <p:nvPr/>
              </p:nvSpPr>
              <p:spPr>
                <a:xfrm>
                  <a:off x="-47222693" y="32056790"/>
                  <a:ext cx="821287" cy="29954"/>
                </a:xfrm>
                <a:custGeom>
                  <a:avLst/>
                  <a:gdLst>
                    <a:gd name="connsiteX0" fmla="*/ -2 w 821287"/>
                    <a:gd name="connsiteY0" fmla="*/ 0 h 29954"/>
                    <a:gd name="connsiteX1" fmla="*/ 821286 w 821287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1287" h="29954">
                      <a:moveTo>
                        <a:pt x="-2" y="0"/>
                      </a:moveTo>
                      <a:lnTo>
                        <a:pt x="821286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5" name="手繪多邊形: 圖案 864">
                  <a:extLst>
                    <a:ext uri="{FF2B5EF4-FFF2-40B4-BE49-F238E27FC236}">
                      <a16:creationId xmlns:a16="http://schemas.microsoft.com/office/drawing/2014/main" id="{985CEC7B-E936-A30E-9AE1-C22C82F95911}"/>
                    </a:ext>
                  </a:extLst>
                </p:cNvPr>
                <p:cNvSpPr/>
                <p:nvPr/>
              </p:nvSpPr>
              <p:spPr>
                <a:xfrm>
                  <a:off x="-47284328" y="32506404"/>
                  <a:ext cx="882922" cy="29954"/>
                </a:xfrm>
                <a:custGeom>
                  <a:avLst/>
                  <a:gdLst>
                    <a:gd name="connsiteX0" fmla="*/ -2 w 882922"/>
                    <a:gd name="connsiteY0" fmla="*/ 0 h 29954"/>
                    <a:gd name="connsiteX1" fmla="*/ 882921 w 882922"/>
                    <a:gd name="connsiteY1" fmla="*/ 0 h 299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2922" h="29954">
                      <a:moveTo>
                        <a:pt x="-2" y="0"/>
                      </a:moveTo>
                      <a:lnTo>
                        <a:pt x="882921" y="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6" name="手繪多邊形: 圖案 865">
                  <a:extLst>
                    <a:ext uri="{FF2B5EF4-FFF2-40B4-BE49-F238E27FC236}">
                      <a16:creationId xmlns:a16="http://schemas.microsoft.com/office/drawing/2014/main" id="{AE1466A2-427F-E0AD-4314-545B74753D28}"/>
                    </a:ext>
                  </a:extLst>
                </p:cNvPr>
                <p:cNvSpPr/>
                <p:nvPr/>
              </p:nvSpPr>
              <p:spPr>
                <a:xfrm>
                  <a:off x="-45891992" y="31664089"/>
                  <a:ext cx="1156582" cy="495144"/>
                </a:xfrm>
                <a:custGeom>
                  <a:avLst/>
                  <a:gdLst>
                    <a:gd name="connsiteX0" fmla="*/ 1156583 w 1156582"/>
                    <a:gd name="connsiteY0" fmla="*/ 495145 h 495144"/>
                    <a:gd name="connsiteX1" fmla="*/ 1136242 w 1156582"/>
                    <a:gd name="connsiteY1" fmla="*/ 495145 h 495144"/>
                    <a:gd name="connsiteX2" fmla="*/ 943324 w 1156582"/>
                    <a:gd name="connsiteY2" fmla="*/ 307631 h 495144"/>
                    <a:gd name="connsiteX3" fmla="*/ 943324 w 1156582"/>
                    <a:gd name="connsiteY3" fmla="*/ 0 h 495144"/>
                    <a:gd name="connsiteX4" fmla="*/ 0 w 1156582"/>
                    <a:gd name="connsiteY4" fmla="*/ 0 h 495144"/>
                    <a:gd name="connsiteX5" fmla="*/ 0 w 1156582"/>
                    <a:gd name="connsiteY5" fmla="*/ 206386 h 4951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56582" h="495144">
                      <a:moveTo>
                        <a:pt x="1156583" y="495145"/>
                      </a:moveTo>
                      <a:lnTo>
                        <a:pt x="1136242" y="495145"/>
                      </a:lnTo>
                      <a:cubicBezTo>
                        <a:pt x="1029615" y="495145"/>
                        <a:pt x="943324" y="411273"/>
                        <a:pt x="943324" y="307631"/>
                      </a:cubicBezTo>
                      <a:lnTo>
                        <a:pt x="943324" y="0"/>
                      </a:lnTo>
                      <a:lnTo>
                        <a:pt x="0" y="0"/>
                      </a:lnTo>
                      <a:lnTo>
                        <a:pt x="0" y="206386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7" name="手繪多邊形: 圖案 866">
                  <a:extLst>
                    <a:ext uri="{FF2B5EF4-FFF2-40B4-BE49-F238E27FC236}">
                      <a16:creationId xmlns:a16="http://schemas.microsoft.com/office/drawing/2014/main" id="{916DB484-2BB9-D28F-C382-C61EE0CD74D7}"/>
                    </a:ext>
                  </a:extLst>
                </p:cNvPr>
                <p:cNvSpPr/>
                <p:nvPr/>
              </p:nvSpPr>
              <p:spPr>
                <a:xfrm>
                  <a:off x="-46711120" y="32787376"/>
                  <a:ext cx="283828" cy="281271"/>
                </a:xfrm>
                <a:custGeom>
                  <a:avLst/>
                  <a:gdLst>
                    <a:gd name="connsiteX0" fmla="*/ 0 w 283828"/>
                    <a:gd name="connsiteY0" fmla="*/ 0 h 281271"/>
                    <a:gd name="connsiteX1" fmla="*/ 0 w 283828"/>
                    <a:gd name="connsiteY1" fmla="*/ 93757 h 281271"/>
                    <a:gd name="connsiteX2" fmla="*/ 192918 w 283828"/>
                    <a:gd name="connsiteY2" fmla="*/ 281272 h 281271"/>
                    <a:gd name="connsiteX3" fmla="*/ 283828 w 283828"/>
                    <a:gd name="connsiteY3" fmla="*/ 281272 h 2812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3828" h="281271">
                      <a:moveTo>
                        <a:pt x="0" y="0"/>
                      </a:moveTo>
                      <a:lnTo>
                        <a:pt x="0" y="93757"/>
                      </a:lnTo>
                      <a:cubicBezTo>
                        <a:pt x="0" y="197400"/>
                        <a:pt x="86287" y="281272"/>
                        <a:pt x="192918" y="281272"/>
                      </a:cubicBezTo>
                      <a:lnTo>
                        <a:pt x="283828" y="281272"/>
                      </a:ln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8" name="手繪多邊形: 圖案 867">
                  <a:extLst>
                    <a:ext uri="{FF2B5EF4-FFF2-40B4-BE49-F238E27FC236}">
                      <a16:creationId xmlns:a16="http://schemas.microsoft.com/office/drawing/2014/main" id="{E50D1EB5-16A4-FE77-9F05-30069A7D0C4B}"/>
                    </a:ext>
                  </a:extLst>
                </p:cNvPr>
                <p:cNvSpPr/>
                <p:nvPr/>
              </p:nvSpPr>
              <p:spPr>
                <a:xfrm>
                  <a:off x="-45960406" y="32506404"/>
                  <a:ext cx="1133465" cy="858790"/>
                </a:xfrm>
                <a:custGeom>
                  <a:avLst/>
                  <a:gdLst>
                    <a:gd name="connsiteX0" fmla="*/ 1133466 w 1133465"/>
                    <a:gd name="connsiteY0" fmla="*/ 858790 h 858790"/>
                    <a:gd name="connsiteX1" fmla="*/ 68414 w 1133465"/>
                    <a:gd name="connsiteY1" fmla="*/ 0 h 858790"/>
                    <a:gd name="connsiteX2" fmla="*/ 1068441 w 1133465"/>
                    <a:gd name="connsiteY2" fmla="*/ 0 h 858790"/>
                    <a:gd name="connsiteX3" fmla="*/ 0 w 1133465"/>
                    <a:gd name="connsiteY3" fmla="*/ 858790 h 8587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33465" h="858790">
                      <a:moveTo>
                        <a:pt x="1133466" y="858790"/>
                      </a:moveTo>
                      <a:cubicBezTo>
                        <a:pt x="646860" y="858790"/>
                        <a:pt x="82897" y="515515"/>
                        <a:pt x="68414" y="0"/>
                      </a:cubicBezTo>
                      <a:lnTo>
                        <a:pt x="1068441" y="0"/>
                      </a:lnTo>
                      <a:cubicBezTo>
                        <a:pt x="1056422" y="512818"/>
                        <a:pt x="467191" y="858790"/>
                        <a:pt x="0" y="858790"/>
                      </a:cubicBezTo>
                    </a:path>
                  </a:pathLst>
                </a:custGeom>
                <a:noFill/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69" name="手繪多邊形: 圖案 868">
                  <a:extLst>
                    <a:ext uri="{FF2B5EF4-FFF2-40B4-BE49-F238E27FC236}">
                      <a16:creationId xmlns:a16="http://schemas.microsoft.com/office/drawing/2014/main" id="{8A0600E3-6FC6-1DF1-2D99-11D6C3269218}"/>
                    </a:ext>
                  </a:extLst>
                </p:cNvPr>
                <p:cNvSpPr/>
                <p:nvPr/>
              </p:nvSpPr>
              <p:spPr>
                <a:xfrm>
                  <a:off x="-47189410" y="32056790"/>
                  <a:ext cx="416652" cy="1012156"/>
                </a:xfrm>
                <a:custGeom>
                  <a:avLst/>
                  <a:gdLst>
                    <a:gd name="connsiteX0" fmla="*/ 416655 w 416652"/>
                    <a:gd name="connsiteY0" fmla="*/ 0 h 1012156"/>
                    <a:gd name="connsiteX1" fmla="*/ 1 w 416652"/>
                    <a:gd name="connsiteY1" fmla="*/ 1012157 h 10121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6652" h="1012156">
                      <a:moveTo>
                        <a:pt x="416655" y="0"/>
                      </a:moveTo>
                      <a:lnTo>
                        <a:pt x="1" y="1012157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70" name="手繪多邊形: 圖案 869">
                  <a:extLst>
                    <a:ext uri="{FF2B5EF4-FFF2-40B4-BE49-F238E27FC236}">
                      <a16:creationId xmlns:a16="http://schemas.microsoft.com/office/drawing/2014/main" id="{4AB9FA62-C673-81DA-A10F-CFD07F6B8136}"/>
                    </a:ext>
                  </a:extLst>
                </p:cNvPr>
                <p:cNvSpPr/>
                <p:nvPr/>
              </p:nvSpPr>
              <p:spPr>
                <a:xfrm>
                  <a:off x="-46010639" y="31870773"/>
                  <a:ext cx="118647" cy="288460"/>
                </a:xfrm>
                <a:custGeom>
                  <a:avLst/>
                  <a:gdLst>
                    <a:gd name="connsiteX0" fmla="*/ 118648 w 118647"/>
                    <a:gd name="connsiteY0" fmla="*/ 0 h 288460"/>
                    <a:gd name="connsiteX1" fmla="*/ 1 w 118647"/>
                    <a:gd name="connsiteY1" fmla="*/ 288460 h 2884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8647" h="288460">
                      <a:moveTo>
                        <a:pt x="118648" y="0"/>
                      </a:moveTo>
                      <a:lnTo>
                        <a:pt x="1" y="288460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  <p:sp>
              <p:nvSpPr>
                <p:cNvPr id="871" name="手繪多邊形: 圖案 870">
                  <a:extLst>
                    <a:ext uri="{FF2B5EF4-FFF2-40B4-BE49-F238E27FC236}">
                      <a16:creationId xmlns:a16="http://schemas.microsoft.com/office/drawing/2014/main" id="{115A4C2E-B445-8814-9859-252814F62484}"/>
                    </a:ext>
                  </a:extLst>
                </p:cNvPr>
                <p:cNvSpPr/>
                <p:nvPr/>
              </p:nvSpPr>
              <p:spPr>
                <a:xfrm>
                  <a:off x="-47284328" y="31664089"/>
                  <a:ext cx="223427" cy="542472"/>
                </a:xfrm>
                <a:custGeom>
                  <a:avLst/>
                  <a:gdLst>
                    <a:gd name="connsiteX0" fmla="*/ 223426 w 223427"/>
                    <a:gd name="connsiteY0" fmla="*/ 0 h 542472"/>
                    <a:gd name="connsiteX1" fmla="*/ -2 w 223427"/>
                    <a:gd name="connsiteY1" fmla="*/ 542473 h 542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3427" h="542472">
                      <a:moveTo>
                        <a:pt x="223426" y="0"/>
                      </a:moveTo>
                      <a:lnTo>
                        <a:pt x="-2" y="542473"/>
                      </a:lnTo>
                    </a:path>
                  </a:pathLst>
                </a:custGeom>
                <a:ln w="39691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tlCol="0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872" name="手繪多邊形: 圖案 871">
                <a:extLst>
                  <a:ext uri="{FF2B5EF4-FFF2-40B4-BE49-F238E27FC236}">
                    <a16:creationId xmlns:a16="http://schemas.microsoft.com/office/drawing/2014/main" id="{9EE1A2FA-39B4-37DF-3741-D3B33A6A9DE4}"/>
                  </a:ext>
                </a:extLst>
              </p:cNvPr>
              <p:cNvSpPr/>
              <p:nvPr/>
            </p:nvSpPr>
            <p:spPr>
              <a:xfrm>
                <a:off x="-47652905" y="33721052"/>
                <a:ext cx="2893457" cy="29954"/>
              </a:xfrm>
              <a:custGeom>
                <a:avLst/>
                <a:gdLst>
                  <a:gd name="connsiteX0" fmla="*/ 0 w 2893457"/>
                  <a:gd name="connsiteY0" fmla="*/ -1 h 29954"/>
                  <a:gd name="connsiteX1" fmla="*/ 2893458 w 2893457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457" h="29954">
                    <a:moveTo>
                      <a:pt x="0" y="-1"/>
                    </a:moveTo>
                    <a:lnTo>
                      <a:pt x="2893458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3" name="手繪多邊形: 圖案 872">
                <a:extLst>
                  <a:ext uri="{FF2B5EF4-FFF2-40B4-BE49-F238E27FC236}">
                    <a16:creationId xmlns:a16="http://schemas.microsoft.com/office/drawing/2014/main" id="{DC8492CF-7154-6070-5150-A926B6185AA3}"/>
                  </a:ext>
                </a:extLst>
              </p:cNvPr>
              <p:cNvSpPr/>
              <p:nvPr/>
            </p:nvSpPr>
            <p:spPr>
              <a:xfrm>
                <a:off x="-47553161" y="34114952"/>
                <a:ext cx="2694271" cy="1299418"/>
              </a:xfrm>
              <a:custGeom>
                <a:avLst/>
                <a:gdLst>
                  <a:gd name="connsiteX0" fmla="*/ 2692014 w 2694271"/>
                  <a:gd name="connsiteY0" fmla="*/ 215672 h 1299418"/>
                  <a:gd name="connsiteX1" fmla="*/ 2571829 w 2694271"/>
                  <a:gd name="connsiteY1" fmla="*/ 981004 h 1299418"/>
                  <a:gd name="connsiteX2" fmla="*/ 2190308 w 2694271"/>
                  <a:gd name="connsiteY2" fmla="*/ 1299419 h 1299418"/>
                  <a:gd name="connsiteX3" fmla="*/ 503970 w 2694271"/>
                  <a:gd name="connsiteY3" fmla="*/ 1299419 h 1299418"/>
                  <a:gd name="connsiteX4" fmla="*/ 122448 w 2694271"/>
                  <a:gd name="connsiteY4" fmla="*/ 981004 h 1299418"/>
                  <a:gd name="connsiteX5" fmla="*/ 2263 w 2694271"/>
                  <a:gd name="connsiteY5" fmla="*/ 215672 h 1299418"/>
                  <a:gd name="connsiteX6" fmla="*/ 193022 w 2694271"/>
                  <a:gd name="connsiteY6" fmla="*/ 0 h 1299418"/>
                  <a:gd name="connsiteX7" fmla="*/ 2501256 w 2694271"/>
                  <a:gd name="connsiteY7" fmla="*/ 0 h 1299418"/>
                  <a:gd name="connsiteX8" fmla="*/ 2692014 w 2694271"/>
                  <a:gd name="connsiteY8" fmla="*/ 215672 h 12994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4271" h="1299418">
                    <a:moveTo>
                      <a:pt x="2692014" y="215672"/>
                    </a:moveTo>
                    <a:lnTo>
                      <a:pt x="2571829" y="981004"/>
                    </a:lnTo>
                    <a:cubicBezTo>
                      <a:pt x="2543167" y="1164025"/>
                      <a:pt x="2381066" y="1299419"/>
                      <a:pt x="2190308" y="1299419"/>
                    </a:cubicBezTo>
                    <a:lnTo>
                      <a:pt x="503970" y="1299419"/>
                    </a:lnTo>
                    <a:cubicBezTo>
                      <a:pt x="313519" y="1299419"/>
                      <a:pt x="151419" y="1164025"/>
                      <a:pt x="122448" y="981004"/>
                    </a:cubicBezTo>
                    <a:lnTo>
                      <a:pt x="2263" y="215672"/>
                    </a:lnTo>
                    <a:cubicBezTo>
                      <a:pt x="-15613" y="102143"/>
                      <a:pt x="74684" y="0"/>
                      <a:pt x="193022" y="0"/>
                    </a:cubicBezTo>
                    <a:lnTo>
                      <a:pt x="2501256" y="0"/>
                    </a:lnTo>
                    <a:cubicBezTo>
                      <a:pt x="2619285" y="0"/>
                      <a:pt x="2709891" y="102143"/>
                      <a:pt x="2692014" y="215672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4" name="手繪多邊形: 圖案 873">
                <a:extLst>
                  <a:ext uri="{FF2B5EF4-FFF2-40B4-BE49-F238E27FC236}">
                    <a16:creationId xmlns:a16="http://schemas.microsoft.com/office/drawing/2014/main" id="{C828349E-EBC3-ED89-CEFB-49493BBF2784}"/>
                  </a:ext>
                </a:extLst>
              </p:cNvPr>
              <p:cNvSpPr/>
              <p:nvPr/>
            </p:nvSpPr>
            <p:spPr>
              <a:xfrm>
                <a:off x="-47140410" y="33721052"/>
                <a:ext cx="587997" cy="964229"/>
              </a:xfrm>
              <a:custGeom>
                <a:avLst/>
                <a:gdLst>
                  <a:gd name="connsiteX0" fmla="*/ 587997 w 587997"/>
                  <a:gd name="connsiteY0" fmla="*/ 0 h 964229"/>
                  <a:gd name="connsiteX1" fmla="*/ 587997 w 587997"/>
                  <a:gd name="connsiteY1" fmla="*/ 589203 h 964229"/>
                  <a:gd name="connsiteX2" fmla="*/ 202165 w 587997"/>
                  <a:gd name="connsiteY2" fmla="*/ 964230 h 964229"/>
                  <a:gd name="connsiteX3" fmla="*/ 0 w 587997"/>
                  <a:gd name="connsiteY3" fmla="*/ 964230 h 9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87997" h="964229">
                    <a:moveTo>
                      <a:pt x="587997" y="0"/>
                    </a:moveTo>
                    <a:lnTo>
                      <a:pt x="587997" y="589203"/>
                    </a:lnTo>
                    <a:cubicBezTo>
                      <a:pt x="587997" y="796187"/>
                      <a:pt x="415111" y="964230"/>
                      <a:pt x="202165" y="964230"/>
                    </a:cubicBezTo>
                    <a:lnTo>
                      <a:pt x="0" y="96423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5" name="手繪多邊形: 圖案 874">
                <a:extLst>
                  <a:ext uri="{FF2B5EF4-FFF2-40B4-BE49-F238E27FC236}">
                    <a16:creationId xmlns:a16="http://schemas.microsoft.com/office/drawing/2014/main" id="{FCB2FB0D-BD54-53CD-695D-9973ACF63B08}"/>
                  </a:ext>
                </a:extLst>
              </p:cNvPr>
              <p:cNvSpPr/>
              <p:nvPr/>
            </p:nvSpPr>
            <p:spPr>
              <a:xfrm>
                <a:off x="-45858402" y="33721052"/>
                <a:ext cx="559030" cy="964229"/>
              </a:xfrm>
              <a:custGeom>
                <a:avLst/>
                <a:gdLst>
                  <a:gd name="connsiteX0" fmla="*/ 0 w 559030"/>
                  <a:gd name="connsiteY0" fmla="*/ 0 h 964229"/>
                  <a:gd name="connsiteX1" fmla="*/ 0 w 559030"/>
                  <a:gd name="connsiteY1" fmla="*/ 589203 h 964229"/>
                  <a:gd name="connsiteX2" fmla="*/ 385836 w 559030"/>
                  <a:gd name="connsiteY2" fmla="*/ 964230 h 964229"/>
                  <a:gd name="connsiteX3" fmla="*/ 559030 w 559030"/>
                  <a:gd name="connsiteY3" fmla="*/ 964230 h 964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59030" h="964229">
                    <a:moveTo>
                      <a:pt x="0" y="0"/>
                    </a:moveTo>
                    <a:lnTo>
                      <a:pt x="0" y="589203"/>
                    </a:lnTo>
                    <a:cubicBezTo>
                      <a:pt x="0" y="796187"/>
                      <a:pt x="172886" y="964230"/>
                      <a:pt x="385836" y="964230"/>
                    </a:cubicBezTo>
                    <a:lnTo>
                      <a:pt x="559030" y="96423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6" name="手繪多邊形: 圖案 875">
                <a:extLst>
                  <a:ext uri="{FF2B5EF4-FFF2-40B4-BE49-F238E27FC236}">
                    <a16:creationId xmlns:a16="http://schemas.microsoft.com/office/drawing/2014/main" id="{04BC64BC-8826-1C98-4274-256220625614}"/>
                  </a:ext>
                </a:extLst>
              </p:cNvPr>
              <p:cNvSpPr/>
              <p:nvPr/>
            </p:nvSpPr>
            <p:spPr>
              <a:xfrm>
                <a:off x="-46754883" y="35052822"/>
                <a:ext cx="1097720" cy="29954"/>
              </a:xfrm>
              <a:custGeom>
                <a:avLst/>
                <a:gdLst>
                  <a:gd name="connsiteX0" fmla="*/ 0 w 1097720"/>
                  <a:gd name="connsiteY0" fmla="*/ 0 h 29954"/>
                  <a:gd name="connsiteX1" fmla="*/ 1097720 w 1097720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97720" h="29954">
                    <a:moveTo>
                      <a:pt x="0" y="0"/>
                    </a:moveTo>
                    <a:lnTo>
                      <a:pt x="1097720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77" name="圖形 18">
              <a:extLst>
                <a:ext uri="{FF2B5EF4-FFF2-40B4-BE49-F238E27FC236}">
                  <a16:creationId xmlns:a16="http://schemas.microsoft.com/office/drawing/2014/main" id="{79AB7AED-2C91-C811-929A-DBA2FDF9E378}"/>
                </a:ext>
              </a:extLst>
            </p:cNvPr>
            <p:cNvGrpSpPr/>
            <p:nvPr/>
          </p:nvGrpSpPr>
          <p:grpSpPr>
            <a:xfrm>
              <a:off x="-57519752" y="31664089"/>
              <a:ext cx="16455754" cy="66494343"/>
              <a:chOff x="-57519752" y="31664089"/>
              <a:chExt cx="16455754" cy="66494343"/>
            </a:xfrm>
            <a:noFill/>
          </p:grpSpPr>
          <p:sp>
            <p:nvSpPr>
              <p:cNvPr id="878" name="手繪多邊形: 圖案 877">
                <a:extLst>
                  <a:ext uri="{FF2B5EF4-FFF2-40B4-BE49-F238E27FC236}">
                    <a16:creationId xmlns:a16="http://schemas.microsoft.com/office/drawing/2014/main" id="{CB556E4F-4E64-4603-3C63-7068E2AEE7B1}"/>
                  </a:ext>
                </a:extLst>
              </p:cNvPr>
              <p:cNvSpPr/>
              <p:nvPr/>
            </p:nvSpPr>
            <p:spPr>
              <a:xfrm>
                <a:off x="-56141286" y="32385988"/>
                <a:ext cx="1651203" cy="29954"/>
              </a:xfrm>
              <a:custGeom>
                <a:avLst/>
                <a:gdLst>
                  <a:gd name="connsiteX0" fmla="*/ 2 w 1651203"/>
                  <a:gd name="connsiteY0" fmla="*/ -1 h 29954"/>
                  <a:gd name="connsiteX1" fmla="*/ 1651203 w 1651203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-1"/>
                    </a:moveTo>
                    <a:lnTo>
                      <a:pt x="1651203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79" name="手繪多邊形: 圖案 878">
                <a:extLst>
                  <a:ext uri="{FF2B5EF4-FFF2-40B4-BE49-F238E27FC236}">
                    <a16:creationId xmlns:a16="http://schemas.microsoft.com/office/drawing/2014/main" id="{0957818E-80AE-5336-383A-2D1C8D92960A}"/>
                  </a:ext>
                </a:extLst>
              </p:cNvPr>
              <p:cNvSpPr/>
              <p:nvPr/>
            </p:nvSpPr>
            <p:spPr>
              <a:xfrm>
                <a:off x="-56141286" y="35052822"/>
                <a:ext cx="1651203" cy="29954"/>
              </a:xfrm>
              <a:custGeom>
                <a:avLst/>
                <a:gdLst>
                  <a:gd name="connsiteX0" fmla="*/ 2 w 1651203"/>
                  <a:gd name="connsiteY0" fmla="*/ 0 h 29954"/>
                  <a:gd name="connsiteX1" fmla="*/ 1651203 w 1651203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51203" h="29954">
                    <a:moveTo>
                      <a:pt x="2" y="0"/>
                    </a:moveTo>
                    <a:lnTo>
                      <a:pt x="1651203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0" name="手繪多邊形: 圖案 879">
                <a:extLst>
                  <a:ext uri="{FF2B5EF4-FFF2-40B4-BE49-F238E27FC236}">
                    <a16:creationId xmlns:a16="http://schemas.microsoft.com/office/drawing/2014/main" id="{4D13D6E3-218F-FF96-111B-392D8A963FC2}"/>
                  </a:ext>
                </a:extLst>
              </p:cNvPr>
              <p:cNvSpPr/>
              <p:nvPr/>
            </p:nvSpPr>
            <p:spPr>
              <a:xfrm>
                <a:off x="-56812183" y="33348720"/>
                <a:ext cx="30817" cy="2065650"/>
              </a:xfrm>
              <a:custGeom>
                <a:avLst/>
                <a:gdLst>
                  <a:gd name="connsiteX0" fmla="*/ 1 w 30817"/>
                  <a:gd name="connsiteY0" fmla="*/ 2065651 h 2065650"/>
                  <a:gd name="connsiteX1" fmla="*/ 1 w 30817"/>
                  <a:gd name="connsiteY1" fmla="*/ 0 h 206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065650">
                    <a:moveTo>
                      <a:pt x="1" y="2065651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1" name="手繪多邊形: 圖案 880">
                <a:extLst>
                  <a:ext uri="{FF2B5EF4-FFF2-40B4-BE49-F238E27FC236}">
                    <a16:creationId xmlns:a16="http://schemas.microsoft.com/office/drawing/2014/main" id="{527D9E59-2E35-99A0-A03A-FF4CA39DFC2E}"/>
                  </a:ext>
                </a:extLst>
              </p:cNvPr>
              <p:cNvSpPr/>
              <p:nvPr/>
            </p:nvSpPr>
            <p:spPr>
              <a:xfrm>
                <a:off x="-57519752" y="31664089"/>
                <a:ext cx="1081382" cy="1635805"/>
              </a:xfrm>
              <a:custGeom>
                <a:avLst/>
                <a:gdLst>
                  <a:gd name="connsiteX0" fmla="*/ 1081382 w 1081382"/>
                  <a:gd name="connsiteY0" fmla="*/ 0 h 1635805"/>
                  <a:gd name="connsiteX1" fmla="*/ 0 w 1081382"/>
                  <a:gd name="connsiteY1" fmla="*/ 1635805 h 1635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1382" h="1635805">
                    <a:moveTo>
                      <a:pt x="1081382" y="0"/>
                    </a:moveTo>
                    <a:cubicBezTo>
                      <a:pt x="1081382" y="0"/>
                      <a:pt x="977531" y="1125384"/>
                      <a:pt x="0" y="1635805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82" name="圖形 18">
              <a:extLst>
                <a:ext uri="{FF2B5EF4-FFF2-40B4-BE49-F238E27FC236}">
                  <a16:creationId xmlns:a16="http://schemas.microsoft.com/office/drawing/2014/main" id="{9B64EAF8-4307-6FF3-52FD-4D64C06EE8E0}"/>
                </a:ext>
              </a:extLst>
            </p:cNvPr>
            <p:cNvGrpSpPr/>
            <p:nvPr/>
          </p:nvGrpSpPr>
          <p:grpSpPr>
            <a:xfrm>
              <a:off x="-62206792" y="31692246"/>
              <a:ext cx="15717592" cy="65995106"/>
              <a:chOff x="-62206792" y="31692246"/>
              <a:chExt cx="15717592" cy="65995106"/>
            </a:xfrm>
            <a:noFill/>
          </p:grpSpPr>
          <p:sp>
            <p:nvSpPr>
              <p:cNvPr id="883" name="手繪多邊形: 圖案 882">
                <a:extLst>
                  <a:ext uri="{FF2B5EF4-FFF2-40B4-BE49-F238E27FC236}">
                    <a16:creationId xmlns:a16="http://schemas.microsoft.com/office/drawing/2014/main" id="{821A7C0D-7072-43AC-7CC5-DA61FCE78245}"/>
                  </a:ext>
                </a:extLst>
              </p:cNvPr>
              <p:cNvSpPr/>
              <p:nvPr/>
            </p:nvSpPr>
            <p:spPr>
              <a:xfrm>
                <a:off x="-62206792" y="32039117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4" name="手繪多邊形: 圖案 883">
                <a:extLst>
                  <a:ext uri="{FF2B5EF4-FFF2-40B4-BE49-F238E27FC236}">
                    <a16:creationId xmlns:a16="http://schemas.microsoft.com/office/drawing/2014/main" id="{E422765E-0EE1-BE38-7666-1DB6F729986B}"/>
                  </a:ext>
                </a:extLst>
              </p:cNvPr>
              <p:cNvSpPr/>
              <p:nvPr/>
            </p:nvSpPr>
            <p:spPr>
              <a:xfrm>
                <a:off x="-62206792" y="33107288"/>
                <a:ext cx="2893765" cy="29954"/>
              </a:xfrm>
              <a:custGeom>
                <a:avLst/>
                <a:gdLst>
                  <a:gd name="connsiteX0" fmla="*/ -1 w 2893765"/>
                  <a:gd name="connsiteY0" fmla="*/ 0 h 29954"/>
                  <a:gd name="connsiteX1" fmla="*/ 2893762 w 2893765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3765" h="29954">
                    <a:moveTo>
                      <a:pt x="-1" y="0"/>
                    </a:moveTo>
                    <a:lnTo>
                      <a:pt x="2893762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5" name="手繪多邊形: 圖案 884">
                <a:extLst>
                  <a:ext uri="{FF2B5EF4-FFF2-40B4-BE49-F238E27FC236}">
                    <a16:creationId xmlns:a16="http://schemas.microsoft.com/office/drawing/2014/main" id="{86F7871A-02A4-02C1-902B-0FA6CB1E62D2}"/>
                  </a:ext>
                </a:extLst>
              </p:cNvPr>
              <p:cNvSpPr/>
              <p:nvPr/>
            </p:nvSpPr>
            <p:spPr>
              <a:xfrm>
                <a:off x="-61454844" y="31692246"/>
                <a:ext cx="30817" cy="693742"/>
              </a:xfrm>
              <a:custGeom>
                <a:avLst/>
                <a:gdLst>
                  <a:gd name="connsiteX0" fmla="*/ -4 w 30817"/>
                  <a:gd name="connsiteY0" fmla="*/ 0 h 693742"/>
                  <a:gd name="connsiteX1" fmla="*/ -4 w 30817"/>
                  <a:gd name="connsiteY1" fmla="*/ 693741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4" y="0"/>
                    </a:moveTo>
                    <a:lnTo>
                      <a:pt x="-4" y="69374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6" name="手繪多邊形: 圖案 885">
                <a:extLst>
                  <a:ext uri="{FF2B5EF4-FFF2-40B4-BE49-F238E27FC236}">
                    <a16:creationId xmlns:a16="http://schemas.microsoft.com/office/drawing/2014/main" id="{D9FFEBCF-7789-863E-4671-49A4619D28A9}"/>
                  </a:ext>
                </a:extLst>
              </p:cNvPr>
              <p:cNvSpPr/>
              <p:nvPr/>
            </p:nvSpPr>
            <p:spPr>
              <a:xfrm>
                <a:off x="-60013508" y="31692246"/>
                <a:ext cx="30817" cy="693742"/>
              </a:xfrm>
              <a:custGeom>
                <a:avLst/>
                <a:gdLst>
                  <a:gd name="connsiteX0" fmla="*/ -3 w 30817"/>
                  <a:gd name="connsiteY0" fmla="*/ 0 h 693742"/>
                  <a:gd name="connsiteX1" fmla="*/ -3 w 30817"/>
                  <a:gd name="connsiteY1" fmla="*/ 693741 h 69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693742">
                    <a:moveTo>
                      <a:pt x="-3" y="0"/>
                    </a:moveTo>
                    <a:lnTo>
                      <a:pt x="-3" y="69374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7" name="手繪多邊形: 圖案 886">
                <a:extLst>
                  <a:ext uri="{FF2B5EF4-FFF2-40B4-BE49-F238E27FC236}">
                    <a16:creationId xmlns:a16="http://schemas.microsoft.com/office/drawing/2014/main" id="{10D88EEA-8351-2A1D-4077-C52CED85A42B}"/>
                  </a:ext>
                </a:extLst>
              </p:cNvPr>
              <p:cNvSpPr/>
              <p:nvPr/>
            </p:nvSpPr>
            <p:spPr>
              <a:xfrm>
                <a:off x="-60466219" y="33698286"/>
                <a:ext cx="894942" cy="1716084"/>
              </a:xfrm>
              <a:custGeom>
                <a:avLst/>
                <a:gdLst>
                  <a:gd name="connsiteX0" fmla="*/ 0 w 894942"/>
                  <a:gd name="connsiteY0" fmla="*/ 0 h 1716084"/>
                  <a:gd name="connsiteX1" fmla="*/ 316188 w 894942"/>
                  <a:gd name="connsiteY1" fmla="*/ 0 h 1716084"/>
                  <a:gd name="connsiteX2" fmla="*/ 894942 w 894942"/>
                  <a:gd name="connsiteY2" fmla="*/ 562543 h 1716084"/>
                  <a:gd name="connsiteX3" fmla="*/ 894942 w 894942"/>
                  <a:gd name="connsiteY3" fmla="*/ 1341056 h 1716084"/>
                  <a:gd name="connsiteX4" fmla="*/ 509106 w 894942"/>
                  <a:gd name="connsiteY4" fmla="*/ 1716085 h 1716084"/>
                  <a:gd name="connsiteX5" fmla="*/ 260407 w 894942"/>
                  <a:gd name="connsiteY5" fmla="*/ 1716085 h 1716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894942" h="1716084">
                    <a:moveTo>
                      <a:pt x="0" y="0"/>
                    </a:moveTo>
                    <a:lnTo>
                      <a:pt x="316188" y="0"/>
                    </a:lnTo>
                    <a:cubicBezTo>
                      <a:pt x="635770" y="0"/>
                      <a:pt x="894942" y="251917"/>
                      <a:pt x="894942" y="562543"/>
                    </a:cubicBezTo>
                    <a:lnTo>
                      <a:pt x="894942" y="1341056"/>
                    </a:lnTo>
                    <a:cubicBezTo>
                      <a:pt x="894942" y="1548041"/>
                      <a:pt x="722053" y="1716085"/>
                      <a:pt x="509106" y="1716085"/>
                    </a:cubicBezTo>
                    <a:lnTo>
                      <a:pt x="260407" y="1716085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88" name="手繪多邊形: 圖案 887">
                <a:extLst>
                  <a:ext uri="{FF2B5EF4-FFF2-40B4-BE49-F238E27FC236}">
                    <a16:creationId xmlns:a16="http://schemas.microsoft.com/office/drawing/2014/main" id="{E8908324-CD69-87AE-5BE4-9DE30EDE7421}"/>
                  </a:ext>
                </a:extLst>
              </p:cNvPr>
              <p:cNvSpPr/>
              <p:nvPr/>
            </p:nvSpPr>
            <p:spPr>
              <a:xfrm>
                <a:off x="-62206792" y="32710393"/>
                <a:ext cx="1446935" cy="2703677"/>
              </a:xfrm>
              <a:custGeom>
                <a:avLst/>
                <a:gdLst>
                  <a:gd name="connsiteX0" fmla="*/ 1446882 w 1446935"/>
                  <a:gd name="connsiteY0" fmla="*/ 0 h 2703677"/>
                  <a:gd name="connsiteX1" fmla="*/ 0 w 1446935"/>
                  <a:gd name="connsiteY1" fmla="*/ 2703678 h 2703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46935" h="2703677">
                    <a:moveTo>
                      <a:pt x="1446882" y="0"/>
                    </a:moveTo>
                    <a:cubicBezTo>
                      <a:pt x="1446882" y="0"/>
                      <a:pt x="1478625" y="1622925"/>
                      <a:pt x="0" y="2703678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89" name="圖形 18">
              <a:extLst>
                <a:ext uri="{FF2B5EF4-FFF2-40B4-BE49-F238E27FC236}">
                  <a16:creationId xmlns:a16="http://schemas.microsoft.com/office/drawing/2014/main" id="{626BB24F-7973-F288-24C1-9B7EC7232DE3}"/>
                </a:ext>
              </a:extLst>
            </p:cNvPr>
            <p:cNvGrpSpPr/>
            <p:nvPr/>
          </p:nvGrpSpPr>
          <p:grpSpPr>
            <a:xfrm>
              <a:off x="-52560906" y="31664089"/>
              <a:ext cx="15719271" cy="66494343"/>
              <a:chOff x="-52560906" y="31664089"/>
              <a:chExt cx="15719271" cy="66494343"/>
            </a:xfrm>
            <a:noFill/>
          </p:grpSpPr>
          <p:sp>
            <p:nvSpPr>
              <p:cNvPr id="890" name="手繪多邊形: 圖案 889">
                <a:extLst>
                  <a:ext uri="{FF2B5EF4-FFF2-40B4-BE49-F238E27FC236}">
                    <a16:creationId xmlns:a16="http://schemas.microsoft.com/office/drawing/2014/main" id="{19DC6581-4E88-F7E4-C4DA-2E494BB4C764}"/>
                  </a:ext>
                </a:extLst>
              </p:cNvPr>
              <p:cNvSpPr/>
              <p:nvPr/>
            </p:nvSpPr>
            <p:spPr>
              <a:xfrm>
                <a:off x="-52560905" y="33348720"/>
                <a:ext cx="2894074" cy="29954"/>
              </a:xfrm>
              <a:custGeom>
                <a:avLst/>
                <a:gdLst>
                  <a:gd name="connsiteX0" fmla="*/ -1 w 2894074"/>
                  <a:gd name="connsiteY0" fmla="*/ 0 h 29954"/>
                  <a:gd name="connsiteX1" fmla="*/ 2894075 w 289407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94074" h="29954">
                    <a:moveTo>
                      <a:pt x="-1" y="0"/>
                    </a:moveTo>
                    <a:lnTo>
                      <a:pt x="289407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1" name="手繪多邊形: 圖案 890">
                <a:extLst>
                  <a:ext uri="{FF2B5EF4-FFF2-40B4-BE49-F238E27FC236}">
                    <a16:creationId xmlns:a16="http://schemas.microsoft.com/office/drawing/2014/main" id="{C8D0EF7B-9084-DE46-D12D-00479EAD7CCF}"/>
                  </a:ext>
                </a:extLst>
              </p:cNvPr>
              <p:cNvSpPr/>
              <p:nvPr/>
            </p:nvSpPr>
            <p:spPr>
              <a:xfrm>
                <a:off x="-52289401" y="31664089"/>
                <a:ext cx="2622570" cy="1684631"/>
              </a:xfrm>
              <a:custGeom>
                <a:avLst/>
                <a:gdLst>
                  <a:gd name="connsiteX0" fmla="*/ 2622571 w 2622570"/>
                  <a:gd name="connsiteY0" fmla="*/ 0 h 1684631"/>
                  <a:gd name="connsiteX1" fmla="*/ 771668 w 2622570"/>
                  <a:gd name="connsiteY1" fmla="*/ 0 h 1684631"/>
                  <a:gd name="connsiteX2" fmla="*/ 0 w 2622570"/>
                  <a:gd name="connsiteY2" fmla="*/ 750056 h 1684631"/>
                  <a:gd name="connsiteX3" fmla="*/ 0 w 2622570"/>
                  <a:gd name="connsiteY3" fmla="*/ 1684631 h 1684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22570" h="1684631">
                    <a:moveTo>
                      <a:pt x="2622571" y="0"/>
                    </a:moveTo>
                    <a:lnTo>
                      <a:pt x="771668" y="0"/>
                    </a:lnTo>
                    <a:cubicBezTo>
                      <a:pt x="345463" y="0"/>
                      <a:pt x="0" y="335788"/>
                      <a:pt x="0" y="750056"/>
                    </a:cubicBezTo>
                    <a:lnTo>
                      <a:pt x="0" y="1684631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2" name="手繪多邊形: 圖案 891">
                <a:extLst>
                  <a:ext uri="{FF2B5EF4-FFF2-40B4-BE49-F238E27FC236}">
                    <a16:creationId xmlns:a16="http://schemas.microsoft.com/office/drawing/2014/main" id="{98E6B061-7A7C-AE2B-06D7-3EAF9755CC06}"/>
                  </a:ext>
                </a:extLst>
              </p:cNvPr>
              <p:cNvSpPr/>
              <p:nvPr/>
            </p:nvSpPr>
            <p:spPr>
              <a:xfrm>
                <a:off x="-50637583" y="32056790"/>
                <a:ext cx="650557" cy="3357580"/>
              </a:xfrm>
              <a:custGeom>
                <a:avLst/>
                <a:gdLst>
                  <a:gd name="connsiteX0" fmla="*/ 650558 w 650557"/>
                  <a:gd name="connsiteY0" fmla="*/ 0 h 3357580"/>
                  <a:gd name="connsiteX1" fmla="*/ 650558 w 650557"/>
                  <a:gd name="connsiteY1" fmla="*/ 2982552 h 3357580"/>
                  <a:gd name="connsiteX2" fmla="*/ 264722 w 650557"/>
                  <a:gd name="connsiteY2" fmla="*/ 3357580 h 3357580"/>
                  <a:gd name="connsiteX3" fmla="*/ 0 w 650557"/>
                  <a:gd name="connsiteY3" fmla="*/ 3357580 h 3357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0557" h="3357580">
                    <a:moveTo>
                      <a:pt x="650558" y="0"/>
                    </a:moveTo>
                    <a:lnTo>
                      <a:pt x="650558" y="2982552"/>
                    </a:lnTo>
                    <a:cubicBezTo>
                      <a:pt x="650558" y="3189537"/>
                      <a:pt x="477672" y="3357580"/>
                      <a:pt x="264722" y="3357580"/>
                    </a:cubicBezTo>
                    <a:lnTo>
                      <a:pt x="0" y="335758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3" name="手繪多邊形: 圖案 892">
                <a:extLst>
                  <a:ext uri="{FF2B5EF4-FFF2-40B4-BE49-F238E27FC236}">
                    <a16:creationId xmlns:a16="http://schemas.microsoft.com/office/drawing/2014/main" id="{8EA5AA8A-DD9E-BC94-B39C-1BCDC1B76E5F}"/>
                  </a:ext>
                </a:extLst>
              </p:cNvPr>
              <p:cNvSpPr/>
              <p:nvPr/>
            </p:nvSpPr>
            <p:spPr>
              <a:xfrm>
                <a:off x="-52560906" y="33348720"/>
                <a:ext cx="1923323" cy="2065650"/>
              </a:xfrm>
              <a:custGeom>
                <a:avLst/>
                <a:gdLst>
                  <a:gd name="connsiteX0" fmla="*/ 1923323 w 1923323"/>
                  <a:gd name="connsiteY0" fmla="*/ 0 h 2065650"/>
                  <a:gd name="connsiteX1" fmla="*/ 0 w 1923323"/>
                  <a:gd name="connsiteY1" fmla="*/ 2065651 h 2065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23323" h="2065650">
                    <a:moveTo>
                      <a:pt x="1923323" y="0"/>
                    </a:moveTo>
                    <a:cubicBezTo>
                      <a:pt x="1923323" y="0"/>
                      <a:pt x="1653361" y="1704102"/>
                      <a:pt x="0" y="2065651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894" name="圖形 18">
              <a:extLst>
                <a:ext uri="{FF2B5EF4-FFF2-40B4-BE49-F238E27FC236}">
                  <a16:creationId xmlns:a16="http://schemas.microsoft.com/office/drawing/2014/main" id="{DBC9120E-FB48-FACE-984D-121CFB230190}"/>
                </a:ext>
              </a:extLst>
            </p:cNvPr>
            <p:cNvGrpSpPr/>
            <p:nvPr/>
          </p:nvGrpSpPr>
          <p:grpSpPr>
            <a:xfrm>
              <a:off x="-38160490" y="31664089"/>
              <a:ext cx="16085839" cy="66494343"/>
              <a:chOff x="-38160490" y="31664089"/>
              <a:chExt cx="16085839" cy="66494343"/>
            </a:xfrm>
            <a:noFill/>
          </p:grpSpPr>
          <p:sp>
            <p:nvSpPr>
              <p:cNvPr id="895" name="手繪多邊形: 圖案 894">
                <a:extLst>
                  <a:ext uri="{FF2B5EF4-FFF2-40B4-BE49-F238E27FC236}">
                    <a16:creationId xmlns:a16="http://schemas.microsoft.com/office/drawing/2014/main" id="{BFEEDE7F-5B92-228C-3378-E471CD703B27}"/>
                  </a:ext>
                </a:extLst>
              </p:cNvPr>
              <p:cNvSpPr/>
              <p:nvPr/>
            </p:nvSpPr>
            <p:spPr>
              <a:xfrm>
                <a:off x="-38160490" y="31664089"/>
                <a:ext cx="1123605" cy="3750281"/>
              </a:xfrm>
              <a:custGeom>
                <a:avLst/>
                <a:gdLst>
                  <a:gd name="connsiteX0" fmla="*/ 0 w 1123605"/>
                  <a:gd name="connsiteY0" fmla="*/ 3750282 h 3750281"/>
                  <a:gd name="connsiteX1" fmla="*/ 0 w 1123605"/>
                  <a:gd name="connsiteY1" fmla="*/ 562542 h 3750281"/>
                  <a:gd name="connsiteX2" fmla="*/ 578754 w 1123605"/>
                  <a:gd name="connsiteY2" fmla="*/ 0 h 3750281"/>
                  <a:gd name="connsiteX3" fmla="*/ 1123606 w 1123605"/>
                  <a:gd name="connsiteY3" fmla="*/ 0 h 3750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23605" h="3750281">
                    <a:moveTo>
                      <a:pt x="0" y="3750282"/>
                    </a:moveTo>
                    <a:lnTo>
                      <a:pt x="0" y="562542"/>
                    </a:lnTo>
                    <a:cubicBezTo>
                      <a:pt x="0" y="251916"/>
                      <a:pt x="259176" y="0"/>
                      <a:pt x="578754" y="0"/>
                    </a:cubicBezTo>
                    <a:lnTo>
                      <a:pt x="1123606" y="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6" name="手繪多邊形: 圖案 895">
                <a:extLst>
                  <a:ext uri="{FF2B5EF4-FFF2-40B4-BE49-F238E27FC236}">
                    <a16:creationId xmlns:a16="http://schemas.microsoft.com/office/drawing/2014/main" id="{89313B49-6D54-EB2B-B5D4-2E13D52C0A94}"/>
                  </a:ext>
                </a:extLst>
              </p:cNvPr>
              <p:cNvSpPr/>
              <p:nvPr/>
            </p:nvSpPr>
            <p:spPr>
              <a:xfrm>
                <a:off x="-36512060" y="32878737"/>
                <a:ext cx="1313134" cy="29954"/>
              </a:xfrm>
              <a:custGeom>
                <a:avLst/>
                <a:gdLst>
                  <a:gd name="connsiteX0" fmla="*/ 0 w 1313134"/>
                  <a:gd name="connsiteY0" fmla="*/ 0 h 29954"/>
                  <a:gd name="connsiteX1" fmla="*/ 1313135 w 1313134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313134" h="29954">
                    <a:moveTo>
                      <a:pt x="0" y="0"/>
                    </a:moveTo>
                    <a:lnTo>
                      <a:pt x="1313135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7" name="手繪多邊形: 圖案 896">
                <a:extLst>
                  <a:ext uri="{FF2B5EF4-FFF2-40B4-BE49-F238E27FC236}">
                    <a16:creationId xmlns:a16="http://schemas.microsoft.com/office/drawing/2014/main" id="{370CB0D4-95D3-4CB1-EE87-6DC745F90882}"/>
                  </a:ext>
                </a:extLst>
              </p:cNvPr>
              <p:cNvSpPr/>
              <p:nvPr/>
            </p:nvSpPr>
            <p:spPr>
              <a:xfrm>
                <a:off x="-36512060" y="31664089"/>
                <a:ext cx="1148878" cy="3750281"/>
              </a:xfrm>
              <a:custGeom>
                <a:avLst/>
                <a:gdLst>
                  <a:gd name="connsiteX0" fmla="*/ 0 w 1148878"/>
                  <a:gd name="connsiteY0" fmla="*/ 3750282 h 3750281"/>
                  <a:gd name="connsiteX1" fmla="*/ 0 w 1148878"/>
                  <a:gd name="connsiteY1" fmla="*/ 562542 h 3750281"/>
                  <a:gd name="connsiteX2" fmla="*/ 578754 w 1148878"/>
                  <a:gd name="connsiteY2" fmla="*/ 0 h 3750281"/>
                  <a:gd name="connsiteX3" fmla="*/ 1148878 w 1148878"/>
                  <a:gd name="connsiteY3" fmla="*/ 0 h 3750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148878" h="3750281">
                    <a:moveTo>
                      <a:pt x="0" y="3750282"/>
                    </a:moveTo>
                    <a:lnTo>
                      <a:pt x="0" y="562542"/>
                    </a:lnTo>
                    <a:cubicBezTo>
                      <a:pt x="0" y="251916"/>
                      <a:pt x="259176" y="0"/>
                      <a:pt x="578754" y="0"/>
                    </a:cubicBezTo>
                    <a:lnTo>
                      <a:pt x="1148878" y="0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8" name="手繪多邊形: 圖案 897">
                <a:extLst>
                  <a:ext uri="{FF2B5EF4-FFF2-40B4-BE49-F238E27FC236}">
                    <a16:creationId xmlns:a16="http://schemas.microsoft.com/office/drawing/2014/main" id="{2ECFAC39-B86C-68E8-770B-16DC8A5E62C0}"/>
                  </a:ext>
                </a:extLst>
              </p:cNvPr>
              <p:cNvSpPr/>
              <p:nvPr/>
            </p:nvSpPr>
            <p:spPr>
              <a:xfrm>
                <a:off x="-35626057" y="32878737"/>
                <a:ext cx="30817" cy="2535633"/>
              </a:xfrm>
              <a:custGeom>
                <a:avLst/>
                <a:gdLst>
                  <a:gd name="connsiteX0" fmla="*/ 0 w 30817"/>
                  <a:gd name="connsiteY0" fmla="*/ 0 h 2535633"/>
                  <a:gd name="connsiteX1" fmla="*/ 0 w 30817"/>
                  <a:gd name="connsiteY1" fmla="*/ 2535634 h 2535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2535633">
                    <a:moveTo>
                      <a:pt x="0" y="0"/>
                    </a:moveTo>
                    <a:lnTo>
                      <a:pt x="0" y="2535634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899" name="手繪多邊形: 圖案 898">
                <a:extLst>
                  <a:ext uri="{FF2B5EF4-FFF2-40B4-BE49-F238E27FC236}">
                    <a16:creationId xmlns:a16="http://schemas.microsoft.com/office/drawing/2014/main" id="{A6F75BA6-82D6-9355-444C-E38B619A81CE}"/>
                  </a:ext>
                </a:extLst>
              </p:cNvPr>
              <p:cNvSpPr/>
              <p:nvPr/>
            </p:nvSpPr>
            <p:spPr>
              <a:xfrm>
                <a:off x="-38160490" y="32529469"/>
                <a:ext cx="1092272" cy="1465664"/>
              </a:xfrm>
              <a:custGeom>
                <a:avLst/>
                <a:gdLst>
                  <a:gd name="connsiteX0" fmla="*/ 0 w 1092272"/>
                  <a:gd name="connsiteY0" fmla="*/ 0 h 1465664"/>
                  <a:gd name="connsiteX1" fmla="*/ 899253 w 1092272"/>
                  <a:gd name="connsiteY1" fmla="*/ 0 h 1465664"/>
                  <a:gd name="connsiteX2" fmla="*/ 1090016 w 1092272"/>
                  <a:gd name="connsiteY2" fmla="*/ 215672 h 1465664"/>
                  <a:gd name="connsiteX3" fmla="*/ 918669 w 1092272"/>
                  <a:gd name="connsiteY3" fmla="*/ 1306608 h 1465664"/>
                  <a:gd name="connsiteX4" fmla="*/ 727910 w 1092272"/>
                  <a:gd name="connsiteY4" fmla="*/ 1465665 h 1465664"/>
                  <a:gd name="connsiteX5" fmla="*/ 0 w 1092272"/>
                  <a:gd name="connsiteY5" fmla="*/ 1465665 h 14656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92272" h="1465664">
                    <a:moveTo>
                      <a:pt x="0" y="0"/>
                    </a:moveTo>
                    <a:lnTo>
                      <a:pt x="899253" y="0"/>
                    </a:lnTo>
                    <a:cubicBezTo>
                      <a:pt x="1017287" y="0"/>
                      <a:pt x="1107889" y="102143"/>
                      <a:pt x="1090016" y="215672"/>
                    </a:cubicBezTo>
                    <a:lnTo>
                      <a:pt x="918669" y="1306608"/>
                    </a:lnTo>
                    <a:cubicBezTo>
                      <a:pt x="904185" y="1398268"/>
                      <a:pt x="823135" y="1465665"/>
                      <a:pt x="727910" y="1465665"/>
                    </a:cubicBezTo>
                    <a:lnTo>
                      <a:pt x="0" y="1465665"/>
                    </a:ln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  <p:grpSp>
          <p:nvGrpSpPr>
            <p:cNvPr id="900" name="圖形 18">
              <a:extLst>
                <a:ext uri="{FF2B5EF4-FFF2-40B4-BE49-F238E27FC236}">
                  <a16:creationId xmlns:a16="http://schemas.microsoft.com/office/drawing/2014/main" id="{CE9D8C4C-1A19-2403-058C-A671E5807D29}"/>
                </a:ext>
              </a:extLst>
            </p:cNvPr>
            <p:cNvGrpSpPr/>
            <p:nvPr/>
          </p:nvGrpSpPr>
          <p:grpSpPr>
            <a:xfrm>
              <a:off x="-42983433" y="31664089"/>
              <a:ext cx="17331204" cy="66494343"/>
              <a:chOff x="-42983433" y="31664089"/>
              <a:chExt cx="17331204" cy="66494343"/>
            </a:xfrm>
            <a:noFill/>
          </p:grpSpPr>
          <p:sp>
            <p:nvSpPr>
              <p:cNvPr id="901" name="手繪多邊形: 圖案 900">
                <a:extLst>
                  <a:ext uri="{FF2B5EF4-FFF2-40B4-BE49-F238E27FC236}">
                    <a16:creationId xmlns:a16="http://schemas.microsoft.com/office/drawing/2014/main" id="{6A0AACA4-2E58-C839-1E22-985665073EED}"/>
                  </a:ext>
                </a:extLst>
              </p:cNvPr>
              <p:cNvSpPr/>
              <p:nvPr/>
            </p:nvSpPr>
            <p:spPr>
              <a:xfrm>
                <a:off x="-42983433" y="32007964"/>
                <a:ext cx="949488" cy="29954"/>
              </a:xfrm>
              <a:custGeom>
                <a:avLst/>
                <a:gdLst>
                  <a:gd name="connsiteX0" fmla="*/ 0 w 949488"/>
                  <a:gd name="connsiteY0" fmla="*/ 0 h 29954"/>
                  <a:gd name="connsiteX1" fmla="*/ 949486 w 949488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0"/>
                    </a:moveTo>
                    <a:lnTo>
                      <a:pt x="949486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2" name="手繪多邊形: 圖案 901">
                <a:extLst>
                  <a:ext uri="{FF2B5EF4-FFF2-40B4-BE49-F238E27FC236}">
                    <a16:creationId xmlns:a16="http://schemas.microsoft.com/office/drawing/2014/main" id="{95D6D418-0803-6475-BB1B-594C01B67F4D}"/>
                  </a:ext>
                </a:extLst>
              </p:cNvPr>
              <p:cNvSpPr/>
              <p:nvPr/>
            </p:nvSpPr>
            <p:spPr>
              <a:xfrm>
                <a:off x="-42983433" y="32710094"/>
                <a:ext cx="949488" cy="29954"/>
              </a:xfrm>
              <a:custGeom>
                <a:avLst/>
                <a:gdLst>
                  <a:gd name="connsiteX0" fmla="*/ 0 w 949488"/>
                  <a:gd name="connsiteY0" fmla="*/ -1 h 29954"/>
                  <a:gd name="connsiteX1" fmla="*/ 949486 w 949488"/>
                  <a:gd name="connsiteY1" fmla="*/ -1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-1"/>
                    </a:moveTo>
                    <a:lnTo>
                      <a:pt x="949486" y="-1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3" name="手繪多邊形: 圖案 902">
                <a:extLst>
                  <a:ext uri="{FF2B5EF4-FFF2-40B4-BE49-F238E27FC236}">
                    <a16:creationId xmlns:a16="http://schemas.microsoft.com/office/drawing/2014/main" id="{6F846268-91CD-FB54-AAE0-CA1F096367D6}"/>
                  </a:ext>
                </a:extLst>
              </p:cNvPr>
              <p:cNvSpPr/>
              <p:nvPr/>
            </p:nvSpPr>
            <p:spPr>
              <a:xfrm>
                <a:off x="-42983433" y="33412523"/>
                <a:ext cx="949488" cy="29954"/>
              </a:xfrm>
              <a:custGeom>
                <a:avLst/>
                <a:gdLst>
                  <a:gd name="connsiteX0" fmla="*/ 0 w 949488"/>
                  <a:gd name="connsiteY0" fmla="*/ 0 h 29954"/>
                  <a:gd name="connsiteX1" fmla="*/ 949486 w 949488"/>
                  <a:gd name="connsiteY1" fmla="*/ 0 h 29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49488" h="29954">
                    <a:moveTo>
                      <a:pt x="0" y="0"/>
                    </a:moveTo>
                    <a:lnTo>
                      <a:pt x="949486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4" name="手繪多邊形: 圖案 903">
                <a:extLst>
                  <a:ext uri="{FF2B5EF4-FFF2-40B4-BE49-F238E27FC236}">
                    <a16:creationId xmlns:a16="http://schemas.microsoft.com/office/drawing/2014/main" id="{CE0BA1F6-6EBC-39BA-7897-E1DA3DA4C88F}"/>
                  </a:ext>
                </a:extLst>
              </p:cNvPr>
              <p:cNvSpPr/>
              <p:nvPr/>
            </p:nvSpPr>
            <p:spPr>
              <a:xfrm>
                <a:off x="-42983433" y="34114652"/>
                <a:ext cx="949488" cy="1299718"/>
              </a:xfrm>
              <a:custGeom>
                <a:avLst/>
                <a:gdLst>
                  <a:gd name="connsiteX0" fmla="*/ 25274072 w 949488"/>
                  <a:gd name="connsiteY0" fmla="*/ 0 h 1299718"/>
                  <a:gd name="connsiteX1" fmla="*/ 49598656 w 949488"/>
                  <a:gd name="connsiteY1" fmla="*/ 23643250 h 1299718"/>
                  <a:gd name="connsiteX2" fmla="*/ 49598656 w 949488"/>
                  <a:gd name="connsiteY2" fmla="*/ 72229464 h 1299718"/>
                  <a:gd name="connsiteX3" fmla="*/ 25274072 w 949488"/>
                  <a:gd name="connsiteY3" fmla="*/ 95872712 h 1299718"/>
                  <a:gd name="connsiteX4" fmla="*/ -24324586 w 949488"/>
                  <a:gd name="connsiteY4" fmla="*/ 95872712 h 1299718"/>
                  <a:gd name="connsiteX5" fmla="*/ -48649172 w 949488"/>
                  <a:gd name="connsiteY5" fmla="*/ 72229464 h 1299718"/>
                  <a:gd name="connsiteX6" fmla="*/ -48649172 w 949488"/>
                  <a:gd name="connsiteY6" fmla="*/ 23643248 h 1299718"/>
                  <a:gd name="connsiteX7" fmla="*/ -24324586 w 949488"/>
                  <a:gd name="connsiteY7" fmla="*/ -2 h 1299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49488" h="1299718">
                    <a:moveTo>
                      <a:pt x="25274072" y="0"/>
                    </a:moveTo>
                    <a:cubicBezTo>
                      <a:pt x="38708168" y="0"/>
                      <a:pt x="49598656" y="10585443"/>
                      <a:pt x="49598656" y="23643250"/>
                    </a:cubicBezTo>
                    <a:lnTo>
                      <a:pt x="49598656" y="72229464"/>
                    </a:lnTo>
                    <a:cubicBezTo>
                      <a:pt x="49598656" y="85287272"/>
                      <a:pt x="38708168" y="95872712"/>
                      <a:pt x="25274072" y="95872712"/>
                    </a:cubicBezTo>
                    <a:lnTo>
                      <a:pt x="-24324586" y="95872712"/>
                    </a:lnTo>
                    <a:cubicBezTo>
                      <a:pt x="-37758680" y="95872712"/>
                      <a:pt x="-48649172" y="85287272"/>
                      <a:pt x="-48649172" y="72229464"/>
                    </a:cubicBezTo>
                    <a:lnTo>
                      <a:pt x="-48649172" y="23643248"/>
                    </a:lnTo>
                    <a:cubicBezTo>
                      <a:pt x="-48649172" y="10585441"/>
                      <a:pt x="-37758680" y="-2"/>
                      <a:pt x="-24324586" y="-2"/>
                    </a:cubicBezTo>
                    <a:close/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5" name="手繪多邊形: 圖案 904">
                <a:extLst>
                  <a:ext uri="{FF2B5EF4-FFF2-40B4-BE49-F238E27FC236}">
                    <a16:creationId xmlns:a16="http://schemas.microsoft.com/office/drawing/2014/main" id="{B2D92F8F-D47C-35B0-0C4F-098778AB089B}"/>
                  </a:ext>
                </a:extLst>
              </p:cNvPr>
              <p:cNvSpPr/>
              <p:nvPr/>
            </p:nvSpPr>
            <p:spPr>
              <a:xfrm>
                <a:off x="-41526996" y="32787376"/>
                <a:ext cx="912506" cy="624846"/>
              </a:xfrm>
              <a:custGeom>
                <a:avLst/>
                <a:gdLst>
                  <a:gd name="connsiteX0" fmla="*/ 912507 w 912506"/>
                  <a:gd name="connsiteY0" fmla="*/ 0 h 624846"/>
                  <a:gd name="connsiteX1" fmla="*/ 0 w 912506"/>
                  <a:gd name="connsiteY1" fmla="*/ 624847 h 624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912506" h="624846">
                    <a:moveTo>
                      <a:pt x="912507" y="0"/>
                    </a:moveTo>
                    <a:cubicBezTo>
                      <a:pt x="912507" y="0"/>
                      <a:pt x="617889" y="561044"/>
                      <a:pt x="0" y="624847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6" name="手繪多邊形: 圖案 905">
                <a:extLst>
                  <a:ext uri="{FF2B5EF4-FFF2-40B4-BE49-F238E27FC236}">
                    <a16:creationId xmlns:a16="http://schemas.microsoft.com/office/drawing/2014/main" id="{7157ECFF-D81D-37C3-963A-532860B350E8}"/>
                  </a:ext>
                </a:extLst>
              </p:cNvPr>
              <p:cNvSpPr/>
              <p:nvPr/>
            </p:nvSpPr>
            <p:spPr>
              <a:xfrm>
                <a:off x="-41526996" y="33476925"/>
                <a:ext cx="1236090" cy="856692"/>
              </a:xfrm>
              <a:custGeom>
                <a:avLst/>
                <a:gdLst>
                  <a:gd name="connsiteX0" fmla="*/ 1236091 w 1236090"/>
                  <a:gd name="connsiteY0" fmla="*/ 0 h 856692"/>
                  <a:gd name="connsiteX1" fmla="*/ 0 w 1236090"/>
                  <a:gd name="connsiteY1" fmla="*/ 856693 h 856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36090" h="856692">
                    <a:moveTo>
                      <a:pt x="1236091" y="0"/>
                    </a:moveTo>
                    <a:cubicBezTo>
                      <a:pt x="1236091" y="0"/>
                      <a:pt x="883231" y="726392"/>
                      <a:pt x="0" y="856693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7" name="手繪多邊形: 圖案 906">
                <a:extLst>
                  <a:ext uri="{FF2B5EF4-FFF2-40B4-BE49-F238E27FC236}">
                    <a16:creationId xmlns:a16="http://schemas.microsoft.com/office/drawing/2014/main" id="{B567DA9E-7F82-500F-08F3-D8C92837B3F8}"/>
                  </a:ext>
                </a:extLst>
              </p:cNvPr>
              <p:cNvSpPr/>
              <p:nvPr/>
            </p:nvSpPr>
            <p:spPr>
              <a:xfrm>
                <a:off x="-41526996" y="34262626"/>
                <a:ext cx="1606517" cy="1151744"/>
              </a:xfrm>
              <a:custGeom>
                <a:avLst/>
                <a:gdLst>
                  <a:gd name="connsiteX0" fmla="*/ 1606518 w 1606517"/>
                  <a:gd name="connsiteY0" fmla="*/ 0 h 1151744"/>
                  <a:gd name="connsiteX1" fmla="*/ 0 w 1606517"/>
                  <a:gd name="connsiteY1" fmla="*/ 1151744 h 1151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06517" h="1151744">
                    <a:moveTo>
                      <a:pt x="1606518" y="0"/>
                    </a:moveTo>
                    <a:cubicBezTo>
                      <a:pt x="1606518" y="0"/>
                      <a:pt x="1090941" y="881256"/>
                      <a:pt x="0" y="1151744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8" name="手繪多邊形: 圖案 907">
                <a:extLst>
                  <a:ext uri="{FF2B5EF4-FFF2-40B4-BE49-F238E27FC236}">
                    <a16:creationId xmlns:a16="http://schemas.microsoft.com/office/drawing/2014/main" id="{5C9AB8F0-1480-39E7-7F90-01B766EC2E4E}"/>
                  </a:ext>
                </a:extLst>
              </p:cNvPr>
              <p:cNvSpPr/>
              <p:nvPr/>
            </p:nvSpPr>
            <p:spPr>
              <a:xfrm>
                <a:off x="-41690639" y="31664089"/>
                <a:ext cx="1898054" cy="1046004"/>
              </a:xfrm>
              <a:custGeom>
                <a:avLst/>
                <a:gdLst>
                  <a:gd name="connsiteX0" fmla="*/ 0 w 1898054"/>
                  <a:gd name="connsiteY0" fmla="*/ 1046005 h 1046004"/>
                  <a:gd name="connsiteX1" fmla="*/ 945483 w 1898054"/>
                  <a:gd name="connsiteY1" fmla="*/ 0 h 1046004"/>
                  <a:gd name="connsiteX2" fmla="*/ 1898054 w 1898054"/>
                  <a:gd name="connsiteY2" fmla="*/ 1046005 h 1046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898054" h="1046004">
                    <a:moveTo>
                      <a:pt x="0" y="1046005"/>
                    </a:moveTo>
                    <a:cubicBezTo>
                      <a:pt x="763042" y="876464"/>
                      <a:pt x="945483" y="0"/>
                      <a:pt x="945483" y="0"/>
                    </a:cubicBezTo>
                    <a:cubicBezTo>
                      <a:pt x="945483" y="0"/>
                      <a:pt x="1128229" y="808767"/>
                      <a:pt x="1898054" y="1046005"/>
                    </a:cubicBezTo>
                  </a:path>
                </a:pathLst>
              </a:custGeom>
              <a:noFill/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  <p:sp>
            <p:nvSpPr>
              <p:cNvPr id="909" name="手繪多邊形: 圖案 908">
                <a:extLst>
                  <a:ext uri="{FF2B5EF4-FFF2-40B4-BE49-F238E27FC236}">
                    <a16:creationId xmlns:a16="http://schemas.microsoft.com/office/drawing/2014/main" id="{DABF770F-E3EB-21CD-F4E8-86FA39C42D69}"/>
                  </a:ext>
                </a:extLst>
              </p:cNvPr>
              <p:cNvSpPr/>
              <p:nvPr/>
            </p:nvSpPr>
            <p:spPr>
              <a:xfrm>
                <a:off x="-42508535" y="31664089"/>
                <a:ext cx="30817" cy="343875"/>
              </a:xfrm>
              <a:custGeom>
                <a:avLst/>
                <a:gdLst>
                  <a:gd name="connsiteX0" fmla="*/ 1 w 30817"/>
                  <a:gd name="connsiteY0" fmla="*/ 343876 h 343875"/>
                  <a:gd name="connsiteX1" fmla="*/ 1 w 30817"/>
                  <a:gd name="connsiteY1" fmla="*/ 0 h 343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0817" h="343875">
                    <a:moveTo>
                      <a:pt x="1" y="343876"/>
                    </a:moveTo>
                    <a:lnTo>
                      <a:pt x="1" y="0"/>
                    </a:lnTo>
                  </a:path>
                </a:pathLst>
              </a:custGeom>
              <a:ln w="39691" cap="rnd">
                <a:solidFill>
                  <a:srgbClr val="231815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TW" altLang="en-US"/>
              </a:p>
            </p:txBody>
          </p:sp>
        </p:grpSp>
      </p:grpSp>
      <p:pic>
        <p:nvPicPr>
          <p:cNvPr id="20" name="圖形 19">
            <a:extLst>
              <a:ext uri="{FF2B5EF4-FFF2-40B4-BE49-F238E27FC236}">
                <a16:creationId xmlns:a16="http://schemas.microsoft.com/office/drawing/2014/main" id="{9C49D2C5-D369-90AD-37BB-8CFD25700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836" t="55098" r="69860" b="38671"/>
          <a:stretch/>
        </p:blipFill>
        <p:spPr>
          <a:xfrm>
            <a:off x="14608777" y="17039549"/>
            <a:ext cx="6350714" cy="1571094"/>
          </a:xfrm>
          <a:prstGeom prst="rect">
            <a:avLst/>
          </a:prstGeom>
        </p:spPr>
      </p:pic>
      <p:pic>
        <p:nvPicPr>
          <p:cNvPr id="16" name="圖形 15">
            <a:extLst>
              <a:ext uri="{FF2B5EF4-FFF2-40B4-BE49-F238E27FC236}">
                <a16:creationId xmlns:a16="http://schemas.microsoft.com/office/drawing/2014/main" id="{26EF5B09-A4AA-7E0A-98F0-16B076707C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3256" t="38393" r="70029" b="55966"/>
          <a:stretch/>
        </p:blipFill>
        <p:spPr>
          <a:xfrm>
            <a:off x="21771368" y="17241796"/>
            <a:ext cx="6134699" cy="1422496"/>
          </a:xfrm>
          <a:prstGeom prst="rect">
            <a:avLst/>
          </a:prstGeom>
        </p:spPr>
      </p:pic>
      <p:grpSp>
        <p:nvGrpSpPr>
          <p:cNvPr id="2" name="群組 1">
            <a:extLst>
              <a:ext uri="{FF2B5EF4-FFF2-40B4-BE49-F238E27FC236}">
                <a16:creationId xmlns:a16="http://schemas.microsoft.com/office/drawing/2014/main" id="{8EC2A3D3-E699-BE5A-E000-EE86FF138956}"/>
              </a:ext>
            </a:extLst>
          </p:cNvPr>
          <p:cNvGrpSpPr/>
          <p:nvPr/>
        </p:nvGrpSpPr>
        <p:grpSpPr>
          <a:xfrm>
            <a:off x="4791509" y="10024593"/>
            <a:ext cx="18814463" cy="5526850"/>
            <a:chOff x="5396932" y="4093549"/>
            <a:chExt cx="18931652" cy="5561275"/>
          </a:xfrm>
        </p:grpSpPr>
        <p:pic>
          <p:nvPicPr>
            <p:cNvPr id="4" name="圖形 3">
              <a:extLst>
                <a:ext uri="{FF2B5EF4-FFF2-40B4-BE49-F238E27FC236}">
                  <a16:creationId xmlns:a16="http://schemas.microsoft.com/office/drawing/2014/main" id="{35590ADA-8028-F29A-0F36-3340166A4E6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11142" t="52812" r="35452" b="20547"/>
            <a:stretch/>
          </p:blipFill>
          <p:spPr>
            <a:xfrm>
              <a:off x="5396932" y="4093549"/>
              <a:ext cx="15769388" cy="5561275"/>
            </a:xfrm>
            <a:prstGeom prst="rect">
              <a:avLst/>
            </a:prstGeom>
          </p:spPr>
        </p:pic>
        <p:pic>
          <p:nvPicPr>
            <p:cNvPr id="5" name="圖形 4">
              <a:extLst>
                <a:ext uri="{FF2B5EF4-FFF2-40B4-BE49-F238E27FC236}">
                  <a16:creationId xmlns:a16="http://schemas.microsoft.com/office/drawing/2014/main" id="{321D1FC6-8EEE-653E-D273-0D75F560DD5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76983" t="44857" r="12074" b="20495"/>
            <a:stretch/>
          </p:blipFill>
          <p:spPr>
            <a:xfrm>
              <a:off x="22652750" y="5329755"/>
              <a:ext cx="1675834" cy="3751362"/>
            </a:xfrm>
            <a:prstGeom prst="rect">
              <a:avLst/>
            </a:prstGeom>
          </p:spPr>
        </p:pic>
        <p:pic>
          <p:nvPicPr>
            <p:cNvPr id="6" name="圖形 5">
              <a:extLst>
                <a:ext uri="{FF2B5EF4-FFF2-40B4-BE49-F238E27FC236}">
                  <a16:creationId xmlns:a16="http://schemas.microsoft.com/office/drawing/2014/main" id="{B9626AA5-4F3C-3C8E-DB03-33A183430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l="64548" t="44857" r="23017" b="20495"/>
            <a:stretch/>
          </p:blipFill>
          <p:spPr>
            <a:xfrm>
              <a:off x="20742974" y="5319092"/>
              <a:ext cx="1909775" cy="3762025"/>
            </a:xfrm>
            <a:prstGeom prst="rect">
              <a:avLst/>
            </a:prstGeom>
          </p:spPr>
        </p:pic>
      </p:grpSp>
      <p:pic>
        <p:nvPicPr>
          <p:cNvPr id="7" name="圖形 6">
            <a:extLst>
              <a:ext uri="{FF2B5EF4-FFF2-40B4-BE49-F238E27FC236}">
                <a16:creationId xmlns:a16="http://schemas.microsoft.com/office/drawing/2014/main" id="{B4CCD7F2-7B52-F09E-BA3E-4D7D4F38C3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53092" b="31387"/>
          <a:stretch/>
        </p:blipFill>
        <p:spPr>
          <a:xfrm>
            <a:off x="2200202" y="14258728"/>
            <a:ext cx="24400021" cy="2677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9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645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F3E7D2-BEF8-E2A9-4F1F-F187924C8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圖形 17">
            <a:extLst>
              <a:ext uri="{FF2B5EF4-FFF2-40B4-BE49-F238E27FC236}">
                <a16:creationId xmlns:a16="http://schemas.microsoft.com/office/drawing/2014/main" id="{E3B21496-8F85-4476-C827-AB4084F9CEED}"/>
              </a:ext>
            </a:extLst>
          </p:cNvPr>
          <p:cNvGrpSpPr/>
          <p:nvPr/>
        </p:nvGrpSpPr>
        <p:grpSpPr>
          <a:xfrm>
            <a:off x="14870893" y="32794886"/>
            <a:ext cx="52258931" cy="150493634"/>
            <a:chOff x="14963518" y="18419554"/>
            <a:chExt cx="52584433" cy="151431005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0A6E3434-E46A-BF60-FEBD-40FC3B817632}"/>
                </a:ext>
              </a:extLst>
            </p:cNvPr>
            <p:cNvSpPr/>
            <p:nvPr/>
          </p:nvSpPr>
          <p:spPr>
            <a:xfrm>
              <a:off x="14963518" y="18419554"/>
              <a:ext cx="8789488" cy="8542223"/>
            </a:xfrm>
            <a:custGeom>
              <a:avLst/>
              <a:gdLst>
                <a:gd name="connsiteX0" fmla="*/ 8789488 w 8789488"/>
                <a:gd name="connsiteY0" fmla="*/ 4271112 h 8542223"/>
                <a:gd name="connsiteX1" fmla="*/ 4394745 w 8789488"/>
                <a:gd name="connsiteY1" fmla="*/ 8542223 h 8542223"/>
                <a:gd name="connsiteX2" fmla="*/ 1 w 8789488"/>
                <a:gd name="connsiteY2" fmla="*/ 4271111 h 8542223"/>
                <a:gd name="connsiteX3" fmla="*/ 4394745 w 8789488"/>
                <a:gd name="connsiteY3" fmla="*/ -1 h 8542223"/>
                <a:gd name="connsiteX4" fmla="*/ 8789488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8" y="4271112"/>
                  </a:moveTo>
                  <a:cubicBezTo>
                    <a:pt x="8789488" y="6629983"/>
                    <a:pt x="6821894" y="8542223"/>
                    <a:pt x="4394745" y="8542223"/>
                  </a:cubicBezTo>
                  <a:cubicBezTo>
                    <a:pt x="1967595" y="8542223"/>
                    <a:pt x="1" y="6629982"/>
                    <a:pt x="1" y="4271111"/>
                  </a:cubicBezTo>
                  <a:cubicBezTo>
                    <a:pt x="1" y="1912241"/>
                    <a:pt x="1967595" y="-1"/>
                    <a:pt x="4394745" y="-1"/>
                  </a:cubicBezTo>
                  <a:cubicBezTo>
                    <a:pt x="6821896" y="-1"/>
                    <a:pt x="8789488" y="1912241"/>
                    <a:pt x="8789488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10" name="圖形 17">
              <a:extLst>
                <a:ext uri="{FF2B5EF4-FFF2-40B4-BE49-F238E27FC236}">
                  <a16:creationId xmlns:a16="http://schemas.microsoft.com/office/drawing/2014/main" id="{0258AA0B-47D2-DFEE-D783-6438A2DCA6F5}"/>
                </a:ext>
              </a:extLst>
            </p:cNvPr>
            <p:cNvGrpSpPr/>
            <p:nvPr/>
          </p:nvGrpSpPr>
          <p:grpSpPr>
            <a:xfrm>
              <a:off x="16281351" y="20661410"/>
              <a:ext cx="36812437" cy="71953288"/>
              <a:chOff x="16281351" y="20661410"/>
              <a:chExt cx="36812437" cy="71953288"/>
            </a:xfrm>
          </p:grpSpPr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2E23FADF-4788-C8AF-5343-528874056FC2}"/>
                  </a:ext>
                </a:extLst>
              </p:cNvPr>
              <p:cNvSpPr/>
              <p:nvPr/>
            </p:nvSpPr>
            <p:spPr>
              <a:xfrm>
                <a:off x="18415933" y="20950941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9C2CA294-86AA-C3BC-7B21-3ADDD855CABB}"/>
                  </a:ext>
                </a:extLst>
              </p:cNvPr>
              <p:cNvSpPr/>
              <p:nvPr/>
            </p:nvSpPr>
            <p:spPr>
              <a:xfrm>
                <a:off x="18415933" y="21879719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2FE90D16-1FC9-0E0B-7F01-471134F26AE3}"/>
                  </a:ext>
                </a:extLst>
              </p:cNvPr>
              <p:cNvSpPr/>
              <p:nvPr/>
            </p:nvSpPr>
            <p:spPr>
              <a:xfrm>
                <a:off x="18158568" y="21355360"/>
                <a:ext cx="31007" cy="650325"/>
              </a:xfrm>
              <a:custGeom>
                <a:avLst/>
                <a:gdLst>
                  <a:gd name="connsiteX0" fmla="*/ 1 w 31007"/>
                  <a:gd name="connsiteY0" fmla="*/ 650325 h 650325"/>
                  <a:gd name="connsiteX1" fmla="*/ 1 w 31007"/>
                  <a:gd name="connsiteY1" fmla="*/ 0 h 650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50325">
                    <a:moveTo>
                      <a:pt x="1" y="650325"/>
                    </a:moveTo>
                    <a:lnTo>
                      <a:pt x="1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5C6CD575-9F2B-CFCA-779E-932907C47C08}"/>
                  </a:ext>
                </a:extLst>
              </p:cNvPr>
              <p:cNvSpPr/>
              <p:nvPr/>
            </p:nvSpPr>
            <p:spPr>
              <a:xfrm>
                <a:off x="17911745" y="20699610"/>
                <a:ext cx="376746" cy="569561"/>
              </a:xfrm>
              <a:custGeom>
                <a:avLst/>
                <a:gdLst>
                  <a:gd name="connsiteX0" fmla="*/ 376746 w 376746"/>
                  <a:gd name="connsiteY0" fmla="*/ 0 h 569561"/>
                  <a:gd name="connsiteX1" fmla="*/ 0 w 376746"/>
                  <a:gd name="connsiteY1" fmla="*/ 569562 h 56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6746" h="569561">
                    <a:moveTo>
                      <a:pt x="376746" y="0"/>
                    </a:moveTo>
                    <a:cubicBezTo>
                      <a:pt x="376746" y="0"/>
                      <a:pt x="340466" y="391762"/>
                      <a:pt x="0" y="569562"/>
                    </a:cubicBezTo>
                  </a:path>
                </a:pathLst>
              </a:custGeom>
              <a:noFill/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grpSp>
            <p:nvGrpSpPr>
              <p:cNvPr id="21" name="圖形 17">
                <a:extLst>
                  <a:ext uri="{FF2B5EF4-FFF2-40B4-BE49-F238E27FC236}">
                    <a16:creationId xmlns:a16="http://schemas.microsoft.com/office/drawing/2014/main" id="{27A5BFB0-0263-7157-5D9F-F484934C7C62}"/>
                  </a:ext>
                </a:extLst>
              </p:cNvPr>
              <p:cNvGrpSpPr/>
              <p:nvPr/>
            </p:nvGrpSpPr>
            <p:grpSpPr>
              <a:xfrm>
                <a:off x="16334685" y="20709555"/>
                <a:ext cx="6029045" cy="22976936"/>
                <a:chOff x="16334685" y="20709555"/>
                <a:chExt cx="6029045" cy="22976936"/>
              </a:xfrm>
              <a:noFill/>
            </p:grpSpPr>
            <p:sp>
              <p:nvSpPr>
                <p:cNvPr id="22" name="手繪多邊形: 圖案 21">
                  <a:extLst>
                    <a:ext uri="{FF2B5EF4-FFF2-40B4-BE49-F238E27FC236}">
                      <a16:creationId xmlns:a16="http://schemas.microsoft.com/office/drawing/2014/main" id="{C11A87AD-799A-AF75-0EE9-659773B7CA15}"/>
                    </a:ext>
                  </a:extLst>
                </p:cNvPr>
                <p:cNvSpPr/>
                <p:nvPr/>
              </p:nvSpPr>
              <p:spPr>
                <a:xfrm>
                  <a:off x="16334685" y="20830399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3" name="手繪多邊形: 圖案 22">
                  <a:extLst>
                    <a:ext uri="{FF2B5EF4-FFF2-40B4-BE49-F238E27FC236}">
                      <a16:creationId xmlns:a16="http://schemas.microsoft.com/office/drawing/2014/main" id="{28F1DB20-6EF2-4EE0-9583-79EE8ECCD84A}"/>
                    </a:ext>
                  </a:extLst>
                </p:cNvPr>
                <p:cNvSpPr/>
                <p:nvPr/>
              </p:nvSpPr>
              <p:spPr>
                <a:xfrm>
                  <a:off x="16334685" y="21202271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4" name="手繪多邊形: 圖案 23">
                  <a:extLst>
                    <a:ext uri="{FF2B5EF4-FFF2-40B4-BE49-F238E27FC236}">
                      <a16:creationId xmlns:a16="http://schemas.microsoft.com/office/drawing/2014/main" id="{B9DDA122-ECF1-68B8-D989-D31ED3F444B1}"/>
                    </a:ext>
                  </a:extLst>
                </p:cNvPr>
                <p:cNvSpPr/>
                <p:nvPr/>
              </p:nvSpPr>
              <p:spPr>
                <a:xfrm>
                  <a:off x="16596392" y="20709555"/>
                  <a:ext cx="31007" cy="241385"/>
                </a:xfrm>
                <a:custGeom>
                  <a:avLst/>
                  <a:gdLst>
                    <a:gd name="connsiteX0" fmla="*/ 0 w 31007"/>
                    <a:gd name="connsiteY0" fmla="*/ 0 h 241385"/>
                    <a:gd name="connsiteX1" fmla="*/ 0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0" y="0"/>
                      </a:moveTo>
                      <a:lnTo>
                        <a:pt x="0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5" name="手繪多邊形: 圖案 24">
                  <a:extLst>
                    <a:ext uri="{FF2B5EF4-FFF2-40B4-BE49-F238E27FC236}">
                      <a16:creationId xmlns:a16="http://schemas.microsoft.com/office/drawing/2014/main" id="{A0A35848-FC34-4663-57C1-FC94F535AEA8}"/>
                    </a:ext>
                  </a:extLst>
                </p:cNvPr>
                <p:cNvSpPr/>
                <p:nvPr/>
              </p:nvSpPr>
              <p:spPr>
                <a:xfrm>
                  <a:off x="17098409" y="20709555"/>
                  <a:ext cx="31007" cy="241385"/>
                </a:xfrm>
                <a:custGeom>
                  <a:avLst/>
                  <a:gdLst>
                    <a:gd name="connsiteX0" fmla="*/ 1 w 31007"/>
                    <a:gd name="connsiteY0" fmla="*/ 0 h 241385"/>
                    <a:gd name="connsiteX1" fmla="*/ 1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1" y="0"/>
                      </a:moveTo>
                      <a:lnTo>
                        <a:pt x="1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FF048561-224E-1984-AB93-8CC8C303463D}"/>
                    </a:ext>
                  </a:extLst>
                </p:cNvPr>
                <p:cNvSpPr/>
                <p:nvPr/>
              </p:nvSpPr>
              <p:spPr>
                <a:xfrm>
                  <a:off x="16988330" y="21408097"/>
                  <a:ext cx="264187" cy="597587"/>
                </a:xfrm>
                <a:custGeom>
                  <a:avLst/>
                  <a:gdLst>
                    <a:gd name="connsiteX0" fmla="*/ 0 w 264187"/>
                    <a:gd name="connsiteY0" fmla="*/ 0 h 597587"/>
                    <a:gd name="connsiteX1" fmla="*/ 62636 w 264187"/>
                    <a:gd name="connsiteY1" fmla="*/ 0 h 597587"/>
                    <a:gd name="connsiteX2" fmla="*/ 264188 w 264187"/>
                    <a:gd name="connsiteY2" fmla="*/ 195881 h 597587"/>
                    <a:gd name="connsiteX3" fmla="*/ 264188 w 264187"/>
                    <a:gd name="connsiteY3" fmla="*/ 467101 h 597587"/>
                    <a:gd name="connsiteX4" fmla="*/ 129923 w 264187"/>
                    <a:gd name="connsiteY4" fmla="*/ 597588 h 597587"/>
                    <a:gd name="connsiteX5" fmla="*/ 43412 w 264187"/>
                    <a:gd name="connsiteY5" fmla="*/ 597588 h 59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4187" h="597587">
                      <a:moveTo>
                        <a:pt x="0" y="0"/>
                      </a:moveTo>
                      <a:lnTo>
                        <a:pt x="62636" y="0"/>
                      </a:lnTo>
                      <a:cubicBezTo>
                        <a:pt x="173956" y="0"/>
                        <a:pt x="264188" y="87695"/>
                        <a:pt x="264188" y="195881"/>
                      </a:cubicBezTo>
                      <a:lnTo>
                        <a:pt x="264188" y="467101"/>
                      </a:lnTo>
                      <a:cubicBezTo>
                        <a:pt x="264188" y="539125"/>
                        <a:pt x="204032" y="597588"/>
                        <a:pt x="129923" y="597588"/>
                      </a:cubicBezTo>
                      <a:lnTo>
                        <a:pt x="43412" y="597588"/>
                      </a:ln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9B15EB52-E5BB-1C56-7665-EB5A520A1600}"/>
                    </a:ext>
                  </a:extLst>
                </p:cNvPr>
                <p:cNvSpPr/>
                <p:nvPr/>
              </p:nvSpPr>
              <p:spPr>
                <a:xfrm>
                  <a:off x="16334685" y="21064250"/>
                  <a:ext cx="503897" cy="941434"/>
                </a:xfrm>
                <a:custGeom>
                  <a:avLst/>
                  <a:gdLst>
                    <a:gd name="connsiteX0" fmla="*/ 503879 w 503897"/>
                    <a:gd name="connsiteY0" fmla="*/ 0 h 941434"/>
                    <a:gd name="connsiteX1" fmla="*/ 0 w 503897"/>
                    <a:gd name="connsiteY1" fmla="*/ 941434 h 94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3897" h="941434">
                      <a:moveTo>
                        <a:pt x="503879" y="0"/>
                      </a:moveTo>
                      <a:cubicBezTo>
                        <a:pt x="503879" y="0"/>
                        <a:pt x="515041" y="565343"/>
                        <a:pt x="0" y="941434"/>
                      </a:cubicBez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28" name="圖形 17">
                <a:extLst>
                  <a:ext uri="{FF2B5EF4-FFF2-40B4-BE49-F238E27FC236}">
                    <a16:creationId xmlns:a16="http://schemas.microsoft.com/office/drawing/2014/main" id="{EDC0B888-109C-BC52-89FD-BED2BD679BC6}"/>
                  </a:ext>
                </a:extLst>
              </p:cNvPr>
              <p:cNvGrpSpPr/>
              <p:nvPr/>
            </p:nvGrpSpPr>
            <p:grpSpPr>
              <a:xfrm>
                <a:off x="16334685" y="22619546"/>
                <a:ext cx="36176147" cy="23158588"/>
                <a:chOff x="16334685" y="22619546"/>
                <a:chExt cx="36176147" cy="23158588"/>
              </a:xfrm>
              <a:noFill/>
            </p:grpSpPr>
            <p:grpSp>
              <p:nvGrpSpPr>
                <p:cNvPr id="29" name="圖形 17">
                  <a:extLst>
                    <a:ext uri="{FF2B5EF4-FFF2-40B4-BE49-F238E27FC236}">
                      <a16:creationId xmlns:a16="http://schemas.microsoft.com/office/drawing/2014/main" id="{D91900D1-501E-FEC4-7A90-9EB1D7FBE280}"/>
                    </a:ext>
                  </a:extLst>
                </p:cNvPr>
                <p:cNvGrpSpPr/>
                <p:nvPr/>
              </p:nvGrpSpPr>
              <p:grpSpPr>
                <a:xfrm>
                  <a:off x="18008490" y="22619848"/>
                  <a:ext cx="6292467" cy="23153235"/>
                  <a:chOff x="18008490" y="22619848"/>
                  <a:chExt cx="6292467" cy="23153235"/>
                </a:xfrm>
                <a:noFill/>
              </p:grpSpPr>
              <p:grpSp>
                <p:nvGrpSpPr>
                  <p:cNvPr id="30" name="圖形 17">
                    <a:extLst>
                      <a:ext uri="{FF2B5EF4-FFF2-40B4-BE49-F238E27FC236}">
                        <a16:creationId xmlns:a16="http://schemas.microsoft.com/office/drawing/2014/main" id="{1C203C9C-52DF-DE95-575E-EA8C19B064E9}"/>
                      </a:ext>
                    </a:extLst>
                  </p:cNvPr>
                  <p:cNvGrpSpPr/>
                  <p:nvPr/>
                </p:nvGrpSpPr>
                <p:grpSpPr>
                  <a:xfrm>
                    <a:off x="18008490" y="22619848"/>
                    <a:ext cx="6292467" cy="10502836"/>
                    <a:chOff x="18008490" y="22619848"/>
                    <a:chExt cx="6292467" cy="10502836"/>
                  </a:xfrm>
                  <a:noFill/>
                </p:grpSpPr>
                <p:sp>
                  <p:nvSpPr>
                    <p:cNvPr id="31" name="手繪多邊形: 圖案 30">
                      <a:extLst>
                        <a:ext uri="{FF2B5EF4-FFF2-40B4-BE49-F238E27FC236}">
                          <a16:creationId xmlns:a16="http://schemas.microsoft.com/office/drawing/2014/main" id="{EF63CB96-674D-D2C9-459E-4708249379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08490" y="22619848"/>
                      <a:ext cx="514110" cy="30135"/>
                    </a:xfrm>
                    <a:custGeom>
                      <a:avLst/>
                      <a:gdLst>
                        <a:gd name="connsiteX0" fmla="*/ 0 w 514110"/>
                        <a:gd name="connsiteY0" fmla="*/ 0 h 30135"/>
                        <a:gd name="connsiteX1" fmla="*/ 514111 w 514110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4110" h="30135">
                          <a:moveTo>
                            <a:pt x="0" y="0"/>
                          </a:moveTo>
                          <a:lnTo>
                            <a:pt x="514111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2" name="手繪多邊形: 圖案 31">
                      <a:extLst>
                        <a:ext uri="{FF2B5EF4-FFF2-40B4-BE49-F238E27FC236}">
                          <a16:creationId xmlns:a16="http://schemas.microsoft.com/office/drawing/2014/main" id="{D6458779-8169-B06F-DB5C-CAF1052F65C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72055" y="22619848"/>
                      <a:ext cx="450545" cy="592465"/>
                    </a:xfrm>
                    <a:custGeom>
                      <a:avLst/>
                      <a:gdLst>
                        <a:gd name="connsiteX0" fmla="*/ 450545 w 450545"/>
                        <a:gd name="connsiteY0" fmla="*/ 592465 h 592465"/>
                        <a:gd name="connsiteX1" fmla="*/ 134265 w 450545"/>
                        <a:gd name="connsiteY1" fmla="*/ 592465 h 592465"/>
                        <a:gd name="connsiteX2" fmla="*/ 0 w 450545"/>
                        <a:gd name="connsiteY2" fmla="*/ 461979 h 592465"/>
                        <a:gd name="connsiteX3" fmla="*/ 0 w 450545"/>
                        <a:gd name="connsiteY3" fmla="*/ 0 h 5924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50545" h="592465">
                          <a:moveTo>
                            <a:pt x="450545" y="592465"/>
                          </a:moveTo>
                          <a:lnTo>
                            <a:pt x="134265" y="592465"/>
                          </a:lnTo>
                          <a:cubicBezTo>
                            <a:pt x="60155" y="592465"/>
                            <a:pt x="0" y="534002"/>
                            <a:pt x="0" y="461979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3" name="手繪多邊形: 圖案 32">
                      <a:extLst>
                        <a:ext uri="{FF2B5EF4-FFF2-40B4-BE49-F238E27FC236}">
                          <a16:creationId xmlns:a16="http://schemas.microsoft.com/office/drawing/2014/main" id="{50BDB6C8-E210-43E3-428A-636617CC6D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93917" y="22756362"/>
                      <a:ext cx="285892" cy="30135"/>
                    </a:xfrm>
                    <a:custGeom>
                      <a:avLst/>
                      <a:gdLst>
                        <a:gd name="connsiteX0" fmla="*/ -1 w 285892"/>
                        <a:gd name="connsiteY0" fmla="*/ 0 h 30135"/>
                        <a:gd name="connsiteX1" fmla="*/ 285893 w 285892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5892" h="30135">
                          <a:moveTo>
                            <a:pt x="-1" y="0"/>
                          </a:moveTo>
                          <a:lnTo>
                            <a:pt x="285893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4" name="手繪多邊形: 圖案 33">
                      <a:extLst>
                        <a:ext uri="{FF2B5EF4-FFF2-40B4-BE49-F238E27FC236}">
                          <a16:creationId xmlns:a16="http://schemas.microsoft.com/office/drawing/2014/main" id="{72BBC517-00A5-1F33-8B35-B6DC2FD8937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913067"/>
                      <a:ext cx="307287" cy="30135"/>
                    </a:xfrm>
                    <a:custGeom>
                      <a:avLst/>
                      <a:gdLst>
                        <a:gd name="connsiteX0" fmla="*/ -1 w 307287"/>
                        <a:gd name="connsiteY0" fmla="*/ 0 h 30135"/>
                        <a:gd name="connsiteX1" fmla="*/ 307288 w 307287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7287" h="30135">
                          <a:moveTo>
                            <a:pt x="-1" y="0"/>
                          </a:moveTo>
                          <a:lnTo>
                            <a:pt x="307288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5" name="手繪多邊形: 圖案 34">
                      <a:extLst>
                        <a:ext uri="{FF2B5EF4-FFF2-40B4-BE49-F238E27FC236}">
                          <a16:creationId xmlns:a16="http://schemas.microsoft.com/office/drawing/2014/main" id="{829649F0-818C-1475-4CCE-C1264406BC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57173" y="22619848"/>
                      <a:ext cx="403102" cy="172375"/>
                    </a:xfrm>
                    <a:custGeom>
                      <a:avLst/>
                      <a:gdLst>
                        <a:gd name="connsiteX0" fmla="*/ 403102 w 403102"/>
                        <a:gd name="connsiteY0" fmla="*/ 172375 h 172375"/>
                        <a:gd name="connsiteX1" fmla="*/ 395971 w 403102"/>
                        <a:gd name="connsiteY1" fmla="*/ 172375 h 172375"/>
                        <a:gd name="connsiteX2" fmla="*/ 328684 w 403102"/>
                        <a:gd name="connsiteY2" fmla="*/ 106982 h 172375"/>
                        <a:gd name="connsiteX3" fmla="*/ 328684 w 403102"/>
                        <a:gd name="connsiteY3" fmla="*/ 0 h 172375"/>
                        <a:gd name="connsiteX4" fmla="*/ 0 w 403102"/>
                        <a:gd name="connsiteY4" fmla="*/ 0 h 172375"/>
                        <a:gd name="connsiteX5" fmla="*/ 0 w 403102"/>
                        <a:gd name="connsiteY5" fmla="*/ 72024 h 172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3102" h="172375">
                          <a:moveTo>
                            <a:pt x="403102" y="172375"/>
                          </a:moveTo>
                          <a:lnTo>
                            <a:pt x="395971" y="172375"/>
                          </a:lnTo>
                          <a:cubicBezTo>
                            <a:pt x="358761" y="172375"/>
                            <a:pt x="328684" y="143144"/>
                            <a:pt x="328684" y="106982"/>
                          </a:cubicBezTo>
                          <a:lnTo>
                            <a:pt x="328684" y="0"/>
                          </a:lnTo>
                          <a:lnTo>
                            <a:pt x="0" y="0"/>
                          </a:lnTo>
                          <a:lnTo>
                            <a:pt x="0" y="72024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6" name="手繪多邊形: 圖案 35">
                      <a:extLst>
                        <a:ext uri="{FF2B5EF4-FFF2-40B4-BE49-F238E27FC236}">
                          <a16:creationId xmlns:a16="http://schemas.microsoft.com/office/drawing/2014/main" id="{16013AE9-6DF0-CB1D-7618-DB257BD5FBA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71901" y="23011007"/>
                      <a:ext cx="98915" cy="98241"/>
                    </a:xfrm>
                    <a:custGeom>
                      <a:avLst/>
                      <a:gdLst>
                        <a:gd name="connsiteX0" fmla="*/ 0 w 98915"/>
                        <a:gd name="connsiteY0" fmla="*/ 0 h 98241"/>
                        <a:gd name="connsiteX1" fmla="*/ 0 w 98915"/>
                        <a:gd name="connsiteY1" fmla="*/ 32848 h 98241"/>
                        <a:gd name="connsiteX2" fmla="*/ 67288 w 98915"/>
                        <a:gd name="connsiteY2" fmla="*/ 98241 h 98241"/>
                        <a:gd name="connsiteX3" fmla="*/ 98915 w 98915"/>
                        <a:gd name="connsiteY3" fmla="*/ 98241 h 982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915" h="98241">
                          <a:moveTo>
                            <a:pt x="0" y="0"/>
                          </a:moveTo>
                          <a:lnTo>
                            <a:pt x="0" y="32848"/>
                          </a:lnTo>
                          <a:cubicBezTo>
                            <a:pt x="0" y="69010"/>
                            <a:pt x="30079" y="98241"/>
                            <a:pt x="67288" y="98241"/>
                          </a:cubicBezTo>
                          <a:lnTo>
                            <a:pt x="98915" y="98241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7" name="手繪多邊形: 圖案 36">
                      <a:extLst>
                        <a:ext uri="{FF2B5EF4-FFF2-40B4-BE49-F238E27FC236}">
                          <a16:creationId xmlns:a16="http://schemas.microsoft.com/office/drawing/2014/main" id="{58A5BD03-DDBC-3F04-0E02-4A6E9E11DF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33607" y="22913067"/>
                      <a:ext cx="394731" cy="299245"/>
                    </a:xfrm>
                    <a:custGeom>
                      <a:avLst/>
                      <a:gdLst>
                        <a:gd name="connsiteX0" fmla="*/ 394731 w 394731"/>
                        <a:gd name="connsiteY0" fmla="*/ 299246 h 299245"/>
                        <a:gd name="connsiteX1" fmla="*/ 23877 w 394731"/>
                        <a:gd name="connsiteY1" fmla="*/ 0 h 299245"/>
                        <a:gd name="connsiteX2" fmla="*/ 372094 w 394731"/>
                        <a:gd name="connsiteY2" fmla="*/ 0 h 299245"/>
                        <a:gd name="connsiteX3" fmla="*/ 0 w 394731"/>
                        <a:gd name="connsiteY3" fmla="*/ 299246 h 2992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4731" h="299245">
                          <a:moveTo>
                            <a:pt x="394731" y="299246"/>
                          </a:moveTo>
                          <a:cubicBezTo>
                            <a:pt x="225117" y="299246"/>
                            <a:pt x="28839" y="179608"/>
                            <a:pt x="23877" y="0"/>
                          </a:cubicBezTo>
                          <a:lnTo>
                            <a:pt x="372094" y="0"/>
                          </a:lnTo>
                          <a:cubicBezTo>
                            <a:pt x="368065" y="178704"/>
                            <a:pt x="162791" y="299246"/>
                            <a:pt x="0" y="299246"/>
                          </a:cubicBez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8" name="手繪多邊形: 圖案 37">
                      <a:extLst>
                        <a:ext uri="{FF2B5EF4-FFF2-40B4-BE49-F238E27FC236}">
                          <a16:creationId xmlns:a16="http://schemas.microsoft.com/office/drawing/2014/main" id="{FBF15B3E-9571-17A5-A12A-FB4E0D779C3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5389" y="22756362"/>
                      <a:ext cx="145116" cy="352585"/>
                    </a:xfrm>
                    <a:custGeom>
                      <a:avLst/>
                      <a:gdLst>
                        <a:gd name="connsiteX0" fmla="*/ 145118 w 145116"/>
                        <a:gd name="connsiteY0" fmla="*/ 0 h 352585"/>
                        <a:gd name="connsiteX1" fmla="*/ -1 w 145116"/>
                        <a:gd name="connsiteY1" fmla="*/ 352586 h 3525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5116" h="352585">
                          <a:moveTo>
                            <a:pt x="145118" y="0"/>
                          </a:moveTo>
                          <a:lnTo>
                            <a:pt x="-1" y="352586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9" name="手繪多邊形: 圖案 38">
                      <a:extLst>
                        <a:ext uri="{FF2B5EF4-FFF2-40B4-BE49-F238E27FC236}">
                          <a16:creationId xmlns:a16="http://schemas.microsoft.com/office/drawing/2014/main" id="{E0AB10E8-2D81-77E5-E064-41226767080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15934" y="22691570"/>
                      <a:ext cx="41550" cy="100652"/>
                    </a:xfrm>
                    <a:custGeom>
                      <a:avLst/>
                      <a:gdLst>
                        <a:gd name="connsiteX0" fmla="*/ 41550 w 41550"/>
                        <a:gd name="connsiteY0" fmla="*/ 0 h 100652"/>
                        <a:gd name="connsiteX1" fmla="*/ 1 w 41550"/>
                        <a:gd name="connsiteY1" fmla="*/ 100653 h 1006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550" h="100652">
                          <a:moveTo>
                            <a:pt x="41550" y="0"/>
                          </a:moveTo>
                          <a:lnTo>
                            <a:pt x="1" y="100653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40" name="手繪多邊形: 圖案 39">
                      <a:extLst>
                        <a:ext uri="{FF2B5EF4-FFF2-40B4-BE49-F238E27FC236}">
                          <a16:creationId xmlns:a16="http://schemas.microsoft.com/office/drawing/2014/main" id="{98C02FBC-23A6-E17B-9114-7CE91AB58A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619848"/>
                      <a:ext cx="77519" cy="188949"/>
                    </a:xfrm>
                    <a:custGeom>
                      <a:avLst/>
                      <a:gdLst>
                        <a:gd name="connsiteX0" fmla="*/ 77519 w 77519"/>
                        <a:gd name="connsiteY0" fmla="*/ 0 h 188949"/>
                        <a:gd name="connsiteX1" fmla="*/ -1 w 77519"/>
                        <a:gd name="connsiteY1" fmla="*/ 188949 h 188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519" h="188949">
                          <a:moveTo>
                            <a:pt x="77519" y="0"/>
                          </a:moveTo>
                          <a:lnTo>
                            <a:pt x="-1" y="188949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</p:grpSp>
              <p:sp>
                <p:nvSpPr>
                  <p:cNvPr id="41" name="手繪多邊形: 圖案 40">
                    <a:extLst>
                      <a:ext uri="{FF2B5EF4-FFF2-40B4-BE49-F238E27FC236}">
                        <a16:creationId xmlns:a16="http://schemas.microsoft.com/office/drawing/2014/main" id="{20F37B50-266B-604F-CF73-D0C5B1FB72EA}"/>
                      </a:ext>
                    </a:extLst>
                  </p:cNvPr>
                  <p:cNvSpPr/>
                  <p:nvPr/>
                </p:nvSpPr>
                <p:spPr>
                  <a:xfrm>
                    <a:off x="18044149" y="23336170"/>
                    <a:ext cx="1007755" cy="30135"/>
                  </a:xfrm>
                  <a:custGeom>
                    <a:avLst/>
                    <a:gdLst>
                      <a:gd name="connsiteX0" fmla="*/ 1 w 1007755"/>
                      <a:gd name="connsiteY0" fmla="*/ 0 h 30135"/>
                      <a:gd name="connsiteX1" fmla="*/ 1007756 w 100775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7755" h="30135">
                        <a:moveTo>
                          <a:pt x="1" y="0"/>
                        </a:moveTo>
                        <a:lnTo>
                          <a:pt x="100775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2" name="手繪多邊形: 圖案 41">
                    <a:extLst>
                      <a:ext uri="{FF2B5EF4-FFF2-40B4-BE49-F238E27FC236}">
                        <a16:creationId xmlns:a16="http://schemas.microsoft.com/office/drawing/2014/main" id="{9CA818AC-8848-B900-05BE-D29724B38CE9}"/>
                      </a:ext>
                    </a:extLst>
                  </p:cNvPr>
                  <p:cNvSpPr/>
                  <p:nvPr/>
                </p:nvSpPr>
                <p:spPr>
                  <a:xfrm>
                    <a:off x="18079022" y="23473287"/>
                    <a:ext cx="938318" cy="452635"/>
                  </a:xfrm>
                  <a:custGeom>
                    <a:avLst/>
                    <a:gdLst>
                      <a:gd name="connsiteX0" fmla="*/ 937223 w 938318"/>
                      <a:gd name="connsiteY0" fmla="*/ 75037 h 452635"/>
                      <a:gd name="connsiteX1" fmla="*/ 895363 w 938318"/>
                      <a:gd name="connsiteY1" fmla="*/ 341737 h 452635"/>
                      <a:gd name="connsiteX2" fmla="*/ 762649 w 938318"/>
                      <a:gd name="connsiteY2" fmla="*/ 452636 h 452635"/>
                      <a:gd name="connsiteX3" fmla="*/ 175360 w 938318"/>
                      <a:gd name="connsiteY3" fmla="*/ 452636 h 452635"/>
                      <a:gd name="connsiteX4" fmla="*/ 42647 w 938318"/>
                      <a:gd name="connsiteY4" fmla="*/ 341737 h 452635"/>
                      <a:gd name="connsiteX5" fmla="*/ 785 w 938318"/>
                      <a:gd name="connsiteY5" fmla="*/ 75037 h 452635"/>
                      <a:gd name="connsiteX6" fmla="*/ 67142 w 938318"/>
                      <a:gd name="connsiteY6" fmla="*/ 0 h 452635"/>
                      <a:gd name="connsiteX7" fmla="*/ 871176 w 938318"/>
                      <a:gd name="connsiteY7" fmla="*/ 0 h 452635"/>
                      <a:gd name="connsiteX8" fmla="*/ 937533 w 938318"/>
                      <a:gd name="connsiteY8" fmla="*/ 75037 h 452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8318" h="452635">
                        <a:moveTo>
                          <a:pt x="937223" y="75037"/>
                        </a:moveTo>
                        <a:lnTo>
                          <a:pt x="895363" y="341737"/>
                        </a:lnTo>
                        <a:cubicBezTo>
                          <a:pt x="885440" y="405624"/>
                          <a:pt x="829006" y="452636"/>
                          <a:pt x="762649" y="452636"/>
                        </a:cubicBezTo>
                        <a:lnTo>
                          <a:pt x="175360" y="452636"/>
                        </a:lnTo>
                        <a:cubicBezTo>
                          <a:pt x="109002" y="452636"/>
                          <a:pt x="52568" y="405624"/>
                          <a:pt x="42647" y="341737"/>
                        </a:cubicBezTo>
                        <a:lnTo>
                          <a:pt x="785" y="75037"/>
                        </a:lnTo>
                        <a:cubicBezTo>
                          <a:pt x="-5417" y="35560"/>
                          <a:pt x="25901" y="0"/>
                          <a:pt x="67142" y="0"/>
                        </a:cubicBezTo>
                        <a:lnTo>
                          <a:pt x="871176" y="0"/>
                        </a:lnTo>
                        <a:cubicBezTo>
                          <a:pt x="912417" y="0"/>
                          <a:pt x="943735" y="35560"/>
                          <a:pt x="937533" y="75037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3" name="手繪多邊形: 圖案 42">
                    <a:extLst>
                      <a:ext uri="{FF2B5EF4-FFF2-40B4-BE49-F238E27FC236}">
                        <a16:creationId xmlns:a16="http://schemas.microsoft.com/office/drawing/2014/main" id="{491E57EE-E996-7837-6A37-411D007C3AD4}"/>
                      </a:ext>
                    </a:extLst>
                  </p:cNvPr>
                  <p:cNvSpPr/>
                  <p:nvPr/>
                </p:nvSpPr>
                <p:spPr>
                  <a:xfrm>
                    <a:off x="18222753" y="23336169"/>
                    <a:ext cx="204653" cy="335710"/>
                  </a:xfrm>
                  <a:custGeom>
                    <a:avLst/>
                    <a:gdLst>
                      <a:gd name="connsiteX0" fmla="*/ 204653 w 204653"/>
                      <a:gd name="connsiteY0" fmla="*/ 0 h 335710"/>
                      <a:gd name="connsiteX1" fmla="*/ 204653 w 204653"/>
                      <a:gd name="connsiteY1" fmla="*/ 205224 h 335710"/>
                      <a:gd name="connsiteX2" fmla="*/ 70388 w 204653"/>
                      <a:gd name="connsiteY2" fmla="*/ 335711 h 335710"/>
                      <a:gd name="connsiteX3" fmla="*/ 0 w 204653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4653" h="335710">
                        <a:moveTo>
                          <a:pt x="204653" y="0"/>
                        </a:moveTo>
                        <a:lnTo>
                          <a:pt x="204653" y="205224"/>
                        </a:lnTo>
                        <a:cubicBezTo>
                          <a:pt x="204653" y="277247"/>
                          <a:pt x="144498" y="335711"/>
                          <a:pt x="70388" y="335711"/>
                        </a:cubicBezTo>
                        <a:lnTo>
                          <a:pt x="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4" name="手繪多邊形: 圖案 43">
                    <a:extLst>
                      <a:ext uri="{FF2B5EF4-FFF2-40B4-BE49-F238E27FC236}">
                        <a16:creationId xmlns:a16="http://schemas.microsoft.com/office/drawing/2014/main" id="{F27C41D0-7EA4-A59E-7479-87C156BD1BB1}"/>
                      </a:ext>
                    </a:extLst>
                  </p:cNvPr>
                  <p:cNvSpPr/>
                  <p:nvPr/>
                </p:nvSpPr>
                <p:spPr>
                  <a:xfrm>
                    <a:off x="18668957" y="23336169"/>
                    <a:ext cx="194730" cy="335710"/>
                  </a:xfrm>
                  <a:custGeom>
                    <a:avLst/>
                    <a:gdLst>
                      <a:gd name="connsiteX0" fmla="*/ 0 w 194730"/>
                      <a:gd name="connsiteY0" fmla="*/ 0 h 335710"/>
                      <a:gd name="connsiteX1" fmla="*/ 0 w 194730"/>
                      <a:gd name="connsiteY1" fmla="*/ 205224 h 335710"/>
                      <a:gd name="connsiteX2" fmla="*/ 134265 w 194730"/>
                      <a:gd name="connsiteY2" fmla="*/ 335711 h 335710"/>
                      <a:gd name="connsiteX3" fmla="*/ 194730 w 194730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4730" h="335710">
                        <a:moveTo>
                          <a:pt x="0" y="0"/>
                        </a:moveTo>
                        <a:lnTo>
                          <a:pt x="0" y="205224"/>
                        </a:lnTo>
                        <a:cubicBezTo>
                          <a:pt x="0" y="277247"/>
                          <a:pt x="60155" y="335711"/>
                          <a:pt x="134265" y="335711"/>
                        </a:cubicBezTo>
                        <a:lnTo>
                          <a:pt x="19473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5" name="手繪多邊形: 圖案 44">
                    <a:extLst>
                      <a:ext uri="{FF2B5EF4-FFF2-40B4-BE49-F238E27FC236}">
                        <a16:creationId xmlns:a16="http://schemas.microsoft.com/office/drawing/2014/main" id="{7DDE63C0-8693-AEAE-75A9-4E6E73C28EB9}"/>
                      </a:ext>
                    </a:extLst>
                  </p:cNvPr>
                  <p:cNvSpPr/>
                  <p:nvPr/>
                </p:nvSpPr>
                <p:spPr>
                  <a:xfrm>
                    <a:off x="18356708" y="23799956"/>
                    <a:ext cx="382326" cy="30135"/>
                  </a:xfrm>
                  <a:custGeom>
                    <a:avLst/>
                    <a:gdLst>
                      <a:gd name="connsiteX0" fmla="*/ -1 w 382326"/>
                      <a:gd name="connsiteY0" fmla="*/ 0 h 30135"/>
                      <a:gd name="connsiteX1" fmla="*/ 382327 w 382326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2326" h="30135">
                        <a:moveTo>
                          <a:pt x="-1" y="0"/>
                        </a:moveTo>
                        <a:lnTo>
                          <a:pt x="38232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46" name="圖形 17">
                  <a:extLst>
                    <a:ext uri="{FF2B5EF4-FFF2-40B4-BE49-F238E27FC236}">
                      <a16:creationId xmlns:a16="http://schemas.microsoft.com/office/drawing/2014/main" id="{C4DD7462-3036-FD20-69C1-97CDD622A965}"/>
                    </a:ext>
                  </a:extLst>
                </p:cNvPr>
                <p:cNvGrpSpPr/>
                <p:nvPr/>
              </p:nvGrpSpPr>
              <p:grpSpPr>
                <a:xfrm>
                  <a:off x="16334685" y="22619848"/>
                  <a:ext cx="6030906" cy="23147917"/>
                  <a:chOff x="16334685" y="22619848"/>
                  <a:chExt cx="6030906" cy="23147917"/>
                </a:xfrm>
                <a:noFill/>
              </p:grpSpPr>
              <p:sp>
                <p:nvSpPr>
                  <p:cNvPr id="47" name="手繪多邊形: 圖案 46">
                    <a:extLst>
                      <a:ext uri="{FF2B5EF4-FFF2-40B4-BE49-F238E27FC236}">
                        <a16:creationId xmlns:a16="http://schemas.microsoft.com/office/drawing/2014/main" id="{E56A2379-BACB-34F3-F025-F9D65CFCECC6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6"/>
                    <a:ext cx="1008065" cy="30135"/>
                  </a:xfrm>
                  <a:custGeom>
                    <a:avLst/>
                    <a:gdLst>
                      <a:gd name="connsiteX0" fmla="*/ 0 w 1008065"/>
                      <a:gd name="connsiteY0" fmla="*/ 0 h 30135"/>
                      <a:gd name="connsiteX1" fmla="*/ 1008066 w 10080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8065" h="30135">
                        <a:moveTo>
                          <a:pt x="0" y="0"/>
                        </a:moveTo>
                        <a:lnTo>
                          <a:pt x="100806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8" name="手繪多邊形: 圖案 47">
                    <a:extLst>
                      <a:ext uri="{FF2B5EF4-FFF2-40B4-BE49-F238E27FC236}">
                        <a16:creationId xmlns:a16="http://schemas.microsoft.com/office/drawing/2014/main" id="{FB4D3A3D-9B38-B4FF-B138-A889A6CBA710}"/>
                      </a:ext>
                    </a:extLst>
                  </p:cNvPr>
                  <p:cNvSpPr/>
                  <p:nvPr/>
                </p:nvSpPr>
                <p:spPr>
                  <a:xfrm>
                    <a:off x="16429259" y="22619848"/>
                    <a:ext cx="913492" cy="586739"/>
                  </a:xfrm>
                  <a:custGeom>
                    <a:avLst/>
                    <a:gdLst>
                      <a:gd name="connsiteX0" fmla="*/ 913492 w 913492"/>
                      <a:gd name="connsiteY0" fmla="*/ 0 h 586739"/>
                      <a:gd name="connsiteX1" fmla="*/ 268838 w 913492"/>
                      <a:gd name="connsiteY1" fmla="*/ 0 h 586739"/>
                      <a:gd name="connsiteX2" fmla="*/ 0 w 913492"/>
                      <a:gd name="connsiteY2" fmla="*/ 261276 h 586739"/>
                      <a:gd name="connsiteX3" fmla="*/ 0 w 913492"/>
                      <a:gd name="connsiteY3" fmla="*/ 586739 h 5867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13492" h="586739">
                        <a:moveTo>
                          <a:pt x="913492" y="0"/>
                        </a:moveTo>
                        <a:lnTo>
                          <a:pt x="268838" y="0"/>
                        </a:lnTo>
                        <a:cubicBezTo>
                          <a:pt x="120311" y="0"/>
                          <a:pt x="0" y="116926"/>
                          <a:pt x="0" y="261276"/>
                        </a:cubicBezTo>
                        <a:lnTo>
                          <a:pt x="0" y="586739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9" name="手繪多邊形: 圖案 48">
                    <a:extLst>
                      <a:ext uri="{FF2B5EF4-FFF2-40B4-BE49-F238E27FC236}">
                        <a16:creationId xmlns:a16="http://schemas.microsoft.com/office/drawing/2014/main" id="{3221AD29-744E-4C2E-7614-5D1FAFAA5067}"/>
                      </a:ext>
                    </a:extLst>
                  </p:cNvPr>
                  <p:cNvSpPr/>
                  <p:nvPr/>
                </p:nvSpPr>
                <p:spPr>
                  <a:xfrm>
                    <a:off x="17004765" y="22756362"/>
                    <a:ext cx="226357" cy="1169260"/>
                  </a:xfrm>
                  <a:custGeom>
                    <a:avLst/>
                    <a:gdLst>
                      <a:gd name="connsiteX0" fmla="*/ 226357 w 226357"/>
                      <a:gd name="connsiteY0" fmla="*/ 0 h 1169260"/>
                      <a:gd name="connsiteX1" fmla="*/ 226357 w 226357"/>
                      <a:gd name="connsiteY1" fmla="*/ 1038773 h 1169260"/>
                      <a:gd name="connsiteX2" fmla="*/ 92092 w 226357"/>
                      <a:gd name="connsiteY2" fmla="*/ 1169260 h 1169260"/>
                      <a:gd name="connsiteX3" fmla="*/ 0 w 226357"/>
                      <a:gd name="connsiteY3" fmla="*/ 1169260 h 11692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6357" h="1169260">
                        <a:moveTo>
                          <a:pt x="226357" y="0"/>
                        </a:moveTo>
                        <a:lnTo>
                          <a:pt x="226357" y="1038773"/>
                        </a:lnTo>
                        <a:cubicBezTo>
                          <a:pt x="226357" y="1110797"/>
                          <a:pt x="166202" y="1169260"/>
                          <a:pt x="92092" y="1169260"/>
                        </a:cubicBezTo>
                        <a:lnTo>
                          <a:pt x="0" y="116926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0" name="手繪多邊形: 圖案 49">
                    <a:extLst>
                      <a:ext uri="{FF2B5EF4-FFF2-40B4-BE49-F238E27FC236}">
                        <a16:creationId xmlns:a16="http://schemas.microsoft.com/office/drawing/2014/main" id="{7A3C984B-CDC7-9D9B-1285-CF0883983683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5"/>
                    <a:ext cx="669769" cy="719336"/>
                  </a:xfrm>
                  <a:custGeom>
                    <a:avLst/>
                    <a:gdLst>
                      <a:gd name="connsiteX0" fmla="*/ 669770 w 669769"/>
                      <a:gd name="connsiteY0" fmla="*/ 0 h 719336"/>
                      <a:gd name="connsiteX1" fmla="*/ 0 w 669769"/>
                      <a:gd name="connsiteY1" fmla="*/ 719336 h 719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69" h="719336">
                        <a:moveTo>
                          <a:pt x="669770" y="0"/>
                        </a:moveTo>
                        <a:cubicBezTo>
                          <a:pt x="669770" y="0"/>
                          <a:pt x="575817" y="593369"/>
                          <a:pt x="0" y="719336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1" name="圖形 17">
                  <a:extLst>
                    <a:ext uri="{FF2B5EF4-FFF2-40B4-BE49-F238E27FC236}">
                      <a16:creationId xmlns:a16="http://schemas.microsoft.com/office/drawing/2014/main" id="{F2A54F4F-AAD3-6436-105F-570F4F402CF1}"/>
                    </a:ext>
                  </a:extLst>
                </p:cNvPr>
                <p:cNvGrpSpPr/>
                <p:nvPr/>
              </p:nvGrpSpPr>
              <p:grpSpPr>
                <a:xfrm>
                  <a:off x="21350207" y="22619546"/>
                  <a:ext cx="6170026" cy="23153252"/>
                  <a:chOff x="21350207" y="22619546"/>
                  <a:chExt cx="6170026" cy="23153252"/>
                </a:xfrm>
                <a:noFill/>
              </p:grpSpPr>
              <p:sp>
                <p:nvSpPr>
                  <p:cNvPr id="52" name="手繪多邊形: 圖案 51">
                    <a:extLst>
                      <a:ext uri="{FF2B5EF4-FFF2-40B4-BE49-F238E27FC236}">
                        <a16:creationId xmlns:a16="http://schemas.microsoft.com/office/drawing/2014/main" id="{CCBC77D8-89E9-C270-FB35-AE33F595BFC4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619546"/>
                    <a:ext cx="391319" cy="1306075"/>
                  </a:xfrm>
                  <a:custGeom>
                    <a:avLst/>
                    <a:gdLst>
                      <a:gd name="connsiteX0" fmla="*/ 0 w 391319"/>
                      <a:gd name="connsiteY0" fmla="*/ 1306076 h 1306075"/>
                      <a:gd name="connsiteX1" fmla="*/ 0 w 391319"/>
                      <a:gd name="connsiteY1" fmla="*/ 195881 h 1306075"/>
                      <a:gd name="connsiteX2" fmla="*/ 201551 w 391319"/>
                      <a:gd name="connsiteY2" fmla="*/ 0 h 1306075"/>
                      <a:gd name="connsiteX3" fmla="*/ 391319 w 391319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1319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391319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3" name="手繪多邊形: 圖案 52">
                    <a:extLst>
                      <a:ext uri="{FF2B5EF4-FFF2-40B4-BE49-F238E27FC236}">
                        <a16:creationId xmlns:a16="http://schemas.microsoft.com/office/drawing/2014/main" id="{E7C7C40E-4AB4-1584-5799-0289A7360A8F}"/>
                      </a:ext>
                    </a:extLst>
                  </p:cNvPr>
                  <p:cNvSpPr/>
                  <p:nvPr/>
                </p:nvSpPr>
                <p:spPr>
                  <a:xfrm>
                    <a:off x="21924162" y="23042650"/>
                    <a:ext cx="457365" cy="30135"/>
                  </a:xfrm>
                  <a:custGeom>
                    <a:avLst/>
                    <a:gdLst>
                      <a:gd name="connsiteX0" fmla="*/ 1 w 457365"/>
                      <a:gd name="connsiteY0" fmla="*/ 0 h 30135"/>
                      <a:gd name="connsiteX1" fmla="*/ 457367 w 4573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7365" h="30135">
                        <a:moveTo>
                          <a:pt x="1" y="0"/>
                        </a:moveTo>
                        <a:lnTo>
                          <a:pt x="45736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4" name="手繪多邊形: 圖案 53">
                    <a:extLst>
                      <a:ext uri="{FF2B5EF4-FFF2-40B4-BE49-F238E27FC236}">
                        <a16:creationId xmlns:a16="http://schemas.microsoft.com/office/drawing/2014/main" id="{3E638566-B90C-26D5-EE8F-75A2FF7EE797}"/>
                      </a:ext>
                    </a:extLst>
                  </p:cNvPr>
                  <p:cNvSpPr/>
                  <p:nvPr/>
                </p:nvSpPr>
                <p:spPr>
                  <a:xfrm>
                    <a:off x="21924163" y="22619546"/>
                    <a:ext cx="400000" cy="1306075"/>
                  </a:xfrm>
                  <a:custGeom>
                    <a:avLst/>
                    <a:gdLst>
                      <a:gd name="connsiteX0" fmla="*/ 0 w 400000"/>
                      <a:gd name="connsiteY0" fmla="*/ 1306076 h 1306075"/>
                      <a:gd name="connsiteX1" fmla="*/ 0 w 400000"/>
                      <a:gd name="connsiteY1" fmla="*/ 195881 h 1306075"/>
                      <a:gd name="connsiteX2" fmla="*/ 201551 w 400000"/>
                      <a:gd name="connsiteY2" fmla="*/ 0 h 1306075"/>
                      <a:gd name="connsiteX3" fmla="*/ 400000 w 400000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0000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400000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5" name="手繪多邊形: 圖案 54">
                    <a:extLst>
                      <a:ext uri="{FF2B5EF4-FFF2-40B4-BE49-F238E27FC236}">
                        <a16:creationId xmlns:a16="http://schemas.microsoft.com/office/drawing/2014/main" id="{D0E06D0D-2513-E164-F8E6-98E8739EA774}"/>
                      </a:ext>
                    </a:extLst>
                  </p:cNvPr>
                  <p:cNvSpPr/>
                  <p:nvPr/>
                </p:nvSpPr>
                <p:spPr>
                  <a:xfrm>
                    <a:off x="22232690" y="23042650"/>
                    <a:ext cx="31007" cy="882971"/>
                  </a:xfrm>
                  <a:custGeom>
                    <a:avLst/>
                    <a:gdLst>
                      <a:gd name="connsiteX0" fmla="*/ -1 w 31007"/>
                      <a:gd name="connsiteY0" fmla="*/ 0 h 882971"/>
                      <a:gd name="connsiteX1" fmla="*/ -1 w 31007"/>
                      <a:gd name="connsiteY1" fmla="*/ 882972 h 882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882971">
                        <a:moveTo>
                          <a:pt x="-1" y="0"/>
                        </a:moveTo>
                        <a:lnTo>
                          <a:pt x="-1" y="882972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6" name="手繪多邊形: 圖案 55">
                    <a:extLst>
                      <a:ext uri="{FF2B5EF4-FFF2-40B4-BE49-F238E27FC236}">
                        <a16:creationId xmlns:a16="http://schemas.microsoft.com/office/drawing/2014/main" id="{D7FED9BB-DE0F-05FD-08C5-6247DD6DF6BF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921203"/>
                    <a:ext cx="380321" cy="510496"/>
                  </a:xfrm>
                  <a:custGeom>
                    <a:avLst/>
                    <a:gdLst>
                      <a:gd name="connsiteX0" fmla="*/ 0 w 380321"/>
                      <a:gd name="connsiteY0" fmla="*/ 0 h 510496"/>
                      <a:gd name="connsiteX1" fmla="*/ 313179 w 380321"/>
                      <a:gd name="connsiteY1" fmla="*/ 0 h 510496"/>
                      <a:gd name="connsiteX2" fmla="*/ 379536 w 380321"/>
                      <a:gd name="connsiteY2" fmla="*/ 75037 h 510496"/>
                      <a:gd name="connsiteX3" fmla="*/ 320001 w 380321"/>
                      <a:gd name="connsiteY3" fmla="*/ 455047 h 510496"/>
                      <a:gd name="connsiteX4" fmla="*/ 253644 w 380321"/>
                      <a:gd name="connsiteY4" fmla="*/ 510496 h 510496"/>
                      <a:gd name="connsiteX5" fmla="*/ 310 w 380321"/>
                      <a:gd name="connsiteY5" fmla="*/ 510496 h 5104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0321" h="510496">
                        <a:moveTo>
                          <a:pt x="0" y="0"/>
                        </a:moveTo>
                        <a:lnTo>
                          <a:pt x="313179" y="0"/>
                        </a:lnTo>
                        <a:cubicBezTo>
                          <a:pt x="354420" y="0"/>
                          <a:pt x="385738" y="35560"/>
                          <a:pt x="379536" y="75037"/>
                        </a:cubicBezTo>
                        <a:lnTo>
                          <a:pt x="320001" y="455047"/>
                        </a:lnTo>
                        <a:cubicBezTo>
                          <a:pt x="315039" y="486991"/>
                          <a:pt x="286823" y="510496"/>
                          <a:pt x="253644" y="510496"/>
                        </a:cubicBezTo>
                        <a:lnTo>
                          <a:pt x="310" y="510496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7" name="圖形 17">
                  <a:extLst>
                    <a:ext uri="{FF2B5EF4-FFF2-40B4-BE49-F238E27FC236}">
                      <a16:creationId xmlns:a16="http://schemas.microsoft.com/office/drawing/2014/main" id="{BBD1E646-BBE0-A8A5-234A-5E96C73587C6}"/>
                    </a:ext>
                  </a:extLst>
                </p:cNvPr>
                <p:cNvGrpSpPr/>
                <p:nvPr/>
              </p:nvGrpSpPr>
              <p:grpSpPr>
                <a:xfrm>
                  <a:off x="19670511" y="22619848"/>
                  <a:ext cx="6648644" cy="23153235"/>
                  <a:chOff x="19670511" y="22619848"/>
                  <a:chExt cx="6648644" cy="23153235"/>
                </a:xfrm>
                <a:noFill/>
              </p:grpSpPr>
              <p:sp>
                <p:nvSpPr>
                  <p:cNvPr id="58" name="手繪多邊形: 圖案 57">
                    <a:extLst>
                      <a:ext uri="{FF2B5EF4-FFF2-40B4-BE49-F238E27FC236}">
                        <a16:creationId xmlns:a16="http://schemas.microsoft.com/office/drawing/2014/main" id="{E1BF41A6-19FC-D3D3-ACFD-3CD97516ADA3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7394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9" name="手繪多邊形: 圖案 58">
                    <a:extLst>
                      <a:ext uri="{FF2B5EF4-FFF2-40B4-BE49-F238E27FC236}">
                        <a16:creationId xmlns:a16="http://schemas.microsoft.com/office/drawing/2014/main" id="{EB7626BE-520F-50DA-2DBD-13412C3BC79F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984187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0" name="手繪多邊形: 圖案 59">
                    <a:extLst>
                      <a:ext uri="{FF2B5EF4-FFF2-40B4-BE49-F238E27FC236}">
                        <a16:creationId xmlns:a16="http://schemas.microsoft.com/office/drawing/2014/main" id="{EA884F2E-5C7E-18F6-BEF6-979813303CF1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2285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1" name="手繪多邊形: 圖案 60">
                    <a:extLst>
                      <a:ext uri="{FF2B5EF4-FFF2-40B4-BE49-F238E27FC236}">
                        <a16:creationId xmlns:a16="http://schemas.microsoft.com/office/drawing/2014/main" id="{004180A1-710E-3F9D-44C1-D2804013E4AD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473287"/>
                    <a:ext cx="330853" cy="452636"/>
                  </a:xfrm>
                  <a:custGeom>
                    <a:avLst/>
                    <a:gdLst>
                      <a:gd name="connsiteX0" fmla="*/ 196590 w 330853"/>
                      <a:gd name="connsiteY0" fmla="*/ 0 h 452636"/>
                      <a:gd name="connsiteX1" fmla="*/ 330854 w 330853"/>
                      <a:gd name="connsiteY1" fmla="*/ 130487 h 452636"/>
                      <a:gd name="connsiteX2" fmla="*/ 330854 w 330853"/>
                      <a:gd name="connsiteY2" fmla="*/ 322148 h 452636"/>
                      <a:gd name="connsiteX3" fmla="*/ 196590 w 330853"/>
                      <a:gd name="connsiteY3" fmla="*/ 452635 h 452636"/>
                      <a:gd name="connsiteX4" fmla="*/ 134264 w 330853"/>
                      <a:gd name="connsiteY4" fmla="*/ 452635 h 452636"/>
                      <a:gd name="connsiteX5" fmla="*/ -1 w 330853"/>
                      <a:gd name="connsiteY5" fmla="*/ 322148 h 452636"/>
                      <a:gd name="connsiteX6" fmla="*/ -1 w 330853"/>
                      <a:gd name="connsiteY6" fmla="*/ 130487 h 452636"/>
                      <a:gd name="connsiteX7" fmla="*/ 134264 w 330853"/>
                      <a:gd name="connsiteY7" fmla="*/ 0 h 452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0853" h="452636">
                        <a:moveTo>
                          <a:pt x="196590" y="0"/>
                        </a:moveTo>
                        <a:cubicBezTo>
                          <a:pt x="270743" y="0"/>
                          <a:pt x="330854" y="58421"/>
                          <a:pt x="330854" y="130487"/>
                        </a:cubicBezTo>
                        <a:lnTo>
                          <a:pt x="330854" y="322148"/>
                        </a:lnTo>
                        <a:cubicBezTo>
                          <a:pt x="330854" y="394214"/>
                          <a:pt x="270743" y="452635"/>
                          <a:pt x="196590" y="452635"/>
                        </a:cubicBezTo>
                        <a:lnTo>
                          <a:pt x="134264" y="452635"/>
                        </a:lnTo>
                        <a:cubicBezTo>
                          <a:pt x="60111" y="452635"/>
                          <a:pt x="-1" y="394214"/>
                          <a:pt x="-1" y="322148"/>
                        </a:cubicBezTo>
                        <a:lnTo>
                          <a:pt x="-1" y="130487"/>
                        </a:lnTo>
                        <a:cubicBezTo>
                          <a:pt x="-1" y="58421"/>
                          <a:pt x="60111" y="0"/>
                          <a:pt x="134264" y="0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2" name="手繪多邊形: 圖案 61">
                    <a:extLst>
                      <a:ext uri="{FF2B5EF4-FFF2-40B4-BE49-F238E27FC236}">
                        <a16:creationId xmlns:a16="http://schemas.microsoft.com/office/drawing/2014/main" id="{E4C2DACB-0AD3-E2CF-3640-DF8E92DF5FA9}"/>
                      </a:ext>
                    </a:extLst>
                  </p:cNvPr>
                  <p:cNvSpPr/>
                  <p:nvPr/>
                </p:nvSpPr>
                <p:spPr>
                  <a:xfrm>
                    <a:off x="20177490" y="23011007"/>
                    <a:ext cx="317830" cy="217578"/>
                  </a:xfrm>
                  <a:custGeom>
                    <a:avLst/>
                    <a:gdLst>
                      <a:gd name="connsiteX0" fmla="*/ 317831 w 317830"/>
                      <a:gd name="connsiteY0" fmla="*/ 0 h 217578"/>
                      <a:gd name="connsiteX1" fmla="*/ 0 w 317830"/>
                      <a:gd name="connsiteY1" fmla="*/ 217579 h 217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7830" h="217578">
                        <a:moveTo>
                          <a:pt x="317831" y="0"/>
                        </a:moveTo>
                        <a:cubicBezTo>
                          <a:pt x="317831" y="0"/>
                          <a:pt x="215195" y="195278"/>
                          <a:pt x="0" y="21757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3" name="手繪多邊形: 圖案 62">
                    <a:extLst>
                      <a:ext uri="{FF2B5EF4-FFF2-40B4-BE49-F238E27FC236}">
                        <a16:creationId xmlns:a16="http://schemas.microsoft.com/office/drawing/2014/main" id="{2D461D4E-35A4-A2A6-93ED-E44134364CD8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251188"/>
                    <a:ext cx="430389" cy="298341"/>
                  </a:xfrm>
                  <a:custGeom>
                    <a:avLst/>
                    <a:gdLst>
                      <a:gd name="connsiteX0" fmla="*/ 430389 w 430389"/>
                      <a:gd name="connsiteY0" fmla="*/ 0 h 298341"/>
                      <a:gd name="connsiteX1" fmla="*/ 0 w 430389"/>
                      <a:gd name="connsiteY1" fmla="*/ 298342 h 2983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30389" h="298341">
                        <a:moveTo>
                          <a:pt x="430389" y="0"/>
                        </a:moveTo>
                        <a:cubicBezTo>
                          <a:pt x="430389" y="0"/>
                          <a:pt x="307597" y="252837"/>
                          <a:pt x="0" y="298342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4" name="手繪多邊形: 圖案 63">
                    <a:extLst>
                      <a:ext uri="{FF2B5EF4-FFF2-40B4-BE49-F238E27FC236}">
                        <a16:creationId xmlns:a16="http://schemas.microsoft.com/office/drawing/2014/main" id="{268EC3CE-0F7E-A602-DD7D-6B29AD432E08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524818"/>
                    <a:ext cx="559381" cy="401104"/>
                  </a:xfrm>
                  <a:custGeom>
                    <a:avLst/>
                    <a:gdLst>
                      <a:gd name="connsiteX0" fmla="*/ 559381 w 559381"/>
                      <a:gd name="connsiteY0" fmla="*/ 0 h 401104"/>
                      <a:gd name="connsiteX1" fmla="*/ 0 w 559381"/>
                      <a:gd name="connsiteY1" fmla="*/ 401104 h 401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9381" h="401104">
                        <a:moveTo>
                          <a:pt x="559381" y="0"/>
                        </a:moveTo>
                        <a:cubicBezTo>
                          <a:pt x="559381" y="0"/>
                          <a:pt x="379846" y="306780"/>
                          <a:pt x="0" y="401104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5" name="手繪多邊形: 圖案 64">
                    <a:extLst>
                      <a:ext uri="{FF2B5EF4-FFF2-40B4-BE49-F238E27FC236}">
                        <a16:creationId xmlns:a16="http://schemas.microsoft.com/office/drawing/2014/main" id="{2995006E-AE3C-1CEA-08C2-4CEDCF5F3792}"/>
                      </a:ext>
                    </a:extLst>
                  </p:cNvPr>
                  <p:cNvSpPr/>
                  <p:nvPr/>
                </p:nvSpPr>
                <p:spPr>
                  <a:xfrm>
                    <a:off x="20120745" y="22619848"/>
                    <a:ext cx="661087" cy="364338"/>
                  </a:xfrm>
                  <a:custGeom>
                    <a:avLst/>
                    <a:gdLst>
                      <a:gd name="connsiteX0" fmla="*/ 0 w 661087"/>
                      <a:gd name="connsiteY0" fmla="*/ 364339 h 364338"/>
                      <a:gd name="connsiteX1" fmla="*/ 329303 w 661087"/>
                      <a:gd name="connsiteY1" fmla="*/ 0 h 364338"/>
                      <a:gd name="connsiteX2" fmla="*/ 661088 w 661087"/>
                      <a:gd name="connsiteY2" fmla="*/ 364339 h 3643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61087" h="364338">
                        <a:moveTo>
                          <a:pt x="0" y="364339"/>
                        </a:moveTo>
                        <a:cubicBezTo>
                          <a:pt x="265738" y="305273"/>
                          <a:pt x="329303" y="0"/>
                          <a:pt x="329303" y="0"/>
                        </a:cubicBezTo>
                        <a:cubicBezTo>
                          <a:pt x="329303" y="0"/>
                          <a:pt x="392869" y="281768"/>
                          <a:pt x="661088" y="36433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6" name="手繪多邊形: 圖案 65">
                    <a:extLst>
                      <a:ext uri="{FF2B5EF4-FFF2-40B4-BE49-F238E27FC236}">
                        <a16:creationId xmlns:a16="http://schemas.microsoft.com/office/drawing/2014/main" id="{069BC211-8437-9969-E6EF-085185F7D416}"/>
                      </a:ext>
                    </a:extLst>
                  </p:cNvPr>
                  <p:cNvSpPr/>
                  <p:nvPr/>
                </p:nvSpPr>
                <p:spPr>
                  <a:xfrm>
                    <a:off x="19835783" y="22619848"/>
                    <a:ext cx="31007" cy="119638"/>
                  </a:xfrm>
                  <a:custGeom>
                    <a:avLst/>
                    <a:gdLst>
                      <a:gd name="connsiteX0" fmla="*/ 0 w 31007"/>
                      <a:gd name="connsiteY0" fmla="*/ 119638 h 119638"/>
                      <a:gd name="connsiteX1" fmla="*/ 0 w 31007"/>
                      <a:gd name="connsiteY1" fmla="*/ 0 h 119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119638">
                        <a:moveTo>
                          <a:pt x="0" y="119638"/>
                        </a:moveTo>
                        <a:lnTo>
                          <a:pt x="0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</p:grpSp>
          <p:grpSp>
            <p:nvGrpSpPr>
              <p:cNvPr id="67" name="圖形 17">
                <a:extLst>
                  <a:ext uri="{FF2B5EF4-FFF2-40B4-BE49-F238E27FC236}">
                    <a16:creationId xmlns:a16="http://schemas.microsoft.com/office/drawing/2014/main" id="{C3A77026-DDEF-7C56-0D3D-4708DD937BC7}"/>
                  </a:ext>
                </a:extLst>
              </p:cNvPr>
              <p:cNvGrpSpPr/>
              <p:nvPr/>
            </p:nvGrpSpPr>
            <p:grpSpPr>
              <a:xfrm>
                <a:off x="20297887" y="20661410"/>
                <a:ext cx="12727286" cy="18065981"/>
                <a:chOff x="20297887" y="20661410"/>
                <a:chExt cx="12727286" cy="18065981"/>
              </a:xfrm>
            </p:grpSpPr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784EAA65-0D75-38DE-B5E0-4E1D1DC1F774}"/>
                    </a:ext>
                  </a:extLst>
                </p:cNvPr>
                <p:cNvSpPr/>
                <p:nvPr/>
              </p:nvSpPr>
              <p:spPr>
                <a:xfrm>
                  <a:off x="20297887" y="20661410"/>
                  <a:ext cx="2127366" cy="1019102"/>
                </a:xfrm>
                <a:custGeom>
                  <a:avLst/>
                  <a:gdLst>
                    <a:gd name="connsiteX0" fmla="*/ 347821 w 2127366"/>
                    <a:gd name="connsiteY0" fmla="*/ 961252 h 1019102"/>
                    <a:gd name="connsiteX1" fmla="*/ 771390 w 2127366"/>
                    <a:gd name="connsiteY1" fmla="*/ 972101 h 1019102"/>
                    <a:gd name="connsiteX2" fmla="*/ 1395578 w 2127366"/>
                    <a:gd name="connsiteY2" fmla="*/ 984456 h 1019102"/>
                    <a:gd name="connsiteX3" fmla="*/ 1784106 w 2127366"/>
                    <a:gd name="connsiteY3" fmla="*/ 974814 h 1019102"/>
                    <a:gd name="connsiteX4" fmla="*/ 2058216 w 2127366"/>
                    <a:gd name="connsiteY4" fmla="*/ 149099 h 1019102"/>
                    <a:gd name="connsiteX5" fmla="*/ 1543795 w 2127366"/>
                    <a:gd name="connsiteY5" fmla="*/ 41214 h 1019102"/>
                    <a:gd name="connsiteX6" fmla="*/ 496350 w 2127366"/>
                    <a:gd name="connsiteY6" fmla="*/ 31269 h 1019102"/>
                    <a:gd name="connsiteX7" fmla="*/ 35572 w 2127366"/>
                    <a:gd name="connsiteY7" fmla="*/ 148798 h 1019102"/>
                    <a:gd name="connsiteX8" fmla="*/ 348132 w 2127366"/>
                    <a:gd name="connsiteY8" fmla="*/ 960650 h 1019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7366" h="1019102">
                      <a:moveTo>
                        <a:pt x="347821" y="961252"/>
                      </a:moveTo>
                      <a:cubicBezTo>
                        <a:pt x="430612" y="1025441"/>
                        <a:pt x="599915" y="1043523"/>
                        <a:pt x="771390" y="972101"/>
                      </a:cubicBezTo>
                      <a:cubicBezTo>
                        <a:pt x="1004257" y="875065"/>
                        <a:pt x="1198367" y="916953"/>
                        <a:pt x="1395578" y="984456"/>
                      </a:cubicBezTo>
                      <a:cubicBezTo>
                        <a:pt x="1453252" y="1004346"/>
                        <a:pt x="1657284" y="1056179"/>
                        <a:pt x="1784106" y="974814"/>
                      </a:cubicBezTo>
                      <a:cubicBezTo>
                        <a:pt x="1935114" y="878078"/>
                        <a:pt x="2272169" y="429360"/>
                        <a:pt x="2058216" y="149099"/>
                      </a:cubicBezTo>
                      <a:cubicBezTo>
                        <a:pt x="1880229" y="-84150"/>
                        <a:pt x="1603021" y="20722"/>
                        <a:pt x="1543795" y="41214"/>
                      </a:cubicBezTo>
                      <a:cubicBezTo>
                        <a:pt x="1331702" y="115046"/>
                        <a:pt x="965189" y="198823"/>
                        <a:pt x="496350" y="31269"/>
                      </a:cubicBezTo>
                      <a:cubicBezTo>
                        <a:pt x="414178" y="1736"/>
                        <a:pt x="149991" y="-57329"/>
                        <a:pt x="35572" y="148798"/>
                      </a:cubicBezTo>
                      <a:cubicBezTo>
                        <a:pt x="-87529" y="370897"/>
                        <a:pt x="131387" y="792795"/>
                        <a:pt x="348132" y="960650"/>
                      </a:cubicBezTo>
                      <a:close/>
                    </a:path>
                  </a:pathLst>
                </a:custGeom>
                <a:noFill/>
                <a:ln w="11868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179DA7FD-29D7-4A58-BECC-D1745B11C433}"/>
                    </a:ext>
                  </a:extLst>
                </p:cNvPr>
                <p:cNvSpPr/>
                <p:nvPr/>
              </p:nvSpPr>
              <p:spPr>
                <a:xfrm>
                  <a:off x="21733153" y="21356055"/>
                  <a:ext cx="167693" cy="162452"/>
                </a:xfrm>
                <a:custGeom>
                  <a:avLst/>
                  <a:gdLst>
                    <a:gd name="connsiteX0" fmla="*/ 67287 w 167693"/>
                    <a:gd name="connsiteY0" fmla="*/ 160530 h 162452"/>
                    <a:gd name="connsiteX1" fmla="*/ 95505 w 167693"/>
                    <a:gd name="connsiteY1" fmla="*/ 160530 h 162452"/>
                    <a:gd name="connsiteX2" fmla="*/ 121551 w 167693"/>
                    <a:gd name="connsiteY2" fmla="*/ 160530 h 162452"/>
                    <a:gd name="connsiteX3" fmla="*/ 167133 w 167693"/>
                    <a:gd name="connsiteY3" fmla="*/ 43001 h 162452"/>
                    <a:gd name="connsiteX4" fmla="*/ 0 w 167693"/>
                    <a:gd name="connsiteY4" fmla="*/ 43001 h 162452"/>
                    <a:gd name="connsiteX5" fmla="*/ 37210 w 167693"/>
                    <a:gd name="connsiteY5" fmla="*/ 154201 h 162452"/>
                    <a:gd name="connsiteX6" fmla="*/ 67597 w 167693"/>
                    <a:gd name="connsiteY6" fmla="*/ 160530 h 162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693" h="162452">
                      <a:moveTo>
                        <a:pt x="67287" y="160530"/>
                      </a:moveTo>
                      <a:cubicBezTo>
                        <a:pt x="79070" y="157215"/>
                        <a:pt x="83722" y="156311"/>
                        <a:pt x="95505" y="160530"/>
                      </a:cubicBezTo>
                      <a:cubicBezTo>
                        <a:pt x="103257" y="163242"/>
                        <a:pt x="114109" y="162941"/>
                        <a:pt x="121551" y="160530"/>
                      </a:cubicBezTo>
                      <a:cubicBezTo>
                        <a:pt x="146667" y="152996"/>
                        <a:pt x="171783" y="104478"/>
                        <a:pt x="167133" y="43001"/>
                      </a:cubicBezTo>
                      <a:cubicBezTo>
                        <a:pt x="162481" y="-18475"/>
                        <a:pt x="-310" y="-10037"/>
                        <a:pt x="0" y="43001"/>
                      </a:cubicBezTo>
                      <a:cubicBezTo>
                        <a:pt x="0" y="85191"/>
                        <a:pt x="15815" y="139435"/>
                        <a:pt x="37210" y="154201"/>
                      </a:cubicBezTo>
                      <a:cubicBezTo>
                        <a:pt x="46512" y="160530"/>
                        <a:pt x="53335" y="164447"/>
                        <a:pt x="67597" y="160530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70" name="圖形 17">
                <a:extLst>
                  <a:ext uri="{FF2B5EF4-FFF2-40B4-BE49-F238E27FC236}">
                    <a16:creationId xmlns:a16="http://schemas.microsoft.com/office/drawing/2014/main" id="{22F3CF74-CE11-3BE4-8FA3-6DEB575C5E44}"/>
                  </a:ext>
                </a:extLst>
              </p:cNvPr>
              <p:cNvGrpSpPr/>
              <p:nvPr/>
            </p:nvGrpSpPr>
            <p:grpSpPr>
              <a:xfrm>
                <a:off x="16281351" y="24451788"/>
                <a:ext cx="36812437" cy="4759918"/>
                <a:chOff x="16281351" y="24451788"/>
                <a:chExt cx="36812437" cy="4759918"/>
              </a:xfrm>
              <a:solidFill>
                <a:srgbClr val="231815"/>
              </a:solidFill>
            </p:grpSpPr>
            <p:sp>
              <p:nvSpPr>
                <p:cNvPr id="71" name="手繪多邊形: 圖案 70">
                  <a:extLst>
                    <a:ext uri="{FF2B5EF4-FFF2-40B4-BE49-F238E27FC236}">
                      <a16:creationId xmlns:a16="http://schemas.microsoft.com/office/drawing/2014/main" id="{C288FAF9-0EA1-C867-5A6C-56AA51A02B96}"/>
                    </a:ext>
                  </a:extLst>
                </p:cNvPr>
                <p:cNvSpPr/>
                <p:nvPr/>
              </p:nvSpPr>
              <p:spPr>
                <a:xfrm>
                  <a:off x="16281351" y="24455103"/>
                  <a:ext cx="138605" cy="261878"/>
                </a:xfrm>
                <a:custGeom>
                  <a:avLst/>
                  <a:gdLst>
                    <a:gd name="connsiteX0" fmla="*/ 131474 w 138605"/>
                    <a:gd name="connsiteY0" fmla="*/ 0 h 261878"/>
                    <a:gd name="connsiteX1" fmla="*/ 138605 w 138605"/>
                    <a:gd name="connsiteY1" fmla="*/ 6932 h 261878"/>
                    <a:gd name="connsiteX2" fmla="*/ 138605 w 138605"/>
                    <a:gd name="connsiteY2" fmla="*/ 23205 h 261878"/>
                    <a:gd name="connsiteX3" fmla="*/ 131474 w 138605"/>
                    <a:gd name="connsiteY3" fmla="*/ 30136 h 261878"/>
                    <a:gd name="connsiteX4" fmla="*/ 59846 w 138605"/>
                    <a:gd name="connsiteY4" fmla="*/ 30136 h 261878"/>
                    <a:gd name="connsiteX5" fmla="*/ 36280 w 138605"/>
                    <a:gd name="connsiteY5" fmla="*/ 53039 h 261878"/>
                    <a:gd name="connsiteX6" fmla="*/ 36280 w 138605"/>
                    <a:gd name="connsiteY6" fmla="*/ 110900 h 261878"/>
                    <a:gd name="connsiteX7" fmla="*/ 124962 w 138605"/>
                    <a:gd name="connsiteY7" fmla="*/ 110900 h 261878"/>
                    <a:gd name="connsiteX8" fmla="*/ 132094 w 138605"/>
                    <a:gd name="connsiteY8" fmla="*/ 117830 h 261878"/>
                    <a:gd name="connsiteX9" fmla="*/ 132094 w 138605"/>
                    <a:gd name="connsiteY9" fmla="*/ 134405 h 261878"/>
                    <a:gd name="connsiteX10" fmla="*/ 124962 w 138605"/>
                    <a:gd name="connsiteY10" fmla="*/ 141336 h 261878"/>
                    <a:gd name="connsiteX11" fmla="*/ 36280 w 138605"/>
                    <a:gd name="connsiteY11" fmla="*/ 141336 h 261878"/>
                    <a:gd name="connsiteX12" fmla="*/ 36280 w 138605"/>
                    <a:gd name="connsiteY12" fmla="*/ 254646 h 261878"/>
                    <a:gd name="connsiteX13" fmla="*/ 29458 w 138605"/>
                    <a:gd name="connsiteY13" fmla="*/ 261878 h 261878"/>
                    <a:gd name="connsiteX14" fmla="*/ 6822 w 138605"/>
                    <a:gd name="connsiteY14" fmla="*/ 261878 h 261878"/>
                    <a:gd name="connsiteX15" fmla="*/ 0 w 138605"/>
                    <a:gd name="connsiteY15" fmla="*/ 254646 h 261878"/>
                    <a:gd name="connsiteX16" fmla="*/ 0 w 138605"/>
                    <a:gd name="connsiteY16" fmla="*/ 52436 h 261878"/>
                    <a:gd name="connsiteX17" fmla="*/ 53954 w 138605"/>
                    <a:gd name="connsiteY17" fmla="*/ 0 h 261878"/>
                    <a:gd name="connsiteX18" fmla="*/ 131164 w 138605"/>
                    <a:gd name="connsiteY18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8605" h="261878">
                      <a:moveTo>
                        <a:pt x="131474" y="0"/>
                      </a:moveTo>
                      <a:cubicBezTo>
                        <a:pt x="136125" y="0"/>
                        <a:pt x="138605" y="1808"/>
                        <a:pt x="138605" y="6932"/>
                      </a:cubicBezTo>
                      <a:lnTo>
                        <a:pt x="138605" y="23205"/>
                      </a:lnTo>
                      <a:cubicBezTo>
                        <a:pt x="138605" y="28327"/>
                        <a:pt x="136125" y="30136"/>
                        <a:pt x="131474" y="30136"/>
                      </a:cubicBezTo>
                      <a:lnTo>
                        <a:pt x="59846" y="30136"/>
                      </a:lnTo>
                      <a:cubicBezTo>
                        <a:pt x="46822" y="30136"/>
                        <a:pt x="36280" y="40382"/>
                        <a:pt x="36280" y="53039"/>
                      </a:cubicBezTo>
                      <a:lnTo>
                        <a:pt x="36280" y="110900"/>
                      </a:lnTo>
                      <a:lnTo>
                        <a:pt x="124962" y="110900"/>
                      </a:lnTo>
                      <a:cubicBezTo>
                        <a:pt x="130233" y="110900"/>
                        <a:pt x="132094" y="112708"/>
                        <a:pt x="132094" y="117830"/>
                      </a:cubicBezTo>
                      <a:lnTo>
                        <a:pt x="132094" y="134405"/>
                      </a:lnTo>
                      <a:cubicBezTo>
                        <a:pt x="132094" y="138925"/>
                        <a:pt x="130233" y="141336"/>
                        <a:pt x="124962" y="141336"/>
                      </a:cubicBezTo>
                      <a:lnTo>
                        <a:pt x="36280" y="141336"/>
                      </a:lnTo>
                      <a:lnTo>
                        <a:pt x="36280" y="254646"/>
                      </a:lnTo>
                      <a:cubicBezTo>
                        <a:pt x="36280" y="259768"/>
                        <a:pt x="34730" y="261878"/>
                        <a:pt x="29458" y="261878"/>
                      </a:cubicBezTo>
                      <a:lnTo>
                        <a:pt x="6822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6" y="0"/>
                        <a:pt x="53954" y="0"/>
                      </a:cubicBezTo>
                      <a:lnTo>
                        <a:pt x="131164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2" name="手繪多邊形: 圖案 71">
                  <a:extLst>
                    <a:ext uri="{FF2B5EF4-FFF2-40B4-BE49-F238E27FC236}">
                      <a16:creationId xmlns:a16="http://schemas.microsoft.com/office/drawing/2014/main" id="{D6E225A8-020D-481F-FB4D-037F141BC758}"/>
                    </a:ext>
                  </a:extLst>
                </p:cNvPr>
                <p:cNvSpPr/>
                <p:nvPr/>
              </p:nvSpPr>
              <p:spPr>
                <a:xfrm>
                  <a:off x="16548856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8 w 175071"/>
                    <a:gd name="connsiteY2" fmla="*/ 254947 h 261878"/>
                    <a:gd name="connsiteX3" fmla="*/ 169087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9 w 175071"/>
                    <a:gd name="connsiteY5" fmla="*/ 254947 h 261878"/>
                    <a:gd name="connsiteX6" fmla="*/ 121954 w 175071"/>
                    <a:gd name="connsiteY6" fmla="*/ 193169 h 261878"/>
                    <a:gd name="connsiteX7" fmla="*/ 51256 w 175071"/>
                    <a:gd name="connsiteY7" fmla="*/ 193169 h 261878"/>
                    <a:gd name="connsiteX8" fmla="*/ 35443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4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9 w 175071"/>
                    <a:gd name="connsiteY14" fmla="*/ 0 h 261878"/>
                    <a:gd name="connsiteX15" fmla="*/ 95908 w 175071"/>
                    <a:gd name="connsiteY15" fmla="*/ 92215 h 261878"/>
                    <a:gd name="connsiteX16" fmla="*/ 87225 w 175071"/>
                    <a:gd name="connsiteY16" fmla="*/ 41889 h 261878"/>
                    <a:gd name="connsiteX17" fmla="*/ 78234 w 175071"/>
                    <a:gd name="connsiteY17" fmla="*/ 91914 h 261878"/>
                    <a:gd name="connsiteX18" fmla="*/ 58388 w 175071"/>
                    <a:gd name="connsiteY18" fmla="*/ 164842 h 261878"/>
                    <a:gd name="connsiteX19" fmla="*/ 115443 w 175071"/>
                    <a:gd name="connsiteY19" fmla="*/ 164842 h 261878"/>
                    <a:gd name="connsiteX20" fmla="*/ 95908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0" y="0"/>
                        <a:pt x="107691" y="2411"/>
                        <a:pt x="108621" y="6932"/>
                      </a:cubicBezTo>
                      <a:lnTo>
                        <a:pt x="174668" y="254947"/>
                      </a:lnTo>
                      <a:cubicBezTo>
                        <a:pt x="175908" y="259468"/>
                        <a:pt x="174357" y="261878"/>
                        <a:pt x="169087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19" y="259166"/>
                        <a:pt x="138079" y="254947"/>
                      </a:cubicBezTo>
                      <a:lnTo>
                        <a:pt x="121954" y="193169"/>
                      </a:lnTo>
                      <a:lnTo>
                        <a:pt x="51256" y="193169"/>
                      </a:lnTo>
                      <a:lnTo>
                        <a:pt x="35443" y="254947"/>
                      </a:lnTo>
                      <a:cubicBezTo>
                        <a:pt x="34202" y="259166"/>
                        <a:pt x="3203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7" y="259468"/>
                        <a:pt x="404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9" y="0"/>
                      </a:lnTo>
                      <a:close/>
                      <a:moveTo>
                        <a:pt x="95908" y="92215"/>
                      </a:moveTo>
                      <a:cubicBezTo>
                        <a:pt x="93117" y="82572"/>
                        <a:pt x="88466" y="53943"/>
                        <a:pt x="87225" y="41889"/>
                      </a:cubicBezTo>
                      <a:cubicBezTo>
                        <a:pt x="85365" y="56053"/>
                        <a:pt x="81024" y="81065"/>
                        <a:pt x="78234" y="91914"/>
                      </a:cubicBezTo>
                      <a:lnTo>
                        <a:pt x="58388" y="164842"/>
                      </a:lnTo>
                      <a:lnTo>
                        <a:pt x="115443" y="164842"/>
                      </a:lnTo>
                      <a:lnTo>
                        <a:pt x="95908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3" name="手繪多邊形: 圖案 72">
                  <a:extLst>
                    <a:ext uri="{FF2B5EF4-FFF2-40B4-BE49-F238E27FC236}">
                      <a16:creationId xmlns:a16="http://schemas.microsoft.com/office/drawing/2014/main" id="{9FF78267-E77F-4C8C-0A60-7376F9CB6A48}"/>
                    </a:ext>
                  </a:extLst>
                </p:cNvPr>
                <p:cNvSpPr/>
                <p:nvPr/>
              </p:nvSpPr>
              <p:spPr>
                <a:xfrm>
                  <a:off x="1688259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8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79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8" y="0"/>
                      </a:lnTo>
                      <a:cubicBezTo>
                        <a:pt x="31629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4" name="手繪多邊形: 圖案 73">
                  <a:extLst>
                    <a:ext uri="{FF2B5EF4-FFF2-40B4-BE49-F238E27FC236}">
                      <a16:creationId xmlns:a16="http://schemas.microsoft.com/office/drawing/2014/main" id="{7BB5FF78-C707-19E4-2972-F9ED88CBD251}"/>
                    </a:ext>
                  </a:extLst>
                </p:cNvPr>
                <p:cNvSpPr/>
                <p:nvPr/>
              </p:nvSpPr>
              <p:spPr>
                <a:xfrm>
                  <a:off x="17214689" y="24452090"/>
                  <a:ext cx="152558" cy="268206"/>
                </a:xfrm>
                <a:custGeom>
                  <a:avLst/>
                  <a:gdLst>
                    <a:gd name="connsiteX0" fmla="*/ 145117 w 152558"/>
                    <a:gd name="connsiteY0" fmla="*/ 135007 h 268206"/>
                    <a:gd name="connsiteX1" fmla="*/ 152558 w 152558"/>
                    <a:gd name="connsiteY1" fmla="*/ 141637 h 268206"/>
                    <a:gd name="connsiteX2" fmla="*/ 152558 w 152558"/>
                    <a:gd name="connsiteY2" fmla="*/ 211853 h 268206"/>
                    <a:gd name="connsiteX3" fmla="*/ 76589 w 152558"/>
                    <a:gd name="connsiteY3" fmla="*/ 268206 h 268206"/>
                    <a:gd name="connsiteX4" fmla="*/ 0 w 152558"/>
                    <a:gd name="connsiteY4" fmla="*/ 211853 h 268206"/>
                    <a:gd name="connsiteX5" fmla="*/ 0 w 152558"/>
                    <a:gd name="connsiteY5" fmla="*/ 56353 h 268206"/>
                    <a:gd name="connsiteX6" fmla="*/ 76589 w 152558"/>
                    <a:gd name="connsiteY6" fmla="*/ 0 h 268206"/>
                    <a:gd name="connsiteX7" fmla="*/ 152558 w 152558"/>
                    <a:gd name="connsiteY7" fmla="*/ 56353 h 268206"/>
                    <a:gd name="connsiteX8" fmla="*/ 152558 w 152558"/>
                    <a:gd name="connsiteY8" fmla="*/ 75941 h 268206"/>
                    <a:gd name="connsiteX9" fmla="*/ 145735 w 152558"/>
                    <a:gd name="connsiteY9" fmla="*/ 82873 h 268206"/>
                    <a:gd name="connsiteX10" fmla="*/ 124340 w 152558"/>
                    <a:gd name="connsiteY10" fmla="*/ 82873 h 268206"/>
                    <a:gd name="connsiteX11" fmla="*/ 117209 w 152558"/>
                    <a:gd name="connsiteY11" fmla="*/ 75941 h 268206"/>
                    <a:gd name="connsiteX12" fmla="*/ 117209 w 152558"/>
                    <a:gd name="connsiteY12" fmla="*/ 59366 h 268206"/>
                    <a:gd name="connsiteX13" fmla="*/ 76278 w 152558"/>
                    <a:gd name="connsiteY13" fmla="*/ 30136 h 268206"/>
                    <a:gd name="connsiteX14" fmla="*/ 36279 w 152558"/>
                    <a:gd name="connsiteY14" fmla="*/ 59366 h 268206"/>
                    <a:gd name="connsiteX15" fmla="*/ 36279 w 152558"/>
                    <a:gd name="connsiteY15" fmla="*/ 208839 h 268206"/>
                    <a:gd name="connsiteX16" fmla="*/ 76278 w 152558"/>
                    <a:gd name="connsiteY16" fmla="*/ 238071 h 268206"/>
                    <a:gd name="connsiteX17" fmla="*/ 117209 w 152558"/>
                    <a:gd name="connsiteY17" fmla="*/ 209140 h 268206"/>
                    <a:gd name="connsiteX18" fmla="*/ 117209 w 152558"/>
                    <a:gd name="connsiteY18" fmla="*/ 165142 h 268206"/>
                    <a:gd name="connsiteX19" fmla="*/ 79999 w 152558"/>
                    <a:gd name="connsiteY19" fmla="*/ 165142 h 268206"/>
                    <a:gd name="connsiteX20" fmla="*/ 72868 w 152558"/>
                    <a:gd name="connsiteY20" fmla="*/ 158212 h 268206"/>
                    <a:gd name="connsiteX21" fmla="*/ 72868 w 152558"/>
                    <a:gd name="connsiteY21" fmla="*/ 141637 h 268206"/>
                    <a:gd name="connsiteX22" fmla="*/ 79999 w 152558"/>
                    <a:gd name="connsiteY22" fmla="*/ 135007 h 268206"/>
                    <a:gd name="connsiteX23" fmla="*/ 145117 w 152558"/>
                    <a:gd name="connsiteY23" fmla="*/ 135007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2558" h="268206">
                      <a:moveTo>
                        <a:pt x="145117" y="135007"/>
                      </a:moveTo>
                      <a:cubicBezTo>
                        <a:pt x="150387" y="135007"/>
                        <a:pt x="152558" y="136815"/>
                        <a:pt x="152558" y="141637"/>
                      </a:cubicBezTo>
                      <a:lnTo>
                        <a:pt x="152558" y="211853"/>
                      </a:lnTo>
                      <a:cubicBezTo>
                        <a:pt x="152558" y="241988"/>
                        <a:pt x="135504" y="268206"/>
                        <a:pt x="76589" y="268206"/>
                      </a:cubicBezTo>
                      <a:cubicBezTo>
                        <a:pt x="17673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6589" y="0"/>
                      </a:cubicBezTo>
                      <a:cubicBezTo>
                        <a:pt x="136123" y="0"/>
                        <a:pt x="152558" y="26218"/>
                        <a:pt x="152558" y="56353"/>
                      </a:cubicBezTo>
                      <a:lnTo>
                        <a:pt x="152558" y="75941"/>
                      </a:lnTo>
                      <a:cubicBezTo>
                        <a:pt x="152558" y="80461"/>
                        <a:pt x="150698" y="82873"/>
                        <a:pt x="145735" y="82873"/>
                      </a:cubicBezTo>
                      <a:lnTo>
                        <a:pt x="124340" y="82873"/>
                      </a:lnTo>
                      <a:cubicBezTo>
                        <a:pt x="119069" y="82873"/>
                        <a:pt x="117209" y="80461"/>
                        <a:pt x="117209" y="75941"/>
                      </a:cubicBezTo>
                      <a:lnTo>
                        <a:pt x="117209" y="59366"/>
                      </a:lnTo>
                      <a:cubicBezTo>
                        <a:pt x="117209" y="41286"/>
                        <a:pt x="106046" y="30136"/>
                        <a:pt x="76278" y="30136"/>
                      </a:cubicBezTo>
                      <a:cubicBezTo>
                        <a:pt x="46512" y="30136"/>
                        <a:pt x="36279" y="41286"/>
                        <a:pt x="36279" y="59366"/>
                      </a:cubicBezTo>
                      <a:lnTo>
                        <a:pt x="36279" y="208839"/>
                      </a:lnTo>
                      <a:cubicBezTo>
                        <a:pt x="36279" y="226619"/>
                        <a:pt x="47131" y="238071"/>
                        <a:pt x="76278" y="238071"/>
                      </a:cubicBezTo>
                      <a:cubicBezTo>
                        <a:pt x="105426" y="238071"/>
                        <a:pt x="117209" y="226921"/>
                        <a:pt x="117209" y="209140"/>
                      </a:cubicBezTo>
                      <a:lnTo>
                        <a:pt x="117209" y="165142"/>
                      </a:lnTo>
                      <a:lnTo>
                        <a:pt x="79999" y="165142"/>
                      </a:lnTo>
                      <a:cubicBezTo>
                        <a:pt x="75349" y="165142"/>
                        <a:pt x="72868" y="163334"/>
                        <a:pt x="72868" y="158212"/>
                      </a:cubicBezTo>
                      <a:lnTo>
                        <a:pt x="72868" y="141637"/>
                      </a:lnTo>
                      <a:cubicBezTo>
                        <a:pt x="72868" y="137116"/>
                        <a:pt x="75349" y="135007"/>
                        <a:pt x="79999" y="135007"/>
                      </a:cubicBezTo>
                      <a:lnTo>
                        <a:pt x="145117" y="13500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5" name="手繪多邊形: 圖案 74">
                  <a:extLst>
                    <a:ext uri="{FF2B5EF4-FFF2-40B4-BE49-F238E27FC236}">
                      <a16:creationId xmlns:a16="http://schemas.microsoft.com/office/drawing/2014/main" id="{0A5B45F0-D73D-DA25-8DE4-3A822A14934E}"/>
                    </a:ext>
                  </a:extLst>
                </p:cNvPr>
                <p:cNvSpPr/>
                <p:nvPr/>
              </p:nvSpPr>
              <p:spPr>
                <a:xfrm>
                  <a:off x="17735310" y="24455103"/>
                  <a:ext cx="156482" cy="261878"/>
                </a:xfrm>
                <a:custGeom>
                  <a:avLst/>
                  <a:gdLst>
                    <a:gd name="connsiteX0" fmla="*/ 76280 w 156482"/>
                    <a:gd name="connsiteY0" fmla="*/ 0 h 261878"/>
                    <a:gd name="connsiteX1" fmla="*/ 154419 w 156482"/>
                    <a:gd name="connsiteY1" fmla="*/ 56353 h 261878"/>
                    <a:gd name="connsiteX2" fmla="*/ 154419 w 156482"/>
                    <a:gd name="connsiteY2" fmla="*/ 102160 h 261878"/>
                    <a:gd name="connsiteX3" fmla="*/ 115659 w 156482"/>
                    <a:gd name="connsiteY3" fmla="*/ 152486 h 261878"/>
                    <a:gd name="connsiteX4" fmla="*/ 155969 w 156482"/>
                    <a:gd name="connsiteY4" fmla="*/ 254646 h 261878"/>
                    <a:gd name="connsiteX5" fmla="*/ 149148 w 156482"/>
                    <a:gd name="connsiteY5" fmla="*/ 261878 h 261878"/>
                    <a:gd name="connsiteX6" fmla="*/ 124652 w 156482"/>
                    <a:gd name="connsiteY6" fmla="*/ 261878 h 261878"/>
                    <a:gd name="connsiteX7" fmla="*/ 116590 w 156482"/>
                    <a:gd name="connsiteY7" fmla="*/ 254646 h 261878"/>
                    <a:gd name="connsiteX8" fmla="*/ 79070 w 156482"/>
                    <a:gd name="connsiteY8" fmla="*/ 157609 h 261878"/>
                    <a:gd name="connsiteX9" fmla="*/ 35968 w 156482"/>
                    <a:gd name="connsiteY9" fmla="*/ 157609 h 261878"/>
                    <a:gd name="connsiteX10" fmla="*/ 35968 w 156482"/>
                    <a:gd name="connsiteY10" fmla="*/ 254646 h 261878"/>
                    <a:gd name="connsiteX11" fmla="*/ 29147 w 156482"/>
                    <a:gd name="connsiteY11" fmla="*/ 261878 h 261878"/>
                    <a:gd name="connsiteX12" fmla="*/ 6821 w 156482"/>
                    <a:gd name="connsiteY12" fmla="*/ 261878 h 261878"/>
                    <a:gd name="connsiteX13" fmla="*/ 0 w 156482"/>
                    <a:gd name="connsiteY13" fmla="*/ 254646 h 261878"/>
                    <a:gd name="connsiteX14" fmla="*/ 0 w 156482"/>
                    <a:gd name="connsiteY14" fmla="*/ 52436 h 261878"/>
                    <a:gd name="connsiteX15" fmla="*/ 53953 w 156482"/>
                    <a:gd name="connsiteY15" fmla="*/ 0 h 261878"/>
                    <a:gd name="connsiteX16" fmla="*/ 75970 w 156482"/>
                    <a:gd name="connsiteY16" fmla="*/ 0 h 261878"/>
                    <a:gd name="connsiteX17" fmla="*/ 35968 w 156482"/>
                    <a:gd name="connsiteY17" fmla="*/ 52737 h 261878"/>
                    <a:gd name="connsiteX18" fmla="*/ 35968 w 156482"/>
                    <a:gd name="connsiteY18" fmla="*/ 127172 h 261878"/>
                    <a:gd name="connsiteX19" fmla="*/ 76280 w 156482"/>
                    <a:gd name="connsiteY19" fmla="*/ 127172 h 261878"/>
                    <a:gd name="connsiteX20" fmla="*/ 118761 w 156482"/>
                    <a:gd name="connsiteY20" fmla="*/ 97941 h 261878"/>
                    <a:gd name="connsiteX21" fmla="*/ 118761 w 156482"/>
                    <a:gd name="connsiteY21" fmla="*/ 59367 h 261878"/>
                    <a:gd name="connsiteX22" fmla="*/ 76280 w 156482"/>
                    <a:gd name="connsiteY22" fmla="*/ 29835 h 261878"/>
                    <a:gd name="connsiteX23" fmla="*/ 59535 w 156482"/>
                    <a:gd name="connsiteY23" fmla="*/ 29835 h 261878"/>
                    <a:gd name="connsiteX24" fmla="*/ 35968 w 156482"/>
                    <a:gd name="connsiteY24" fmla="*/ 52737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6482" h="261878">
                      <a:moveTo>
                        <a:pt x="76280" y="0"/>
                      </a:moveTo>
                      <a:cubicBezTo>
                        <a:pt x="135194" y="0"/>
                        <a:pt x="154419" y="26218"/>
                        <a:pt x="154419" y="56353"/>
                      </a:cubicBezTo>
                      <a:lnTo>
                        <a:pt x="154419" y="102160"/>
                      </a:lnTo>
                      <a:cubicBezTo>
                        <a:pt x="154419" y="124158"/>
                        <a:pt x="144187" y="143747"/>
                        <a:pt x="115659" y="152486"/>
                      </a:cubicBezTo>
                      <a:lnTo>
                        <a:pt x="155969" y="254646"/>
                      </a:lnTo>
                      <a:cubicBezTo>
                        <a:pt x="157831" y="259166"/>
                        <a:pt x="154419" y="261878"/>
                        <a:pt x="149148" y="261878"/>
                      </a:cubicBezTo>
                      <a:lnTo>
                        <a:pt x="124652" y="261878"/>
                      </a:lnTo>
                      <a:cubicBezTo>
                        <a:pt x="120000" y="261878"/>
                        <a:pt x="118761" y="259166"/>
                        <a:pt x="116590" y="254646"/>
                      </a:cubicBezTo>
                      <a:lnTo>
                        <a:pt x="79070" y="157609"/>
                      </a:lnTo>
                      <a:lnTo>
                        <a:pt x="35968" y="157609"/>
                      </a:lnTo>
                      <a:lnTo>
                        <a:pt x="35968" y="254646"/>
                      </a:lnTo>
                      <a:cubicBezTo>
                        <a:pt x="35968" y="259768"/>
                        <a:pt x="34418" y="261878"/>
                        <a:pt x="29147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5" y="0"/>
                        <a:pt x="53953" y="0"/>
                      </a:cubicBezTo>
                      <a:lnTo>
                        <a:pt x="75970" y="0"/>
                      </a:lnTo>
                      <a:close/>
                      <a:moveTo>
                        <a:pt x="35968" y="52737"/>
                      </a:moveTo>
                      <a:lnTo>
                        <a:pt x="35968" y="127172"/>
                      </a:lnTo>
                      <a:lnTo>
                        <a:pt x="76280" y="127172"/>
                      </a:lnTo>
                      <a:cubicBezTo>
                        <a:pt x="106046" y="127172"/>
                        <a:pt x="118761" y="116022"/>
                        <a:pt x="118761" y="97941"/>
                      </a:cubicBezTo>
                      <a:lnTo>
                        <a:pt x="118761" y="59367"/>
                      </a:lnTo>
                      <a:cubicBezTo>
                        <a:pt x="118761" y="41286"/>
                        <a:pt x="106046" y="29835"/>
                        <a:pt x="76280" y="29835"/>
                      </a:cubicBezTo>
                      <a:lnTo>
                        <a:pt x="59535" y="29835"/>
                      </a:lnTo>
                      <a:cubicBezTo>
                        <a:pt x="46512" y="29835"/>
                        <a:pt x="35968" y="40081"/>
                        <a:pt x="35968" y="52737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6" name="手繪多邊形: 圖案 75">
                  <a:extLst>
                    <a:ext uri="{FF2B5EF4-FFF2-40B4-BE49-F238E27FC236}">
                      <a16:creationId xmlns:a16="http://schemas.microsoft.com/office/drawing/2014/main" id="{C195014A-DB2B-0676-6900-4CC93C931A40}"/>
                    </a:ext>
                  </a:extLst>
                </p:cNvPr>
                <p:cNvSpPr/>
                <p:nvPr/>
              </p:nvSpPr>
              <p:spPr>
                <a:xfrm>
                  <a:off x="18061514" y="24455103"/>
                  <a:ext cx="133643" cy="261878"/>
                </a:xfrm>
                <a:custGeom>
                  <a:avLst/>
                  <a:gdLst>
                    <a:gd name="connsiteX0" fmla="*/ 308 w 133643"/>
                    <a:gd name="connsiteY0" fmla="*/ 209442 h 261878"/>
                    <a:gd name="connsiteX1" fmla="*/ 308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0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0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79 w 133643"/>
                    <a:gd name="connsiteY8" fmla="*/ 53039 h 261878"/>
                    <a:gd name="connsiteX9" fmla="*/ 36279 w 133643"/>
                    <a:gd name="connsiteY9" fmla="*/ 110598 h 261878"/>
                    <a:gd name="connsiteX10" fmla="*/ 116588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88 w 133643"/>
                    <a:gd name="connsiteY13" fmla="*/ 139829 h 261878"/>
                    <a:gd name="connsiteX14" fmla="*/ 36279 w 133643"/>
                    <a:gd name="connsiteY14" fmla="*/ 139829 h 261878"/>
                    <a:gd name="connsiteX15" fmla="*/ 36279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1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1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08" y="209442"/>
                      </a:moveTo>
                      <a:lnTo>
                        <a:pt x="308" y="52436"/>
                      </a:lnTo>
                      <a:cubicBezTo>
                        <a:pt x="308" y="23506"/>
                        <a:pt x="24496" y="0"/>
                        <a:pt x="54264" y="0"/>
                      </a:cubicBezTo>
                      <a:lnTo>
                        <a:pt x="122790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0" y="30136"/>
                      </a:cubicBezTo>
                      <a:lnTo>
                        <a:pt x="59845" y="30136"/>
                      </a:lnTo>
                      <a:cubicBezTo>
                        <a:pt x="46820" y="30136"/>
                        <a:pt x="36279" y="40382"/>
                        <a:pt x="36279" y="53039"/>
                      </a:cubicBezTo>
                      <a:lnTo>
                        <a:pt x="36279" y="110598"/>
                      </a:lnTo>
                      <a:lnTo>
                        <a:pt x="116588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0" y="139829"/>
                        <a:pt x="116588" y="139829"/>
                      </a:cubicBezTo>
                      <a:lnTo>
                        <a:pt x="36279" y="139829"/>
                      </a:lnTo>
                      <a:lnTo>
                        <a:pt x="36279" y="208840"/>
                      </a:lnTo>
                      <a:cubicBezTo>
                        <a:pt x="36279" y="221497"/>
                        <a:pt x="46820" y="231742"/>
                        <a:pt x="59845" y="231742"/>
                      </a:cubicBezTo>
                      <a:lnTo>
                        <a:pt x="126511" y="231742"/>
                      </a:lnTo>
                      <a:cubicBezTo>
                        <a:pt x="131163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3" y="261878"/>
                        <a:pt x="126511" y="261878"/>
                      </a:cubicBezTo>
                      <a:lnTo>
                        <a:pt x="53953" y="261878"/>
                      </a:lnTo>
                      <a:cubicBezTo>
                        <a:pt x="24185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7" name="手繪多邊形: 圖案 76">
                  <a:extLst>
                    <a:ext uri="{FF2B5EF4-FFF2-40B4-BE49-F238E27FC236}">
                      <a16:creationId xmlns:a16="http://schemas.microsoft.com/office/drawing/2014/main" id="{56AD6974-512B-0A89-27B0-C540AD76B394}"/>
                    </a:ext>
                  </a:extLst>
                </p:cNvPr>
                <p:cNvSpPr/>
                <p:nvPr/>
              </p:nvSpPr>
              <p:spPr>
                <a:xfrm>
                  <a:off x="19224927" y="24455103"/>
                  <a:ext cx="133643" cy="261878"/>
                </a:xfrm>
                <a:custGeom>
                  <a:avLst/>
                  <a:gdLst>
                    <a:gd name="connsiteX0" fmla="*/ 310 w 133643"/>
                    <a:gd name="connsiteY0" fmla="*/ 209442 h 261878"/>
                    <a:gd name="connsiteX1" fmla="*/ 310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2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2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81 w 133643"/>
                    <a:gd name="connsiteY8" fmla="*/ 53039 h 261878"/>
                    <a:gd name="connsiteX9" fmla="*/ 36281 w 133643"/>
                    <a:gd name="connsiteY9" fmla="*/ 110598 h 261878"/>
                    <a:gd name="connsiteX10" fmla="*/ 116590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90 w 133643"/>
                    <a:gd name="connsiteY13" fmla="*/ 139829 h 261878"/>
                    <a:gd name="connsiteX14" fmla="*/ 36281 w 133643"/>
                    <a:gd name="connsiteY14" fmla="*/ 139829 h 261878"/>
                    <a:gd name="connsiteX15" fmla="*/ 36281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3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3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10" y="209442"/>
                      </a:moveTo>
                      <a:lnTo>
                        <a:pt x="310" y="52436"/>
                      </a:lnTo>
                      <a:cubicBezTo>
                        <a:pt x="310" y="23506"/>
                        <a:pt x="24497" y="0"/>
                        <a:pt x="54264" y="0"/>
                      </a:cubicBezTo>
                      <a:lnTo>
                        <a:pt x="122792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2" y="30136"/>
                      </a:cubicBezTo>
                      <a:lnTo>
                        <a:pt x="59845" y="30136"/>
                      </a:lnTo>
                      <a:cubicBezTo>
                        <a:pt x="46822" y="30136"/>
                        <a:pt x="36281" y="40382"/>
                        <a:pt x="36281" y="53039"/>
                      </a:cubicBezTo>
                      <a:lnTo>
                        <a:pt x="36281" y="110598"/>
                      </a:lnTo>
                      <a:lnTo>
                        <a:pt x="116590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2" y="139829"/>
                        <a:pt x="116590" y="139829"/>
                      </a:cubicBezTo>
                      <a:lnTo>
                        <a:pt x="36281" y="139829"/>
                      </a:ln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5" y="231742"/>
                      </a:cubicBezTo>
                      <a:lnTo>
                        <a:pt x="126513" y="231742"/>
                      </a:lnTo>
                      <a:cubicBezTo>
                        <a:pt x="131165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5" y="261878"/>
                        <a:pt x="126513" y="261878"/>
                      </a:cubicBezTo>
                      <a:lnTo>
                        <a:pt x="53953" y="261878"/>
                      </a:lnTo>
                      <a:cubicBezTo>
                        <a:pt x="24187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8" name="手繪多邊形: 圖案 77">
                  <a:extLst>
                    <a:ext uri="{FF2B5EF4-FFF2-40B4-BE49-F238E27FC236}">
                      <a16:creationId xmlns:a16="http://schemas.microsoft.com/office/drawing/2014/main" id="{4DF37CBE-2B54-BE80-2690-B83DB8E04DB1}"/>
                    </a:ext>
                  </a:extLst>
                </p:cNvPr>
                <p:cNvSpPr/>
                <p:nvPr/>
              </p:nvSpPr>
              <p:spPr>
                <a:xfrm>
                  <a:off x="18361670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7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0 w 157210"/>
                    <a:gd name="connsiteY4" fmla="*/ 101857 h 262178"/>
                    <a:gd name="connsiteX5" fmla="*/ 33487 w 157210"/>
                    <a:gd name="connsiteY5" fmla="*/ 74435 h 262178"/>
                    <a:gd name="connsiteX6" fmla="*/ 33487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6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0" y="101857"/>
                      </a:lnTo>
                      <a:cubicBezTo>
                        <a:pt x="40931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9" name="手繪多邊形: 圖案 78">
                  <a:extLst>
                    <a:ext uri="{FF2B5EF4-FFF2-40B4-BE49-F238E27FC236}">
                      <a16:creationId xmlns:a16="http://schemas.microsoft.com/office/drawing/2014/main" id="{CAD64F37-5C4B-CE65-ABE9-CDBF98564AA9}"/>
                    </a:ext>
                  </a:extLst>
                </p:cNvPr>
                <p:cNvSpPr/>
                <p:nvPr/>
              </p:nvSpPr>
              <p:spPr>
                <a:xfrm>
                  <a:off x="18893453" y="24455103"/>
                  <a:ext cx="156591" cy="262179"/>
                </a:xfrm>
                <a:custGeom>
                  <a:avLst/>
                  <a:gdLst>
                    <a:gd name="connsiteX0" fmla="*/ 5892 w 156591"/>
                    <a:gd name="connsiteY0" fmla="*/ 261878 h 262179"/>
                    <a:gd name="connsiteX1" fmla="*/ 0 w 156591"/>
                    <a:gd name="connsiteY1" fmla="*/ 254646 h 262179"/>
                    <a:gd name="connsiteX2" fmla="*/ 0 w 156591"/>
                    <a:gd name="connsiteY2" fmla="*/ 7233 h 262179"/>
                    <a:gd name="connsiteX3" fmla="*/ 6823 w 156591"/>
                    <a:gd name="connsiteY3" fmla="*/ 0 h 262179"/>
                    <a:gd name="connsiteX4" fmla="*/ 78140 w 156591"/>
                    <a:gd name="connsiteY4" fmla="*/ 0 h 262179"/>
                    <a:gd name="connsiteX5" fmla="*/ 156591 w 156591"/>
                    <a:gd name="connsiteY5" fmla="*/ 56353 h 262179"/>
                    <a:gd name="connsiteX6" fmla="*/ 156591 w 156591"/>
                    <a:gd name="connsiteY6" fmla="*/ 205826 h 262179"/>
                    <a:gd name="connsiteX7" fmla="*/ 78140 w 156591"/>
                    <a:gd name="connsiteY7" fmla="*/ 262180 h 262179"/>
                    <a:gd name="connsiteX8" fmla="*/ 5892 w 156591"/>
                    <a:gd name="connsiteY8" fmla="*/ 262180 h 262179"/>
                    <a:gd name="connsiteX9" fmla="*/ 35970 w 156591"/>
                    <a:gd name="connsiteY9" fmla="*/ 29835 h 262179"/>
                    <a:gd name="connsiteX10" fmla="*/ 35970 w 156591"/>
                    <a:gd name="connsiteY10" fmla="*/ 231742 h 262179"/>
                    <a:gd name="connsiteX11" fmla="*/ 77520 w 156591"/>
                    <a:gd name="connsiteY11" fmla="*/ 231742 h 262179"/>
                    <a:gd name="connsiteX12" fmla="*/ 120311 w 156591"/>
                    <a:gd name="connsiteY12" fmla="*/ 201607 h 262179"/>
                    <a:gd name="connsiteX13" fmla="*/ 120311 w 156591"/>
                    <a:gd name="connsiteY13" fmla="*/ 59970 h 262179"/>
                    <a:gd name="connsiteX14" fmla="*/ 77520 w 156591"/>
                    <a:gd name="connsiteY14" fmla="*/ 29835 h 262179"/>
                    <a:gd name="connsiteX15" fmla="*/ 35970 w 156591"/>
                    <a:gd name="connsiteY15" fmla="*/ 29835 h 262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6591" h="262179">
                      <a:moveTo>
                        <a:pt x="5892" y="261878"/>
                      </a:moveTo>
                      <a:cubicBezTo>
                        <a:pt x="1552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3" y="0"/>
                      </a:cubicBezTo>
                      <a:lnTo>
                        <a:pt x="78140" y="0"/>
                      </a:lnTo>
                      <a:cubicBezTo>
                        <a:pt x="137056" y="0"/>
                        <a:pt x="156591" y="26218"/>
                        <a:pt x="156591" y="56353"/>
                      </a:cubicBezTo>
                      <a:lnTo>
                        <a:pt x="156591" y="205826"/>
                      </a:lnTo>
                      <a:cubicBezTo>
                        <a:pt x="156591" y="235962"/>
                        <a:pt x="137056" y="262180"/>
                        <a:pt x="78140" y="262180"/>
                      </a:cubicBezTo>
                      <a:lnTo>
                        <a:pt x="5892" y="262180"/>
                      </a:lnTo>
                      <a:close/>
                      <a:moveTo>
                        <a:pt x="35970" y="29835"/>
                      </a:moveTo>
                      <a:lnTo>
                        <a:pt x="35970" y="231742"/>
                      </a:lnTo>
                      <a:lnTo>
                        <a:pt x="77520" y="231742"/>
                      </a:lnTo>
                      <a:cubicBezTo>
                        <a:pt x="107598" y="231742"/>
                        <a:pt x="120311" y="220291"/>
                        <a:pt x="120311" y="201607"/>
                      </a:cubicBezTo>
                      <a:lnTo>
                        <a:pt x="120311" y="59970"/>
                      </a:lnTo>
                      <a:cubicBezTo>
                        <a:pt x="120311" y="41587"/>
                        <a:pt x="107598" y="29835"/>
                        <a:pt x="77520" y="29835"/>
                      </a:cubicBezTo>
                      <a:lnTo>
                        <a:pt x="35970" y="2983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0" name="手繪多邊形: 圖案 79">
                  <a:extLst>
                    <a:ext uri="{FF2B5EF4-FFF2-40B4-BE49-F238E27FC236}">
                      <a16:creationId xmlns:a16="http://schemas.microsoft.com/office/drawing/2014/main" id="{24A322B3-BF56-CE56-D228-F8F42123578C}"/>
                    </a:ext>
                  </a:extLst>
                </p:cNvPr>
                <p:cNvSpPr/>
                <p:nvPr/>
              </p:nvSpPr>
              <p:spPr>
                <a:xfrm>
                  <a:off x="19524775" y="24454802"/>
                  <a:ext cx="157208" cy="262178"/>
                </a:xfrm>
                <a:custGeom>
                  <a:avLst/>
                  <a:gdLst>
                    <a:gd name="connsiteX0" fmla="*/ 156900 w 157208"/>
                    <a:gd name="connsiteY0" fmla="*/ 255248 h 262178"/>
                    <a:gd name="connsiteX1" fmla="*/ 150077 w 157208"/>
                    <a:gd name="connsiteY1" fmla="*/ 262179 h 262178"/>
                    <a:gd name="connsiteX2" fmla="*/ 129613 w 157208"/>
                    <a:gd name="connsiteY2" fmla="*/ 262179 h 262178"/>
                    <a:gd name="connsiteX3" fmla="*/ 122480 w 157208"/>
                    <a:gd name="connsiteY3" fmla="*/ 257960 h 262178"/>
                    <a:gd name="connsiteX4" fmla="*/ 45270 w 157208"/>
                    <a:gd name="connsiteY4" fmla="*/ 101857 h 262178"/>
                    <a:gd name="connsiteX5" fmla="*/ 33487 w 157208"/>
                    <a:gd name="connsiteY5" fmla="*/ 74435 h 262178"/>
                    <a:gd name="connsiteX6" fmla="*/ 33487 w 157208"/>
                    <a:gd name="connsiteY6" fmla="*/ 254947 h 262178"/>
                    <a:gd name="connsiteX7" fmla="*/ 26666 w 157208"/>
                    <a:gd name="connsiteY7" fmla="*/ 261878 h 262178"/>
                    <a:gd name="connsiteX8" fmla="*/ 6821 w 157208"/>
                    <a:gd name="connsiteY8" fmla="*/ 261878 h 262178"/>
                    <a:gd name="connsiteX9" fmla="*/ 0 w 157208"/>
                    <a:gd name="connsiteY9" fmla="*/ 254947 h 262178"/>
                    <a:gd name="connsiteX10" fmla="*/ 0 w 157208"/>
                    <a:gd name="connsiteY10" fmla="*/ 6931 h 262178"/>
                    <a:gd name="connsiteX11" fmla="*/ 6821 w 157208"/>
                    <a:gd name="connsiteY11" fmla="*/ 0 h 262178"/>
                    <a:gd name="connsiteX12" fmla="*/ 27906 w 157208"/>
                    <a:gd name="connsiteY12" fmla="*/ 0 h 262178"/>
                    <a:gd name="connsiteX13" fmla="*/ 34108 w 157208"/>
                    <a:gd name="connsiteY13" fmla="*/ 3917 h 262178"/>
                    <a:gd name="connsiteX14" fmla="*/ 113488 w 157208"/>
                    <a:gd name="connsiteY14" fmla="*/ 162129 h 262178"/>
                    <a:gd name="connsiteX15" fmla="*/ 123721 w 157208"/>
                    <a:gd name="connsiteY15" fmla="*/ 186840 h 262178"/>
                    <a:gd name="connsiteX16" fmla="*/ 123721 w 157208"/>
                    <a:gd name="connsiteY16" fmla="*/ 6931 h 262178"/>
                    <a:gd name="connsiteX17" fmla="*/ 130852 w 157208"/>
                    <a:gd name="connsiteY17" fmla="*/ 0 h 262178"/>
                    <a:gd name="connsiteX18" fmla="*/ 150387 w 157208"/>
                    <a:gd name="connsiteY18" fmla="*/ 0 h 262178"/>
                    <a:gd name="connsiteX19" fmla="*/ 157208 w 157208"/>
                    <a:gd name="connsiteY19" fmla="*/ 6931 h 262178"/>
                    <a:gd name="connsiteX20" fmla="*/ 157208 w 157208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08" h="262178">
                      <a:moveTo>
                        <a:pt x="156900" y="255248"/>
                      </a:moveTo>
                      <a:cubicBezTo>
                        <a:pt x="156900" y="259768"/>
                        <a:pt x="155348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0" y="257960"/>
                      </a:cubicBezTo>
                      <a:lnTo>
                        <a:pt x="45270" y="101857"/>
                      </a:lnTo>
                      <a:cubicBezTo>
                        <a:pt x="40929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69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7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88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0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08" y="2410"/>
                        <a:pt x="157208" y="6931"/>
                      </a:cubicBezTo>
                      <a:lnTo>
                        <a:pt x="157208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1" name="手繪多邊形: 圖案 80">
                  <a:extLst>
                    <a:ext uri="{FF2B5EF4-FFF2-40B4-BE49-F238E27FC236}">
                      <a16:creationId xmlns:a16="http://schemas.microsoft.com/office/drawing/2014/main" id="{B2DFDB20-AE65-0BE8-1887-54457EE7DD6A}"/>
                    </a:ext>
                  </a:extLst>
                </p:cNvPr>
                <p:cNvSpPr/>
                <p:nvPr/>
              </p:nvSpPr>
              <p:spPr>
                <a:xfrm>
                  <a:off x="19838884" y="24455103"/>
                  <a:ext cx="156278" cy="261878"/>
                </a:xfrm>
                <a:custGeom>
                  <a:avLst/>
                  <a:gdLst>
                    <a:gd name="connsiteX0" fmla="*/ 149148 w 156278"/>
                    <a:gd name="connsiteY0" fmla="*/ 0 h 261878"/>
                    <a:gd name="connsiteX1" fmla="*/ 156279 w 156278"/>
                    <a:gd name="connsiteY1" fmla="*/ 6932 h 261878"/>
                    <a:gd name="connsiteX2" fmla="*/ 156279 w 156278"/>
                    <a:gd name="connsiteY2" fmla="*/ 23205 h 261878"/>
                    <a:gd name="connsiteX3" fmla="*/ 149148 w 156278"/>
                    <a:gd name="connsiteY3" fmla="*/ 30136 h 261878"/>
                    <a:gd name="connsiteX4" fmla="*/ 96434 w 156278"/>
                    <a:gd name="connsiteY4" fmla="*/ 30136 h 261878"/>
                    <a:gd name="connsiteX5" fmla="*/ 96434 w 156278"/>
                    <a:gd name="connsiteY5" fmla="*/ 254646 h 261878"/>
                    <a:gd name="connsiteX6" fmla="*/ 89611 w 156278"/>
                    <a:gd name="connsiteY6" fmla="*/ 261878 h 261878"/>
                    <a:gd name="connsiteX7" fmla="*/ 66976 w 156278"/>
                    <a:gd name="connsiteY7" fmla="*/ 261878 h 261878"/>
                    <a:gd name="connsiteX8" fmla="*/ 59845 w 156278"/>
                    <a:gd name="connsiteY8" fmla="*/ 254646 h 261878"/>
                    <a:gd name="connsiteX9" fmla="*/ 59845 w 156278"/>
                    <a:gd name="connsiteY9" fmla="*/ 30136 h 261878"/>
                    <a:gd name="connsiteX10" fmla="*/ 7131 w 156278"/>
                    <a:gd name="connsiteY10" fmla="*/ 30136 h 261878"/>
                    <a:gd name="connsiteX11" fmla="*/ 0 w 156278"/>
                    <a:gd name="connsiteY11" fmla="*/ 23205 h 261878"/>
                    <a:gd name="connsiteX12" fmla="*/ 0 w 156278"/>
                    <a:gd name="connsiteY12" fmla="*/ 6932 h 261878"/>
                    <a:gd name="connsiteX13" fmla="*/ 7131 w 156278"/>
                    <a:gd name="connsiteY13" fmla="*/ 0 h 261878"/>
                    <a:gd name="connsiteX14" fmla="*/ 149148 w 156278"/>
                    <a:gd name="connsiteY14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6278" h="261878">
                      <a:moveTo>
                        <a:pt x="149148" y="0"/>
                      </a:moveTo>
                      <a:cubicBezTo>
                        <a:pt x="153798" y="0"/>
                        <a:pt x="156279" y="1808"/>
                        <a:pt x="156279" y="6932"/>
                      </a:cubicBezTo>
                      <a:lnTo>
                        <a:pt x="156279" y="23205"/>
                      </a:lnTo>
                      <a:cubicBezTo>
                        <a:pt x="156279" y="28327"/>
                        <a:pt x="153798" y="30136"/>
                        <a:pt x="149148" y="30136"/>
                      </a:cubicBezTo>
                      <a:lnTo>
                        <a:pt x="96434" y="30136"/>
                      </a:lnTo>
                      <a:lnTo>
                        <a:pt x="96434" y="254646"/>
                      </a:lnTo>
                      <a:cubicBezTo>
                        <a:pt x="96434" y="259768"/>
                        <a:pt x="94574" y="261878"/>
                        <a:pt x="89611" y="261878"/>
                      </a:cubicBezTo>
                      <a:lnTo>
                        <a:pt x="66976" y="261878"/>
                      </a:lnTo>
                      <a:cubicBezTo>
                        <a:pt x="61705" y="261878"/>
                        <a:pt x="59845" y="259468"/>
                        <a:pt x="59845" y="254646"/>
                      </a:cubicBezTo>
                      <a:lnTo>
                        <a:pt x="59845" y="30136"/>
                      </a:lnTo>
                      <a:lnTo>
                        <a:pt x="7131" y="30136"/>
                      </a:lnTo>
                      <a:cubicBezTo>
                        <a:pt x="1860" y="30136"/>
                        <a:pt x="0" y="28327"/>
                        <a:pt x="0" y="23205"/>
                      </a:cubicBezTo>
                      <a:lnTo>
                        <a:pt x="0" y="6932"/>
                      </a:lnTo>
                      <a:cubicBezTo>
                        <a:pt x="0" y="1808"/>
                        <a:pt x="1860" y="0"/>
                        <a:pt x="7131" y="0"/>
                      </a:cubicBezTo>
                      <a:lnTo>
                        <a:pt x="14914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2" name="手繪多邊形: 圖案 81">
                  <a:extLst>
                    <a:ext uri="{FF2B5EF4-FFF2-40B4-BE49-F238E27FC236}">
                      <a16:creationId xmlns:a16="http://schemas.microsoft.com/office/drawing/2014/main" id="{B0BD51FC-6F16-2944-95E0-65C2A898EC5E}"/>
                    </a:ext>
                  </a:extLst>
                </p:cNvPr>
                <p:cNvSpPr/>
                <p:nvPr/>
              </p:nvSpPr>
              <p:spPr>
                <a:xfrm>
                  <a:off x="20112279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7 w 175071"/>
                    <a:gd name="connsiteY2" fmla="*/ 254947 h 261878"/>
                    <a:gd name="connsiteX3" fmla="*/ 169086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8 w 175071"/>
                    <a:gd name="connsiteY5" fmla="*/ 254947 h 261878"/>
                    <a:gd name="connsiteX6" fmla="*/ 121956 w 175071"/>
                    <a:gd name="connsiteY6" fmla="*/ 193169 h 261878"/>
                    <a:gd name="connsiteX7" fmla="*/ 51257 w 175071"/>
                    <a:gd name="connsiteY7" fmla="*/ 193169 h 261878"/>
                    <a:gd name="connsiteX8" fmla="*/ 35442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3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8 w 175071"/>
                    <a:gd name="connsiteY14" fmla="*/ 0 h 261878"/>
                    <a:gd name="connsiteX15" fmla="*/ 96219 w 175071"/>
                    <a:gd name="connsiteY15" fmla="*/ 92215 h 261878"/>
                    <a:gd name="connsiteX16" fmla="*/ 87535 w 175071"/>
                    <a:gd name="connsiteY16" fmla="*/ 41889 h 261878"/>
                    <a:gd name="connsiteX17" fmla="*/ 78544 w 175071"/>
                    <a:gd name="connsiteY17" fmla="*/ 91914 h 261878"/>
                    <a:gd name="connsiteX18" fmla="*/ 58698 w 175071"/>
                    <a:gd name="connsiteY18" fmla="*/ 164842 h 261878"/>
                    <a:gd name="connsiteX19" fmla="*/ 115754 w 175071"/>
                    <a:gd name="connsiteY19" fmla="*/ 164842 h 261878"/>
                    <a:gd name="connsiteX20" fmla="*/ 96219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1" y="0"/>
                        <a:pt x="107691" y="2411"/>
                        <a:pt x="108621" y="6932"/>
                      </a:cubicBezTo>
                      <a:lnTo>
                        <a:pt x="174667" y="254947"/>
                      </a:lnTo>
                      <a:cubicBezTo>
                        <a:pt x="175909" y="259468"/>
                        <a:pt x="174357" y="261878"/>
                        <a:pt x="169086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20" y="259166"/>
                        <a:pt x="138078" y="254947"/>
                      </a:cubicBezTo>
                      <a:lnTo>
                        <a:pt x="121956" y="193169"/>
                      </a:lnTo>
                      <a:lnTo>
                        <a:pt x="51257" y="193169"/>
                      </a:lnTo>
                      <a:lnTo>
                        <a:pt x="35442" y="254947"/>
                      </a:lnTo>
                      <a:cubicBezTo>
                        <a:pt x="34203" y="259166"/>
                        <a:pt x="3172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6" y="259468"/>
                        <a:pt x="403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8" y="0"/>
                      </a:lnTo>
                      <a:close/>
                      <a:moveTo>
                        <a:pt x="96219" y="92215"/>
                      </a:moveTo>
                      <a:cubicBezTo>
                        <a:pt x="93427" y="82572"/>
                        <a:pt x="88777" y="53943"/>
                        <a:pt x="87535" y="41889"/>
                      </a:cubicBezTo>
                      <a:cubicBezTo>
                        <a:pt x="85675" y="56053"/>
                        <a:pt x="81334" y="81065"/>
                        <a:pt x="78544" y="91914"/>
                      </a:cubicBezTo>
                      <a:lnTo>
                        <a:pt x="58698" y="164842"/>
                      </a:lnTo>
                      <a:lnTo>
                        <a:pt x="115754" y="164842"/>
                      </a:lnTo>
                      <a:lnTo>
                        <a:pt x="96219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3" name="手繪多邊形: 圖案 82">
                  <a:extLst>
                    <a:ext uri="{FF2B5EF4-FFF2-40B4-BE49-F238E27FC236}">
                      <a16:creationId xmlns:a16="http://schemas.microsoft.com/office/drawing/2014/main" id="{0EA2F531-37F6-ED53-88E6-E3E91AA1FA61}"/>
                    </a:ext>
                  </a:extLst>
                </p:cNvPr>
                <p:cNvSpPr/>
                <p:nvPr/>
              </p:nvSpPr>
              <p:spPr>
                <a:xfrm>
                  <a:off x="20445707" y="24455103"/>
                  <a:ext cx="127752" cy="261878"/>
                </a:xfrm>
                <a:custGeom>
                  <a:avLst/>
                  <a:gdLst>
                    <a:gd name="connsiteX0" fmla="*/ 53955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3 w 127752"/>
                    <a:gd name="connsiteY3" fmla="*/ 0 h 261878"/>
                    <a:gd name="connsiteX4" fmla="*/ 29458 w 127752"/>
                    <a:gd name="connsiteY4" fmla="*/ 0 h 261878"/>
                    <a:gd name="connsiteX5" fmla="*/ 36281 w 127752"/>
                    <a:gd name="connsiteY5" fmla="*/ 7233 h 261878"/>
                    <a:gd name="connsiteX6" fmla="*/ 36281 w 127752"/>
                    <a:gd name="connsiteY6" fmla="*/ 208840 h 261878"/>
                    <a:gd name="connsiteX7" fmla="*/ 59847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5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5" y="261878"/>
                      </a:moveTo>
                      <a:cubicBezTo>
                        <a:pt x="24187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3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81" y="2411"/>
                        <a:pt x="36281" y="7233"/>
                      </a:cubicBez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7" y="231742"/>
                      </a:cubicBezTo>
                      <a:lnTo>
                        <a:pt x="120621" y="231742"/>
                      </a:lnTo>
                      <a:cubicBezTo>
                        <a:pt x="125273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3" y="261878"/>
                        <a:pt x="120621" y="261878"/>
                      </a:cubicBezTo>
                      <a:lnTo>
                        <a:pt x="53955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4" name="手繪多邊形: 圖案 83">
                  <a:extLst>
                    <a:ext uri="{FF2B5EF4-FFF2-40B4-BE49-F238E27FC236}">
                      <a16:creationId xmlns:a16="http://schemas.microsoft.com/office/drawing/2014/main" id="{29EB106B-F289-0AEC-B655-3B9FB3A0A4F4}"/>
                    </a:ext>
                  </a:extLst>
                </p:cNvPr>
                <p:cNvSpPr/>
                <p:nvPr/>
              </p:nvSpPr>
              <p:spPr>
                <a:xfrm>
                  <a:off x="21235478" y="24455103"/>
                  <a:ext cx="127752" cy="261878"/>
                </a:xfrm>
                <a:custGeom>
                  <a:avLst/>
                  <a:gdLst>
                    <a:gd name="connsiteX0" fmla="*/ 53953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1 w 127752"/>
                    <a:gd name="connsiteY3" fmla="*/ 0 h 261878"/>
                    <a:gd name="connsiteX4" fmla="*/ 29458 w 127752"/>
                    <a:gd name="connsiteY4" fmla="*/ 0 h 261878"/>
                    <a:gd name="connsiteX5" fmla="*/ 36279 w 127752"/>
                    <a:gd name="connsiteY5" fmla="*/ 7233 h 261878"/>
                    <a:gd name="connsiteX6" fmla="*/ 36279 w 127752"/>
                    <a:gd name="connsiteY6" fmla="*/ 208840 h 261878"/>
                    <a:gd name="connsiteX7" fmla="*/ 59845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3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3" y="261878"/>
                      </a:moveTo>
                      <a:cubicBezTo>
                        <a:pt x="24185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08840"/>
                      </a:lnTo>
                      <a:cubicBezTo>
                        <a:pt x="36279" y="221497"/>
                        <a:pt x="46822" y="231742"/>
                        <a:pt x="59845" y="231742"/>
                      </a:cubicBezTo>
                      <a:lnTo>
                        <a:pt x="120621" y="231742"/>
                      </a:lnTo>
                      <a:cubicBezTo>
                        <a:pt x="125271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1" y="261878"/>
                        <a:pt x="120621" y="261878"/>
                      </a:cubicBezTo>
                      <a:lnTo>
                        <a:pt x="53953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5" name="手繪多邊形: 圖案 84">
                  <a:extLst>
                    <a:ext uri="{FF2B5EF4-FFF2-40B4-BE49-F238E27FC236}">
                      <a16:creationId xmlns:a16="http://schemas.microsoft.com/office/drawing/2014/main" id="{414432D3-8AC5-1F81-E977-A6FE7308DC22}"/>
                    </a:ext>
                  </a:extLst>
                </p:cNvPr>
                <p:cNvSpPr/>
                <p:nvPr/>
              </p:nvSpPr>
              <p:spPr>
                <a:xfrm>
                  <a:off x="20916408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6" name="手繪多邊形: 圖案 85">
                  <a:extLst>
                    <a:ext uri="{FF2B5EF4-FFF2-40B4-BE49-F238E27FC236}">
                      <a16:creationId xmlns:a16="http://schemas.microsoft.com/office/drawing/2014/main" id="{F190D191-BD59-DAB5-5B92-2E4A61D01149}"/>
                    </a:ext>
                  </a:extLst>
                </p:cNvPr>
                <p:cNvSpPr/>
                <p:nvPr/>
              </p:nvSpPr>
              <p:spPr>
                <a:xfrm>
                  <a:off x="21519199" y="24455103"/>
                  <a:ext cx="36280" cy="261878"/>
                </a:xfrm>
                <a:custGeom>
                  <a:avLst/>
                  <a:gdLst>
                    <a:gd name="connsiteX0" fmla="*/ 36281 w 36280"/>
                    <a:gd name="connsiteY0" fmla="*/ 254646 h 261878"/>
                    <a:gd name="connsiteX1" fmla="*/ 29458 w 36280"/>
                    <a:gd name="connsiteY1" fmla="*/ 261878 h 261878"/>
                    <a:gd name="connsiteX2" fmla="*/ 6823 w 36280"/>
                    <a:gd name="connsiteY2" fmla="*/ 261878 h 261878"/>
                    <a:gd name="connsiteX3" fmla="*/ 0 w 36280"/>
                    <a:gd name="connsiteY3" fmla="*/ 254646 h 261878"/>
                    <a:gd name="connsiteX4" fmla="*/ 0 w 36280"/>
                    <a:gd name="connsiteY4" fmla="*/ 7233 h 261878"/>
                    <a:gd name="connsiteX5" fmla="*/ 6823 w 36280"/>
                    <a:gd name="connsiteY5" fmla="*/ 0 h 261878"/>
                    <a:gd name="connsiteX6" fmla="*/ 29458 w 36280"/>
                    <a:gd name="connsiteY6" fmla="*/ 0 h 261878"/>
                    <a:gd name="connsiteX7" fmla="*/ 36281 w 36280"/>
                    <a:gd name="connsiteY7" fmla="*/ 7233 h 261878"/>
                    <a:gd name="connsiteX8" fmla="*/ 36281 w 36280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80" h="261878">
                      <a:moveTo>
                        <a:pt x="36281" y="254646"/>
                      </a:moveTo>
                      <a:cubicBezTo>
                        <a:pt x="36281" y="259768"/>
                        <a:pt x="34731" y="261878"/>
                        <a:pt x="2945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2" y="0"/>
                        <a:pt x="6823" y="0"/>
                      </a:cubicBezTo>
                      <a:lnTo>
                        <a:pt x="29458" y="0"/>
                      </a:lnTo>
                      <a:cubicBezTo>
                        <a:pt x="34731" y="0"/>
                        <a:pt x="36281" y="2411"/>
                        <a:pt x="36281" y="7233"/>
                      </a:cubicBezTo>
                      <a:lnTo>
                        <a:pt x="36281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7" name="手繪多邊形: 圖案 86">
                  <a:extLst>
                    <a:ext uri="{FF2B5EF4-FFF2-40B4-BE49-F238E27FC236}">
                      <a16:creationId xmlns:a16="http://schemas.microsoft.com/office/drawing/2014/main" id="{68D734A6-BFCE-6CC7-97F8-82C520A3BDDC}"/>
                    </a:ext>
                  </a:extLst>
                </p:cNvPr>
                <p:cNvSpPr/>
                <p:nvPr/>
              </p:nvSpPr>
              <p:spPr>
                <a:xfrm>
                  <a:off x="2173470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8 w 157210"/>
                    <a:gd name="connsiteY7" fmla="*/ 261878 h 262178"/>
                    <a:gd name="connsiteX8" fmla="*/ 6823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3 w 157210"/>
                    <a:gd name="connsiteY11" fmla="*/ 0 h 262178"/>
                    <a:gd name="connsiteX12" fmla="*/ 27908 w 157210"/>
                    <a:gd name="connsiteY12" fmla="*/ 0 h 262178"/>
                    <a:gd name="connsiteX13" fmla="*/ 34110 w 157210"/>
                    <a:gd name="connsiteY13" fmla="*/ 3917 h 262178"/>
                    <a:gd name="connsiteX14" fmla="*/ 113490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4 w 157210"/>
                    <a:gd name="connsiteY17" fmla="*/ 0 h 262178"/>
                    <a:gd name="connsiteX18" fmla="*/ 150389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81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3" y="0"/>
                      </a:cubicBezTo>
                      <a:lnTo>
                        <a:pt x="27908" y="0"/>
                      </a:lnTo>
                      <a:cubicBezTo>
                        <a:pt x="31318" y="0"/>
                        <a:pt x="33179" y="1205"/>
                        <a:pt x="34110" y="3917"/>
                      </a:cubicBezTo>
                      <a:lnTo>
                        <a:pt x="113490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4" y="0"/>
                      </a:cubicBezTo>
                      <a:lnTo>
                        <a:pt x="150389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8" name="手繪多邊形: 圖案 87">
                  <a:extLst>
                    <a:ext uri="{FF2B5EF4-FFF2-40B4-BE49-F238E27FC236}">
                      <a16:creationId xmlns:a16="http://schemas.microsoft.com/office/drawing/2014/main" id="{AC005ACA-B3B7-DA5C-65B8-E514095EE1A3}"/>
                    </a:ext>
                  </a:extLst>
                </p:cNvPr>
                <p:cNvSpPr/>
                <p:nvPr/>
              </p:nvSpPr>
              <p:spPr>
                <a:xfrm>
                  <a:off x="22070830" y="24455103"/>
                  <a:ext cx="36278" cy="261878"/>
                </a:xfrm>
                <a:custGeom>
                  <a:avLst/>
                  <a:gdLst>
                    <a:gd name="connsiteX0" fmla="*/ 36279 w 36278"/>
                    <a:gd name="connsiteY0" fmla="*/ 254646 h 261878"/>
                    <a:gd name="connsiteX1" fmla="*/ 29458 w 36278"/>
                    <a:gd name="connsiteY1" fmla="*/ 261878 h 261878"/>
                    <a:gd name="connsiteX2" fmla="*/ 6821 w 36278"/>
                    <a:gd name="connsiteY2" fmla="*/ 261878 h 261878"/>
                    <a:gd name="connsiteX3" fmla="*/ 0 w 36278"/>
                    <a:gd name="connsiteY3" fmla="*/ 254646 h 261878"/>
                    <a:gd name="connsiteX4" fmla="*/ 0 w 36278"/>
                    <a:gd name="connsiteY4" fmla="*/ 7233 h 261878"/>
                    <a:gd name="connsiteX5" fmla="*/ 6821 w 36278"/>
                    <a:gd name="connsiteY5" fmla="*/ 0 h 261878"/>
                    <a:gd name="connsiteX6" fmla="*/ 29458 w 36278"/>
                    <a:gd name="connsiteY6" fmla="*/ 0 h 261878"/>
                    <a:gd name="connsiteX7" fmla="*/ 36279 w 36278"/>
                    <a:gd name="connsiteY7" fmla="*/ 7233 h 261878"/>
                    <a:gd name="connsiteX8" fmla="*/ 36279 w 36278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78" h="261878">
                      <a:moveTo>
                        <a:pt x="36279" y="254646"/>
                      </a:moveTo>
                      <a:cubicBezTo>
                        <a:pt x="36279" y="259768"/>
                        <a:pt x="34729" y="261878"/>
                        <a:pt x="29458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9" name="手繪多邊形: 圖案 88">
                  <a:extLst>
                    <a:ext uri="{FF2B5EF4-FFF2-40B4-BE49-F238E27FC236}">
                      <a16:creationId xmlns:a16="http://schemas.microsoft.com/office/drawing/2014/main" id="{1B755D84-2879-EAD8-6629-BF2E36BD8E19}"/>
                    </a:ext>
                  </a:extLst>
                </p:cNvPr>
                <p:cNvSpPr/>
                <p:nvPr/>
              </p:nvSpPr>
              <p:spPr>
                <a:xfrm>
                  <a:off x="22282614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</p:grpSp>
      <p:grpSp>
        <p:nvGrpSpPr>
          <p:cNvPr id="90" name="圖形 17">
            <a:extLst>
              <a:ext uri="{FF2B5EF4-FFF2-40B4-BE49-F238E27FC236}">
                <a16:creationId xmlns:a16="http://schemas.microsoft.com/office/drawing/2014/main" id="{CA2B4268-3578-C0C6-1279-5B7134570674}"/>
              </a:ext>
            </a:extLst>
          </p:cNvPr>
          <p:cNvGrpSpPr>
            <a:grpSpLocks noChangeAspect="1"/>
          </p:cNvGrpSpPr>
          <p:nvPr/>
        </p:nvGrpSpPr>
        <p:grpSpPr>
          <a:xfrm>
            <a:off x="33465335" y="2026527"/>
            <a:ext cx="180963523" cy="521133100"/>
            <a:chOff x="25510841" y="18419554"/>
            <a:chExt cx="52584433" cy="151431005"/>
          </a:xfrm>
        </p:grpSpPr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B2E4D7CD-868F-C0B5-423C-681192D9CD36}"/>
                </a:ext>
              </a:extLst>
            </p:cNvPr>
            <p:cNvSpPr/>
            <p:nvPr/>
          </p:nvSpPr>
          <p:spPr>
            <a:xfrm>
              <a:off x="25510841" y="18419554"/>
              <a:ext cx="8789488" cy="8542223"/>
            </a:xfrm>
            <a:custGeom>
              <a:avLst/>
              <a:gdLst>
                <a:gd name="connsiteX0" fmla="*/ 8789489 w 8789488"/>
                <a:gd name="connsiteY0" fmla="*/ 4271112 h 8542223"/>
                <a:gd name="connsiteX1" fmla="*/ 4394746 w 8789488"/>
                <a:gd name="connsiteY1" fmla="*/ 8542223 h 8542223"/>
                <a:gd name="connsiteX2" fmla="*/ 2 w 8789488"/>
                <a:gd name="connsiteY2" fmla="*/ 4271111 h 8542223"/>
                <a:gd name="connsiteX3" fmla="*/ 4394746 w 8789488"/>
                <a:gd name="connsiteY3" fmla="*/ -1 h 8542223"/>
                <a:gd name="connsiteX4" fmla="*/ 8789489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9" y="4271112"/>
                  </a:moveTo>
                  <a:cubicBezTo>
                    <a:pt x="8789489" y="6629983"/>
                    <a:pt x="6821895" y="8542223"/>
                    <a:pt x="4394746" y="8542223"/>
                  </a:cubicBezTo>
                  <a:cubicBezTo>
                    <a:pt x="1967595" y="8542223"/>
                    <a:pt x="2" y="6629982"/>
                    <a:pt x="2" y="4271111"/>
                  </a:cubicBezTo>
                  <a:cubicBezTo>
                    <a:pt x="2" y="1912241"/>
                    <a:pt x="1967597" y="-1"/>
                    <a:pt x="4394746" y="-1"/>
                  </a:cubicBezTo>
                  <a:cubicBezTo>
                    <a:pt x="6821897" y="-1"/>
                    <a:pt x="8789489" y="1912241"/>
                    <a:pt x="8789489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92" name="圖形 17">
              <a:extLst>
                <a:ext uri="{FF2B5EF4-FFF2-40B4-BE49-F238E27FC236}">
                  <a16:creationId xmlns:a16="http://schemas.microsoft.com/office/drawing/2014/main" id="{D6C95351-A117-6546-DB69-967617043551}"/>
                </a:ext>
              </a:extLst>
            </p:cNvPr>
            <p:cNvGrpSpPr/>
            <p:nvPr/>
          </p:nvGrpSpPr>
          <p:grpSpPr>
            <a:xfrm>
              <a:off x="26829295" y="23497998"/>
              <a:ext cx="36810595" cy="23409661"/>
              <a:chOff x="26829295" y="23497998"/>
              <a:chExt cx="36810595" cy="23409661"/>
            </a:xfrm>
            <a:noFill/>
          </p:grpSpPr>
          <p:grpSp>
            <p:nvGrpSpPr>
              <p:cNvPr id="93" name="圖形 17">
                <a:extLst>
                  <a:ext uri="{FF2B5EF4-FFF2-40B4-BE49-F238E27FC236}">
                    <a16:creationId xmlns:a16="http://schemas.microsoft.com/office/drawing/2014/main" id="{4047E0FA-CF89-1353-3641-51C86B4CCA6B}"/>
                  </a:ext>
                </a:extLst>
              </p:cNvPr>
              <p:cNvGrpSpPr/>
              <p:nvPr/>
            </p:nvGrpSpPr>
            <p:grpSpPr>
              <a:xfrm>
                <a:off x="31918616" y="23497998"/>
                <a:ext cx="6362967" cy="23404325"/>
                <a:chOff x="31918616" y="23497998"/>
                <a:chExt cx="6362967" cy="23404325"/>
              </a:xfrm>
              <a:noFill/>
            </p:grpSpPr>
            <p:grpSp>
              <p:nvGrpSpPr>
                <p:cNvPr id="94" name="圖形 17">
                  <a:extLst>
                    <a:ext uri="{FF2B5EF4-FFF2-40B4-BE49-F238E27FC236}">
                      <a16:creationId xmlns:a16="http://schemas.microsoft.com/office/drawing/2014/main" id="{19D10369-1A07-A3B6-5A48-2356AE46D584}"/>
                    </a:ext>
                  </a:extLst>
                </p:cNvPr>
                <p:cNvGrpSpPr/>
                <p:nvPr/>
              </p:nvGrpSpPr>
              <p:grpSpPr>
                <a:xfrm>
                  <a:off x="31918616" y="23497998"/>
                  <a:ext cx="6362967" cy="10620351"/>
                  <a:chOff x="31918616" y="23497998"/>
                  <a:chExt cx="6362967" cy="10620351"/>
                </a:xfrm>
                <a:noFill/>
              </p:grpSpPr>
              <p:sp>
                <p:nvSpPr>
                  <p:cNvPr id="95" name="手繪多邊形: 圖案 94">
                    <a:extLst>
                      <a:ext uri="{FF2B5EF4-FFF2-40B4-BE49-F238E27FC236}">
                        <a16:creationId xmlns:a16="http://schemas.microsoft.com/office/drawing/2014/main" id="{AB9BC512-56FB-5D2B-62E9-3E66EF051512}"/>
                      </a:ext>
                    </a:extLst>
                  </p:cNvPr>
                  <p:cNvSpPr/>
                  <p:nvPr/>
                </p:nvSpPr>
                <p:spPr>
                  <a:xfrm>
                    <a:off x="31918616" y="23497998"/>
                    <a:ext cx="520001" cy="30135"/>
                  </a:xfrm>
                  <a:custGeom>
                    <a:avLst/>
                    <a:gdLst>
                      <a:gd name="connsiteX0" fmla="*/ -1 w 520001"/>
                      <a:gd name="connsiteY0" fmla="*/ 0 h 30135"/>
                      <a:gd name="connsiteX1" fmla="*/ 520002 w 520001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20001" h="30135">
                        <a:moveTo>
                          <a:pt x="-1" y="0"/>
                        </a:moveTo>
                        <a:lnTo>
                          <a:pt x="52000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6" name="手繪多邊形: 圖案 95">
                    <a:extLst>
                      <a:ext uri="{FF2B5EF4-FFF2-40B4-BE49-F238E27FC236}">
                        <a16:creationId xmlns:a16="http://schemas.microsoft.com/office/drawing/2014/main" id="{01CEA635-0124-DFB0-21BD-1F19CA935B09}"/>
                      </a:ext>
                    </a:extLst>
                  </p:cNvPr>
                  <p:cNvSpPr/>
                  <p:nvPr/>
                </p:nvSpPr>
                <p:spPr>
                  <a:xfrm>
                    <a:off x="31983112" y="23497998"/>
                    <a:ext cx="455505" cy="599094"/>
                  </a:xfrm>
                  <a:custGeom>
                    <a:avLst/>
                    <a:gdLst>
                      <a:gd name="connsiteX0" fmla="*/ 455506 w 455505"/>
                      <a:gd name="connsiteY0" fmla="*/ 599094 h 599094"/>
                      <a:gd name="connsiteX1" fmla="*/ 135815 w 455505"/>
                      <a:gd name="connsiteY1" fmla="*/ 599094 h 599094"/>
                      <a:gd name="connsiteX2" fmla="*/ 0 w 455505"/>
                      <a:gd name="connsiteY2" fmla="*/ 467101 h 599094"/>
                      <a:gd name="connsiteX3" fmla="*/ 0 w 455505"/>
                      <a:gd name="connsiteY3" fmla="*/ 0 h 599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5505" h="599094">
                        <a:moveTo>
                          <a:pt x="455506" y="599094"/>
                        </a:moveTo>
                        <a:lnTo>
                          <a:pt x="135815" y="599094"/>
                        </a:lnTo>
                        <a:cubicBezTo>
                          <a:pt x="60776" y="599094"/>
                          <a:pt x="0" y="540029"/>
                          <a:pt x="0" y="467101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7" name="手繪多邊形: 圖案 96">
                    <a:extLst>
                      <a:ext uri="{FF2B5EF4-FFF2-40B4-BE49-F238E27FC236}">
                        <a16:creationId xmlns:a16="http://schemas.microsoft.com/office/drawing/2014/main" id="{F0916E01-FD34-2A51-356C-ED0005C17DAB}"/>
                      </a:ext>
                    </a:extLst>
                  </p:cNvPr>
                  <p:cNvSpPr/>
                  <p:nvPr/>
                </p:nvSpPr>
                <p:spPr>
                  <a:xfrm>
                    <a:off x="32106213" y="23636320"/>
                    <a:ext cx="288993" cy="30135"/>
                  </a:xfrm>
                  <a:custGeom>
                    <a:avLst/>
                    <a:gdLst>
                      <a:gd name="connsiteX0" fmla="*/ 1 w 288993"/>
                      <a:gd name="connsiteY0" fmla="*/ 0 h 30135"/>
                      <a:gd name="connsiteX1" fmla="*/ 288992 w 28899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8993" h="30135">
                        <a:moveTo>
                          <a:pt x="1" y="0"/>
                        </a:moveTo>
                        <a:lnTo>
                          <a:pt x="28899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8" name="手繪多邊形: 圖案 97">
                    <a:extLst>
                      <a:ext uri="{FF2B5EF4-FFF2-40B4-BE49-F238E27FC236}">
                        <a16:creationId xmlns:a16="http://schemas.microsoft.com/office/drawing/2014/main" id="{8B974D27-BAE0-9054-3172-0B00A8E32581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794532"/>
                    <a:ext cx="310698" cy="30135"/>
                  </a:xfrm>
                  <a:custGeom>
                    <a:avLst/>
                    <a:gdLst>
                      <a:gd name="connsiteX0" fmla="*/ 0 w 310698"/>
                      <a:gd name="connsiteY0" fmla="*/ 0 h 30135"/>
                      <a:gd name="connsiteX1" fmla="*/ 310698 w 310698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698" h="30135">
                        <a:moveTo>
                          <a:pt x="0" y="0"/>
                        </a:moveTo>
                        <a:lnTo>
                          <a:pt x="310698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9" name="手繪多邊形: 圖案 98">
                    <a:extLst>
                      <a:ext uri="{FF2B5EF4-FFF2-40B4-BE49-F238E27FC236}">
                        <a16:creationId xmlns:a16="http://schemas.microsoft.com/office/drawing/2014/main" id="{972D136F-FA3F-A698-F35F-47EF191711AE}"/>
                      </a:ext>
                    </a:extLst>
                  </p:cNvPr>
                  <p:cNvSpPr/>
                  <p:nvPr/>
                </p:nvSpPr>
                <p:spPr>
                  <a:xfrm>
                    <a:off x="32575053" y="23497998"/>
                    <a:ext cx="407133" cy="174183"/>
                  </a:xfrm>
                  <a:custGeom>
                    <a:avLst/>
                    <a:gdLst>
                      <a:gd name="connsiteX0" fmla="*/ 407133 w 407133"/>
                      <a:gd name="connsiteY0" fmla="*/ 174183 h 174183"/>
                      <a:gd name="connsiteX1" fmla="*/ 400002 w 407133"/>
                      <a:gd name="connsiteY1" fmla="*/ 174183 h 174183"/>
                      <a:gd name="connsiteX2" fmla="*/ 332093 w 407133"/>
                      <a:gd name="connsiteY2" fmla="*/ 108187 h 174183"/>
                      <a:gd name="connsiteX3" fmla="*/ 332093 w 407133"/>
                      <a:gd name="connsiteY3" fmla="*/ 0 h 174183"/>
                      <a:gd name="connsiteX4" fmla="*/ 0 w 407133"/>
                      <a:gd name="connsiteY4" fmla="*/ 0 h 174183"/>
                      <a:gd name="connsiteX5" fmla="*/ 0 w 407133"/>
                      <a:gd name="connsiteY5" fmla="*/ 72627 h 174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7133" h="174183">
                        <a:moveTo>
                          <a:pt x="407133" y="174183"/>
                        </a:moveTo>
                        <a:lnTo>
                          <a:pt x="400002" y="174183"/>
                        </a:lnTo>
                        <a:cubicBezTo>
                          <a:pt x="362480" y="174183"/>
                          <a:pt x="332093" y="144650"/>
                          <a:pt x="332093" y="108187"/>
                        </a:cubicBezTo>
                        <a:lnTo>
                          <a:pt x="332093" y="0"/>
                        </a:lnTo>
                        <a:lnTo>
                          <a:pt x="0" y="0"/>
                        </a:lnTo>
                        <a:lnTo>
                          <a:pt x="0" y="72627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0" name="手繪多邊形: 圖案 99">
                    <a:extLst>
                      <a:ext uri="{FF2B5EF4-FFF2-40B4-BE49-F238E27FC236}">
                        <a16:creationId xmlns:a16="http://schemas.microsoft.com/office/drawing/2014/main" id="{07ED6552-B483-599A-8814-D82B15C33B1D}"/>
                      </a:ext>
                    </a:extLst>
                  </p:cNvPr>
                  <p:cNvSpPr/>
                  <p:nvPr/>
                </p:nvSpPr>
                <p:spPr>
                  <a:xfrm>
                    <a:off x="32286059" y="23893677"/>
                    <a:ext cx="99844" cy="99146"/>
                  </a:xfrm>
                  <a:custGeom>
                    <a:avLst/>
                    <a:gdLst>
                      <a:gd name="connsiteX0" fmla="*/ 0 w 99844"/>
                      <a:gd name="connsiteY0" fmla="*/ 0 h 99146"/>
                      <a:gd name="connsiteX1" fmla="*/ 0 w 99844"/>
                      <a:gd name="connsiteY1" fmla="*/ 33149 h 99146"/>
                      <a:gd name="connsiteX2" fmla="*/ 67907 w 99844"/>
                      <a:gd name="connsiteY2" fmla="*/ 99146 h 99146"/>
                      <a:gd name="connsiteX3" fmla="*/ 99844 w 99844"/>
                      <a:gd name="connsiteY3" fmla="*/ 99146 h 99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844" h="99146">
                        <a:moveTo>
                          <a:pt x="0" y="0"/>
                        </a:moveTo>
                        <a:lnTo>
                          <a:pt x="0" y="33149"/>
                        </a:lnTo>
                        <a:cubicBezTo>
                          <a:pt x="0" y="69614"/>
                          <a:pt x="30387" y="99146"/>
                          <a:pt x="67907" y="99146"/>
                        </a:cubicBezTo>
                        <a:lnTo>
                          <a:pt x="99844" y="99146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1" name="手繪多邊形: 圖案 100">
                    <a:extLst>
                      <a:ext uri="{FF2B5EF4-FFF2-40B4-BE49-F238E27FC236}">
                        <a16:creationId xmlns:a16="http://schemas.microsoft.com/office/drawing/2014/main" id="{8428D397-22B5-0DCC-1A27-71DE4C08BFB0}"/>
                      </a:ext>
                    </a:extLst>
                  </p:cNvPr>
                  <p:cNvSpPr/>
                  <p:nvPr/>
                </p:nvSpPr>
                <p:spPr>
                  <a:xfrm>
                    <a:off x="32550866" y="23794532"/>
                    <a:ext cx="398760" cy="302560"/>
                  </a:xfrm>
                  <a:custGeom>
                    <a:avLst/>
                    <a:gdLst>
                      <a:gd name="connsiteX0" fmla="*/ 398761 w 398760"/>
                      <a:gd name="connsiteY0" fmla="*/ 302560 h 302560"/>
                      <a:gd name="connsiteX1" fmla="*/ 23877 w 398760"/>
                      <a:gd name="connsiteY1" fmla="*/ 0 h 302560"/>
                      <a:gd name="connsiteX2" fmla="*/ 376126 w 398760"/>
                      <a:gd name="connsiteY2" fmla="*/ 0 h 302560"/>
                      <a:gd name="connsiteX3" fmla="*/ 0 w 398760"/>
                      <a:gd name="connsiteY3" fmla="*/ 302560 h 3025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8760" h="302560">
                        <a:moveTo>
                          <a:pt x="398761" y="302560"/>
                        </a:moveTo>
                        <a:cubicBezTo>
                          <a:pt x="227286" y="302560"/>
                          <a:pt x="28837" y="181717"/>
                          <a:pt x="23877" y="0"/>
                        </a:cubicBezTo>
                        <a:lnTo>
                          <a:pt x="376126" y="0"/>
                        </a:lnTo>
                        <a:cubicBezTo>
                          <a:pt x="371784" y="180512"/>
                          <a:pt x="164343" y="302560"/>
                          <a:pt x="0" y="302560"/>
                        </a:cubicBez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2" name="手繪多邊形: 圖案 101">
                    <a:extLst>
                      <a:ext uri="{FF2B5EF4-FFF2-40B4-BE49-F238E27FC236}">
                        <a16:creationId xmlns:a16="http://schemas.microsoft.com/office/drawing/2014/main" id="{E6E5C15B-DA22-F799-E17A-07AA45EC8198}"/>
                      </a:ext>
                    </a:extLst>
                  </p:cNvPr>
                  <p:cNvSpPr/>
                  <p:nvPr/>
                </p:nvSpPr>
                <p:spPr>
                  <a:xfrm>
                    <a:off x="32117996" y="23636320"/>
                    <a:ext cx="146667" cy="356202"/>
                  </a:xfrm>
                  <a:custGeom>
                    <a:avLst/>
                    <a:gdLst>
                      <a:gd name="connsiteX0" fmla="*/ 146667 w 146667"/>
                      <a:gd name="connsiteY0" fmla="*/ 0 h 356202"/>
                      <a:gd name="connsiteX1" fmla="*/ 1 w 146667"/>
                      <a:gd name="connsiteY1" fmla="*/ 356203 h 3562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6667" h="356202">
                        <a:moveTo>
                          <a:pt x="146667" y="0"/>
                        </a:moveTo>
                        <a:lnTo>
                          <a:pt x="1" y="356203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3" name="手繪多邊形: 圖案 102">
                    <a:extLst>
                      <a:ext uri="{FF2B5EF4-FFF2-40B4-BE49-F238E27FC236}">
                        <a16:creationId xmlns:a16="http://schemas.microsoft.com/office/drawing/2014/main" id="{FC1C9DA1-3865-69A8-2098-DD377F6C321B}"/>
                      </a:ext>
                    </a:extLst>
                  </p:cNvPr>
                  <p:cNvSpPr/>
                  <p:nvPr/>
                </p:nvSpPr>
                <p:spPr>
                  <a:xfrm>
                    <a:off x="32532882" y="23570624"/>
                    <a:ext cx="41860" cy="101556"/>
                  </a:xfrm>
                  <a:custGeom>
                    <a:avLst/>
                    <a:gdLst>
                      <a:gd name="connsiteX0" fmla="*/ 41861 w 41860"/>
                      <a:gd name="connsiteY0" fmla="*/ 0 h 101556"/>
                      <a:gd name="connsiteX1" fmla="*/ -1 w 41860"/>
                      <a:gd name="connsiteY1" fmla="*/ 101557 h 101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860" h="101556">
                        <a:moveTo>
                          <a:pt x="41861" y="0"/>
                        </a:moveTo>
                        <a:lnTo>
                          <a:pt x="-1" y="101557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4" name="手繪多邊形: 圖案 103">
                    <a:extLst>
                      <a:ext uri="{FF2B5EF4-FFF2-40B4-BE49-F238E27FC236}">
                        <a16:creationId xmlns:a16="http://schemas.microsoft.com/office/drawing/2014/main" id="{A7478DC2-5F43-701A-8142-8FAFC728DDA3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497998"/>
                    <a:ext cx="78449" cy="191059"/>
                  </a:xfrm>
                  <a:custGeom>
                    <a:avLst/>
                    <a:gdLst>
                      <a:gd name="connsiteX0" fmla="*/ 78449 w 78449"/>
                      <a:gd name="connsiteY0" fmla="*/ 0 h 191059"/>
                      <a:gd name="connsiteX1" fmla="*/ 0 w 78449"/>
                      <a:gd name="connsiteY1" fmla="*/ 191060 h 191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8449" h="191059">
                        <a:moveTo>
                          <a:pt x="78449" y="0"/>
                        </a:moveTo>
                        <a:lnTo>
                          <a:pt x="0" y="19106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B6C97675-EE35-511C-7713-01FF0D7D791E}"/>
                    </a:ext>
                  </a:extLst>
                </p:cNvPr>
                <p:cNvSpPr/>
                <p:nvPr/>
              </p:nvSpPr>
              <p:spPr>
                <a:xfrm>
                  <a:off x="31954585" y="24222155"/>
                  <a:ext cx="1018918" cy="30135"/>
                </a:xfrm>
                <a:custGeom>
                  <a:avLst/>
                  <a:gdLst>
                    <a:gd name="connsiteX0" fmla="*/ 0 w 1018918"/>
                    <a:gd name="connsiteY0" fmla="*/ 0 h 30135"/>
                    <a:gd name="connsiteX1" fmla="*/ 1018918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0" y="0"/>
                      </a:moveTo>
                      <a:lnTo>
                        <a:pt x="1018918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6" name="手繪多邊形: 圖案 105">
                  <a:extLst>
                    <a:ext uri="{FF2B5EF4-FFF2-40B4-BE49-F238E27FC236}">
                      <a16:creationId xmlns:a16="http://schemas.microsoft.com/office/drawing/2014/main" id="{77E1AA47-655A-D8CF-F983-F66E87B2609D}"/>
                    </a:ext>
                  </a:extLst>
                </p:cNvPr>
                <p:cNvSpPr/>
                <p:nvPr/>
              </p:nvSpPr>
              <p:spPr>
                <a:xfrm>
                  <a:off x="31989775" y="24360778"/>
                  <a:ext cx="949151" cy="457458"/>
                </a:xfrm>
                <a:custGeom>
                  <a:avLst/>
                  <a:gdLst>
                    <a:gd name="connsiteX0" fmla="*/ 948068 w 949151"/>
                    <a:gd name="connsiteY0" fmla="*/ 75942 h 457458"/>
                    <a:gd name="connsiteX1" fmla="*/ 905588 w 949151"/>
                    <a:gd name="connsiteY1" fmla="*/ 345354 h 457458"/>
                    <a:gd name="connsiteX2" fmla="*/ 771325 w 949151"/>
                    <a:gd name="connsiteY2" fmla="*/ 457458 h 457458"/>
                    <a:gd name="connsiteX3" fmla="*/ 177524 w 949151"/>
                    <a:gd name="connsiteY3" fmla="*/ 457458 h 457458"/>
                    <a:gd name="connsiteX4" fmla="*/ 43259 w 949151"/>
                    <a:gd name="connsiteY4" fmla="*/ 345354 h 457458"/>
                    <a:gd name="connsiteX5" fmla="*/ 778 w 949151"/>
                    <a:gd name="connsiteY5" fmla="*/ 75942 h 457458"/>
                    <a:gd name="connsiteX6" fmla="*/ 68067 w 949151"/>
                    <a:gd name="connsiteY6" fmla="*/ 0 h 457458"/>
                    <a:gd name="connsiteX7" fmla="*/ 881094 w 949151"/>
                    <a:gd name="connsiteY7" fmla="*/ 0 h 457458"/>
                    <a:gd name="connsiteX8" fmla="*/ 948379 w 949151"/>
                    <a:gd name="connsiteY8" fmla="*/ 75942 h 45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9151" h="457458">
                      <a:moveTo>
                        <a:pt x="948068" y="75942"/>
                      </a:moveTo>
                      <a:lnTo>
                        <a:pt x="905588" y="345354"/>
                      </a:lnTo>
                      <a:cubicBezTo>
                        <a:pt x="895356" y="409844"/>
                        <a:pt x="838303" y="457458"/>
                        <a:pt x="771325" y="457458"/>
                      </a:cubicBezTo>
                      <a:lnTo>
                        <a:pt x="177524" y="457458"/>
                      </a:lnTo>
                      <a:cubicBezTo>
                        <a:pt x="110548" y="457458"/>
                        <a:pt x="53492" y="409844"/>
                        <a:pt x="43259" y="345354"/>
                      </a:cubicBezTo>
                      <a:lnTo>
                        <a:pt x="778" y="75942"/>
                      </a:lnTo>
                      <a:cubicBezTo>
                        <a:pt x="-5423" y="35861"/>
                        <a:pt x="26205" y="0"/>
                        <a:pt x="68067" y="0"/>
                      </a:cubicBezTo>
                      <a:lnTo>
                        <a:pt x="881094" y="0"/>
                      </a:lnTo>
                      <a:cubicBezTo>
                        <a:pt x="922644" y="0"/>
                        <a:pt x="954583" y="36163"/>
                        <a:pt x="948379" y="75942"/>
                      </a:cubicBezTo>
                      <a:close/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7" name="手繪多邊形: 圖案 106">
                  <a:extLst>
                    <a:ext uri="{FF2B5EF4-FFF2-40B4-BE49-F238E27FC236}">
                      <a16:creationId xmlns:a16="http://schemas.microsoft.com/office/drawing/2014/main" id="{2475C783-50AE-0CAB-7B70-B46CE78525D3}"/>
                    </a:ext>
                  </a:extLst>
                </p:cNvPr>
                <p:cNvSpPr/>
                <p:nvPr/>
              </p:nvSpPr>
              <p:spPr>
                <a:xfrm>
                  <a:off x="32135051" y="24222155"/>
                  <a:ext cx="207132" cy="339325"/>
                </a:xfrm>
                <a:custGeom>
                  <a:avLst/>
                  <a:gdLst>
                    <a:gd name="connsiteX0" fmla="*/ 207132 w 207132"/>
                    <a:gd name="connsiteY0" fmla="*/ 0 h 339325"/>
                    <a:gd name="connsiteX1" fmla="*/ 207132 w 207132"/>
                    <a:gd name="connsiteY1" fmla="*/ 207333 h 339325"/>
                    <a:gd name="connsiteX2" fmla="*/ 71318 w 207132"/>
                    <a:gd name="connsiteY2" fmla="*/ 339326 h 339325"/>
                    <a:gd name="connsiteX3" fmla="*/ 0 w 207132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132" h="339325">
                      <a:moveTo>
                        <a:pt x="207132" y="0"/>
                      </a:moveTo>
                      <a:lnTo>
                        <a:pt x="207132" y="207333"/>
                      </a:lnTo>
                      <a:cubicBezTo>
                        <a:pt x="207132" y="280260"/>
                        <a:pt x="146356" y="339326"/>
                        <a:pt x="71318" y="339326"/>
                      </a:cubicBezTo>
                      <a:lnTo>
                        <a:pt x="0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8" name="手繪多邊形: 圖案 107">
                  <a:extLst>
                    <a:ext uri="{FF2B5EF4-FFF2-40B4-BE49-F238E27FC236}">
                      <a16:creationId xmlns:a16="http://schemas.microsoft.com/office/drawing/2014/main" id="{17B00452-05CF-F1FA-0BBC-010E1C121DAF}"/>
                    </a:ext>
                  </a:extLst>
                </p:cNvPr>
                <p:cNvSpPr/>
                <p:nvPr/>
              </p:nvSpPr>
              <p:spPr>
                <a:xfrm>
                  <a:off x="32586526" y="24222155"/>
                  <a:ext cx="196899" cy="339325"/>
                </a:xfrm>
                <a:custGeom>
                  <a:avLst/>
                  <a:gdLst>
                    <a:gd name="connsiteX0" fmla="*/ 0 w 196899"/>
                    <a:gd name="connsiteY0" fmla="*/ 0 h 339325"/>
                    <a:gd name="connsiteX1" fmla="*/ 0 w 196899"/>
                    <a:gd name="connsiteY1" fmla="*/ 207333 h 339325"/>
                    <a:gd name="connsiteX2" fmla="*/ 135815 w 196899"/>
                    <a:gd name="connsiteY2" fmla="*/ 339326 h 339325"/>
                    <a:gd name="connsiteX3" fmla="*/ 196899 w 196899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899" h="339325">
                      <a:moveTo>
                        <a:pt x="0" y="0"/>
                      </a:moveTo>
                      <a:lnTo>
                        <a:pt x="0" y="207333"/>
                      </a:lnTo>
                      <a:cubicBezTo>
                        <a:pt x="0" y="280260"/>
                        <a:pt x="60774" y="339326"/>
                        <a:pt x="135815" y="339326"/>
                      </a:cubicBezTo>
                      <a:lnTo>
                        <a:pt x="196899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D3349090-1730-ECBB-A783-B159D7582089}"/>
                    </a:ext>
                  </a:extLst>
                </p:cNvPr>
                <p:cNvSpPr/>
                <p:nvPr/>
              </p:nvSpPr>
              <p:spPr>
                <a:xfrm>
                  <a:off x="32270865" y="24691064"/>
                  <a:ext cx="386357" cy="30135"/>
                </a:xfrm>
                <a:custGeom>
                  <a:avLst/>
                  <a:gdLst>
                    <a:gd name="connsiteX0" fmla="*/ 1 w 386357"/>
                    <a:gd name="connsiteY0" fmla="*/ 0 h 30135"/>
                    <a:gd name="connsiteX1" fmla="*/ 386359 w 38635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6357" h="30135">
                      <a:moveTo>
                        <a:pt x="1" y="0"/>
                      </a:moveTo>
                      <a:lnTo>
                        <a:pt x="38635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0" name="圖形 17">
                <a:extLst>
                  <a:ext uri="{FF2B5EF4-FFF2-40B4-BE49-F238E27FC236}">
                    <a16:creationId xmlns:a16="http://schemas.microsoft.com/office/drawing/2014/main" id="{AB9D8FFD-B060-1FC8-081F-D90D17D81624}"/>
                  </a:ext>
                </a:extLst>
              </p:cNvPr>
              <p:cNvGrpSpPr/>
              <p:nvPr/>
            </p:nvGrpSpPr>
            <p:grpSpPr>
              <a:xfrm>
                <a:off x="28479844" y="23497998"/>
                <a:ext cx="6383368" cy="23409661"/>
                <a:chOff x="28479844" y="23497998"/>
                <a:chExt cx="6383368" cy="23409661"/>
              </a:xfrm>
              <a:noFill/>
            </p:grpSpPr>
            <p:sp>
              <p:nvSpPr>
                <p:cNvPr id="111" name="手繪多邊形: 圖案 110">
                  <a:extLst>
                    <a:ext uri="{FF2B5EF4-FFF2-40B4-BE49-F238E27FC236}">
                      <a16:creationId xmlns:a16="http://schemas.microsoft.com/office/drawing/2014/main" id="{7E44402F-BDB9-96BC-2D95-CDE9A6369172}"/>
                    </a:ext>
                  </a:extLst>
                </p:cNvPr>
                <p:cNvSpPr/>
                <p:nvPr/>
              </p:nvSpPr>
              <p:spPr>
                <a:xfrm>
                  <a:off x="28965427" y="23752040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2" name="手繪多邊形: 圖案 111">
                  <a:extLst>
                    <a:ext uri="{FF2B5EF4-FFF2-40B4-BE49-F238E27FC236}">
                      <a16:creationId xmlns:a16="http://schemas.microsoft.com/office/drawing/2014/main" id="{5091F2AA-B38B-2B52-9BD3-60A3EDA37BF2}"/>
                    </a:ext>
                  </a:extLst>
                </p:cNvPr>
                <p:cNvSpPr/>
                <p:nvPr/>
              </p:nvSpPr>
              <p:spPr>
                <a:xfrm>
                  <a:off x="28965427" y="24691064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3" name="手繪多邊形: 圖案 112">
                  <a:extLst>
                    <a:ext uri="{FF2B5EF4-FFF2-40B4-BE49-F238E27FC236}">
                      <a16:creationId xmlns:a16="http://schemas.microsoft.com/office/drawing/2014/main" id="{90ED2C0E-606D-8CF3-BC35-4EF35AF90FC8}"/>
                    </a:ext>
                  </a:extLst>
                </p:cNvPr>
                <p:cNvSpPr/>
                <p:nvPr/>
              </p:nvSpPr>
              <p:spPr>
                <a:xfrm>
                  <a:off x="28729147" y="24091065"/>
                  <a:ext cx="31007" cy="727472"/>
                </a:xfrm>
                <a:custGeom>
                  <a:avLst/>
                  <a:gdLst>
                    <a:gd name="connsiteX0" fmla="*/ 0 w 31007"/>
                    <a:gd name="connsiteY0" fmla="*/ 727472 h 727472"/>
                    <a:gd name="connsiteX1" fmla="*/ 0 w 31007"/>
                    <a:gd name="connsiteY1" fmla="*/ 0 h 727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727472">
                      <a:moveTo>
                        <a:pt x="0" y="727472"/>
                      </a:moveTo>
                      <a:lnTo>
                        <a:pt x="0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4" name="手繪多邊形: 圖案 113">
                  <a:extLst>
                    <a:ext uri="{FF2B5EF4-FFF2-40B4-BE49-F238E27FC236}">
                      <a16:creationId xmlns:a16="http://schemas.microsoft.com/office/drawing/2014/main" id="{C54FD2BD-29CB-D9FD-CCFB-73ECD63B6F6F}"/>
                    </a:ext>
                  </a:extLst>
                </p:cNvPr>
                <p:cNvSpPr/>
                <p:nvPr/>
              </p:nvSpPr>
              <p:spPr>
                <a:xfrm>
                  <a:off x="28479844" y="23497998"/>
                  <a:ext cx="380775" cy="575889"/>
                </a:xfrm>
                <a:custGeom>
                  <a:avLst/>
                  <a:gdLst>
                    <a:gd name="connsiteX0" fmla="*/ 380776 w 380775"/>
                    <a:gd name="connsiteY0" fmla="*/ 0 h 575889"/>
                    <a:gd name="connsiteX1" fmla="*/ 0 w 380775"/>
                    <a:gd name="connsiteY1" fmla="*/ 575890 h 57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0775" h="575889">
                      <a:moveTo>
                        <a:pt x="380776" y="0"/>
                      </a:moveTo>
                      <a:cubicBezTo>
                        <a:pt x="380776" y="0"/>
                        <a:pt x="344187" y="396282"/>
                        <a:pt x="0" y="575890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5" name="圖形 17">
                <a:extLst>
                  <a:ext uri="{FF2B5EF4-FFF2-40B4-BE49-F238E27FC236}">
                    <a16:creationId xmlns:a16="http://schemas.microsoft.com/office/drawing/2014/main" id="{7D374E8A-F4D1-0A2A-7BDB-CB5D25367B58}"/>
                  </a:ext>
                </a:extLst>
              </p:cNvPr>
              <p:cNvGrpSpPr/>
              <p:nvPr/>
            </p:nvGrpSpPr>
            <p:grpSpPr>
              <a:xfrm>
                <a:off x="26829295" y="23507942"/>
                <a:ext cx="6095836" cy="23233362"/>
                <a:chOff x="26829295" y="23507942"/>
                <a:chExt cx="6095836" cy="23233362"/>
              </a:xfrm>
              <a:noFill/>
            </p:grpSpPr>
            <p:sp>
              <p:nvSpPr>
                <p:cNvPr id="116" name="手繪多邊形: 圖案 115">
                  <a:extLst>
                    <a:ext uri="{FF2B5EF4-FFF2-40B4-BE49-F238E27FC236}">
                      <a16:creationId xmlns:a16="http://schemas.microsoft.com/office/drawing/2014/main" id="{E8528776-D339-D901-07B3-33674C1B82D8}"/>
                    </a:ext>
                  </a:extLst>
                </p:cNvPr>
                <p:cNvSpPr/>
                <p:nvPr/>
              </p:nvSpPr>
              <p:spPr>
                <a:xfrm>
                  <a:off x="26829296" y="23629991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7" name="手繪多邊形: 圖案 116">
                  <a:extLst>
                    <a:ext uri="{FF2B5EF4-FFF2-40B4-BE49-F238E27FC236}">
                      <a16:creationId xmlns:a16="http://schemas.microsoft.com/office/drawing/2014/main" id="{0C10353B-12F9-E8EB-993E-7F0075B6CC89}"/>
                    </a:ext>
                  </a:extLst>
                </p:cNvPr>
                <p:cNvSpPr/>
                <p:nvPr/>
              </p:nvSpPr>
              <p:spPr>
                <a:xfrm>
                  <a:off x="26829296" y="24006083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8" name="手繪多邊形: 圖案 117">
                  <a:extLst>
                    <a:ext uri="{FF2B5EF4-FFF2-40B4-BE49-F238E27FC236}">
                      <a16:creationId xmlns:a16="http://schemas.microsoft.com/office/drawing/2014/main" id="{1F247BCE-60B8-2D31-FF32-92F2C17564FB}"/>
                    </a:ext>
                  </a:extLst>
                </p:cNvPr>
                <p:cNvSpPr/>
                <p:nvPr/>
              </p:nvSpPr>
              <p:spPr>
                <a:xfrm>
                  <a:off x="27094103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9" name="手繪多邊形: 圖案 118">
                  <a:extLst>
                    <a:ext uri="{FF2B5EF4-FFF2-40B4-BE49-F238E27FC236}">
                      <a16:creationId xmlns:a16="http://schemas.microsoft.com/office/drawing/2014/main" id="{2175DE18-5401-70A4-FCE0-06042C0D792E}"/>
                    </a:ext>
                  </a:extLst>
                </p:cNvPr>
                <p:cNvSpPr/>
                <p:nvPr/>
              </p:nvSpPr>
              <p:spPr>
                <a:xfrm>
                  <a:off x="27601701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0" name="手繪多邊形: 圖案 119">
                  <a:extLst>
                    <a:ext uri="{FF2B5EF4-FFF2-40B4-BE49-F238E27FC236}">
                      <a16:creationId xmlns:a16="http://schemas.microsoft.com/office/drawing/2014/main" id="{0AF87445-E1C3-DEA9-F864-16BB672B839B}"/>
                    </a:ext>
                  </a:extLst>
                </p:cNvPr>
                <p:cNvSpPr/>
                <p:nvPr/>
              </p:nvSpPr>
              <p:spPr>
                <a:xfrm>
                  <a:off x="27442321" y="24214320"/>
                  <a:ext cx="315040" cy="604217"/>
                </a:xfrm>
                <a:custGeom>
                  <a:avLst/>
                  <a:gdLst>
                    <a:gd name="connsiteX0" fmla="*/ 0 w 315040"/>
                    <a:gd name="connsiteY0" fmla="*/ 0 h 604217"/>
                    <a:gd name="connsiteX1" fmla="*/ 111319 w 315040"/>
                    <a:gd name="connsiteY1" fmla="*/ 0 h 604217"/>
                    <a:gd name="connsiteX2" fmla="*/ 315041 w 315040"/>
                    <a:gd name="connsiteY2" fmla="*/ 197991 h 604217"/>
                    <a:gd name="connsiteX3" fmla="*/ 315041 w 315040"/>
                    <a:gd name="connsiteY3" fmla="*/ 472225 h 604217"/>
                    <a:gd name="connsiteX4" fmla="*/ 179226 w 315040"/>
                    <a:gd name="connsiteY4" fmla="*/ 604218 h 604217"/>
                    <a:gd name="connsiteX5" fmla="*/ 91784 w 315040"/>
                    <a:gd name="connsiteY5" fmla="*/ 604218 h 604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5040" h="604217">
                      <a:moveTo>
                        <a:pt x="0" y="0"/>
                      </a:moveTo>
                      <a:lnTo>
                        <a:pt x="111319" y="0"/>
                      </a:lnTo>
                      <a:cubicBezTo>
                        <a:pt x="223878" y="0"/>
                        <a:pt x="315041" y="88599"/>
                        <a:pt x="315041" y="197991"/>
                      </a:cubicBezTo>
                      <a:lnTo>
                        <a:pt x="315041" y="472225"/>
                      </a:lnTo>
                      <a:cubicBezTo>
                        <a:pt x="315041" y="545152"/>
                        <a:pt x="254265" y="604218"/>
                        <a:pt x="179226" y="604218"/>
                      </a:cubicBezTo>
                      <a:lnTo>
                        <a:pt x="91784" y="604218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1" name="手繪多邊形: 圖案 120">
                  <a:extLst>
                    <a:ext uri="{FF2B5EF4-FFF2-40B4-BE49-F238E27FC236}">
                      <a16:creationId xmlns:a16="http://schemas.microsoft.com/office/drawing/2014/main" id="{313B76C2-973D-67FD-C294-CCA2A6256A1F}"/>
                    </a:ext>
                  </a:extLst>
                </p:cNvPr>
                <p:cNvSpPr/>
                <p:nvPr/>
              </p:nvSpPr>
              <p:spPr>
                <a:xfrm>
                  <a:off x="26829295" y="23866555"/>
                  <a:ext cx="509479" cy="951982"/>
                </a:xfrm>
                <a:custGeom>
                  <a:avLst/>
                  <a:gdLst>
                    <a:gd name="connsiteX0" fmla="*/ 509461 w 509479"/>
                    <a:gd name="connsiteY0" fmla="*/ 0 h 951982"/>
                    <a:gd name="connsiteX1" fmla="*/ 0 w 509479"/>
                    <a:gd name="connsiteY1" fmla="*/ 951982 h 951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9479" h="951982">
                      <a:moveTo>
                        <a:pt x="509461" y="0"/>
                      </a:moveTo>
                      <a:cubicBezTo>
                        <a:pt x="509461" y="0"/>
                        <a:pt x="520623" y="571371"/>
                        <a:pt x="0" y="95198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22" name="圖形 17">
                <a:extLst>
                  <a:ext uri="{FF2B5EF4-FFF2-40B4-BE49-F238E27FC236}">
                    <a16:creationId xmlns:a16="http://schemas.microsoft.com/office/drawing/2014/main" id="{73021318-7EF8-9301-75DD-0621F5B3E31B}"/>
                  </a:ext>
                </a:extLst>
              </p:cNvPr>
              <p:cNvGrpSpPr/>
              <p:nvPr/>
            </p:nvGrpSpPr>
            <p:grpSpPr>
              <a:xfrm>
                <a:off x="30226207" y="23497998"/>
                <a:ext cx="6097684" cy="23409661"/>
                <a:chOff x="30226207" y="23497998"/>
                <a:chExt cx="6097684" cy="23409661"/>
              </a:xfrm>
              <a:noFill/>
            </p:grpSpPr>
            <p:sp>
              <p:nvSpPr>
                <p:cNvPr id="123" name="手繪多邊形: 圖案 122">
                  <a:extLst>
                    <a:ext uri="{FF2B5EF4-FFF2-40B4-BE49-F238E27FC236}">
                      <a16:creationId xmlns:a16="http://schemas.microsoft.com/office/drawing/2014/main" id="{C696093C-FCCF-6A6A-D30B-CD3C76EDF1DB}"/>
                    </a:ext>
                  </a:extLst>
                </p:cNvPr>
                <p:cNvSpPr/>
                <p:nvPr/>
              </p:nvSpPr>
              <p:spPr>
                <a:xfrm>
                  <a:off x="30226207" y="24091065"/>
                  <a:ext cx="1019228" cy="30135"/>
                </a:xfrm>
                <a:custGeom>
                  <a:avLst/>
                  <a:gdLst>
                    <a:gd name="connsiteX0" fmla="*/ 1 w 1019228"/>
                    <a:gd name="connsiteY0" fmla="*/ 0 h 30135"/>
                    <a:gd name="connsiteX1" fmla="*/ 1019229 w 101922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9228" h="30135">
                      <a:moveTo>
                        <a:pt x="1" y="0"/>
                      </a:moveTo>
                      <a:lnTo>
                        <a:pt x="101922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4" name="手繪多邊形: 圖案 123">
                  <a:extLst>
                    <a:ext uri="{FF2B5EF4-FFF2-40B4-BE49-F238E27FC236}">
                      <a16:creationId xmlns:a16="http://schemas.microsoft.com/office/drawing/2014/main" id="{1B93C6F3-BC02-9786-7639-32A06F8F30FF}"/>
                    </a:ext>
                  </a:extLst>
                </p:cNvPr>
                <p:cNvSpPr/>
                <p:nvPr/>
              </p:nvSpPr>
              <p:spPr>
                <a:xfrm>
                  <a:off x="30322021" y="23497998"/>
                  <a:ext cx="923414" cy="593067"/>
                </a:xfrm>
                <a:custGeom>
                  <a:avLst/>
                  <a:gdLst>
                    <a:gd name="connsiteX0" fmla="*/ 923415 w 923414"/>
                    <a:gd name="connsiteY0" fmla="*/ 0 h 593067"/>
                    <a:gd name="connsiteX1" fmla="*/ 271629 w 923414"/>
                    <a:gd name="connsiteY1" fmla="*/ 0 h 593067"/>
                    <a:gd name="connsiteX2" fmla="*/ 0 w 923414"/>
                    <a:gd name="connsiteY2" fmla="*/ 263987 h 593067"/>
                    <a:gd name="connsiteX3" fmla="*/ 0 w 923414"/>
                    <a:gd name="connsiteY3" fmla="*/ 593067 h 593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3414" h="593067">
                      <a:moveTo>
                        <a:pt x="923415" y="0"/>
                      </a:moveTo>
                      <a:lnTo>
                        <a:pt x="271629" y="0"/>
                      </a:lnTo>
                      <a:cubicBezTo>
                        <a:pt x="121552" y="0"/>
                        <a:pt x="0" y="118131"/>
                        <a:pt x="0" y="263987"/>
                      </a:cubicBezTo>
                      <a:lnTo>
                        <a:pt x="0" y="59306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5" name="手繪多邊形: 圖案 124">
                  <a:extLst>
                    <a:ext uri="{FF2B5EF4-FFF2-40B4-BE49-F238E27FC236}">
                      <a16:creationId xmlns:a16="http://schemas.microsoft.com/office/drawing/2014/main" id="{56C1BF9B-2098-B57C-853F-7D6DECF81F4F}"/>
                    </a:ext>
                  </a:extLst>
                </p:cNvPr>
                <p:cNvSpPr/>
                <p:nvPr/>
              </p:nvSpPr>
              <p:spPr>
                <a:xfrm>
                  <a:off x="30903418" y="23636320"/>
                  <a:ext cx="229148" cy="1182217"/>
                </a:xfrm>
                <a:custGeom>
                  <a:avLst/>
                  <a:gdLst>
                    <a:gd name="connsiteX0" fmla="*/ 229149 w 229148"/>
                    <a:gd name="connsiteY0" fmla="*/ 0 h 1182217"/>
                    <a:gd name="connsiteX1" fmla="*/ 229149 w 229148"/>
                    <a:gd name="connsiteY1" fmla="*/ 1050224 h 1182217"/>
                    <a:gd name="connsiteX2" fmla="*/ 93334 w 229148"/>
                    <a:gd name="connsiteY2" fmla="*/ 1182217 h 1182217"/>
                    <a:gd name="connsiteX3" fmla="*/ 0 w 229148"/>
                    <a:gd name="connsiteY3" fmla="*/ 1182217 h 1182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9148" h="1182217">
                      <a:moveTo>
                        <a:pt x="229149" y="0"/>
                      </a:moveTo>
                      <a:lnTo>
                        <a:pt x="229149" y="1050224"/>
                      </a:lnTo>
                      <a:cubicBezTo>
                        <a:pt x="229149" y="1123152"/>
                        <a:pt x="168372" y="1182217"/>
                        <a:pt x="93334" y="1182217"/>
                      </a:cubicBezTo>
                      <a:lnTo>
                        <a:pt x="0" y="118221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6" name="手繪多邊形: 圖案 125">
                  <a:extLst>
                    <a:ext uri="{FF2B5EF4-FFF2-40B4-BE49-F238E27FC236}">
                      <a16:creationId xmlns:a16="http://schemas.microsoft.com/office/drawing/2014/main" id="{8D5490B8-34DA-9F79-2930-874294706FB1}"/>
                    </a:ext>
                  </a:extLst>
                </p:cNvPr>
                <p:cNvSpPr/>
                <p:nvPr/>
              </p:nvSpPr>
              <p:spPr>
                <a:xfrm>
                  <a:off x="30226207" y="24091066"/>
                  <a:ext cx="677210" cy="727471"/>
                </a:xfrm>
                <a:custGeom>
                  <a:avLst/>
                  <a:gdLst>
                    <a:gd name="connsiteX0" fmla="*/ 677211 w 677210"/>
                    <a:gd name="connsiteY0" fmla="*/ 0 h 727471"/>
                    <a:gd name="connsiteX1" fmla="*/ 0 w 677210"/>
                    <a:gd name="connsiteY1" fmla="*/ 727472 h 727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7210" h="727471">
                      <a:moveTo>
                        <a:pt x="677211" y="0"/>
                      </a:moveTo>
                      <a:cubicBezTo>
                        <a:pt x="677211" y="0"/>
                        <a:pt x="582016" y="599999"/>
                        <a:pt x="0" y="72747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  <p:grpSp>
          <p:nvGrpSpPr>
            <p:cNvPr id="127" name="圖形 17">
              <a:extLst>
                <a:ext uri="{FF2B5EF4-FFF2-40B4-BE49-F238E27FC236}">
                  <a16:creationId xmlns:a16="http://schemas.microsoft.com/office/drawing/2014/main" id="{9CBA3F25-986D-D4EC-EE37-B407EFD72087}"/>
                </a:ext>
              </a:extLst>
            </p:cNvPr>
            <p:cNvGrpSpPr/>
            <p:nvPr/>
          </p:nvGrpSpPr>
          <p:grpSpPr>
            <a:xfrm>
              <a:off x="28587280" y="19847241"/>
              <a:ext cx="15776206" cy="34099893"/>
              <a:chOff x="28587280" y="19847241"/>
              <a:chExt cx="15776206" cy="34099893"/>
            </a:xfrm>
          </p:grpSpPr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8E48E7F9-9F6F-CFF5-7537-DEE4E2A104F1}"/>
                  </a:ext>
                </a:extLst>
              </p:cNvPr>
              <p:cNvSpPr/>
              <p:nvPr/>
            </p:nvSpPr>
            <p:spPr>
              <a:xfrm>
                <a:off x="28587280" y="19847241"/>
                <a:ext cx="2636993" cy="1923575"/>
              </a:xfrm>
              <a:custGeom>
                <a:avLst/>
                <a:gdLst>
                  <a:gd name="connsiteX0" fmla="*/ 1606988 w 2636993"/>
                  <a:gd name="connsiteY0" fmla="*/ 1905908 h 1923575"/>
                  <a:gd name="connsiteX1" fmla="*/ 2437070 w 2636993"/>
                  <a:gd name="connsiteY1" fmla="*/ 1381851 h 1923575"/>
                  <a:gd name="connsiteX2" fmla="*/ 2621567 w 2636993"/>
                  <a:gd name="connsiteY2" fmla="*/ 390692 h 1923575"/>
                  <a:gd name="connsiteX3" fmla="*/ 1926061 w 2636993"/>
                  <a:gd name="connsiteY3" fmla="*/ 18820 h 1923575"/>
                  <a:gd name="connsiteX4" fmla="*/ 723885 w 2636993"/>
                  <a:gd name="connsiteY4" fmla="*/ 18820 h 1923575"/>
                  <a:gd name="connsiteX5" fmla="*/ 13494 w 2636993"/>
                  <a:gd name="connsiteY5" fmla="*/ 390692 h 1923575"/>
                  <a:gd name="connsiteX6" fmla="*/ 215355 w 2636993"/>
                  <a:gd name="connsiteY6" fmla="*/ 1381851 h 1923575"/>
                  <a:gd name="connsiteX7" fmla="*/ 1083265 w 2636993"/>
                  <a:gd name="connsiteY7" fmla="*/ 1905908 h 1923575"/>
                  <a:gd name="connsiteX8" fmla="*/ 1607299 w 2636993"/>
                  <a:gd name="connsiteY8" fmla="*/ 1905908 h 1923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6993" h="1923575">
                    <a:moveTo>
                      <a:pt x="1606988" y="1905908"/>
                    </a:moveTo>
                    <a:cubicBezTo>
                      <a:pt x="2092262" y="2016204"/>
                      <a:pt x="2354588" y="1581951"/>
                      <a:pt x="2437070" y="1381851"/>
                    </a:cubicBezTo>
                    <a:cubicBezTo>
                      <a:pt x="2572574" y="1053072"/>
                      <a:pt x="2677691" y="619121"/>
                      <a:pt x="2621567" y="390692"/>
                    </a:cubicBezTo>
                    <a:cubicBezTo>
                      <a:pt x="2546837" y="86625"/>
                      <a:pt x="2271487" y="-53807"/>
                      <a:pt x="1926061" y="18820"/>
                    </a:cubicBezTo>
                    <a:cubicBezTo>
                      <a:pt x="1163266" y="179443"/>
                      <a:pt x="1204817" y="111035"/>
                      <a:pt x="723885" y="18820"/>
                    </a:cubicBezTo>
                    <a:cubicBezTo>
                      <a:pt x="270861" y="-67971"/>
                      <a:pt x="68379" y="161663"/>
                      <a:pt x="13494" y="390692"/>
                    </a:cubicBezTo>
                    <a:cubicBezTo>
                      <a:pt x="-41389" y="619422"/>
                      <a:pt x="80162" y="1113946"/>
                      <a:pt x="215355" y="1381851"/>
                    </a:cubicBezTo>
                    <a:cubicBezTo>
                      <a:pt x="329775" y="1608772"/>
                      <a:pt x="593962" y="2002041"/>
                      <a:pt x="1083265" y="1905908"/>
                    </a:cubicBezTo>
                    <a:cubicBezTo>
                      <a:pt x="1209467" y="1881198"/>
                      <a:pt x="1384352" y="1855281"/>
                      <a:pt x="1607299" y="1905908"/>
                    </a:cubicBezTo>
                    <a:close/>
                  </a:path>
                </a:pathLst>
              </a:custGeom>
              <a:solidFill>
                <a:srgbClr val="9E7253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96F9F870-35F5-D30D-68B4-F1A9EEFA8831}"/>
                  </a:ext>
                </a:extLst>
              </p:cNvPr>
              <p:cNvSpPr/>
              <p:nvPr/>
            </p:nvSpPr>
            <p:spPr>
              <a:xfrm>
                <a:off x="28933346" y="20156143"/>
                <a:ext cx="244175" cy="236283"/>
              </a:xfrm>
              <a:custGeom>
                <a:avLst/>
                <a:gdLst>
                  <a:gd name="connsiteX0" fmla="*/ 146190 w 244175"/>
                  <a:gd name="connsiteY0" fmla="*/ 2835 h 236283"/>
                  <a:gd name="connsiteX1" fmla="*/ 105259 w 244175"/>
                  <a:gd name="connsiteY1" fmla="*/ 2835 h 236283"/>
                  <a:gd name="connsiteX2" fmla="*/ 67120 w 244175"/>
                  <a:gd name="connsiteY2" fmla="*/ 2835 h 236283"/>
                  <a:gd name="connsiteX3" fmla="*/ 763 w 244175"/>
                  <a:gd name="connsiteY3" fmla="*/ 173704 h 236283"/>
                  <a:gd name="connsiteX4" fmla="*/ 244176 w 244175"/>
                  <a:gd name="connsiteY4" fmla="*/ 173704 h 236283"/>
                  <a:gd name="connsiteX5" fmla="*/ 190222 w 244175"/>
                  <a:gd name="connsiteY5" fmla="*/ 11876 h 236283"/>
                  <a:gd name="connsiteX6" fmla="*/ 146190 w 244175"/>
                  <a:gd name="connsiteY6" fmla="*/ 2835 h 236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175" h="236283">
                    <a:moveTo>
                      <a:pt x="146190" y="2835"/>
                    </a:moveTo>
                    <a:cubicBezTo>
                      <a:pt x="128825" y="7657"/>
                      <a:pt x="122315" y="8862"/>
                      <a:pt x="105259" y="2835"/>
                    </a:cubicBezTo>
                    <a:cubicBezTo>
                      <a:pt x="93786" y="-1384"/>
                      <a:pt x="78282" y="-480"/>
                      <a:pt x="67120" y="2835"/>
                    </a:cubicBezTo>
                    <a:cubicBezTo>
                      <a:pt x="30531" y="13985"/>
                      <a:pt x="-5748" y="84201"/>
                      <a:pt x="763" y="173704"/>
                    </a:cubicBezTo>
                    <a:cubicBezTo>
                      <a:pt x="7275" y="263207"/>
                      <a:pt x="244486" y="250851"/>
                      <a:pt x="244176" y="173704"/>
                    </a:cubicBezTo>
                    <a:cubicBezTo>
                      <a:pt x="244176" y="112227"/>
                      <a:pt x="221230" y="33272"/>
                      <a:pt x="190222" y="11876"/>
                    </a:cubicBezTo>
                    <a:cubicBezTo>
                      <a:pt x="176889" y="2534"/>
                      <a:pt x="166966" y="-3192"/>
                      <a:pt x="146190" y="2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130" name="圖形 17">
              <a:extLst>
                <a:ext uri="{FF2B5EF4-FFF2-40B4-BE49-F238E27FC236}">
                  <a16:creationId xmlns:a16="http://schemas.microsoft.com/office/drawing/2014/main" id="{4487F6CF-BD04-E8B6-4D78-92B715CE7FBA}"/>
                </a:ext>
              </a:extLst>
            </p:cNvPr>
            <p:cNvGrpSpPr/>
            <p:nvPr/>
          </p:nvGrpSpPr>
          <p:grpSpPr>
            <a:xfrm>
              <a:off x="26389604" y="22537879"/>
              <a:ext cx="42069763" cy="5427707"/>
              <a:chOff x="26389604" y="22537879"/>
              <a:chExt cx="42069763" cy="5427707"/>
            </a:xfrm>
            <a:solidFill>
              <a:srgbClr val="714F38"/>
            </a:solidFill>
          </p:grpSpPr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901DC20F-AC5E-5A8B-6ABF-8294DEBBF9D3}"/>
                  </a:ext>
                </a:extLst>
              </p:cNvPr>
              <p:cNvSpPr/>
              <p:nvPr/>
            </p:nvSpPr>
            <p:spPr>
              <a:xfrm>
                <a:off x="26389604" y="22540591"/>
                <a:ext cx="158141" cy="299547"/>
              </a:xfrm>
              <a:custGeom>
                <a:avLst/>
                <a:gdLst>
                  <a:gd name="connsiteX0" fmla="*/ 150079 w 158141"/>
                  <a:gd name="connsiteY0" fmla="*/ 603 h 299547"/>
                  <a:gd name="connsiteX1" fmla="*/ 158141 w 158141"/>
                  <a:gd name="connsiteY1" fmla="*/ 8438 h 299547"/>
                  <a:gd name="connsiteX2" fmla="*/ 158141 w 158141"/>
                  <a:gd name="connsiteY2" fmla="*/ 26821 h 299547"/>
                  <a:gd name="connsiteX3" fmla="*/ 150079 w 158141"/>
                  <a:gd name="connsiteY3" fmla="*/ 34656 h 299547"/>
                  <a:gd name="connsiteX4" fmla="*/ 68218 w 158141"/>
                  <a:gd name="connsiteY4" fmla="*/ 34656 h 299547"/>
                  <a:gd name="connsiteX5" fmla="*/ 41241 w 158141"/>
                  <a:gd name="connsiteY5" fmla="*/ 60874 h 299547"/>
                  <a:gd name="connsiteX6" fmla="*/ 41241 w 158141"/>
                  <a:gd name="connsiteY6" fmla="*/ 127172 h 299547"/>
                  <a:gd name="connsiteX7" fmla="*/ 142637 w 158141"/>
                  <a:gd name="connsiteY7" fmla="*/ 127172 h 299547"/>
                  <a:gd name="connsiteX8" fmla="*/ 150700 w 158141"/>
                  <a:gd name="connsiteY8" fmla="*/ 135008 h 299547"/>
                  <a:gd name="connsiteX9" fmla="*/ 150700 w 158141"/>
                  <a:gd name="connsiteY9" fmla="*/ 153993 h 299547"/>
                  <a:gd name="connsiteX10" fmla="*/ 142637 w 158141"/>
                  <a:gd name="connsiteY10" fmla="*/ 161828 h 299547"/>
                  <a:gd name="connsiteX11" fmla="*/ 41241 w 158141"/>
                  <a:gd name="connsiteY11" fmla="*/ 161828 h 299547"/>
                  <a:gd name="connsiteX12" fmla="*/ 41241 w 158141"/>
                  <a:gd name="connsiteY12" fmla="*/ 291110 h 299547"/>
                  <a:gd name="connsiteX13" fmla="*/ 33489 w 158141"/>
                  <a:gd name="connsiteY13" fmla="*/ 299547 h 299547"/>
                  <a:gd name="connsiteX14" fmla="*/ 7752 w 158141"/>
                  <a:gd name="connsiteY14" fmla="*/ 299547 h 299547"/>
                  <a:gd name="connsiteX15" fmla="*/ 0 w 158141"/>
                  <a:gd name="connsiteY15" fmla="*/ 291110 h 299547"/>
                  <a:gd name="connsiteX16" fmla="*/ 0 w 158141"/>
                  <a:gd name="connsiteY16" fmla="*/ 59970 h 299547"/>
                  <a:gd name="connsiteX17" fmla="*/ 61707 w 158141"/>
                  <a:gd name="connsiteY17" fmla="*/ 0 h 299547"/>
                  <a:gd name="connsiteX18" fmla="*/ 150079 w 158141"/>
                  <a:gd name="connsiteY18" fmla="*/ 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8141" h="299547">
                    <a:moveTo>
                      <a:pt x="150079" y="603"/>
                    </a:moveTo>
                    <a:cubicBezTo>
                      <a:pt x="155660" y="603"/>
                      <a:pt x="158141" y="2712"/>
                      <a:pt x="158141" y="8438"/>
                    </a:cubicBezTo>
                    <a:lnTo>
                      <a:pt x="158141" y="26821"/>
                    </a:lnTo>
                    <a:cubicBezTo>
                      <a:pt x="158141" y="32547"/>
                      <a:pt x="155350" y="34656"/>
                      <a:pt x="150079" y="34656"/>
                    </a:cubicBezTo>
                    <a:lnTo>
                      <a:pt x="68218" y="34656"/>
                    </a:lnTo>
                    <a:cubicBezTo>
                      <a:pt x="53335" y="34656"/>
                      <a:pt x="41241" y="46409"/>
                      <a:pt x="41241" y="60874"/>
                    </a:cubicBezTo>
                    <a:lnTo>
                      <a:pt x="41241" y="127172"/>
                    </a:lnTo>
                    <a:lnTo>
                      <a:pt x="142637" y="127172"/>
                    </a:lnTo>
                    <a:cubicBezTo>
                      <a:pt x="148529" y="127172"/>
                      <a:pt x="150700" y="129282"/>
                      <a:pt x="150700" y="135008"/>
                    </a:cubicBezTo>
                    <a:lnTo>
                      <a:pt x="150700" y="153993"/>
                    </a:lnTo>
                    <a:cubicBezTo>
                      <a:pt x="150700" y="159417"/>
                      <a:pt x="148529" y="161828"/>
                      <a:pt x="142637" y="161828"/>
                    </a:cubicBezTo>
                    <a:lnTo>
                      <a:pt x="41241" y="161828"/>
                    </a:lnTo>
                    <a:lnTo>
                      <a:pt x="41241" y="291110"/>
                    </a:lnTo>
                    <a:cubicBezTo>
                      <a:pt x="41241" y="296835"/>
                      <a:pt x="39381" y="299547"/>
                      <a:pt x="3348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70"/>
                    </a:lnTo>
                    <a:cubicBezTo>
                      <a:pt x="0" y="26821"/>
                      <a:pt x="27597" y="0"/>
                      <a:pt x="61707" y="0"/>
                    </a:cubicBezTo>
                    <a:lnTo>
                      <a:pt x="150079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01EBA1FB-5DE8-C68B-1922-C99A30A5FE61}"/>
                  </a:ext>
                </a:extLst>
              </p:cNvPr>
              <p:cNvSpPr/>
              <p:nvPr/>
            </p:nvSpPr>
            <p:spPr>
              <a:xfrm>
                <a:off x="26696061" y="22541194"/>
                <a:ext cx="199369" cy="299245"/>
              </a:xfrm>
              <a:custGeom>
                <a:avLst/>
                <a:gdLst>
                  <a:gd name="connsiteX0" fmla="*/ 112770 w 199369"/>
                  <a:gd name="connsiteY0" fmla="*/ 0 h 299245"/>
                  <a:gd name="connsiteX1" fmla="*/ 123313 w 199369"/>
                  <a:gd name="connsiteY1" fmla="*/ 7835 h 299245"/>
                  <a:gd name="connsiteX2" fmla="*/ 198972 w 199369"/>
                  <a:gd name="connsiteY2" fmla="*/ 291410 h 299245"/>
                  <a:gd name="connsiteX3" fmla="*/ 192770 w 199369"/>
                  <a:gd name="connsiteY3" fmla="*/ 299246 h 299245"/>
                  <a:gd name="connsiteX4" fmla="*/ 167033 w 199369"/>
                  <a:gd name="connsiteY4" fmla="*/ 299246 h 299245"/>
                  <a:gd name="connsiteX5" fmla="*/ 157421 w 199369"/>
                  <a:gd name="connsiteY5" fmla="*/ 291410 h 299245"/>
                  <a:gd name="connsiteX6" fmla="*/ 138817 w 199369"/>
                  <a:gd name="connsiteY6" fmla="*/ 220893 h 299245"/>
                  <a:gd name="connsiteX7" fmla="*/ 58195 w 199369"/>
                  <a:gd name="connsiteY7" fmla="*/ 220893 h 299245"/>
                  <a:gd name="connsiteX8" fmla="*/ 40210 w 199369"/>
                  <a:gd name="connsiteY8" fmla="*/ 291410 h 299245"/>
                  <a:gd name="connsiteX9" fmla="*/ 30598 w 199369"/>
                  <a:gd name="connsiteY9" fmla="*/ 299246 h 299245"/>
                  <a:gd name="connsiteX10" fmla="*/ 6723 w 199369"/>
                  <a:gd name="connsiteY10" fmla="*/ 299246 h 299245"/>
                  <a:gd name="connsiteX11" fmla="*/ 521 w 199369"/>
                  <a:gd name="connsiteY11" fmla="*/ 291410 h 299245"/>
                  <a:gd name="connsiteX12" fmla="*/ 76491 w 199369"/>
                  <a:gd name="connsiteY12" fmla="*/ 7835 h 299245"/>
                  <a:gd name="connsiteX13" fmla="*/ 87033 w 199369"/>
                  <a:gd name="connsiteY13" fmla="*/ 0 h 299245"/>
                  <a:gd name="connsiteX14" fmla="*/ 113390 w 199369"/>
                  <a:gd name="connsiteY14" fmla="*/ 0 h 299245"/>
                  <a:gd name="connsiteX15" fmla="*/ 108738 w 199369"/>
                  <a:gd name="connsiteY15" fmla="*/ 105474 h 299245"/>
                  <a:gd name="connsiteX16" fmla="*/ 98816 w 199369"/>
                  <a:gd name="connsiteY16" fmla="*/ 47915 h 299245"/>
                  <a:gd name="connsiteX17" fmla="*/ 88274 w 199369"/>
                  <a:gd name="connsiteY17" fmla="*/ 105173 h 299245"/>
                  <a:gd name="connsiteX18" fmla="*/ 65637 w 199369"/>
                  <a:gd name="connsiteY18" fmla="*/ 188347 h 299245"/>
                  <a:gd name="connsiteX19" fmla="*/ 130755 w 199369"/>
                  <a:gd name="connsiteY19" fmla="*/ 188347 h 299245"/>
                  <a:gd name="connsiteX20" fmla="*/ 108428 w 199369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9" h="299245">
                    <a:moveTo>
                      <a:pt x="112770" y="0"/>
                    </a:moveTo>
                    <a:cubicBezTo>
                      <a:pt x="118351" y="0"/>
                      <a:pt x="121761" y="2712"/>
                      <a:pt x="123313" y="7835"/>
                    </a:cubicBezTo>
                    <a:lnTo>
                      <a:pt x="198972" y="291410"/>
                    </a:lnTo>
                    <a:cubicBezTo>
                      <a:pt x="200212" y="296834"/>
                      <a:pt x="198662" y="299246"/>
                      <a:pt x="192770" y="299246"/>
                    </a:cubicBezTo>
                    <a:lnTo>
                      <a:pt x="167033" y="299246"/>
                    </a:lnTo>
                    <a:cubicBezTo>
                      <a:pt x="161142" y="299246"/>
                      <a:pt x="158971" y="296232"/>
                      <a:pt x="157421" y="291410"/>
                    </a:cubicBezTo>
                    <a:lnTo>
                      <a:pt x="138817" y="220893"/>
                    </a:lnTo>
                    <a:lnTo>
                      <a:pt x="58195" y="220893"/>
                    </a:lnTo>
                    <a:lnTo>
                      <a:pt x="40210" y="291410"/>
                    </a:lnTo>
                    <a:cubicBezTo>
                      <a:pt x="38971" y="296232"/>
                      <a:pt x="36181" y="299246"/>
                      <a:pt x="30598" y="299246"/>
                    </a:cubicBezTo>
                    <a:lnTo>
                      <a:pt x="6723" y="299246"/>
                    </a:lnTo>
                    <a:cubicBezTo>
                      <a:pt x="832" y="299246"/>
                      <a:pt x="-1029" y="296534"/>
                      <a:pt x="521" y="291410"/>
                    </a:cubicBezTo>
                    <a:lnTo>
                      <a:pt x="76491" y="7835"/>
                    </a:lnTo>
                    <a:cubicBezTo>
                      <a:pt x="77731" y="2410"/>
                      <a:pt x="81141" y="0"/>
                      <a:pt x="87033" y="0"/>
                    </a:cubicBezTo>
                    <a:lnTo>
                      <a:pt x="113390" y="0"/>
                    </a:lnTo>
                    <a:close/>
                    <a:moveTo>
                      <a:pt x="108738" y="105474"/>
                    </a:moveTo>
                    <a:cubicBezTo>
                      <a:pt x="105638" y="94324"/>
                      <a:pt x="100057" y="61778"/>
                      <a:pt x="98816" y="47915"/>
                    </a:cubicBezTo>
                    <a:cubicBezTo>
                      <a:pt x="96645" y="64188"/>
                      <a:pt x="91684" y="92817"/>
                      <a:pt x="88274" y="105173"/>
                    </a:cubicBezTo>
                    <a:lnTo>
                      <a:pt x="65637" y="188347"/>
                    </a:lnTo>
                    <a:lnTo>
                      <a:pt x="130755" y="188347"/>
                    </a:lnTo>
                    <a:lnTo>
                      <a:pt x="108428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D45222A2-BCD9-A015-7573-28FF54EC7DC1}"/>
                  </a:ext>
                </a:extLst>
              </p:cNvPr>
              <p:cNvSpPr/>
              <p:nvPr/>
            </p:nvSpPr>
            <p:spPr>
              <a:xfrm>
                <a:off x="27076118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8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4 w 179534"/>
                  <a:gd name="connsiteY18" fmla="*/ 0 h 299547"/>
                  <a:gd name="connsiteX19" fmla="*/ 179226 w 179534"/>
                  <a:gd name="connsiteY19" fmla="*/ 7836 h 299547"/>
                  <a:gd name="connsiteX20" fmla="*/ 179226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4" y="0"/>
                    </a:lnTo>
                    <a:cubicBezTo>
                      <a:pt x="177366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4" name="手繪多邊形: 圖案 133">
                <a:extLst>
                  <a:ext uri="{FF2B5EF4-FFF2-40B4-BE49-F238E27FC236}">
                    <a16:creationId xmlns:a16="http://schemas.microsoft.com/office/drawing/2014/main" id="{784B765F-BB8E-DFCF-5407-86D25D5A2B95}"/>
                  </a:ext>
                </a:extLst>
              </p:cNvPr>
              <p:cNvSpPr/>
              <p:nvPr/>
            </p:nvSpPr>
            <p:spPr>
              <a:xfrm>
                <a:off x="27456275" y="22537879"/>
                <a:ext cx="174264" cy="306177"/>
              </a:xfrm>
              <a:custGeom>
                <a:avLst/>
                <a:gdLst>
                  <a:gd name="connsiteX0" fmla="*/ 165583 w 174264"/>
                  <a:gd name="connsiteY0" fmla="*/ 154294 h 306177"/>
                  <a:gd name="connsiteX1" fmla="*/ 174264 w 174264"/>
                  <a:gd name="connsiteY1" fmla="*/ 161828 h 306177"/>
                  <a:gd name="connsiteX2" fmla="*/ 174264 w 174264"/>
                  <a:gd name="connsiteY2" fmla="*/ 241988 h 306177"/>
                  <a:gd name="connsiteX3" fmla="*/ 87442 w 174264"/>
                  <a:gd name="connsiteY3" fmla="*/ 306177 h 306177"/>
                  <a:gd name="connsiteX4" fmla="*/ 0 w 174264"/>
                  <a:gd name="connsiteY4" fmla="*/ 241988 h 306177"/>
                  <a:gd name="connsiteX5" fmla="*/ 0 w 174264"/>
                  <a:gd name="connsiteY5" fmla="*/ 64189 h 306177"/>
                  <a:gd name="connsiteX6" fmla="*/ 87442 w 174264"/>
                  <a:gd name="connsiteY6" fmla="*/ 0 h 306177"/>
                  <a:gd name="connsiteX7" fmla="*/ 174264 w 174264"/>
                  <a:gd name="connsiteY7" fmla="*/ 64189 h 306177"/>
                  <a:gd name="connsiteX8" fmla="*/ 174264 w 174264"/>
                  <a:gd name="connsiteY8" fmla="*/ 86791 h 306177"/>
                  <a:gd name="connsiteX9" fmla="*/ 166512 w 174264"/>
                  <a:gd name="connsiteY9" fmla="*/ 94626 h 306177"/>
                  <a:gd name="connsiteX10" fmla="*/ 142017 w 174264"/>
                  <a:gd name="connsiteY10" fmla="*/ 94626 h 306177"/>
                  <a:gd name="connsiteX11" fmla="*/ 133954 w 174264"/>
                  <a:gd name="connsiteY11" fmla="*/ 86791 h 306177"/>
                  <a:gd name="connsiteX12" fmla="*/ 133954 w 174264"/>
                  <a:gd name="connsiteY12" fmla="*/ 67805 h 306177"/>
                  <a:gd name="connsiteX13" fmla="*/ 87442 w 174264"/>
                  <a:gd name="connsiteY13" fmla="*/ 34355 h 306177"/>
                  <a:gd name="connsiteX14" fmla="*/ 41551 w 174264"/>
                  <a:gd name="connsiteY14" fmla="*/ 67805 h 306177"/>
                  <a:gd name="connsiteX15" fmla="*/ 41551 w 174264"/>
                  <a:gd name="connsiteY15" fmla="*/ 238674 h 306177"/>
                  <a:gd name="connsiteX16" fmla="*/ 87442 w 174264"/>
                  <a:gd name="connsiteY16" fmla="*/ 272124 h 306177"/>
                  <a:gd name="connsiteX17" fmla="*/ 133954 w 174264"/>
                  <a:gd name="connsiteY17" fmla="*/ 238975 h 306177"/>
                  <a:gd name="connsiteX18" fmla="*/ 133954 w 174264"/>
                  <a:gd name="connsiteY18" fmla="*/ 188649 h 306177"/>
                  <a:gd name="connsiteX19" fmla="*/ 91474 w 174264"/>
                  <a:gd name="connsiteY19" fmla="*/ 188649 h 306177"/>
                  <a:gd name="connsiteX20" fmla="*/ 83411 w 174264"/>
                  <a:gd name="connsiteY20" fmla="*/ 180813 h 306177"/>
                  <a:gd name="connsiteX21" fmla="*/ 83411 w 174264"/>
                  <a:gd name="connsiteY21" fmla="*/ 161828 h 306177"/>
                  <a:gd name="connsiteX22" fmla="*/ 91474 w 174264"/>
                  <a:gd name="connsiteY22" fmla="*/ 154294 h 306177"/>
                  <a:gd name="connsiteX23" fmla="*/ 165891 w 174264"/>
                  <a:gd name="connsiteY23" fmla="*/ 154294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4264" h="306177">
                    <a:moveTo>
                      <a:pt x="165583" y="154294"/>
                    </a:moveTo>
                    <a:cubicBezTo>
                      <a:pt x="171472" y="154294"/>
                      <a:pt x="174264" y="156404"/>
                      <a:pt x="174264" y="161828"/>
                    </a:cubicBezTo>
                    <a:lnTo>
                      <a:pt x="174264" y="241988"/>
                    </a:lnTo>
                    <a:cubicBezTo>
                      <a:pt x="174264" y="276343"/>
                      <a:pt x="154729" y="306177"/>
                      <a:pt x="87442" y="306177"/>
                    </a:cubicBezTo>
                    <a:cubicBezTo>
                      <a:pt x="20156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7442" y="0"/>
                    </a:cubicBezTo>
                    <a:cubicBezTo>
                      <a:pt x="155350" y="0"/>
                      <a:pt x="174264" y="29834"/>
                      <a:pt x="174264" y="64189"/>
                    </a:cubicBezTo>
                    <a:lnTo>
                      <a:pt x="174264" y="86791"/>
                    </a:lnTo>
                    <a:cubicBezTo>
                      <a:pt x="174264" y="92215"/>
                      <a:pt x="172093" y="94626"/>
                      <a:pt x="166512" y="94626"/>
                    </a:cubicBezTo>
                    <a:lnTo>
                      <a:pt x="142017" y="94626"/>
                    </a:lnTo>
                    <a:cubicBezTo>
                      <a:pt x="136125" y="94626"/>
                      <a:pt x="133954" y="91914"/>
                      <a:pt x="133954" y="86791"/>
                    </a:cubicBezTo>
                    <a:lnTo>
                      <a:pt x="133954" y="67805"/>
                    </a:lnTo>
                    <a:cubicBezTo>
                      <a:pt x="133954" y="47011"/>
                      <a:pt x="121240" y="34355"/>
                      <a:pt x="87442" y="34355"/>
                    </a:cubicBezTo>
                    <a:cubicBezTo>
                      <a:pt x="53643" y="34355"/>
                      <a:pt x="41551" y="47011"/>
                      <a:pt x="41551" y="67805"/>
                    </a:cubicBezTo>
                    <a:lnTo>
                      <a:pt x="41551" y="238674"/>
                    </a:lnTo>
                    <a:cubicBezTo>
                      <a:pt x="41551" y="258864"/>
                      <a:pt x="53643" y="272124"/>
                      <a:pt x="87442" y="272124"/>
                    </a:cubicBezTo>
                    <a:cubicBezTo>
                      <a:pt x="121240" y="272124"/>
                      <a:pt x="133954" y="259468"/>
                      <a:pt x="133954" y="238975"/>
                    </a:cubicBezTo>
                    <a:lnTo>
                      <a:pt x="133954" y="188649"/>
                    </a:lnTo>
                    <a:lnTo>
                      <a:pt x="91474" y="188649"/>
                    </a:lnTo>
                    <a:cubicBezTo>
                      <a:pt x="85892" y="188649"/>
                      <a:pt x="83411" y="186539"/>
                      <a:pt x="83411" y="180813"/>
                    </a:cubicBezTo>
                    <a:lnTo>
                      <a:pt x="83411" y="161828"/>
                    </a:lnTo>
                    <a:cubicBezTo>
                      <a:pt x="83411" y="156404"/>
                      <a:pt x="86201" y="154294"/>
                      <a:pt x="91474" y="154294"/>
                    </a:cubicBezTo>
                    <a:lnTo>
                      <a:pt x="165891" y="15429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5" name="手繪多邊形: 圖案 134">
                <a:extLst>
                  <a:ext uri="{FF2B5EF4-FFF2-40B4-BE49-F238E27FC236}">
                    <a16:creationId xmlns:a16="http://schemas.microsoft.com/office/drawing/2014/main" id="{748846A8-CADB-938E-3D32-00924CFED504}"/>
                  </a:ext>
                </a:extLst>
              </p:cNvPr>
              <p:cNvSpPr/>
              <p:nvPr/>
            </p:nvSpPr>
            <p:spPr>
              <a:xfrm>
                <a:off x="28051316" y="22540893"/>
                <a:ext cx="178890" cy="299547"/>
              </a:xfrm>
              <a:custGeom>
                <a:avLst/>
                <a:gdLst>
                  <a:gd name="connsiteX0" fmla="*/ 87132 w 178890"/>
                  <a:gd name="connsiteY0" fmla="*/ 302 h 299547"/>
                  <a:gd name="connsiteX1" fmla="*/ 176435 w 178890"/>
                  <a:gd name="connsiteY1" fmla="*/ 64490 h 299547"/>
                  <a:gd name="connsiteX2" fmla="*/ 176435 w 178890"/>
                  <a:gd name="connsiteY2" fmla="*/ 116926 h 299547"/>
                  <a:gd name="connsiteX3" fmla="*/ 132094 w 178890"/>
                  <a:gd name="connsiteY3" fmla="*/ 174485 h 299547"/>
                  <a:gd name="connsiteX4" fmla="*/ 178295 w 178890"/>
                  <a:gd name="connsiteY4" fmla="*/ 291110 h 299547"/>
                  <a:gd name="connsiteX5" fmla="*/ 170543 w 178890"/>
                  <a:gd name="connsiteY5" fmla="*/ 299547 h 299547"/>
                  <a:gd name="connsiteX6" fmla="*/ 142325 w 178890"/>
                  <a:gd name="connsiteY6" fmla="*/ 299547 h 299547"/>
                  <a:gd name="connsiteX7" fmla="*/ 133333 w 178890"/>
                  <a:gd name="connsiteY7" fmla="*/ 291110 h 299547"/>
                  <a:gd name="connsiteX8" fmla="*/ 90232 w 178890"/>
                  <a:gd name="connsiteY8" fmla="*/ 180211 h 299547"/>
                  <a:gd name="connsiteX9" fmla="*/ 40931 w 178890"/>
                  <a:gd name="connsiteY9" fmla="*/ 180211 h 299547"/>
                  <a:gd name="connsiteX10" fmla="*/ 40931 w 178890"/>
                  <a:gd name="connsiteY10" fmla="*/ 291110 h 299547"/>
                  <a:gd name="connsiteX11" fmla="*/ 33179 w 178890"/>
                  <a:gd name="connsiteY11" fmla="*/ 299547 h 299547"/>
                  <a:gd name="connsiteX12" fmla="*/ 7752 w 178890"/>
                  <a:gd name="connsiteY12" fmla="*/ 299547 h 299547"/>
                  <a:gd name="connsiteX13" fmla="*/ 0 w 178890"/>
                  <a:gd name="connsiteY13" fmla="*/ 291110 h 299547"/>
                  <a:gd name="connsiteX14" fmla="*/ 0 w 178890"/>
                  <a:gd name="connsiteY14" fmla="*/ 59969 h 299547"/>
                  <a:gd name="connsiteX15" fmla="*/ 61705 w 178890"/>
                  <a:gd name="connsiteY15" fmla="*/ 0 h 299547"/>
                  <a:gd name="connsiteX16" fmla="*/ 87132 w 178890"/>
                  <a:gd name="connsiteY16" fmla="*/ 0 h 299547"/>
                  <a:gd name="connsiteX17" fmla="*/ 40931 w 178890"/>
                  <a:gd name="connsiteY17" fmla="*/ 60873 h 299547"/>
                  <a:gd name="connsiteX18" fmla="*/ 40931 w 178890"/>
                  <a:gd name="connsiteY18" fmla="*/ 146158 h 299547"/>
                  <a:gd name="connsiteX19" fmla="*/ 87132 w 178890"/>
                  <a:gd name="connsiteY19" fmla="*/ 146158 h 299547"/>
                  <a:gd name="connsiteX20" fmla="*/ 135504 w 178890"/>
                  <a:gd name="connsiteY20" fmla="*/ 112707 h 299547"/>
                  <a:gd name="connsiteX21" fmla="*/ 135504 w 178890"/>
                  <a:gd name="connsiteY21" fmla="*/ 68709 h 299547"/>
                  <a:gd name="connsiteX22" fmla="*/ 87132 w 178890"/>
                  <a:gd name="connsiteY22" fmla="*/ 34957 h 299547"/>
                  <a:gd name="connsiteX23" fmla="*/ 67907 w 178890"/>
                  <a:gd name="connsiteY23" fmla="*/ 34957 h 299547"/>
                  <a:gd name="connsiteX24" fmla="*/ 40931 w 178890"/>
                  <a:gd name="connsiteY24" fmla="*/ 61175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890" h="299547">
                    <a:moveTo>
                      <a:pt x="87132" y="302"/>
                    </a:moveTo>
                    <a:cubicBezTo>
                      <a:pt x="154729" y="302"/>
                      <a:pt x="176435" y="30136"/>
                      <a:pt x="176435" y="64490"/>
                    </a:cubicBezTo>
                    <a:lnTo>
                      <a:pt x="176435" y="116926"/>
                    </a:lnTo>
                    <a:cubicBezTo>
                      <a:pt x="176435" y="141938"/>
                      <a:pt x="164652" y="164540"/>
                      <a:pt x="132094" y="174485"/>
                    </a:cubicBezTo>
                    <a:lnTo>
                      <a:pt x="178295" y="291110"/>
                    </a:lnTo>
                    <a:cubicBezTo>
                      <a:pt x="180466" y="296534"/>
                      <a:pt x="176435" y="299547"/>
                      <a:pt x="170543" y="299547"/>
                    </a:cubicBezTo>
                    <a:lnTo>
                      <a:pt x="142325" y="299547"/>
                    </a:lnTo>
                    <a:cubicBezTo>
                      <a:pt x="136744" y="299547"/>
                      <a:pt x="135504" y="296534"/>
                      <a:pt x="133333" y="291110"/>
                    </a:cubicBezTo>
                    <a:lnTo>
                      <a:pt x="90232" y="180211"/>
                    </a:lnTo>
                    <a:lnTo>
                      <a:pt x="40931" y="180211"/>
                    </a:lnTo>
                    <a:lnTo>
                      <a:pt x="40931" y="291110"/>
                    </a:lnTo>
                    <a:cubicBezTo>
                      <a:pt x="40931" y="296835"/>
                      <a:pt x="39070" y="299547"/>
                      <a:pt x="3317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69"/>
                    </a:lnTo>
                    <a:cubicBezTo>
                      <a:pt x="0" y="26820"/>
                      <a:pt x="27597" y="0"/>
                      <a:pt x="61705" y="0"/>
                    </a:cubicBezTo>
                    <a:lnTo>
                      <a:pt x="87132" y="0"/>
                    </a:lnTo>
                    <a:close/>
                    <a:moveTo>
                      <a:pt x="40931" y="60873"/>
                    </a:moveTo>
                    <a:lnTo>
                      <a:pt x="40931" y="146158"/>
                    </a:lnTo>
                    <a:lnTo>
                      <a:pt x="87132" y="146158"/>
                    </a:lnTo>
                    <a:cubicBezTo>
                      <a:pt x="121240" y="146158"/>
                      <a:pt x="135504" y="133500"/>
                      <a:pt x="135504" y="112707"/>
                    </a:cubicBezTo>
                    <a:lnTo>
                      <a:pt x="135504" y="68709"/>
                    </a:lnTo>
                    <a:cubicBezTo>
                      <a:pt x="135504" y="47915"/>
                      <a:pt x="120931" y="34957"/>
                      <a:pt x="87132" y="34957"/>
                    </a:cubicBezTo>
                    <a:lnTo>
                      <a:pt x="67907" y="34957"/>
                    </a:lnTo>
                    <a:cubicBezTo>
                      <a:pt x="53024" y="34957"/>
                      <a:pt x="40931" y="46710"/>
                      <a:pt x="40931" y="61175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6" name="手繪多邊形: 圖案 135">
                <a:extLst>
                  <a:ext uri="{FF2B5EF4-FFF2-40B4-BE49-F238E27FC236}">
                    <a16:creationId xmlns:a16="http://schemas.microsoft.com/office/drawing/2014/main" id="{A7EBF7F9-21CF-A30C-C3D5-2A65D6AF8DD0}"/>
                  </a:ext>
                </a:extLst>
              </p:cNvPr>
              <p:cNvSpPr/>
              <p:nvPr/>
            </p:nvSpPr>
            <p:spPr>
              <a:xfrm>
                <a:off x="28424339" y="22540893"/>
                <a:ext cx="152870" cy="298643"/>
              </a:xfrm>
              <a:custGeom>
                <a:avLst/>
                <a:gdLst>
                  <a:gd name="connsiteX0" fmla="*/ 0 w 152870"/>
                  <a:gd name="connsiteY0" fmla="*/ 239578 h 298643"/>
                  <a:gd name="connsiteX1" fmla="*/ 0 w 152870"/>
                  <a:gd name="connsiteY1" fmla="*/ 59969 h 298643"/>
                  <a:gd name="connsiteX2" fmla="*/ 61707 w 152870"/>
                  <a:gd name="connsiteY2" fmla="*/ 0 h 298643"/>
                  <a:gd name="connsiteX3" fmla="*/ 140156 w 152870"/>
                  <a:gd name="connsiteY3" fmla="*/ 0 h 298643"/>
                  <a:gd name="connsiteX4" fmla="*/ 148218 w 152870"/>
                  <a:gd name="connsiteY4" fmla="*/ 7836 h 298643"/>
                  <a:gd name="connsiteX5" fmla="*/ 148218 w 152870"/>
                  <a:gd name="connsiteY5" fmla="*/ 26218 h 298643"/>
                  <a:gd name="connsiteX6" fmla="*/ 140156 w 152870"/>
                  <a:gd name="connsiteY6" fmla="*/ 34053 h 298643"/>
                  <a:gd name="connsiteX7" fmla="*/ 68528 w 152870"/>
                  <a:gd name="connsiteY7" fmla="*/ 34053 h 298643"/>
                  <a:gd name="connsiteX8" fmla="*/ 41551 w 152870"/>
                  <a:gd name="connsiteY8" fmla="*/ 60271 h 298643"/>
                  <a:gd name="connsiteX9" fmla="*/ 41551 w 152870"/>
                  <a:gd name="connsiteY9" fmla="*/ 125966 h 298643"/>
                  <a:gd name="connsiteX10" fmla="*/ 133644 w 152870"/>
                  <a:gd name="connsiteY10" fmla="*/ 125966 h 298643"/>
                  <a:gd name="connsiteX11" fmla="*/ 142327 w 152870"/>
                  <a:gd name="connsiteY11" fmla="*/ 133802 h 298643"/>
                  <a:gd name="connsiteX12" fmla="*/ 142327 w 152870"/>
                  <a:gd name="connsiteY12" fmla="*/ 151280 h 298643"/>
                  <a:gd name="connsiteX13" fmla="*/ 133644 w 152870"/>
                  <a:gd name="connsiteY13" fmla="*/ 159116 h 298643"/>
                  <a:gd name="connsiteX14" fmla="*/ 41551 w 152870"/>
                  <a:gd name="connsiteY14" fmla="*/ 159116 h 298643"/>
                  <a:gd name="connsiteX15" fmla="*/ 41551 w 152870"/>
                  <a:gd name="connsiteY15" fmla="*/ 238071 h 298643"/>
                  <a:gd name="connsiteX16" fmla="*/ 68528 w 152870"/>
                  <a:gd name="connsiteY16" fmla="*/ 264288 h 298643"/>
                  <a:gd name="connsiteX17" fmla="*/ 144808 w 152870"/>
                  <a:gd name="connsiteY17" fmla="*/ 264288 h 298643"/>
                  <a:gd name="connsiteX18" fmla="*/ 152870 w 152870"/>
                  <a:gd name="connsiteY18" fmla="*/ 271822 h 298643"/>
                  <a:gd name="connsiteX19" fmla="*/ 152870 w 152870"/>
                  <a:gd name="connsiteY19" fmla="*/ 290808 h 298643"/>
                  <a:gd name="connsiteX20" fmla="*/ 144808 w 152870"/>
                  <a:gd name="connsiteY20" fmla="*/ 298643 h 298643"/>
                  <a:gd name="connsiteX21" fmla="*/ 62016 w 152870"/>
                  <a:gd name="connsiteY21" fmla="*/ 298643 h 298643"/>
                  <a:gd name="connsiteX22" fmla="*/ 310 w 152870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70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7" y="0"/>
                      <a:pt x="61707" y="0"/>
                    </a:cubicBezTo>
                    <a:lnTo>
                      <a:pt x="140156" y="0"/>
                    </a:lnTo>
                    <a:cubicBezTo>
                      <a:pt x="146048" y="0"/>
                      <a:pt x="148218" y="2110"/>
                      <a:pt x="148218" y="7836"/>
                    </a:cubicBezTo>
                    <a:lnTo>
                      <a:pt x="148218" y="26218"/>
                    </a:lnTo>
                    <a:cubicBezTo>
                      <a:pt x="148218" y="31944"/>
                      <a:pt x="146048" y="34053"/>
                      <a:pt x="140156" y="34053"/>
                    </a:cubicBezTo>
                    <a:lnTo>
                      <a:pt x="68528" y="34053"/>
                    </a:lnTo>
                    <a:cubicBezTo>
                      <a:pt x="53645" y="34053"/>
                      <a:pt x="41551" y="45806"/>
                      <a:pt x="41551" y="60271"/>
                    </a:cubicBezTo>
                    <a:lnTo>
                      <a:pt x="41551" y="125966"/>
                    </a:lnTo>
                    <a:lnTo>
                      <a:pt x="133644" y="125966"/>
                    </a:lnTo>
                    <a:cubicBezTo>
                      <a:pt x="139535" y="125966"/>
                      <a:pt x="142327" y="128076"/>
                      <a:pt x="142327" y="133802"/>
                    </a:cubicBezTo>
                    <a:lnTo>
                      <a:pt x="142327" y="151280"/>
                    </a:lnTo>
                    <a:cubicBezTo>
                      <a:pt x="142327" y="156705"/>
                      <a:pt x="139535" y="159116"/>
                      <a:pt x="133644" y="159116"/>
                    </a:cubicBezTo>
                    <a:lnTo>
                      <a:pt x="41551" y="159116"/>
                    </a:lnTo>
                    <a:lnTo>
                      <a:pt x="41551" y="238071"/>
                    </a:lnTo>
                    <a:cubicBezTo>
                      <a:pt x="41551" y="252536"/>
                      <a:pt x="53645" y="264288"/>
                      <a:pt x="68528" y="264288"/>
                    </a:cubicBezTo>
                    <a:lnTo>
                      <a:pt x="144808" y="264288"/>
                    </a:lnTo>
                    <a:cubicBezTo>
                      <a:pt x="150389" y="264288"/>
                      <a:pt x="152870" y="266097"/>
                      <a:pt x="152870" y="271822"/>
                    </a:cubicBezTo>
                    <a:lnTo>
                      <a:pt x="152870" y="290808"/>
                    </a:lnTo>
                    <a:cubicBezTo>
                      <a:pt x="152870" y="296534"/>
                      <a:pt x="150079" y="298643"/>
                      <a:pt x="144808" y="298643"/>
                    </a:cubicBezTo>
                    <a:lnTo>
                      <a:pt x="62016" y="298643"/>
                    </a:lnTo>
                    <a:cubicBezTo>
                      <a:pt x="27908" y="298643"/>
                      <a:pt x="310" y="271822"/>
                      <a:pt x="310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7" name="手繪多邊形: 圖案 136">
                <a:extLst>
                  <a:ext uri="{FF2B5EF4-FFF2-40B4-BE49-F238E27FC236}">
                    <a16:creationId xmlns:a16="http://schemas.microsoft.com/office/drawing/2014/main" id="{9EC0A451-29B8-3629-2FF4-B743EA2EB65D}"/>
                  </a:ext>
                </a:extLst>
              </p:cNvPr>
              <p:cNvSpPr/>
              <p:nvPr/>
            </p:nvSpPr>
            <p:spPr>
              <a:xfrm>
                <a:off x="29753648" y="22540893"/>
                <a:ext cx="152868" cy="298643"/>
              </a:xfrm>
              <a:custGeom>
                <a:avLst/>
                <a:gdLst>
                  <a:gd name="connsiteX0" fmla="*/ 0 w 152868"/>
                  <a:gd name="connsiteY0" fmla="*/ 239578 h 298643"/>
                  <a:gd name="connsiteX1" fmla="*/ 0 w 152868"/>
                  <a:gd name="connsiteY1" fmla="*/ 59969 h 298643"/>
                  <a:gd name="connsiteX2" fmla="*/ 61705 w 152868"/>
                  <a:gd name="connsiteY2" fmla="*/ 0 h 298643"/>
                  <a:gd name="connsiteX3" fmla="*/ 140154 w 152868"/>
                  <a:gd name="connsiteY3" fmla="*/ 0 h 298643"/>
                  <a:gd name="connsiteX4" fmla="*/ 148217 w 152868"/>
                  <a:gd name="connsiteY4" fmla="*/ 7836 h 298643"/>
                  <a:gd name="connsiteX5" fmla="*/ 148217 w 152868"/>
                  <a:gd name="connsiteY5" fmla="*/ 26218 h 298643"/>
                  <a:gd name="connsiteX6" fmla="*/ 140154 w 152868"/>
                  <a:gd name="connsiteY6" fmla="*/ 34053 h 298643"/>
                  <a:gd name="connsiteX7" fmla="*/ 68526 w 152868"/>
                  <a:gd name="connsiteY7" fmla="*/ 34053 h 298643"/>
                  <a:gd name="connsiteX8" fmla="*/ 41549 w 152868"/>
                  <a:gd name="connsiteY8" fmla="*/ 60271 h 298643"/>
                  <a:gd name="connsiteX9" fmla="*/ 41549 w 152868"/>
                  <a:gd name="connsiteY9" fmla="*/ 125966 h 298643"/>
                  <a:gd name="connsiteX10" fmla="*/ 133644 w 152868"/>
                  <a:gd name="connsiteY10" fmla="*/ 125966 h 298643"/>
                  <a:gd name="connsiteX11" fmla="*/ 142325 w 152868"/>
                  <a:gd name="connsiteY11" fmla="*/ 133802 h 298643"/>
                  <a:gd name="connsiteX12" fmla="*/ 142325 w 152868"/>
                  <a:gd name="connsiteY12" fmla="*/ 151280 h 298643"/>
                  <a:gd name="connsiteX13" fmla="*/ 133644 w 152868"/>
                  <a:gd name="connsiteY13" fmla="*/ 159116 h 298643"/>
                  <a:gd name="connsiteX14" fmla="*/ 41549 w 152868"/>
                  <a:gd name="connsiteY14" fmla="*/ 159116 h 298643"/>
                  <a:gd name="connsiteX15" fmla="*/ 41549 w 152868"/>
                  <a:gd name="connsiteY15" fmla="*/ 238071 h 298643"/>
                  <a:gd name="connsiteX16" fmla="*/ 68526 w 152868"/>
                  <a:gd name="connsiteY16" fmla="*/ 264288 h 298643"/>
                  <a:gd name="connsiteX17" fmla="*/ 144806 w 152868"/>
                  <a:gd name="connsiteY17" fmla="*/ 264288 h 298643"/>
                  <a:gd name="connsiteX18" fmla="*/ 152869 w 152868"/>
                  <a:gd name="connsiteY18" fmla="*/ 271822 h 298643"/>
                  <a:gd name="connsiteX19" fmla="*/ 152869 w 152868"/>
                  <a:gd name="connsiteY19" fmla="*/ 290808 h 298643"/>
                  <a:gd name="connsiteX20" fmla="*/ 144806 w 152868"/>
                  <a:gd name="connsiteY20" fmla="*/ 298643 h 298643"/>
                  <a:gd name="connsiteX21" fmla="*/ 62016 w 152868"/>
                  <a:gd name="connsiteY21" fmla="*/ 298643 h 298643"/>
                  <a:gd name="connsiteX22" fmla="*/ 308 w 152868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68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6" y="0"/>
                      <a:pt x="61705" y="0"/>
                    </a:cubicBezTo>
                    <a:lnTo>
                      <a:pt x="140154" y="0"/>
                    </a:lnTo>
                    <a:cubicBezTo>
                      <a:pt x="146046" y="0"/>
                      <a:pt x="148217" y="2110"/>
                      <a:pt x="148217" y="7836"/>
                    </a:cubicBezTo>
                    <a:lnTo>
                      <a:pt x="148217" y="26218"/>
                    </a:lnTo>
                    <a:cubicBezTo>
                      <a:pt x="148217" y="31944"/>
                      <a:pt x="146046" y="34053"/>
                      <a:pt x="140154" y="34053"/>
                    </a:cubicBezTo>
                    <a:lnTo>
                      <a:pt x="68526" y="34053"/>
                    </a:lnTo>
                    <a:cubicBezTo>
                      <a:pt x="53643" y="34053"/>
                      <a:pt x="41549" y="45806"/>
                      <a:pt x="41549" y="60271"/>
                    </a:cubicBezTo>
                    <a:lnTo>
                      <a:pt x="41549" y="125966"/>
                    </a:lnTo>
                    <a:lnTo>
                      <a:pt x="133644" y="125966"/>
                    </a:lnTo>
                    <a:cubicBezTo>
                      <a:pt x="139535" y="125966"/>
                      <a:pt x="142325" y="128076"/>
                      <a:pt x="142325" y="133802"/>
                    </a:cubicBezTo>
                    <a:lnTo>
                      <a:pt x="142325" y="151280"/>
                    </a:lnTo>
                    <a:cubicBezTo>
                      <a:pt x="142325" y="156705"/>
                      <a:pt x="139535" y="159116"/>
                      <a:pt x="133644" y="159116"/>
                    </a:cubicBezTo>
                    <a:lnTo>
                      <a:pt x="41549" y="159116"/>
                    </a:lnTo>
                    <a:lnTo>
                      <a:pt x="41549" y="238071"/>
                    </a:lnTo>
                    <a:cubicBezTo>
                      <a:pt x="41549" y="252536"/>
                      <a:pt x="53643" y="264288"/>
                      <a:pt x="68526" y="264288"/>
                    </a:cubicBezTo>
                    <a:lnTo>
                      <a:pt x="144806" y="264288"/>
                    </a:lnTo>
                    <a:cubicBezTo>
                      <a:pt x="150387" y="264288"/>
                      <a:pt x="152869" y="266097"/>
                      <a:pt x="152869" y="271822"/>
                    </a:cubicBezTo>
                    <a:lnTo>
                      <a:pt x="152869" y="290808"/>
                    </a:lnTo>
                    <a:cubicBezTo>
                      <a:pt x="152869" y="296534"/>
                      <a:pt x="150077" y="298643"/>
                      <a:pt x="144806" y="298643"/>
                    </a:cubicBezTo>
                    <a:lnTo>
                      <a:pt x="62016" y="298643"/>
                    </a:lnTo>
                    <a:cubicBezTo>
                      <a:pt x="27906" y="298643"/>
                      <a:pt x="308" y="271822"/>
                      <a:pt x="308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8" name="手繪多邊形: 圖案 137">
                <a:extLst>
                  <a:ext uri="{FF2B5EF4-FFF2-40B4-BE49-F238E27FC236}">
                    <a16:creationId xmlns:a16="http://schemas.microsoft.com/office/drawing/2014/main" id="{65115382-D371-F0CF-FDFA-22C9526B1BDA}"/>
                  </a:ext>
                </a:extLst>
              </p:cNvPr>
              <p:cNvSpPr/>
              <p:nvPr/>
            </p:nvSpPr>
            <p:spPr>
              <a:xfrm>
                <a:off x="28766667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4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7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4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7" y="0"/>
                    </a:lnTo>
                    <a:cubicBezTo>
                      <a:pt x="35658" y="0"/>
                      <a:pt x="37518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9" name="手繪多邊形: 圖案 138">
                <a:extLst>
                  <a:ext uri="{FF2B5EF4-FFF2-40B4-BE49-F238E27FC236}">
                    <a16:creationId xmlns:a16="http://schemas.microsoft.com/office/drawing/2014/main" id="{F0590E75-702D-99AD-7C1E-36E718463BC9}"/>
                  </a:ext>
                </a:extLst>
              </p:cNvPr>
              <p:cNvSpPr/>
              <p:nvPr/>
            </p:nvSpPr>
            <p:spPr>
              <a:xfrm>
                <a:off x="29374420" y="22540893"/>
                <a:ext cx="178915" cy="299547"/>
              </a:xfrm>
              <a:custGeom>
                <a:avLst/>
                <a:gdLst>
                  <a:gd name="connsiteX0" fmla="*/ 6823 w 178915"/>
                  <a:gd name="connsiteY0" fmla="*/ 299547 h 299547"/>
                  <a:gd name="connsiteX1" fmla="*/ 0 w 178915"/>
                  <a:gd name="connsiteY1" fmla="*/ 291110 h 299547"/>
                  <a:gd name="connsiteX2" fmla="*/ 0 w 178915"/>
                  <a:gd name="connsiteY2" fmla="*/ 8438 h 299547"/>
                  <a:gd name="connsiteX3" fmla="*/ 7752 w 178915"/>
                  <a:gd name="connsiteY3" fmla="*/ 0 h 299547"/>
                  <a:gd name="connsiteX4" fmla="*/ 89303 w 178915"/>
                  <a:gd name="connsiteY4" fmla="*/ 0 h 299547"/>
                  <a:gd name="connsiteX5" fmla="*/ 178916 w 178915"/>
                  <a:gd name="connsiteY5" fmla="*/ 64189 h 299547"/>
                  <a:gd name="connsiteX6" fmla="*/ 178916 w 178915"/>
                  <a:gd name="connsiteY6" fmla="*/ 235057 h 299547"/>
                  <a:gd name="connsiteX7" fmla="*/ 89303 w 178915"/>
                  <a:gd name="connsiteY7" fmla="*/ 299246 h 299547"/>
                  <a:gd name="connsiteX8" fmla="*/ 6823 w 178915"/>
                  <a:gd name="connsiteY8" fmla="*/ 299246 h 299547"/>
                  <a:gd name="connsiteX9" fmla="*/ 41241 w 178915"/>
                  <a:gd name="connsiteY9" fmla="*/ 34656 h 299547"/>
                  <a:gd name="connsiteX10" fmla="*/ 41241 w 178915"/>
                  <a:gd name="connsiteY10" fmla="*/ 265193 h 299547"/>
                  <a:gd name="connsiteX11" fmla="*/ 88682 w 178915"/>
                  <a:gd name="connsiteY11" fmla="*/ 265193 h 299547"/>
                  <a:gd name="connsiteX12" fmla="*/ 137675 w 178915"/>
                  <a:gd name="connsiteY12" fmla="*/ 230838 h 299547"/>
                  <a:gd name="connsiteX13" fmla="*/ 137675 w 178915"/>
                  <a:gd name="connsiteY13" fmla="*/ 68709 h 299547"/>
                  <a:gd name="connsiteX14" fmla="*/ 88682 w 178915"/>
                  <a:gd name="connsiteY14" fmla="*/ 34354 h 299547"/>
                  <a:gd name="connsiteX15" fmla="*/ 41241 w 178915"/>
                  <a:gd name="connsiteY15" fmla="*/ 34354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8915" h="299547">
                    <a:moveTo>
                      <a:pt x="6823" y="299547"/>
                    </a:moveTo>
                    <a:cubicBezTo>
                      <a:pt x="1860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7752" y="0"/>
                    </a:cubicBezTo>
                    <a:lnTo>
                      <a:pt x="89303" y="0"/>
                    </a:lnTo>
                    <a:cubicBezTo>
                      <a:pt x="156900" y="0"/>
                      <a:pt x="178916" y="29834"/>
                      <a:pt x="178916" y="64189"/>
                    </a:cubicBezTo>
                    <a:lnTo>
                      <a:pt x="178916" y="235057"/>
                    </a:lnTo>
                    <a:cubicBezTo>
                      <a:pt x="178916" y="269412"/>
                      <a:pt x="156589" y="299246"/>
                      <a:pt x="89303" y="299246"/>
                    </a:cubicBezTo>
                    <a:lnTo>
                      <a:pt x="6823" y="299246"/>
                    </a:lnTo>
                    <a:close/>
                    <a:moveTo>
                      <a:pt x="41241" y="34656"/>
                    </a:moveTo>
                    <a:lnTo>
                      <a:pt x="41241" y="265193"/>
                    </a:lnTo>
                    <a:lnTo>
                      <a:pt x="88682" y="265193"/>
                    </a:lnTo>
                    <a:cubicBezTo>
                      <a:pt x="123102" y="265193"/>
                      <a:pt x="137675" y="251933"/>
                      <a:pt x="137675" y="230838"/>
                    </a:cubicBezTo>
                    <a:lnTo>
                      <a:pt x="137675" y="68709"/>
                    </a:lnTo>
                    <a:cubicBezTo>
                      <a:pt x="137675" y="47614"/>
                      <a:pt x="123102" y="34354"/>
                      <a:pt x="88682" y="34354"/>
                    </a:cubicBezTo>
                    <a:lnTo>
                      <a:pt x="41241" y="3435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0" name="手繪多邊形: 圖案 139">
                <a:extLst>
                  <a:ext uri="{FF2B5EF4-FFF2-40B4-BE49-F238E27FC236}">
                    <a16:creationId xmlns:a16="http://schemas.microsoft.com/office/drawing/2014/main" id="{01995069-5970-7ADA-EA92-6B6BE8C8555D}"/>
                  </a:ext>
                </a:extLst>
              </p:cNvPr>
              <p:cNvSpPr/>
              <p:nvPr/>
            </p:nvSpPr>
            <p:spPr>
              <a:xfrm>
                <a:off x="30095974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58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EC20F506-AF63-B7EE-8855-EB4EAA08526C}"/>
                  </a:ext>
                </a:extLst>
              </p:cNvPr>
              <p:cNvSpPr/>
              <p:nvPr/>
            </p:nvSpPr>
            <p:spPr>
              <a:xfrm>
                <a:off x="30455354" y="22541194"/>
                <a:ext cx="177986" cy="299245"/>
              </a:xfrm>
              <a:custGeom>
                <a:avLst/>
                <a:gdLst>
                  <a:gd name="connsiteX0" fmla="*/ 169924 w 177986"/>
                  <a:gd name="connsiteY0" fmla="*/ 0 h 299245"/>
                  <a:gd name="connsiteX1" fmla="*/ 177987 w 177986"/>
                  <a:gd name="connsiteY1" fmla="*/ 7835 h 299245"/>
                  <a:gd name="connsiteX2" fmla="*/ 177987 w 177986"/>
                  <a:gd name="connsiteY2" fmla="*/ 26218 h 299245"/>
                  <a:gd name="connsiteX3" fmla="*/ 169924 w 177986"/>
                  <a:gd name="connsiteY3" fmla="*/ 34052 h 299245"/>
                  <a:gd name="connsiteX4" fmla="*/ 109769 w 177986"/>
                  <a:gd name="connsiteY4" fmla="*/ 34052 h 299245"/>
                  <a:gd name="connsiteX5" fmla="*/ 109769 w 177986"/>
                  <a:gd name="connsiteY5" fmla="*/ 290808 h 299245"/>
                  <a:gd name="connsiteX6" fmla="*/ 102017 w 177986"/>
                  <a:gd name="connsiteY6" fmla="*/ 299246 h 299245"/>
                  <a:gd name="connsiteX7" fmla="*/ 76280 w 177986"/>
                  <a:gd name="connsiteY7" fmla="*/ 299246 h 299245"/>
                  <a:gd name="connsiteX8" fmla="*/ 68218 w 177986"/>
                  <a:gd name="connsiteY8" fmla="*/ 290808 h 299245"/>
                  <a:gd name="connsiteX9" fmla="*/ 68218 w 177986"/>
                  <a:gd name="connsiteY9" fmla="*/ 34052 h 299245"/>
                  <a:gd name="connsiteX10" fmla="*/ 8062 w 177986"/>
                  <a:gd name="connsiteY10" fmla="*/ 34052 h 299245"/>
                  <a:gd name="connsiteX11" fmla="*/ 0 w 177986"/>
                  <a:gd name="connsiteY11" fmla="*/ 26218 h 299245"/>
                  <a:gd name="connsiteX12" fmla="*/ 0 w 177986"/>
                  <a:gd name="connsiteY12" fmla="*/ 7835 h 299245"/>
                  <a:gd name="connsiteX13" fmla="*/ 8062 w 177986"/>
                  <a:gd name="connsiteY13" fmla="*/ 0 h 299245"/>
                  <a:gd name="connsiteX14" fmla="*/ 170235 w 177986"/>
                  <a:gd name="connsiteY14" fmla="*/ 0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7986" h="299245">
                    <a:moveTo>
                      <a:pt x="169924" y="0"/>
                    </a:moveTo>
                    <a:cubicBezTo>
                      <a:pt x="175506" y="0"/>
                      <a:pt x="177987" y="2109"/>
                      <a:pt x="177987" y="7835"/>
                    </a:cubicBezTo>
                    <a:lnTo>
                      <a:pt x="177987" y="26218"/>
                    </a:lnTo>
                    <a:cubicBezTo>
                      <a:pt x="177987" y="31944"/>
                      <a:pt x="175195" y="34052"/>
                      <a:pt x="169924" y="34052"/>
                    </a:cubicBezTo>
                    <a:lnTo>
                      <a:pt x="109769" y="34052"/>
                    </a:lnTo>
                    <a:lnTo>
                      <a:pt x="109769" y="290808"/>
                    </a:lnTo>
                    <a:cubicBezTo>
                      <a:pt x="109769" y="296534"/>
                      <a:pt x="107598" y="299246"/>
                      <a:pt x="102017" y="299246"/>
                    </a:cubicBezTo>
                    <a:lnTo>
                      <a:pt x="76280" y="299246"/>
                    </a:lnTo>
                    <a:cubicBezTo>
                      <a:pt x="70388" y="299246"/>
                      <a:pt x="68218" y="296534"/>
                      <a:pt x="68218" y="290808"/>
                    </a:cubicBezTo>
                    <a:lnTo>
                      <a:pt x="68218" y="34052"/>
                    </a:lnTo>
                    <a:lnTo>
                      <a:pt x="8062" y="34052"/>
                    </a:lnTo>
                    <a:cubicBezTo>
                      <a:pt x="2171" y="34052"/>
                      <a:pt x="0" y="31944"/>
                      <a:pt x="0" y="26218"/>
                    </a:cubicBezTo>
                    <a:lnTo>
                      <a:pt x="0" y="7835"/>
                    </a:lnTo>
                    <a:cubicBezTo>
                      <a:pt x="0" y="2109"/>
                      <a:pt x="2171" y="0"/>
                      <a:pt x="8062" y="0"/>
                    </a:cubicBezTo>
                    <a:lnTo>
                      <a:pt x="170235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DE854A00-5CE8-17AA-2BD0-5B5747735735}"/>
                  </a:ext>
                </a:extLst>
              </p:cNvPr>
              <p:cNvSpPr/>
              <p:nvPr/>
            </p:nvSpPr>
            <p:spPr>
              <a:xfrm>
                <a:off x="30768633" y="22541194"/>
                <a:ext cx="199368" cy="299245"/>
              </a:xfrm>
              <a:custGeom>
                <a:avLst/>
                <a:gdLst>
                  <a:gd name="connsiteX0" fmla="*/ 112771 w 199368"/>
                  <a:gd name="connsiteY0" fmla="*/ 0 h 299245"/>
                  <a:gd name="connsiteX1" fmla="*/ 123312 w 199368"/>
                  <a:gd name="connsiteY1" fmla="*/ 7835 h 299245"/>
                  <a:gd name="connsiteX2" fmla="*/ 198971 w 199368"/>
                  <a:gd name="connsiteY2" fmla="*/ 291410 h 299245"/>
                  <a:gd name="connsiteX3" fmla="*/ 192770 w 199368"/>
                  <a:gd name="connsiteY3" fmla="*/ 299246 h 299245"/>
                  <a:gd name="connsiteX4" fmla="*/ 167034 w 199368"/>
                  <a:gd name="connsiteY4" fmla="*/ 299246 h 299245"/>
                  <a:gd name="connsiteX5" fmla="*/ 157422 w 199368"/>
                  <a:gd name="connsiteY5" fmla="*/ 291410 h 299245"/>
                  <a:gd name="connsiteX6" fmla="*/ 138816 w 199368"/>
                  <a:gd name="connsiteY6" fmla="*/ 220893 h 299245"/>
                  <a:gd name="connsiteX7" fmla="*/ 58196 w 199368"/>
                  <a:gd name="connsiteY7" fmla="*/ 220893 h 299245"/>
                  <a:gd name="connsiteX8" fmla="*/ 40211 w 199368"/>
                  <a:gd name="connsiteY8" fmla="*/ 291410 h 299245"/>
                  <a:gd name="connsiteX9" fmla="*/ 30599 w 199368"/>
                  <a:gd name="connsiteY9" fmla="*/ 299246 h 299245"/>
                  <a:gd name="connsiteX10" fmla="*/ 6722 w 199368"/>
                  <a:gd name="connsiteY10" fmla="*/ 299246 h 299245"/>
                  <a:gd name="connsiteX11" fmla="*/ 522 w 199368"/>
                  <a:gd name="connsiteY11" fmla="*/ 291410 h 299245"/>
                  <a:gd name="connsiteX12" fmla="*/ 76490 w 199368"/>
                  <a:gd name="connsiteY12" fmla="*/ 7835 h 299245"/>
                  <a:gd name="connsiteX13" fmla="*/ 87034 w 199368"/>
                  <a:gd name="connsiteY13" fmla="*/ 0 h 299245"/>
                  <a:gd name="connsiteX14" fmla="*/ 113389 w 199368"/>
                  <a:gd name="connsiteY14" fmla="*/ 0 h 299245"/>
                  <a:gd name="connsiteX15" fmla="*/ 108739 w 199368"/>
                  <a:gd name="connsiteY15" fmla="*/ 105474 h 299245"/>
                  <a:gd name="connsiteX16" fmla="*/ 98817 w 199368"/>
                  <a:gd name="connsiteY16" fmla="*/ 47915 h 299245"/>
                  <a:gd name="connsiteX17" fmla="*/ 88273 w 199368"/>
                  <a:gd name="connsiteY17" fmla="*/ 105173 h 299245"/>
                  <a:gd name="connsiteX18" fmla="*/ 65638 w 199368"/>
                  <a:gd name="connsiteY18" fmla="*/ 188347 h 299245"/>
                  <a:gd name="connsiteX19" fmla="*/ 130754 w 199368"/>
                  <a:gd name="connsiteY19" fmla="*/ 188347 h 299245"/>
                  <a:gd name="connsiteX20" fmla="*/ 108429 w 199368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8" h="299245">
                    <a:moveTo>
                      <a:pt x="112771" y="0"/>
                    </a:moveTo>
                    <a:cubicBezTo>
                      <a:pt x="118352" y="0"/>
                      <a:pt x="121762" y="2712"/>
                      <a:pt x="123312" y="7835"/>
                    </a:cubicBezTo>
                    <a:lnTo>
                      <a:pt x="198971" y="291410"/>
                    </a:lnTo>
                    <a:cubicBezTo>
                      <a:pt x="200211" y="296834"/>
                      <a:pt x="198661" y="299246"/>
                      <a:pt x="192770" y="299246"/>
                    </a:cubicBezTo>
                    <a:lnTo>
                      <a:pt x="167034" y="299246"/>
                    </a:lnTo>
                    <a:cubicBezTo>
                      <a:pt x="161143" y="299246"/>
                      <a:pt x="158972" y="296232"/>
                      <a:pt x="157422" y="291410"/>
                    </a:cubicBezTo>
                    <a:lnTo>
                      <a:pt x="138816" y="220893"/>
                    </a:lnTo>
                    <a:lnTo>
                      <a:pt x="58196" y="220893"/>
                    </a:lnTo>
                    <a:lnTo>
                      <a:pt x="40211" y="291410"/>
                    </a:lnTo>
                    <a:cubicBezTo>
                      <a:pt x="38972" y="296232"/>
                      <a:pt x="36180" y="299246"/>
                      <a:pt x="30599" y="299246"/>
                    </a:cubicBezTo>
                    <a:lnTo>
                      <a:pt x="6722" y="299246"/>
                    </a:lnTo>
                    <a:cubicBezTo>
                      <a:pt x="831" y="299246"/>
                      <a:pt x="-1030" y="296534"/>
                      <a:pt x="522" y="291410"/>
                    </a:cubicBezTo>
                    <a:lnTo>
                      <a:pt x="76490" y="7835"/>
                    </a:lnTo>
                    <a:cubicBezTo>
                      <a:pt x="77732" y="2410"/>
                      <a:pt x="81142" y="0"/>
                      <a:pt x="87034" y="0"/>
                    </a:cubicBezTo>
                    <a:lnTo>
                      <a:pt x="113389" y="0"/>
                    </a:lnTo>
                    <a:close/>
                    <a:moveTo>
                      <a:pt x="108739" y="105474"/>
                    </a:moveTo>
                    <a:cubicBezTo>
                      <a:pt x="105638" y="94324"/>
                      <a:pt x="100056" y="61778"/>
                      <a:pt x="98817" y="47915"/>
                    </a:cubicBezTo>
                    <a:cubicBezTo>
                      <a:pt x="96646" y="64188"/>
                      <a:pt x="91684" y="92817"/>
                      <a:pt x="88273" y="105173"/>
                    </a:cubicBezTo>
                    <a:lnTo>
                      <a:pt x="65638" y="188347"/>
                    </a:lnTo>
                    <a:lnTo>
                      <a:pt x="130754" y="188347"/>
                    </a:lnTo>
                    <a:lnTo>
                      <a:pt x="108429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5579C169-A66D-EFE7-C121-C63C09105AD0}"/>
                  </a:ext>
                </a:extLst>
              </p:cNvPr>
              <p:cNvSpPr/>
              <p:nvPr/>
            </p:nvSpPr>
            <p:spPr>
              <a:xfrm>
                <a:off x="31148691" y="22540893"/>
                <a:ext cx="145735" cy="299547"/>
              </a:xfrm>
              <a:custGeom>
                <a:avLst/>
                <a:gdLst>
                  <a:gd name="connsiteX0" fmla="*/ 61705 w 145735"/>
                  <a:gd name="connsiteY0" fmla="*/ 299547 h 299547"/>
                  <a:gd name="connsiteX1" fmla="*/ 0 w 145735"/>
                  <a:gd name="connsiteY1" fmla="*/ 239578 h 299547"/>
                  <a:gd name="connsiteX2" fmla="*/ 0 w 145735"/>
                  <a:gd name="connsiteY2" fmla="*/ 8438 h 299547"/>
                  <a:gd name="connsiteX3" fmla="*/ 8062 w 145735"/>
                  <a:gd name="connsiteY3" fmla="*/ 0 h 299547"/>
                  <a:gd name="connsiteX4" fmla="*/ 33487 w 145735"/>
                  <a:gd name="connsiteY4" fmla="*/ 0 h 299547"/>
                  <a:gd name="connsiteX5" fmla="*/ 41239 w 145735"/>
                  <a:gd name="connsiteY5" fmla="*/ 8438 h 299547"/>
                  <a:gd name="connsiteX6" fmla="*/ 41239 w 145735"/>
                  <a:gd name="connsiteY6" fmla="*/ 238975 h 299547"/>
                  <a:gd name="connsiteX7" fmla="*/ 68216 w 145735"/>
                  <a:gd name="connsiteY7" fmla="*/ 265193 h 299547"/>
                  <a:gd name="connsiteX8" fmla="*/ 137675 w 145735"/>
                  <a:gd name="connsiteY8" fmla="*/ 265193 h 299547"/>
                  <a:gd name="connsiteX9" fmla="*/ 145735 w 145735"/>
                  <a:gd name="connsiteY9" fmla="*/ 272726 h 299547"/>
                  <a:gd name="connsiteX10" fmla="*/ 145735 w 145735"/>
                  <a:gd name="connsiteY10" fmla="*/ 291712 h 299547"/>
                  <a:gd name="connsiteX11" fmla="*/ 137675 w 145735"/>
                  <a:gd name="connsiteY11" fmla="*/ 299547 h 299547"/>
                  <a:gd name="connsiteX12" fmla="*/ 61705 w 145735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5" h="299547">
                    <a:moveTo>
                      <a:pt x="61705" y="299547"/>
                    </a:moveTo>
                    <a:cubicBezTo>
                      <a:pt x="27596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38975"/>
                    </a:lnTo>
                    <a:cubicBezTo>
                      <a:pt x="41239" y="253440"/>
                      <a:pt x="53333" y="265193"/>
                      <a:pt x="68216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5" y="267001"/>
                      <a:pt x="145735" y="272726"/>
                    </a:cubicBezTo>
                    <a:lnTo>
                      <a:pt x="145735" y="291712"/>
                    </a:lnTo>
                    <a:cubicBezTo>
                      <a:pt x="145735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7D38D43C-2DA5-A60D-5475-C904F8D8F72A}"/>
                  </a:ext>
                </a:extLst>
              </p:cNvPr>
              <p:cNvSpPr/>
              <p:nvPr/>
            </p:nvSpPr>
            <p:spPr>
              <a:xfrm>
                <a:off x="32051330" y="22540893"/>
                <a:ext cx="145737" cy="299547"/>
              </a:xfrm>
              <a:custGeom>
                <a:avLst/>
                <a:gdLst>
                  <a:gd name="connsiteX0" fmla="*/ 61705 w 145737"/>
                  <a:gd name="connsiteY0" fmla="*/ 299547 h 299547"/>
                  <a:gd name="connsiteX1" fmla="*/ 0 w 145737"/>
                  <a:gd name="connsiteY1" fmla="*/ 239578 h 299547"/>
                  <a:gd name="connsiteX2" fmla="*/ 0 w 145737"/>
                  <a:gd name="connsiteY2" fmla="*/ 8438 h 299547"/>
                  <a:gd name="connsiteX3" fmla="*/ 8062 w 145737"/>
                  <a:gd name="connsiteY3" fmla="*/ 0 h 299547"/>
                  <a:gd name="connsiteX4" fmla="*/ 33489 w 145737"/>
                  <a:gd name="connsiteY4" fmla="*/ 0 h 299547"/>
                  <a:gd name="connsiteX5" fmla="*/ 41241 w 145737"/>
                  <a:gd name="connsiteY5" fmla="*/ 8438 h 299547"/>
                  <a:gd name="connsiteX6" fmla="*/ 41241 w 145737"/>
                  <a:gd name="connsiteY6" fmla="*/ 238975 h 299547"/>
                  <a:gd name="connsiteX7" fmla="*/ 68218 w 145737"/>
                  <a:gd name="connsiteY7" fmla="*/ 265193 h 299547"/>
                  <a:gd name="connsiteX8" fmla="*/ 137675 w 145737"/>
                  <a:gd name="connsiteY8" fmla="*/ 265193 h 299547"/>
                  <a:gd name="connsiteX9" fmla="*/ 145737 w 145737"/>
                  <a:gd name="connsiteY9" fmla="*/ 272726 h 299547"/>
                  <a:gd name="connsiteX10" fmla="*/ 145737 w 145737"/>
                  <a:gd name="connsiteY10" fmla="*/ 291712 h 299547"/>
                  <a:gd name="connsiteX11" fmla="*/ 137675 w 145737"/>
                  <a:gd name="connsiteY11" fmla="*/ 299547 h 299547"/>
                  <a:gd name="connsiteX12" fmla="*/ 61705 w 145737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7" h="299547">
                    <a:moveTo>
                      <a:pt x="61705" y="299547"/>
                    </a:moveTo>
                    <a:cubicBezTo>
                      <a:pt x="27597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9" y="0"/>
                    </a:lnTo>
                    <a:cubicBezTo>
                      <a:pt x="39381" y="0"/>
                      <a:pt x="41241" y="2712"/>
                      <a:pt x="41241" y="8438"/>
                    </a:cubicBezTo>
                    <a:lnTo>
                      <a:pt x="41241" y="238975"/>
                    </a:lnTo>
                    <a:cubicBezTo>
                      <a:pt x="41241" y="253440"/>
                      <a:pt x="53333" y="265193"/>
                      <a:pt x="68218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7" y="267001"/>
                      <a:pt x="145737" y="272726"/>
                    </a:cubicBezTo>
                    <a:lnTo>
                      <a:pt x="145737" y="291712"/>
                    </a:lnTo>
                    <a:cubicBezTo>
                      <a:pt x="145737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5" name="手繪多邊形: 圖案 144">
                <a:extLst>
                  <a:ext uri="{FF2B5EF4-FFF2-40B4-BE49-F238E27FC236}">
                    <a16:creationId xmlns:a16="http://schemas.microsoft.com/office/drawing/2014/main" id="{1477E2A7-2CFF-4E8A-8AFD-8086701673FB}"/>
                  </a:ext>
                </a:extLst>
              </p:cNvPr>
              <p:cNvSpPr/>
              <p:nvPr/>
            </p:nvSpPr>
            <p:spPr>
              <a:xfrm>
                <a:off x="31686367" y="22537879"/>
                <a:ext cx="173645" cy="306177"/>
              </a:xfrm>
              <a:custGeom>
                <a:avLst/>
                <a:gdLst>
                  <a:gd name="connsiteX0" fmla="*/ 173645 w 173645"/>
                  <a:gd name="connsiteY0" fmla="*/ 241988 h 306177"/>
                  <a:gd name="connsiteX1" fmla="*/ 86822 w 173645"/>
                  <a:gd name="connsiteY1" fmla="*/ 306177 h 306177"/>
                  <a:gd name="connsiteX2" fmla="*/ 0 w 173645"/>
                  <a:gd name="connsiteY2" fmla="*/ 241988 h 306177"/>
                  <a:gd name="connsiteX3" fmla="*/ 0 w 173645"/>
                  <a:gd name="connsiteY3" fmla="*/ 64189 h 306177"/>
                  <a:gd name="connsiteX4" fmla="*/ 86822 w 173645"/>
                  <a:gd name="connsiteY4" fmla="*/ 0 h 306177"/>
                  <a:gd name="connsiteX5" fmla="*/ 173645 w 173645"/>
                  <a:gd name="connsiteY5" fmla="*/ 64189 h 306177"/>
                  <a:gd name="connsiteX6" fmla="*/ 173645 w 173645"/>
                  <a:gd name="connsiteY6" fmla="*/ 88900 h 306177"/>
                  <a:gd name="connsiteX7" fmla="*/ 165893 w 173645"/>
                  <a:gd name="connsiteY7" fmla="*/ 97338 h 306177"/>
                  <a:gd name="connsiteX8" fmla="*/ 141396 w 173645"/>
                  <a:gd name="connsiteY8" fmla="*/ 97338 h 306177"/>
                  <a:gd name="connsiteX9" fmla="*/ 133333 w 173645"/>
                  <a:gd name="connsiteY9" fmla="*/ 88900 h 306177"/>
                  <a:gd name="connsiteX10" fmla="*/ 133333 w 173645"/>
                  <a:gd name="connsiteY10" fmla="*/ 67805 h 306177"/>
                  <a:gd name="connsiteX11" fmla="*/ 87132 w 173645"/>
                  <a:gd name="connsiteY11" fmla="*/ 34355 h 306177"/>
                  <a:gd name="connsiteX12" fmla="*/ 41241 w 173645"/>
                  <a:gd name="connsiteY12" fmla="*/ 67805 h 306177"/>
                  <a:gd name="connsiteX13" fmla="*/ 41241 w 173645"/>
                  <a:gd name="connsiteY13" fmla="*/ 238674 h 306177"/>
                  <a:gd name="connsiteX14" fmla="*/ 87132 w 173645"/>
                  <a:gd name="connsiteY14" fmla="*/ 272124 h 306177"/>
                  <a:gd name="connsiteX15" fmla="*/ 133333 w 173645"/>
                  <a:gd name="connsiteY15" fmla="*/ 238674 h 306177"/>
                  <a:gd name="connsiteX16" fmla="*/ 133333 w 173645"/>
                  <a:gd name="connsiteY16" fmla="*/ 211853 h 306177"/>
                  <a:gd name="connsiteX17" fmla="*/ 141396 w 173645"/>
                  <a:gd name="connsiteY17" fmla="*/ 204018 h 306177"/>
                  <a:gd name="connsiteX18" fmla="*/ 165893 w 173645"/>
                  <a:gd name="connsiteY18" fmla="*/ 204018 h 306177"/>
                  <a:gd name="connsiteX19" fmla="*/ 173645 w 173645"/>
                  <a:gd name="connsiteY19" fmla="*/ 211853 h 306177"/>
                  <a:gd name="connsiteX20" fmla="*/ 173645 w 173645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5" h="306177">
                    <a:moveTo>
                      <a:pt x="173645" y="241988"/>
                    </a:moveTo>
                    <a:cubicBezTo>
                      <a:pt x="173645" y="276343"/>
                      <a:pt x="154729" y="306177"/>
                      <a:pt x="86822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2" y="0"/>
                    </a:cubicBezTo>
                    <a:cubicBezTo>
                      <a:pt x="154110" y="0"/>
                      <a:pt x="173645" y="29834"/>
                      <a:pt x="173645" y="64189"/>
                    </a:cubicBezTo>
                    <a:lnTo>
                      <a:pt x="173645" y="88900"/>
                    </a:lnTo>
                    <a:cubicBezTo>
                      <a:pt x="173645" y="94626"/>
                      <a:pt x="171474" y="97338"/>
                      <a:pt x="165893" y="97338"/>
                    </a:cubicBezTo>
                    <a:lnTo>
                      <a:pt x="141396" y="97338"/>
                    </a:lnTo>
                    <a:cubicBezTo>
                      <a:pt x="135504" y="97338"/>
                      <a:pt x="133333" y="94626"/>
                      <a:pt x="133333" y="88900"/>
                    </a:cubicBezTo>
                    <a:lnTo>
                      <a:pt x="133333" y="67805"/>
                    </a:lnTo>
                    <a:cubicBezTo>
                      <a:pt x="133333" y="47011"/>
                      <a:pt x="121242" y="34355"/>
                      <a:pt x="87132" y="34355"/>
                    </a:cubicBezTo>
                    <a:cubicBezTo>
                      <a:pt x="53024" y="34355"/>
                      <a:pt x="41241" y="47011"/>
                      <a:pt x="41241" y="67805"/>
                    </a:cubicBezTo>
                    <a:lnTo>
                      <a:pt x="41241" y="238674"/>
                    </a:lnTo>
                    <a:cubicBezTo>
                      <a:pt x="41241" y="259468"/>
                      <a:pt x="53024" y="272124"/>
                      <a:pt x="87132" y="272124"/>
                    </a:cubicBezTo>
                    <a:cubicBezTo>
                      <a:pt x="121242" y="272124"/>
                      <a:pt x="133333" y="259468"/>
                      <a:pt x="133333" y="238674"/>
                    </a:cubicBezTo>
                    <a:lnTo>
                      <a:pt x="133333" y="211853"/>
                    </a:lnTo>
                    <a:cubicBezTo>
                      <a:pt x="133333" y="206127"/>
                      <a:pt x="135504" y="204018"/>
                      <a:pt x="141396" y="204018"/>
                    </a:cubicBezTo>
                    <a:lnTo>
                      <a:pt x="165893" y="204018"/>
                    </a:lnTo>
                    <a:cubicBezTo>
                      <a:pt x="171474" y="204018"/>
                      <a:pt x="173645" y="206127"/>
                      <a:pt x="173645" y="211853"/>
                    </a:cubicBezTo>
                    <a:lnTo>
                      <a:pt x="173645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DFB73D91-4A7A-EEFB-CF7B-A8F81A018AD4}"/>
                  </a:ext>
                </a:extLst>
              </p:cNvPr>
              <p:cNvSpPr/>
              <p:nvPr/>
            </p:nvSpPr>
            <p:spPr>
              <a:xfrm>
                <a:off x="3237567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9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7" name="手繪多邊形: 圖案 146">
                <a:extLst>
                  <a:ext uri="{FF2B5EF4-FFF2-40B4-BE49-F238E27FC236}">
                    <a16:creationId xmlns:a16="http://schemas.microsoft.com/office/drawing/2014/main" id="{3853FF30-701C-2939-BBFD-75162B25B362}"/>
                  </a:ext>
                </a:extLst>
              </p:cNvPr>
              <p:cNvSpPr/>
              <p:nvPr/>
            </p:nvSpPr>
            <p:spPr>
              <a:xfrm>
                <a:off x="32621565" y="22540893"/>
                <a:ext cx="179536" cy="299547"/>
              </a:xfrm>
              <a:custGeom>
                <a:avLst/>
                <a:gdLst>
                  <a:gd name="connsiteX0" fmla="*/ 179537 w 179536"/>
                  <a:gd name="connsiteY0" fmla="*/ 291712 h 299547"/>
                  <a:gd name="connsiteX1" fmla="*/ 171785 w 179536"/>
                  <a:gd name="connsiteY1" fmla="*/ 299547 h 299547"/>
                  <a:gd name="connsiteX2" fmla="*/ 148218 w 179536"/>
                  <a:gd name="connsiteY2" fmla="*/ 299547 h 299547"/>
                  <a:gd name="connsiteX3" fmla="*/ 140156 w 179536"/>
                  <a:gd name="connsiteY3" fmla="*/ 294726 h 299547"/>
                  <a:gd name="connsiteX4" fmla="*/ 51781 w 179536"/>
                  <a:gd name="connsiteY4" fmla="*/ 116323 h 299547"/>
                  <a:gd name="connsiteX5" fmla="*/ 38139 w 179536"/>
                  <a:gd name="connsiteY5" fmla="*/ 84982 h 299547"/>
                  <a:gd name="connsiteX6" fmla="*/ 38139 w 179536"/>
                  <a:gd name="connsiteY6" fmla="*/ 291411 h 299547"/>
                  <a:gd name="connsiteX7" fmla="*/ 30387 w 179536"/>
                  <a:gd name="connsiteY7" fmla="*/ 299246 h 299547"/>
                  <a:gd name="connsiteX8" fmla="*/ 7752 w 179536"/>
                  <a:gd name="connsiteY8" fmla="*/ 299246 h 299547"/>
                  <a:gd name="connsiteX9" fmla="*/ 0 w 179536"/>
                  <a:gd name="connsiteY9" fmla="*/ 291411 h 299547"/>
                  <a:gd name="connsiteX10" fmla="*/ 0 w 179536"/>
                  <a:gd name="connsiteY10" fmla="*/ 7836 h 299547"/>
                  <a:gd name="connsiteX11" fmla="*/ 7752 w 179536"/>
                  <a:gd name="connsiteY11" fmla="*/ 0 h 299547"/>
                  <a:gd name="connsiteX12" fmla="*/ 31629 w 179536"/>
                  <a:gd name="connsiteY12" fmla="*/ 0 h 299547"/>
                  <a:gd name="connsiteX13" fmla="*/ 38760 w 179536"/>
                  <a:gd name="connsiteY13" fmla="*/ 4520 h 299547"/>
                  <a:gd name="connsiteX14" fmla="*/ 129300 w 179536"/>
                  <a:gd name="connsiteY14" fmla="*/ 185333 h 299547"/>
                  <a:gd name="connsiteX15" fmla="*/ 141084 w 179536"/>
                  <a:gd name="connsiteY15" fmla="*/ 213359 h 299547"/>
                  <a:gd name="connsiteX16" fmla="*/ 141084 w 179536"/>
                  <a:gd name="connsiteY16" fmla="*/ 7836 h 299547"/>
                  <a:gd name="connsiteX17" fmla="*/ 149146 w 179536"/>
                  <a:gd name="connsiteY17" fmla="*/ 0 h 299547"/>
                  <a:gd name="connsiteX18" fmla="*/ 171474 w 179536"/>
                  <a:gd name="connsiteY18" fmla="*/ 0 h 299547"/>
                  <a:gd name="connsiteX19" fmla="*/ 179226 w 179536"/>
                  <a:gd name="connsiteY19" fmla="*/ 7836 h 299547"/>
                  <a:gd name="connsiteX20" fmla="*/ 179226 w 179536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6" h="299547">
                    <a:moveTo>
                      <a:pt x="179537" y="291712"/>
                    </a:moveTo>
                    <a:cubicBezTo>
                      <a:pt x="179537" y="297136"/>
                      <a:pt x="177674" y="299547"/>
                      <a:pt x="171785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5" y="298342"/>
                      <a:pt x="140156" y="294726"/>
                    </a:cubicBezTo>
                    <a:lnTo>
                      <a:pt x="51781" y="116323"/>
                    </a:lnTo>
                    <a:cubicBezTo>
                      <a:pt x="46822" y="106680"/>
                      <a:pt x="41239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18" y="1206"/>
                      <a:pt x="38760" y="4520"/>
                    </a:cubicBezTo>
                    <a:lnTo>
                      <a:pt x="129300" y="185333"/>
                    </a:lnTo>
                    <a:cubicBezTo>
                      <a:pt x="133025" y="192867"/>
                      <a:pt x="138915" y="207031"/>
                      <a:pt x="141084" y="213359"/>
                    </a:cubicBezTo>
                    <a:lnTo>
                      <a:pt x="141084" y="7836"/>
                    </a:lnTo>
                    <a:cubicBezTo>
                      <a:pt x="141084" y="2410"/>
                      <a:pt x="143877" y="0"/>
                      <a:pt x="149146" y="0"/>
                    </a:cubicBezTo>
                    <a:lnTo>
                      <a:pt x="171474" y="0"/>
                    </a:lnTo>
                    <a:cubicBezTo>
                      <a:pt x="177364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8" name="手繪多邊形: 圖案 147">
                <a:extLst>
                  <a:ext uri="{FF2B5EF4-FFF2-40B4-BE49-F238E27FC236}">
                    <a16:creationId xmlns:a16="http://schemas.microsoft.com/office/drawing/2014/main" id="{C88746D0-5D9B-04C6-60C5-48D4A35F9069}"/>
                  </a:ext>
                </a:extLst>
              </p:cNvPr>
              <p:cNvSpPr/>
              <p:nvPr/>
            </p:nvSpPr>
            <p:spPr>
              <a:xfrm>
                <a:off x="3300606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7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7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84BC2C91-2A01-D55D-4DCC-FB7C9C800DDD}"/>
                  </a:ext>
                </a:extLst>
              </p:cNvPr>
              <p:cNvSpPr/>
              <p:nvPr/>
            </p:nvSpPr>
            <p:spPr>
              <a:xfrm>
                <a:off x="33247922" y="22537879"/>
                <a:ext cx="173643" cy="306177"/>
              </a:xfrm>
              <a:custGeom>
                <a:avLst/>
                <a:gdLst>
                  <a:gd name="connsiteX0" fmla="*/ 173643 w 173643"/>
                  <a:gd name="connsiteY0" fmla="*/ 241988 h 306177"/>
                  <a:gd name="connsiteX1" fmla="*/ 86824 w 173643"/>
                  <a:gd name="connsiteY1" fmla="*/ 306177 h 306177"/>
                  <a:gd name="connsiteX2" fmla="*/ 0 w 173643"/>
                  <a:gd name="connsiteY2" fmla="*/ 241988 h 306177"/>
                  <a:gd name="connsiteX3" fmla="*/ 0 w 173643"/>
                  <a:gd name="connsiteY3" fmla="*/ 64189 h 306177"/>
                  <a:gd name="connsiteX4" fmla="*/ 86824 w 173643"/>
                  <a:gd name="connsiteY4" fmla="*/ 0 h 306177"/>
                  <a:gd name="connsiteX5" fmla="*/ 173643 w 173643"/>
                  <a:gd name="connsiteY5" fmla="*/ 64189 h 306177"/>
                  <a:gd name="connsiteX6" fmla="*/ 173643 w 173643"/>
                  <a:gd name="connsiteY6" fmla="*/ 88900 h 306177"/>
                  <a:gd name="connsiteX7" fmla="*/ 165891 w 173643"/>
                  <a:gd name="connsiteY7" fmla="*/ 97338 h 306177"/>
                  <a:gd name="connsiteX8" fmla="*/ 141398 w 173643"/>
                  <a:gd name="connsiteY8" fmla="*/ 97338 h 306177"/>
                  <a:gd name="connsiteX9" fmla="*/ 133335 w 173643"/>
                  <a:gd name="connsiteY9" fmla="*/ 88900 h 306177"/>
                  <a:gd name="connsiteX10" fmla="*/ 133335 w 173643"/>
                  <a:gd name="connsiteY10" fmla="*/ 67805 h 306177"/>
                  <a:gd name="connsiteX11" fmla="*/ 87134 w 173643"/>
                  <a:gd name="connsiteY11" fmla="*/ 34355 h 306177"/>
                  <a:gd name="connsiteX12" fmla="*/ 41243 w 173643"/>
                  <a:gd name="connsiteY12" fmla="*/ 67805 h 306177"/>
                  <a:gd name="connsiteX13" fmla="*/ 41243 w 173643"/>
                  <a:gd name="connsiteY13" fmla="*/ 238674 h 306177"/>
                  <a:gd name="connsiteX14" fmla="*/ 87134 w 173643"/>
                  <a:gd name="connsiteY14" fmla="*/ 272124 h 306177"/>
                  <a:gd name="connsiteX15" fmla="*/ 133335 w 173643"/>
                  <a:gd name="connsiteY15" fmla="*/ 238674 h 306177"/>
                  <a:gd name="connsiteX16" fmla="*/ 133335 w 173643"/>
                  <a:gd name="connsiteY16" fmla="*/ 211853 h 306177"/>
                  <a:gd name="connsiteX17" fmla="*/ 141398 w 173643"/>
                  <a:gd name="connsiteY17" fmla="*/ 204018 h 306177"/>
                  <a:gd name="connsiteX18" fmla="*/ 165891 w 173643"/>
                  <a:gd name="connsiteY18" fmla="*/ 204018 h 306177"/>
                  <a:gd name="connsiteX19" fmla="*/ 173643 w 173643"/>
                  <a:gd name="connsiteY19" fmla="*/ 211853 h 306177"/>
                  <a:gd name="connsiteX20" fmla="*/ 173643 w 173643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3" h="306177">
                    <a:moveTo>
                      <a:pt x="173643" y="241988"/>
                    </a:moveTo>
                    <a:cubicBezTo>
                      <a:pt x="173643" y="276343"/>
                      <a:pt x="154729" y="306177"/>
                      <a:pt x="86824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4" y="0"/>
                    </a:cubicBezTo>
                    <a:cubicBezTo>
                      <a:pt x="154108" y="0"/>
                      <a:pt x="173643" y="29834"/>
                      <a:pt x="173643" y="64189"/>
                    </a:cubicBezTo>
                    <a:lnTo>
                      <a:pt x="173643" y="88900"/>
                    </a:lnTo>
                    <a:cubicBezTo>
                      <a:pt x="173643" y="94626"/>
                      <a:pt x="171474" y="97338"/>
                      <a:pt x="165891" y="97338"/>
                    </a:cubicBezTo>
                    <a:lnTo>
                      <a:pt x="141398" y="97338"/>
                    </a:lnTo>
                    <a:cubicBezTo>
                      <a:pt x="135504" y="97338"/>
                      <a:pt x="133335" y="94626"/>
                      <a:pt x="133335" y="88900"/>
                    </a:cubicBezTo>
                    <a:lnTo>
                      <a:pt x="133335" y="67805"/>
                    </a:lnTo>
                    <a:cubicBezTo>
                      <a:pt x="133335" y="47011"/>
                      <a:pt x="121242" y="34355"/>
                      <a:pt x="87134" y="34355"/>
                    </a:cubicBezTo>
                    <a:cubicBezTo>
                      <a:pt x="53026" y="34355"/>
                      <a:pt x="41243" y="47011"/>
                      <a:pt x="41243" y="67805"/>
                    </a:cubicBezTo>
                    <a:lnTo>
                      <a:pt x="41243" y="238674"/>
                    </a:lnTo>
                    <a:cubicBezTo>
                      <a:pt x="41243" y="259468"/>
                      <a:pt x="53026" y="272124"/>
                      <a:pt x="87134" y="272124"/>
                    </a:cubicBezTo>
                    <a:cubicBezTo>
                      <a:pt x="121242" y="272124"/>
                      <a:pt x="133335" y="259468"/>
                      <a:pt x="133335" y="238674"/>
                    </a:cubicBezTo>
                    <a:lnTo>
                      <a:pt x="133335" y="211853"/>
                    </a:lnTo>
                    <a:cubicBezTo>
                      <a:pt x="133335" y="206127"/>
                      <a:pt x="135504" y="204018"/>
                      <a:pt x="141398" y="204018"/>
                    </a:cubicBezTo>
                    <a:lnTo>
                      <a:pt x="165891" y="204018"/>
                    </a:lnTo>
                    <a:cubicBezTo>
                      <a:pt x="171474" y="204018"/>
                      <a:pt x="173643" y="206127"/>
                      <a:pt x="173643" y="211853"/>
                    </a:cubicBezTo>
                    <a:lnTo>
                      <a:pt x="173643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206" name="圖形 17">
            <a:extLst>
              <a:ext uri="{FF2B5EF4-FFF2-40B4-BE49-F238E27FC236}">
                <a16:creationId xmlns:a16="http://schemas.microsoft.com/office/drawing/2014/main" id="{2379B4F3-403C-3B10-C231-FBEDE193E5E9}"/>
              </a:ext>
            </a:extLst>
          </p:cNvPr>
          <p:cNvGrpSpPr/>
          <p:nvPr/>
        </p:nvGrpSpPr>
        <p:grpSpPr>
          <a:xfrm>
            <a:off x="-68873526" y="31167757"/>
            <a:ext cx="104519716" cy="66470766"/>
            <a:chOff x="-69302514" y="16782290"/>
            <a:chExt cx="105170732" cy="66884789"/>
          </a:xfrm>
          <a:noFill/>
        </p:grpSpPr>
        <p:grpSp>
          <p:nvGrpSpPr>
            <p:cNvPr id="207" name="圖形 17">
              <a:extLst>
                <a:ext uri="{FF2B5EF4-FFF2-40B4-BE49-F238E27FC236}">
                  <a16:creationId xmlns:a16="http://schemas.microsoft.com/office/drawing/2014/main" id="{6334CFBC-D4EB-D6A1-CCC5-899A048B70D0}"/>
                </a:ext>
              </a:extLst>
            </p:cNvPr>
            <p:cNvGrpSpPr/>
            <p:nvPr/>
          </p:nvGrpSpPr>
          <p:grpSpPr>
            <a:xfrm>
              <a:off x="-54761377" y="16782290"/>
              <a:ext cx="18176195" cy="66884772"/>
              <a:chOff x="-54761377" y="16782290"/>
              <a:chExt cx="18176195" cy="66884772"/>
            </a:xfrm>
            <a:noFill/>
          </p:grpSpPr>
          <p:grpSp>
            <p:nvGrpSpPr>
              <p:cNvPr id="208" name="圖形 17">
                <a:extLst>
                  <a:ext uri="{FF2B5EF4-FFF2-40B4-BE49-F238E27FC236}">
                    <a16:creationId xmlns:a16="http://schemas.microsoft.com/office/drawing/2014/main" id="{90CFBB3A-DCF8-1B25-264E-679D223153F6}"/>
                  </a:ext>
                </a:extLst>
              </p:cNvPr>
              <p:cNvGrpSpPr/>
              <p:nvPr/>
            </p:nvGrpSpPr>
            <p:grpSpPr>
              <a:xfrm>
                <a:off x="-54761377" y="16782290"/>
                <a:ext cx="18176195" cy="30338556"/>
                <a:chOff x="-54761377" y="16782290"/>
                <a:chExt cx="18176195" cy="30338556"/>
              </a:xfrm>
              <a:noFill/>
            </p:grpSpPr>
            <p:sp>
              <p:nvSpPr>
                <p:cNvPr id="209" name="手繪多邊形: 圖案 208">
                  <a:extLst>
                    <a:ext uri="{FF2B5EF4-FFF2-40B4-BE49-F238E27FC236}">
                      <a16:creationId xmlns:a16="http://schemas.microsoft.com/office/drawing/2014/main" id="{762A327E-BD92-30B0-21D3-0F7AA30F1A31}"/>
                    </a:ext>
                  </a:extLst>
                </p:cNvPr>
                <p:cNvSpPr/>
                <p:nvPr/>
              </p:nvSpPr>
              <p:spPr>
                <a:xfrm>
                  <a:off x="-54761377" y="16782290"/>
                  <a:ext cx="1485276" cy="30135"/>
                </a:xfrm>
                <a:custGeom>
                  <a:avLst/>
                  <a:gdLst>
                    <a:gd name="connsiteX0" fmla="*/ 2 w 1485276"/>
                    <a:gd name="connsiteY0" fmla="*/ 0 h 30135"/>
                    <a:gd name="connsiteX1" fmla="*/ 1485275 w 1485276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5276" h="30135">
                      <a:moveTo>
                        <a:pt x="2" y="0"/>
                      </a:moveTo>
                      <a:lnTo>
                        <a:pt x="1485275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0" name="手繪多邊形: 圖案 209">
                  <a:extLst>
                    <a:ext uri="{FF2B5EF4-FFF2-40B4-BE49-F238E27FC236}">
                      <a16:creationId xmlns:a16="http://schemas.microsoft.com/office/drawing/2014/main" id="{6A4A287E-6797-6A22-BD03-827A500AB8B4}"/>
                    </a:ext>
                  </a:extLst>
                </p:cNvPr>
                <p:cNvSpPr/>
                <p:nvPr/>
              </p:nvSpPr>
              <p:spPr>
                <a:xfrm>
                  <a:off x="-54578121" y="16782290"/>
                  <a:ext cx="1302019" cy="1711398"/>
                </a:xfrm>
                <a:custGeom>
                  <a:avLst/>
                  <a:gdLst>
                    <a:gd name="connsiteX0" fmla="*/ 1302020 w 1302019"/>
                    <a:gd name="connsiteY0" fmla="*/ 1711398 h 1711398"/>
                    <a:gd name="connsiteX1" fmla="*/ 388219 w 1302019"/>
                    <a:gd name="connsiteY1" fmla="*/ 1711398 h 1711398"/>
                    <a:gd name="connsiteX2" fmla="*/ 0 w 1302019"/>
                    <a:gd name="connsiteY2" fmla="*/ 1334101 h 1711398"/>
                    <a:gd name="connsiteX3" fmla="*/ 0 w 1302019"/>
                    <a:gd name="connsiteY3" fmla="*/ 0 h 1711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2019" h="1711398">
                      <a:moveTo>
                        <a:pt x="1302020" y="1711398"/>
                      </a:moveTo>
                      <a:lnTo>
                        <a:pt x="388219" y="1711398"/>
                      </a:lnTo>
                      <a:cubicBezTo>
                        <a:pt x="173954" y="1711398"/>
                        <a:pt x="0" y="1542337"/>
                        <a:pt x="0" y="133410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1" name="手繪多邊形: 圖案 210">
                  <a:extLst>
                    <a:ext uri="{FF2B5EF4-FFF2-40B4-BE49-F238E27FC236}">
                      <a16:creationId xmlns:a16="http://schemas.microsoft.com/office/drawing/2014/main" id="{8FFB6A42-E88B-2A74-FA3C-F20084F23E60}"/>
                    </a:ext>
                  </a:extLst>
                </p:cNvPr>
                <p:cNvSpPr/>
                <p:nvPr/>
              </p:nvSpPr>
              <p:spPr>
                <a:xfrm>
                  <a:off x="-54225871" y="17177367"/>
                  <a:ext cx="826359" cy="30135"/>
                </a:xfrm>
                <a:custGeom>
                  <a:avLst/>
                  <a:gdLst>
                    <a:gd name="connsiteX0" fmla="*/ -2 w 826359"/>
                    <a:gd name="connsiteY0" fmla="*/ 0 h 30135"/>
                    <a:gd name="connsiteX1" fmla="*/ 826359 w 826359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6359" h="30135">
                      <a:moveTo>
                        <a:pt x="-2" y="0"/>
                      </a:moveTo>
                      <a:lnTo>
                        <a:pt x="826359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2" name="手繪多邊形: 圖案 211">
                  <a:extLst>
                    <a:ext uri="{FF2B5EF4-FFF2-40B4-BE49-F238E27FC236}">
                      <a16:creationId xmlns:a16="http://schemas.microsoft.com/office/drawing/2014/main" id="{24FE11B2-20C6-849F-A323-2C266BBE9BE9}"/>
                    </a:ext>
                  </a:extLst>
                </p:cNvPr>
                <p:cNvSpPr/>
                <p:nvPr/>
              </p:nvSpPr>
              <p:spPr>
                <a:xfrm>
                  <a:off x="-54287887" y="17629701"/>
                  <a:ext cx="888375" cy="30135"/>
                </a:xfrm>
                <a:custGeom>
                  <a:avLst/>
                  <a:gdLst>
                    <a:gd name="connsiteX0" fmla="*/ -2 w 888375"/>
                    <a:gd name="connsiteY0" fmla="*/ 0 h 30135"/>
                    <a:gd name="connsiteX1" fmla="*/ 888374 w 88837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375" h="30135">
                      <a:moveTo>
                        <a:pt x="-2" y="0"/>
                      </a:moveTo>
                      <a:lnTo>
                        <a:pt x="888374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3" name="手繪多邊形: 圖案 212">
                  <a:extLst>
                    <a:ext uri="{FF2B5EF4-FFF2-40B4-BE49-F238E27FC236}">
                      <a16:creationId xmlns:a16="http://schemas.microsoft.com/office/drawing/2014/main" id="{8208E922-64FF-2EAE-DEE4-A9E903A41177}"/>
                    </a:ext>
                  </a:extLst>
                </p:cNvPr>
                <p:cNvSpPr/>
                <p:nvPr/>
              </p:nvSpPr>
              <p:spPr>
                <a:xfrm>
                  <a:off x="-52886951" y="16782290"/>
                  <a:ext cx="1163725" cy="498140"/>
                </a:xfrm>
                <a:custGeom>
                  <a:avLst/>
                  <a:gdLst>
                    <a:gd name="connsiteX0" fmla="*/ 1163726 w 1163725"/>
                    <a:gd name="connsiteY0" fmla="*/ 498141 h 498140"/>
                    <a:gd name="connsiteX1" fmla="*/ 1143260 w 1163725"/>
                    <a:gd name="connsiteY1" fmla="*/ 498141 h 498140"/>
                    <a:gd name="connsiteX2" fmla="*/ 949150 w 1163725"/>
                    <a:gd name="connsiteY2" fmla="*/ 309492 h 498140"/>
                    <a:gd name="connsiteX3" fmla="*/ 949150 w 1163725"/>
                    <a:gd name="connsiteY3" fmla="*/ 0 h 498140"/>
                    <a:gd name="connsiteX4" fmla="*/ 0 w 1163725"/>
                    <a:gd name="connsiteY4" fmla="*/ 0 h 498140"/>
                    <a:gd name="connsiteX5" fmla="*/ 0 w 1163725"/>
                    <a:gd name="connsiteY5" fmla="*/ 207634 h 498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3725" h="498140">
                      <a:moveTo>
                        <a:pt x="1163726" y="498141"/>
                      </a:moveTo>
                      <a:lnTo>
                        <a:pt x="1143260" y="498141"/>
                      </a:lnTo>
                      <a:cubicBezTo>
                        <a:pt x="1035974" y="498141"/>
                        <a:pt x="949150" y="413761"/>
                        <a:pt x="949150" y="309492"/>
                      </a:cubicBezTo>
                      <a:lnTo>
                        <a:pt x="949150" y="0"/>
                      </a:lnTo>
                      <a:lnTo>
                        <a:pt x="0" y="0"/>
                      </a:lnTo>
                      <a:lnTo>
                        <a:pt x="0" y="207634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4" name="手繪多邊形: 圖案 213">
                  <a:extLst>
                    <a:ext uri="{FF2B5EF4-FFF2-40B4-BE49-F238E27FC236}">
                      <a16:creationId xmlns:a16="http://schemas.microsoft.com/office/drawing/2014/main" id="{3AD98F03-9593-E2FB-0FF6-CA116B57223B}"/>
                    </a:ext>
                  </a:extLst>
                </p:cNvPr>
                <p:cNvSpPr/>
                <p:nvPr/>
              </p:nvSpPr>
              <p:spPr>
                <a:xfrm>
                  <a:off x="-53711139" y="17912373"/>
                  <a:ext cx="285581" cy="282972"/>
                </a:xfrm>
                <a:custGeom>
                  <a:avLst/>
                  <a:gdLst>
                    <a:gd name="connsiteX0" fmla="*/ 0 w 285581"/>
                    <a:gd name="connsiteY0" fmla="*/ 0 h 282972"/>
                    <a:gd name="connsiteX1" fmla="*/ 0 w 285581"/>
                    <a:gd name="connsiteY1" fmla="*/ 94324 h 282972"/>
                    <a:gd name="connsiteX2" fmla="*/ 194110 w 285581"/>
                    <a:gd name="connsiteY2" fmla="*/ 282972 h 282972"/>
                    <a:gd name="connsiteX3" fmla="*/ 285581 w 285581"/>
                    <a:gd name="connsiteY3" fmla="*/ 282972 h 282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581" h="282972">
                      <a:moveTo>
                        <a:pt x="0" y="0"/>
                      </a:moveTo>
                      <a:lnTo>
                        <a:pt x="0" y="94324"/>
                      </a:lnTo>
                      <a:cubicBezTo>
                        <a:pt x="0" y="198593"/>
                        <a:pt x="86820" y="282972"/>
                        <a:pt x="194110" y="282972"/>
                      </a:cubicBezTo>
                      <a:lnTo>
                        <a:pt x="285581" y="282972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5" name="手繪多邊形: 圖案 214">
                  <a:extLst>
                    <a:ext uri="{FF2B5EF4-FFF2-40B4-BE49-F238E27FC236}">
                      <a16:creationId xmlns:a16="http://schemas.microsoft.com/office/drawing/2014/main" id="{D3C9E66B-2297-C6D4-C938-9A999DF96BD5}"/>
                    </a:ext>
                  </a:extLst>
                </p:cNvPr>
                <p:cNvSpPr/>
                <p:nvPr/>
              </p:nvSpPr>
              <p:spPr>
                <a:xfrm>
                  <a:off x="-52955788" y="17629701"/>
                  <a:ext cx="1140466" cy="863986"/>
                </a:xfrm>
                <a:custGeom>
                  <a:avLst/>
                  <a:gdLst>
                    <a:gd name="connsiteX0" fmla="*/ 1140466 w 1140466"/>
                    <a:gd name="connsiteY0" fmla="*/ 863987 h 863986"/>
                    <a:gd name="connsiteX1" fmla="*/ 68837 w 1140466"/>
                    <a:gd name="connsiteY1" fmla="*/ 0 h 863986"/>
                    <a:gd name="connsiteX2" fmla="*/ 1075040 w 1140466"/>
                    <a:gd name="connsiteY2" fmla="*/ 0 h 863986"/>
                    <a:gd name="connsiteX3" fmla="*/ 0 w 1140466"/>
                    <a:gd name="connsiteY3" fmla="*/ 863987 h 863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0466" h="863986">
                      <a:moveTo>
                        <a:pt x="1140466" y="863987"/>
                      </a:moveTo>
                      <a:cubicBezTo>
                        <a:pt x="650855" y="863987"/>
                        <a:pt x="83409" y="518633"/>
                        <a:pt x="68837" y="0"/>
                      </a:cubicBezTo>
                      <a:lnTo>
                        <a:pt x="1075040" y="0"/>
                      </a:lnTo>
                      <a:cubicBezTo>
                        <a:pt x="1062947" y="515921"/>
                        <a:pt x="470076" y="863987"/>
                        <a:pt x="0" y="863987"/>
                      </a:cubicBez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6" name="手繪多邊形: 圖案 215">
                  <a:extLst>
                    <a:ext uri="{FF2B5EF4-FFF2-40B4-BE49-F238E27FC236}">
                      <a16:creationId xmlns:a16="http://schemas.microsoft.com/office/drawing/2014/main" id="{60610EFF-66CA-20D9-3710-2E688C6D99C9}"/>
                    </a:ext>
                  </a:extLst>
                </p:cNvPr>
                <p:cNvSpPr/>
                <p:nvPr/>
              </p:nvSpPr>
              <p:spPr>
                <a:xfrm>
                  <a:off x="-54192383" y="17177367"/>
                  <a:ext cx="419226" cy="1018280"/>
                </a:xfrm>
                <a:custGeom>
                  <a:avLst/>
                  <a:gdLst>
                    <a:gd name="connsiteX0" fmla="*/ 419228 w 419226"/>
                    <a:gd name="connsiteY0" fmla="*/ 0 h 1018280"/>
                    <a:gd name="connsiteX1" fmla="*/ 1 w 419226"/>
                    <a:gd name="connsiteY1" fmla="*/ 1018280 h 1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9226" h="1018280">
                      <a:moveTo>
                        <a:pt x="419228" y="0"/>
                      </a:moveTo>
                      <a:lnTo>
                        <a:pt x="1" y="101828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7" name="手繪多邊形: 圖案 216">
                  <a:extLst>
                    <a:ext uri="{FF2B5EF4-FFF2-40B4-BE49-F238E27FC236}">
                      <a16:creationId xmlns:a16="http://schemas.microsoft.com/office/drawing/2014/main" id="{D6E8028A-1611-0302-E374-FE4E60B6C542}"/>
                    </a:ext>
                  </a:extLst>
                </p:cNvPr>
                <p:cNvSpPr/>
                <p:nvPr/>
              </p:nvSpPr>
              <p:spPr>
                <a:xfrm>
                  <a:off x="-53006332" y="16990225"/>
                  <a:ext cx="119380" cy="290205"/>
                </a:xfrm>
                <a:custGeom>
                  <a:avLst/>
                  <a:gdLst>
                    <a:gd name="connsiteX0" fmla="*/ 119380 w 119380"/>
                    <a:gd name="connsiteY0" fmla="*/ 0 h 290205"/>
                    <a:gd name="connsiteX1" fmla="*/ 1 w 119380"/>
                    <a:gd name="connsiteY1" fmla="*/ 290206 h 290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380" h="290205">
                      <a:moveTo>
                        <a:pt x="119380" y="0"/>
                      </a:moveTo>
                      <a:lnTo>
                        <a:pt x="1" y="290206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8" name="手繪多邊形: 圖案 217">
                  <a:extLst>
                    <a:ext uri="{FF2B5EF4-FFF2-40B4-BE49-F238E27FC236}">
                      <a16:creationId xmlns:a16="http://schemas.microsoft.com/office/drawing/2014/main" id="{D7FF6AA3-BCFF-7FA4-FD84-501FB707AA8C}"/>
                    </a:ext>
                  </a:extLst>
                </p:cNvPr>
                <p:cNvSpPr/>
                <p:nvPr/>
              </p:nvSpPr>
              <p:spPr>
                <a:xfrm>
                  <a:off x="-54287887" y="16782290"/>
                  <a:ext cx="224806" cy="545754"/>
                </a:xfrm>
                <a:custGeom>
                  <a:avLst/>
                  <a:gdLst>
                    <a:gd name="connsiteX0" fmla="*/ 224805 w 224806"/>
                    <a:gd name="connsiteY0" fmla="*/ 0 h 545754"/>
                    <a:gd name="connsiteX1" fmla="*/ -2 w 224806"/>
                    <a:gd name="connsiteY1" fmla="*/ 545755 h 545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4806" h="545754">
                      <a:moveTo>
                        <a:pt x="224805" y="0"/>
                      </a:moveTo>
                      <a:lnTo>
                        <a:pt x="-2" y="545755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674CDC57-CAC5-64A3-7A07-D5FE7EFB54FD}"/>
                  </a:ext>
                </a:extLst>
              </p:cNvPr>
              <p:cNvSpPr/>
              <p:nvPr/>
            </p:nvSpPr>
            <p:spPr>
              <a:xfrm>
                <a:off x="-54658741" y="18851698"/>
                <a:ext cx="2911328" cy="30135"/>
              </a:xfrm>
              <a:custGeom>
                <a:avLst/>
                <a:gdLst>
                  <a:gd name="connsiteX0" fmla="*/ 0 w 2911328"/>
                  <a:gd name="connsiteY0" fmla="*/ 0 h 30135"/>
                  <a:gd name="connsiteX1" fmla="*/ 2911328 w 291132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328" h="30135">
                    <a:moveTo>
                      <a:pt x="0" y="0"/>
                    </a:moveTo>
                    <a:lnTo>
                      <a:pt x="2911328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0" name="手繪多邊形: 圖案 219">
                <a:extLst>
                  <a:ext uri="{FF2B5EF4-FFF2-40B4-BE49-F238E27FC236}">
                    <a16:creationId xmlns:a16="http://schemas.microsoft.com/office/drawing/2014/main" id="{FF627CCA-8889-7773-12C1-B63A82AEB01B}"/>
                  </a:ext>
                </a:extLst>
              </p:cNvPr>
              <p:cNvSpPr/>
              <p:nvPr/>
            </p:nvSpPr>
            <p:spPr>
              <a:xfrm>
                <a:off x="-54558380" y="19247981"/>
                <a:ext cx="2710911" cy="1307279"/>
              </a:xfrm>
              <a:custGeom>
                <a:avLst/>
                <a:gdLst>
                  <a:gd name="connsiteX0" fmla="*/ 2708640 w 2710911"/>
                  <a:gd name="connsiteY0" fmla="*/ 216975 h 1307279"/>
                  <a:gd name="connsiteX1" fmla="*/ 2587713 w 2710911"/>
                  <a:gd name="connsiteY1" fmla="*/ 986939 h 1307279"/>
                  <a:gd name="connsiteX2" fmla="*/ 2203835 w 2710911"/>
                  <a:gd name="connsiteY2" fmla="*/ 1307280 h 1307279"/>
                  <a:gd name="connsiteX3" fmla="*/ 507082 w 2710911"/>
                  <a:gd name="connsiteY3" fmla="*/ 1307280 h 1307279"/>
                  <a:gd name="connsiteX4" fmla="*/ 123205 w 2710911"/>
                  <a:gd name="connsiteY4" fmla="*/ 986939 h 1307279"/>
                  <a:gd name="connsiteX5" fmla="*/ 2277 w 2710911"/>
                  <a:gd name="connsiteY5" fmla="*/ 216975 h 1307279"/>
                  <a:gd name="connsiteX6" fmla="*/ 194214 w 2710911"/>
                  <a:gd name="connsiteY6" fmla="*/ 0 h 1307279"/>
                  <a:gd name="connsiteX7" fmla="*/ 2516704 w 2710911"/>
                  <a:gd name="connsiteY7" fmla="*/ 0 h 1307279"/>
                  <a:gd name="connsiteX8" fmla="*/ 2708640 w 2710911"/>
                  <a:gd name="connsiteY8" fmla="*/ 216975 h 130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0911" h="1307279">
                    <a:moveTo>
                      <a:pt x="2708640" y="216975"/>
                    </a:moveTo>
                    <a:lnTo>
                      <a:pt x="2587713" y="986939"/>
                    </a:lnTo>
                    <a:cubicBezTo>
                      <a:pt x="2558874" y="1171067"/>
                      <a:pt x="2395772" y="1307280"/>
                      <a:pt x="2203835" y="1307280"/>
                    </a:cubicBezTo>
                    <a:lnTo>
                      <a:pt x="507082" y="1307280"/>
                    </a:lnTo>
                    <a:cubicBezTo>
                      <a:pt x="315456" y="1307280"/>
                      <a:pt x="152354" y="1171067"/>
                      <a:pt x="123205" y="986939"/>
                    </a:cubicBezTo>
                    <a:lnTo>
                      <a:pt x="2277" y="216975"/>
                    </a:lnTo>
                    <a:cubicBezTo>
                      <a:pt x="-15710" y="102761"/>
                      <a:pt x="75145" y="0"/>
                      <a:pt x="194214" y="0"/>
                    </a:cubicBezTo>
                    <a:lnTo>
                      <a:pt x="2516704" y="0"/>
                    </a:lnTo>
                    <a:cubicBezTo>
                      <a:pt x="2635462" y="0"/>
                      <a:pt x="2726627" y="102761"/>
                      <a:pt x="2708640" y="216975"/>
                    </a:cubicBezTo>
                    <a:close/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1" name="手繪多邊形: 圖案 220">
                <a:extLst>
                  <a:ext uri="{FF2B5EF4-FFF2-40B4-BE49-F238E27FC236}">
                    <a16:creationId xmlns:a16="http://schemas.microsoft.com/office/drawing/2014/main" id="{712AE585-7465-4F1D-1C6F-109DD6FD9772}"/>
                  </a:ext>
                </a:extLst>
              </p:cNvPr>
              <p:cNvSpPr/>
              <p:nvPr/>
            </p:nvSpPr>
            <p:spPr>
              <a:xfrm>
                <a:off x="-54143080" y="18851698"/>
                <a:ext cx="591628" cy="970063"/>
              </a:xfrm>
              <a:custGeom>
                <a:avLst/>
                <a:gdLst>
                  <a:gd name="connsiteX0" fmla="*/ 591629 w 591628"/>
                  <a:gd name="connsiteY0" fmla="*/ 0 h 970063"/>
                  <a:gd name="connsiteX1" fmla="*/ 591629 w 591628"/>
                  <a:gd name="connsiteY1" fmla="*/ 592767 h 970063"/>
                  <a:gd name="connsiteX2" fmla="*/ 203413 w 591628"/>
                  <a:gd name="connsiteY2" fmla="*/ 970064 h 970063"/>
                  <a:gd name="connsiteX3" fmla="*/ 0 w 591628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628" h="970063">
                    <a:moveTo>
                      <a:pt x="591629" y="0"/>
                    </a:moveTo>
                    <a:lnTo>
                      <a:pt x="591629" y="592767"/>
                    </a:lnTo>
                    <a:cubicBezTo>
                      <a:pt x="591629" y="801004"/>
                      <a:pt x="417675" y="970064"/>
                      <a:pt x="203413" y="970064"/>
                    </a:cubicBezTo>
                    <a:lnTo>
                      <a:pt x="0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C046B359-422D-CA11-3F92-432CB582B164}"/>
                  </a:ext>
                </a:extLst>
              </p:cNvPr>
              <p:cNvSpPr/>
              <p:nvPr/>
            </p:nvSpPr>
            <p:spPr>
              <a:xfrm>
                <a:off x="-52853154" y="18851698"/>
                <a:ext cx="562483" cy="970063"/>
              </a:xfrm>
              <a:custGeom>
                <a:avLst/>
                <a:gdLst>
                  <a:gd name="connsiteX0" fmla="*/ 0 w 562483"/>
                  <a:gd name="connsiteY0" fmla="*/ 0 h 970063"/>
                  <a:gd name="connsiteX1" fmla="*/ 0 w 562483"/>
                  <a:gd name="connsiteY1" fmla="*/ 592767 h 970063"/>
                  <a:gd name="connsiteX2" fmla="*/ 388219 w 562483"/>
                  <a:gd name="connsiteY2" fmla="*/ 970064 h 970063"/>
                  <a:gd name="connsiteX3" fmla="*/ 562483 w 562483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83" h="970063">
                    <a:moveTo>
                      <a:pt x="0" y="0"/>
                    </a:moveTo>
                    <a:lnTo>
                      <a:pt x="0" y="592767"/>
                    </a:lnTo>
                    <a:cubicBezTo>
                      <a:pt x="0" y="801004"/>
                      <a:pt x="173954" y="970064"/>
                      <a:pt x="388219" y="970064"/>
                    </a:cubicBezTo>
                    <a:lnTo>
                      <a:pt x="562483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3" name="手繪多邊形: 圖案 222">
                <a:extLst>
                  <a:ext uri="{FF2B5EF4-FFF2-40B4-BE49-F238E27FC236}">
                    <a16:creationId xmlns:a16="http://schemas.microsoft.com/office/drawing/2014/main" id="{976DF724-9F82-9C25-861D-A56B12B1D3B0}"/>
                  </a:ext>
                </a:extLst>
              </p:cNvPr>
              <p:cNvSpPr/>
              <p:nvPr/>
            </p:nvSpPr>
            <p:spPr>
              <a:xfrm>
                <a:off x="-53755172" y="20191525"/>
                <a:ext cx="1104499" cy="30135"/>
              </a:xfrm>
              <a:custGeom>
                <a:avLst/>
                <a:gdLst>
                  <a:gd name="connsiteX0" fmla="*/ 0 w 1104499"/>
                  <a:gd name="connsiteY0" fmla="*/ 0 h 30135"/>
                  <a:gd name="connsiteX1" fmla="*/ 1104500 w 1104499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499" h="30135">
                    <a:moveTo>
                      <a:pt x="0" y="0"/>
                    </a:moveTo>
                    <a:lnTo>
                      <a:pt x="1104500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4" name="圖形 17">
              <a:extLst>
                <a:ext uri="{FF2B5EF4-FFF2-40B4-BE49-F238E27FC236}">
                  <a16:creationId xmlns:a16="http://schemas.microsoft.com/office/drawing/2014/main" id="{6674D2E0-8833-104A-5B31-AAEB5F016D86}"/>
                </a:ext>
              </a:extLst>
            </p:cNvPr>
            <p:cNvGrpSpPr/>
            <p:nvPr/>
          </p:nvGrpSpPr>
          <p:grpSpPr>
            <a:xfrm>
              <a:off x="-64586525" y="16782290"/>
              <a:ext cx="18237391" cy="66884789"/>
              <a:chOff x="-64586525" y="16782290"/>
              <a:chExt cx="18237391" cy="66884789"/>
            </a:xfrm>
            <a:noFill/>
          </p:grpSpPr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CFF477E4-750B-9CE5-F35B-BA08F721946F}"/>
                  </a:ext>
                </a:extLst>
              </p:cNvPr>
              <p:cNvSpPr/>
              <p:nvPr/>
            </p:nvSpPr>
            <p:spPr>
              <a:xfrm>
                <a:off x="-63199546" y="17508557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41AB3104-D220-3C20-27DA-F1FD3DF5BE32}"/>
                  </a:ext>
                </a:extLst>
              </p:cNvPr>
              <p:cNvSpPr/>
              <p:nvPr/>
            </p:nvSpPr>
            <p:spPr>
              <a:xfrm>
                <a:off x="-63199546" y="20191525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EDBF2074-3BF9-FD74-B340-0C5FCC762F13}"/>
                  </a:ext>
                </a:extLst>
              </p:cNvPr>
              <p:cNvSpPr/>
              <p:nvPr/>
            </p:nvSpPr>
            <p:spPr>
              <a:xfrm>
                <a:off x="-63874587" y="18477113"/>
                <a:ext cx="31007" cy="2078147"/>
              </a:xfrm>
              <a:custGeom>
                <a:avLst/>
                <a:gdLst>
                  <a:gd name="connsiteX0" fmla="*/ 1 w 31007"/>
                  <a:gd name="connsiteY0" fmla="*/ 2078147 h 2078147"/>
                  <a:gd name="connsiteX1" fmla="*/ 1 w 31007"/>
                  <a:gd name="connsiteY1" fmla="*/ 0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2078147">
                    <a:moveTo>
                      <a:pt x="1" y="2078147"/>
                    </a:moveTo>
                    <a:lnTo>
                      <a:pt x="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8" name="手繪多邊形: 圖案 227">
                <a:extLst>
                  <a:ext uri="{FF2B5EF4-FFF2-40B4-BE49-F238E27FC236}">
                    <a16:creationId xmlns:a16="http://schemas.microsoft.com/office/drawing/2014/main" id="{C3CF2E15-C2F2-5CEC-6591-55927121740B}"/>
                  </a:ext>
                </a:extLst>
              </p:cNvPr>
              <p:cNvSpPr/>
              <p:nvPr/>
            </p:nvSpPr>
            <p:spPr>
              <a:xfrm>
                <a:off x="-64586525" y="16782290"/>
                <a:ext cx="1088060" cy="1645702"/>
              </a:xfrm>
              <a:custGeom>
                <a:avLst/>
                <a:gdLst>
                  <a:gd name="connsiteX0" fmla="*/ 1088061 w 1088060"/>
                  <a:gd name="connsiteY0" fmla="*/ 0 h 1645702"/>
                  <a:gd name="connsiteX1" fmla="*/ 0 w 1088060"/>
                  <a:gd name="connsiteY1" fmla="*/ 1645702 h 1645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8060" h="1645702">
                    <a:moveTo>
                      <a:pt x="1088061" y="0"/>
                    </a:moveTo>
                    <a:cubicBezTo>
                      <a:pt x="1088061" y="0"/>
                      <a:pt x="983568" y="1132193"/>
                      <a:pt x="0" y="1645702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9" name="圖形 17">
              <a:extLst>
                <a:ext uri="{FF2B5EF4-FFF2-40B4-BE49-F238E27FC236}">
                  <a16:creationId xmlns:a16="http://schemas.microsoft.com/office/drawing/2014/main" id="{7F4EE181-C997-9C84-EFFE-EE5B4C1723EB}"/>
                </a:ext>
              </a:extLst>
            </p:cNvPr>
            <p:cNvGrpSpPr/>
            <p:nvPr/>
          </p:nvGrpSpPr>
          <p:grpSpPr>
            <a:xfrm>
              <a:off x="-69302514" y="16810617"/>
              <a:ext cx="17419311" cy="66382609"/>
              <a:chOff x="-69302514" y="16810617"/>
              <a:chExt cx="17419311" cy="66382609"/>
            </a:xfrm>
            <a:noFill/>
          </p:grpSpPr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F5F531E3-C32B-78FF-CA01-4BBD27CD5566}"/>
                  </a:ext>
                </a:extLst>
              </p:cNvPr>
              <p:cNvSpPr/>
              <p:nvPr/>
            </p:nvSpPr>
            <p:spPr>
              <a:xfrm>
                <a:off x="-69302513" y="17159587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1" name="手繪多邊形: 圖案 230">
                <a:extLst>
                  <a:ext uri="{FF2B5EF4-FFF2-40B4-BE49-F238E27FC236}">
                    <a16:creationId xmlns:a16="http://schemas.microsoft.com/office/drawing/2014/main" id="{9FC2EDC9-713D-99BA-786B-A6F69BD7A273}"/>
                  </a:ext>
                </a:extLst>
              </p:cNvPr>
              <p:cNvSpPr/>
              <p:nvPr/>
            </p:nvSpPr>
            <p:spPr>
              <a:xfrm>
                <a:off x="-69302513" y="18234221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2" name="手繪多邊形: 圖案 231">
                <a:extLst>
                  <a:ext uri="{FF2B5EF4-FFF2-40B4-BE49-F238E27FC236}">
                    <a16:creationId xmlns:a16="http://schemas.microsoft.com/office/drawing/2014/main" id="{F0D36436-66B4-7974-E671-62D09A1D7389}"/>
                  </a:ext>
                </a:extLst>
              </p:cNvPr>
              <p:cNvSpPr/>
              <p:nvPr/>
            </p:nvSpPr>
            <p:spPr>
              <a:xfrm>
                <a:off x="-68545921" y="16810617"/>
                <a:ext cx="31007" cy="697939"/>
              </a:xfrm>
              <a:custGeom>
                <a:avLst/>
                <a:gdLst>
                  <a:gd name="connsiteX0" fmla="*/ -4 w 31007"/>
                  <a:gd name="connsiteY0" fmla="*/ 0 h 697939"/>
                  <a:gd name="connsiteX1" fmla="*/ -4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4" y="0"/>
                    </a:moveTo>
                    <a:lnTo>
                      <a:pt x="-4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3" name="手繪多邊形: 圖案 232">
                <a:extLst>
                  <a:ext uri="{FF2B5EF4-FFF2-40B4-BE49-F238E27FC236}">
                    <a16:creationId xmlns:a16="http://schemas.microsoft.com/office/drawing/2014/main" id="{3A3C8124-5E16-469E-126E-E6FE7C08CCFD}"/>
                  </a:ext>
                </a:extLst>
              </p:cNvPr>
              <p:cNvSpPr/>
              <p:nvPr/>
            </p:nvSpPr>
            <p:spPr>
              <a:xfrm>
                <a:off x="-67095684" y="16810617"/>
                <a:ext cx="31007" cy="697939"/>
              </a:xfrm>
              <a:custGeom>
                <a:avLst/>
                <a:gdLst>
                  <a:gd name="connsiteX0" fmla="*/ -3 w 31007"/>
                  <a:gd name="connsiteY0" fmla="*/ 0 h 697939"/>
                  <a:gd name="connsiteX1" fmla="*/ -3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3" y="0"/>
                    </a:moveTo>
                    <a:lnTo>
                      <a:pt x="-3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4" name="手繪多邊形: 圖案 233">
                <a:extLst>
                  <a:ext uri="{FF2B5EF4-FFF2-40B4-BE49-F238E27FC236}">
                    <a16:creationId xmlns:a16="http://schemas.microsoft.com/office/drawing/2014/main" id="{A7D72B68-E155-B142-8B7F-3CEF221817D7}"/>
                  </a:ext>
                </a:extLst>
              </p:cNvPr>
              <p:cNvSpPr/>
              <p:nvPr/>
            </p:nvSpPr>
            <p:spPr>
              <a:xfrm>
                <a:off x="-67551190" y="18828795"/>
                <a:ext cx="900469" cy="1726465"/>
              </a:xfrm>
              <a:custGeom>
                <a:avLst/>
                <a:gdLst>
                  <a:gd name="connsiteX0" fmla="*/ 0 w 900469"/>
                  <a:gd name="connsiteY0" fmla="*/ 0 h 1726465"/>
                  <a:gd name="connsiteX1" fmla="*/ 318141 w 900469"/>
                  <a:gd name="connsiteY1" fmla="*/ 0 h 1726465"/>
                  <a:gd name="connsiteX2" fmla="*/ 900470 w 900469"/>
                  <a:gd name="connsiteY2" fmla="*/ 565946 h 1726465"/>
                  <a:gd name="connsiteX3" fmla="*/ 900470 w 900469"/>
                  <a:gd name="connsiteY3" fmla="*/ 1349168 h 1726465"/>
                  <a:gd name="connsiteX4" fmla="*/ 512250 w 900469"/>
                  <a:gd name="connsiteY4" fmla="*/ 1726465 h 1726465"/>
                  <a:gd name="connsiteX5" fmla="*/ 262015 w 900469"/>
                  <a:gd name="connsiteY5" fmla="*/ 1726465 h 172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0469" h="1726465">
                    <a:moveTo>
                      <a:pt x="0" y="0"/>
                    </a:moveTo>
                    <a:lnTo>
                      <a:pt x="318141" y="0"/>
                    </a:lnTo>
                    <a:cubicBezTo>
                      <a:pt x="639696" y="0"/>
                      <a:pt x="900470" y="253440"/>
                      <a:pt x="900470" y="565946"/>
                    </a:cubicBezTo>
                    <a:lnTo>
                      <a:pt x="900470" y="1349168"/>
                    </a:lnTo>
                    <a:cubicBezTo>
                      <a:pt x="900470" y="1557405"/>
                      <a:pt x="726512" y="1726465"/>
                      <a:pt x="512250" y="1726465"/>
                    </a:cubicBezTo>
                    <a:lnTo>
                      <a:pt x="262015" y="1726465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5" name="手繪多邊形: 圖案 234">
                <a:extLst>
                  <a:ext uri="{FF2B5EF4-FFF2-40B4-BE49-F238E27FC236}">
                    <a16:creationId xmlns:a16="http://schemas.microsoft.com/office/drawing/2014/main" id="{C9EBD8BE-E19F-557D-BA83-EC568BAD7037}"/>
                  </a:ext>
                </a:extLst>
              </p:cNvPr>
              <p:cNvSpPr/>
              <p:nvPr/>
            </p:nvSpPr>
            <p:spPr>
              <a:xfrm>
                <a:off x="-69302514" y="17835226"/>
                <a:ext cx="1455871" cy="2720034"/>
              </a:xfrm>
              <a:custGeom>
                <a:avLst/>
                <a:gdLst>
                  <a:gd name="connsiteX0" fmla="*/ 1455818 w 1455871"/>
                  <a:gd name="connsiteY0" fmla="*/ 0 h 2720034"/>
                  <a:gd name="connsiteX1" fmla="*/ 0 w 1455871"/>
                  <a:gd name="connsiteY1" fmla="*/ 2720035 h 272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5871" h="2720034">
                    <a:moveTo>
                      <a:pt x="1455818" y="0"/>
                    </a:moveTo>
                    <a:cubicBezTo>
                      <a:pt x="1455818" y="0"/>
                      <a:pt x="1487757" y="1632744"/>
                      <a:pt x="0" y="2720035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36" name="圖形 17">
              <a:extLst>
                <a:ext uri="{FF2B5EF4-FFF2-40B4-BE49-F238E27FC236}">
                  <a16:creationId xmlns:a16="http://schemas.microsoft.com/office/drawing/2014/main" id="{5DE70F35-3BB4-55A9-7CAD-42992764DAB8}"/>
                </a:ext>
              </a:extLst>
            </p:cNvPr>
            <p:cNvGrpSpPr/>
            <p:nvPr/>
          </p:nvGrpSpPr>
          <p:grpSpPr>
            <a:xfrm>
              <a:off x="-59597053" y="16782290"/>
              <a:ext cx="17421172" cy="66884772"/>
              <a:chOff x="-59597053" y="16782290"/>
              <a:chExt cx="17421172" cy="66884772"/>
            </a:xfrm>
            <a:noFill/>
          </p:grpSpPr>
          <p:sp>
            <p:nvSpPr>
              <p:cNvPr id="237" name="手繪多邊形: 圖案 236">
                <a:extLst>
                  <a:ext uri="{FF2B5EF4-FFF2-40B4-BE49-F238E27FC236}">
                    <a16:creationId xmlns:a16="http://schemas.microsoft.com/office/drawing/2014/main" id="{7C2CA04F-D658-97C4-AB2E-1E1E76ABF09C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2911948" cy="30135"/>
              </a:xfrm>
              <a:custGeom>
                <a:avLst/>
                <a:gdLst>
                  <a:gd name="connsiteX0" fmla="*/ -1 w 2911948"/>
                  <a:gd name="connsiteY0" fmla="*/ 0 h 30135"/>
                  <a:gd name="connsiteX1" fmla="*/ 2911949 w 291194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948" h="30135">
                    <a:moveTo>
                      <a:pt x="-1" y="0"/>
                    </a:moveTo>
                    <a:lnTo>
                      <a:pt x="2911949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8" name="手繪多邊形: 圖案 237">
                <a:extLst>
                  <a:ext uri="{FF2B5EF4-FFF2-40B4-BE49-F238E27FC236}">
                    <a16:creationId xmlns:a16="http://schemas.microsoft.com/office/drawing/2014/main" id="{4D7F193B-94CF-4EEA-3BDF-ABE9536C98E3}"/>
                  </a:ext>
                </a:extLst>
              </p:cNvPr>
              <p:cNvSpPr/>
              <p:nvPr/>
            </p:nvSpPr>
            <p:spPr>
              <a:xfrm>
                <a:off x="-59323872" y="16782290"/>
                <a:ext cx="2638768" cy="1694823"/>
              </a:xfrm>
              <a:custGeom>
                <a:avLst/>
                <a:gdLst>
                  <a:gd name="connsiteX0" fmla="*/ 2638768 w 2638768"/>
                  <a:gd name="connsiteY0" fmla="*/ 0 h 1694823"/>
                  <a:gd name="connsiteX1" fmla="*/ 776434 w 2638768"/>
                  <a:gd name="connsiteY1" fmla="*/ 0 h 1694823"/>
                  <a:gd name="connsiteX2" fmla="*/ 0 w 2638768"/>
                  <a:gd name="connsiteY2" fmla="*/ 754594 h 1694823"/>
                  <a:gd name="connsiteX3" fmla="*/ 0 w 2638768"/>
                  <a:gd name="connsiteY3" fmla="*/ 1694823 h 169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8768" h="1694823">
                    <a:moveTo>
                      <a:pt x="2638768" y="0"/>
                    </a:moveTo>
                    <a:lnTo>
                      <a:pt x="776434" y="0"/>
                    </a:lnTo>
                    <a:cubicBezTo>
                      <a:pt x="347597" y="0"/>
                      <a:pt x="0" y="337819"/>
                      <a:pt x="0" y="754594"/>
                    </a:cubicBezTo>
                    <a:lnTo>
                      <a:pt x="0" y="1694823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119C12B9-3708-7451-D6EC-82F0F1034D4F}"/>
                  </a:ext>
                </a:extLst>
              </p:cNvPr>
              <p:cNvSpPr/>
              <p:nvPr/>
            </p:nvSpPr>
            <p:spPr>
              <a:xfrm>
                <a:off x="-57661852" y="17177367"/>
                <a:ext cx="654575" cy="3377893"/>
              </a:xfrm>
              <a:custGeom>
                <a:avLst/>
                <a:gdLst>
                  <a:gd name="connsiteX0" fmla="*/ 654576 w 654575"/>
                  <a:gd name="connsiteY0" fmla="*/ 0 h 3377893"/>
                  <a:gd name="connsiteX1" fmla="*/ 654576 w 654575"/>
                  <a:gd name="connsiteY1" fmla="*/ 3000597 h 3377893"/>
                  <a:gd name="connsiteX2" fmla="*/ 266356 w 654575"/>
                  <a:gd name="connsiteY2" fmla="*/ 3377894 h 3377893"/>
                  <a:gd name="connsiteX3" fmla="*/ 0 w 654575"/>
                  <a:gd name="connsiteY3" fmla="*/ 3377894 h 3377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75" h="3377893">
                    <a:moveTo>
                      <a:pt x="654576" y="0"/>
                    </a:moveTo>
                    <a:lnTo>
                      <a:pt x="654576" y="3000597"/>
                    </a:lnTo>
                    <a:cubicBezTo>
                      <a:pt x="654576" y="3208834"/>
                      <a:pt x="480622" y="3377894"/>
                      <a:pt x="266356" y="3377894"/>
                    </a:cubicBezTo>
                    <a:lnTo>
                      <a:pt x="0" y="337789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F8E1AA3A-8AD1-9B5E-CF6B-7D7B66D95BC6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1935201" cy="2078147"/>
              </a:xfrm>
              <a:custGeom>
                <a:avLst/>
                <a:gdLst>
                  <a:gd name="connsiteX0" fmla="*/ 1935202 w 1935201"/>
                  <a:gd name="connsiteY0" fmla="*/ 0 h 2078147"/>
                  <a:gd name="connsiteX1" fmla="*/ 0 w 1935201"/>
                  <a:gd name="connsiteY1" fmla="*/ 2078148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35201" h="2078147">
                    <a:moveTo>
                      <a:pt x="1935202" y="0"/>
                    </a:moveTo>
                    <a:cubicBezTo>
                      <a:pt x="1935202" y="0"/>
                      <a:pt x="1663573" y="1714412"/>
                      <a:pt x="0" y="2078148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336" name="群組 335">
            <a:extLst>
              <a:ext uri="{FF2B5EF4-FFF2-40B4-BE49-F238E27FC236}">
                <a16:creationId xmlns:a16="http://schemas.microsoft.com/office/drawing/2014/main" id="{741EF7B2-2592-103A-3258-AAF403F735C6}"/>
              </a:ext>
            </a:extLst>
          </p:cNvPr>
          <p:cNvGrpSpPr/>
          <p:nvPr/>
        </p:nvGrpSpPr>
        <p:grpSpPr>
          <a:xfrm>
            <a:off x="8304051" y="7903032"/>
            <a:ext cx="12018150" cy="5754450"/>
            <a:chOff x="7571266" y="7960195"/>
            <a:chExt cx="13399254" cy="6415741"/>
          </a:xfrm>
        </p:grpSpPr>
        <p:sp>
          <p:nvSpPr>
            <p:cNvPr id="3" name="手繪多邊形: 圖案 2">
              <a:extLst>
                <a:ext uri="{FF2B5EF4-FFF2-40B4-BE49-F238E27FC236}">
                  <a16:creationId xmlns:a16="http://schemas.microsoft.com/office/drawing/2014/main" id="{A64CBE3F-EBFE-ABAA-090A-89BAF0C920CB}"/>
                </a:ext>
              </a:extLst>
            </p:cNvPr>
            <p:cNvSpPr/>
            <p:nvPr/>
          </p:nvSpPr>
          <p:spPr>
            <a:xfrm>
              <a:off x="7571266" y="7960195"/>
              <a:ext cx="13399254" cy="6415741"/>
            </a:xfrm>
            <a:custGeom>
              <a:avLst/>
              <a:gdLst>
                <a:gd name="connsiteX0" fmla="*/ 224775 w 1373832"/>
                <a:gd name="connsiteY0" fmla="*/ 620643 h 657809"/>
                <a:gd name="connsiteX1" fmla="*/ 498264 w 1373832"/>
                <a:gd name="connsiteY1" fmla="*/ 627575 h 657809"/>
                <a:gd name="connsiteX2" fmla="*/ 901366 w 1373832"/>
                <a:gd name="connsiteY2" fmla="*/ 635410 h 657809"/>
                <a:gd name="connsiteX3" fmla="*/ 1152220 w 1373832"/>
                <a:gd name="connsiteY3" fmla="*/ 629383 h 657809"/>
                <a:gd name="connsiteX4" fmla="*/ 1329274 w 1373832"/>
                <a:gd name="connsiteY4" fmla="*/ 96285 h 657809"/>
                <a:gd name="connsiteX5" fmla="*/ 997180 w 1373832"/>
                <a:gd name="connsiteY5" fmla="*/ 26672 h 657809"/>
                <a:gd name="connsiteX6" fmla="*/ 320589 w 1373832"/>
                <a:gd name="connsiteY6" fmla="*/ 20343 h 657809"/>
                <a:gd name="connsiteX7" fmla="*/ 22914 w 1373832"/>
                <a:gd name="connsiteY7" fmla="*/ 96285 h 657809"/>
                <a:gd name="connsiteX8" fmla="*/ 224775 w 1373832"/>
                <a:gd name="connsiteY8" fmla="*/ 620643 h 657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3832" h="657809">
                  <a:moveTo>
                    <a:pt x="224775" y="620643"/>
                  </a:moveTo>
                  <a:cubicBezTo>
                    <a:pt x="278419" y="662231"/>
                    <a:pt x="387566" y="673682"/>
                    <a:pt x="498264" y="627575"/>
                  </a:cubicBezTo>
                  <a:cubicBezTo>
                    <a:pt x="648652" y="564892"/>
                    <a:pt x="773924" y="592014"/>
                    <a:pt x="901366" y="635410"/>
                  </a:cubicBezTo>
                  <a:cubicBezTo>
                    <a:pt x="938576" y="648067"/>
                    <a:pt x="1070360" y="681819"/>
                    <a:pt x="1152220" y="629383"/>
                  </a:cubicBezTo>
                  <a:cubicBezTo>
                    <a:pt x="1249585" y="567002"/>
                    <a:pt x="1467260" y="277098"/>
                    <a:pt x="1329274" y="96285"/>
                  </a:cubicBezTo>
                  <a:cubicBezTo>
                    <a:pt x="1214236" y="-54393"/>
                    <a:pt x="1035321" y="13412"/>
                    <a:pt x="997180" y="26672"/>
                  </a:cubicBezTo>
                  <a:cubicBezTo>
                    <a:pt x="860126" y="74286"/>
                    <a:pt x="623536" y="128529"/>
                    <a:pt x="320589" y="20343"/>
                  </a:cubicBezTo>
                  <a:cubicBezTo>
                    <a:pt x="267566" y="1358"/>
                    <a:pt x="97022" y="-36915"/>
                    <a:pt x="22914" y="96285"/>
                  </a:cubicBezTo>
                  <a:cubicBezTo>
                    <a:pt x="-56467" y="239730"/>
                    <a:pt x="84929" y="512155"/>
                    <a:pt x="224775" y="620643"/>
                  </a:cubicBezTo>
                  <a:close/>
                </a:path>
              </a:pathLst>
            </a:custGeom>
            <a:solidFill>
              <a:schemeClr val="bg1"/>
            </a:solidFill>
            <a:ln w="5286" cap="flat">
              <a:solidFill>
                <a:schemeClr val="bg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sp>
          <p:nvSpPr>
            <p:cNvPr id="13" name="手繪多邊形: 圖案 12">
              <a:extLst>
                <a:ext uri="{FF2B5EF4-FFF2-40B4-BE49-F238E27FC236}">
                  <a16:creationId xmlns:a16="http://schemas.microsoft.com/office/drawing/2014/main" id="{5718FFFD-9A12-5718-606E-A887D2F0F2D9}"/>
                </a:ext>
              </a:extLst>
            </p:cNvPr>
            <p:cNvSpPr/>
            <p:nvPr/>
          </p:nvSpPr>
          <p:spPr>
            <a:xfrm>
              <a:off x="16616498" y="12335138"/>
              <a:ext cx="1055589" cy="1023266"/>
            </a:xfrm>
            <a:custGeom>
              <a:avLst/>
              <a:gdLst>
                <a:gd name="connsiteX0" fmla="*/ 43102 w 108230"/>
                <a:gd name="connsiteY0" fmla="*/ 103671 h 104916"/>
                <a:gd name="connsiteX1" fmla="*/ 61397 w 108230"/>
                <a:gd name="connsiteY1" fmla="*/ 103671 h 104916"/>
                <a:gd name="connsiteX2" fmla="*/ 78451 w 108230"/>
                <a:gd name="connsiteY2" fmla="*/ 103671 h 104916"/>
                <a:gd name="connsiteX3" fmla="*/ 107908 w 108230"/>
                <a:gd name="connsiteY3" fmla="*/ 27729 h 104916"/>
                <a:gd name="connsiteX4" fmla="*/ 1 w 108230"/>
                <a:gd name="connsiteY4" fmla="*/ 27729 h 104916"/>
                <a:gd name="connsiteX5" fmla="*/ 23877 w 108230"/>
                <a:gd name="connsiteY5" fmla="*/ 99451 h 104916"/>
                <a:gd name="connsiteX6" fmla="*/ 43412 w 108230"/>
                <a:gd name="connsiteY6" fmla="*/ 103369 h 104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230" h="104916">
                  <a:moveTo>
                    <a:pt x="43102" y="103671"/>
                  </a:moveTo>
                  <a:cubicBezTo>
                    <a:pt x="50854" y="101561"/>
                    <a:pt x="53645" y="100958"/>
                    <a:pt x="61397" y="103671"/>
                  </a:cubicBezTo>
                  <a:cubicBezTo>
                    <a:pt x="66358" y="105479"/>
                    <a:pt x="73180" y="105177"/>
                    <a:pt x="78451" y="103671"/>
                  </a:cubicBezTo>
                  <a:cubicBezTo>
                    <a:pt x="94885" y="98849"/>
                    <a:pt x="110699" y="67508"/>
                    <a:pt x="107908" y="27729"/>
                  </a:cubicBezTo>
                  <a:cubicBezTo>
                    <a:pt x="105118" y="-12050"/>
                    <a:pt x="-310" y="-6325"/>
                    <a:pt x="1" y="27729"/>
                  </a:cubicBezTo>
                  <a:cubicBezTo>
                    <a:pt x="1" y="54850"/>
                    <a:pt x="10234" y="90110"/>
                    <a:pt x="23877" y="99451"/>
                  </a:cubicBezTo>
                  <a:cubicBezTo>
                    <a:pt x="29768" y="103671"/>
                    <a:pt x="34110" y="106081"/>
                    <a:pt x="43412" y="103369"/>
                  </a:cubicBezTo>
                  <a:close/>
                </a:path>
              </a:pathLst>
            </a:custGeom>
            <a:solidFill>
              <a:srgbClr val="3E6456"/>
            </a:solidFill>
            <a:ln w="5182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</p:grpSp>
      <p:pic>
        <p:nvPicPr>
          <p:cNvPr id="335" name="圖形 334">
            <a:extLst>
              <a:ext uri="{FF2B5EF4-FFF2-40B4-BE49-F238E27FC236}">
                <a16:creationId xmlns:a16="http://schemas.microsoft.com/office/drawing/2014/main" id="{885148B4-FC7E-5EF0-04CF-7311F65B40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142" t="52812" r="35452" b="20547"/>
          <a:stretch/>
        </p:blipFill>
        <p:spPr>
          <a:xfrm>
            <a:off x="2538314" y="15375026"/>
            <a:ext cx="24072140" cy="8489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852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A91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81EC7-69B7-2CCD-D838-86FF2CE61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圖形 17">
            <a:extLst>
              <a:ext uri="{FF2B5EF4-FFF2-40B4-BE49-F238E27FC236}">
                <a16:creationId xmlns:a16="http://schemas.microsoft.com/office/drawing/2014/main" id="{C9E40ED2-A10F-8D1D-69BF-1AB2D85CC2CE}"/>
              </a:ext>
            </a:extLst>
          </p:cNvPr>
          <p:cNvGrpSpPr/>
          <p:nvPr/>
        </p:nvGrpSpPr>
        <p:grpSpPr>
          <a:xfrm>
            <a:off x="14870893" y="32794886"/>
            <a:ext cx="52258931" cy="150493634"/>
            <a:chOff x="14963518" y="18419554"/>
            <a:chExt cx="52584433" cy="151431005"/>
          </a:xfrm>
        </p:grpSpPr>
        <p:sp>
          <p:nvSpPr>
            <p:cNvPr id="9" name="手繪多邊形: 圖案 8">
              <a:extLst>
                <a:ext uri="{FF2B5EF4-FFF2-40B4-BE49-F238E27FC236}">
                  <a16:creationId xmlns:a16="http://schemas.microsoft.com/office/drawing/2014/main" id="{5123F08E-2C0A-8D05-C0D4-8CBCDDE61346}"/>
                </a:ext>
              </a:extLst>
            </p:cNvPr>
            <p:cNvSpPr/>
            <p:nvPr/>
          </p:nvSpPr>
          <p:spPr>
            <a:xfrm>
              <a:off x="14963518" y="18419554"/>
              <a:ext cx="8789488" cy="8542223"/>
            </a:xfrm>
            <a:custGeom>
              <a:avLst/>
              <a:gdLst>
                <a:gd name="connsiteX0" fmla="*/ 8789488 w 8789488"/>
                <a:gd name="connsiteY0" fmla="*/ 4271112 h 8542223"/>
                <a:gd name="connsiteX1" fmla="*/ 4394745 w 8789488"/>
                <a:gd name="connsiteY1" fmla="*/ 8542223 h 8542223"/>
                <a:gd name="connsiteX2" fmla="*/ 1 w 8789488"/>
                <a:gd name="connsiteY2" fmla="*/ 4271111 h 8542223"/>
                <a:gd name="connsiteX3" fmla="*/ 4394745 w 8789488"/>
                <a:gd name="connsiteY3" fmla="*/ -1 h 8542223"/>
                <a:gd name="connsiteX4" fmla="*/ 8789488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8" y="4271112"/>
                  </a:moveTo>
                  <a:cubicBezTo>
                    <a:pt x="8789488" y="6629983"/>
                    <a:pt x="6821894" y="8542223"/>
                    <a:pt x="4394745" y="8542223"/>
                  </a:cubicBezTo>
                  <a:cubicBezTo>
                    <a:pt x="1967595" y="8542223"/>
                    <a:pt x="1" y="6629982"/>
                    <a:pt x="1" y="4271111"/>
                  </a:cubicBezTo>
                  <a:cubicBezTo>
                    <a:pt x="1" y="1912241"/>
                    <a:pt x="1967595" y="-1"/>
                    <a:pt x="4394745" y="-1"/>
                  </a:cubicBezTo>
                  <a:cubicBezTo>
                    <a:pt x="6821896" y="-1"/>
                    <a:pt x="8789488" y="1912241"/>
                    <a:pt x="8789488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10" name="圖形 17">
              <a:extLst>
                <a:ext uri="{FF2B5EF4-FFF2-40B4-BE49-F238E27FC236}">
                  <a16:creationId xmlns:a16="http://schemas.microsoft.com/office/drawing/2014/main" id="{E5B04288-5CD5-7632-662C-BB9EB17D4A96}"/>
                </a:ext>
              </a:extLst>
            </p:cNvPr>
            <p:cNvGrpSpPr/>
            <p:nvPr/>
          </p:nvGrpSpPr>
          <p:grpSpPr>
            <a:xfrm>
              <a:off x="16281351" y="20661410"/>
              <a:ext cx="36812437" cy="71953288"/>
              <a:chOff x="16281351" y="20661410"/>
              <a:chExt cx="36812437" cy="71953288"/>
            </a:xfrm>
          </p:grpSpPr>
          <p:sp>
            <p:nvSpPr>
              <p:cNvPr id="11" name="手繪多邊形: 圖案 10">
                <a:extLst>
                  <a:ext uri="{FF2B5EF4-FFF2-40B4-BE49-F238E27FC236}">
                    <a16:creationId xmlns:a16="http://schemas.microsoft.com/office/drawing/2014/main" id="{2CB65283-E187-D55F-916D-3BBFD48E194D}"/>
                  </a:ext>
                </a:extLst>
              </p:cNvPr>
              <p:cNvSpPr/>
              <p:nvPr/>
            </p:nvSpPr>
            <p:spPr>
              <a:xfrm>
                <a:off x="18415933" y="20950941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" name="手繪多邊形: 圖案 11">
                <a:extLst>
                  <a:ext uri="{FF2B5EF4-FFF2-40B4-BE49-F238E27FC236}">
                    <a16:creationId xmlns:a16="http://schemas.microsoft.com/office/drawing/2014/main" id="{03027B5D-3DCA-A68C-7F9E-1A0318C9745C}"/>
                  </a:ext>
                </a:extLst>
              </p:cNvPr>
              <p:cNvSpPr/>
              <p:nvPr/>
            </p:nvSpPr>
            <p:spPr>
              <a:xfrm>
                <a:off x="18415933" y="21879719"/>
                <a:ext cx="574885" cy="30135"/>
              </a:xfrm>
              <a:custGeom>
                <a:avLst/>
                <a:gdLst>
                  <a:gd name="connsiteX0" fmla="*/ 0 w 574885"/>
                  <a:gd name="connsiteY0" fmla="*/ 0 h 30135"/>
                  <a:gd name="connsiteX1" fmla="*/ 574886 w 574885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74885" h="30135">
                    <a:moveTo>
                      <a:pt x="0" y="0"/>
                    </a:moveTo>
                    <a:lnTo>
                      <a:pt x="574886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5" name="手繪多邊形: 圖案 14">
                <a:extLst>
                  <a:ext uri="{FF2B5EF4-FFF2-40B4-BE49-F238E27FC236}">
                    <a16:creationId xmlns:a16="http://schemas.microsoft.com/office/drawing/2014/main" id="{D350A759-C47A-4E83-B833-D474231A1EEE}"/>
                  </a:ext>
                </a:extLst>
              </p:cNvPr>
              <p:cNvSpPr/>
              <p:nvPr/>
            </p:nvSpPr>
            <p:spPr>
              <a:xfrm>
                <a:off x="18158568" y="21355360"/>
                <a:ext cx="31007" cy="650325"/>
              </a:xfrm>
              <a:custGeom>
                <a:avLst/>
                <a:gdLst>
                  <a:gd name="connsiteX0" fmla="*/ 1 w 31007"/>
                  <a:gd name="connsiteY0" fmla="*/ 650325 h 650325"/>
                  <a:gd name="connsiteX1" fmla="*/ 1 w 31007"/>
                  <a:gd name="connsiteY1" fmla="*/ 0 h 650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50325">
                    <a:moveTo>
                      <a:pt x="1" y="650325"/>
                    </a:moveTo>
                    <a:lnTo>
                      <a:pt x="1" y="0"/>
                    </a:lnTo>
                  </a:path>
                </a:pathLst>
              </a:custGeom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7" name="手繪多邊形: 圖案 16">
                <a:extLst>
                  <a:ext uri="{FF2B5EF4-FFF2-40B4-BE49-F238E27FC236}">
                    <a16:creationId xmlns:a16="http://schemas.microsoft.com/office/drawing/2014/main" id="{3AE9F595-7E66-C3FC-6A40-E7D777194F11}"/>
                  </a:ext>
                </a:extLst>
              </p:cNvPr>
              <p:cNvSpPr/>
              <p:nvPr/>
            </p:nvSpPr>
            <p:spPr>
              <a:xfrm>
                <a:off x="17911745" y="20699610"/>
                <a:ext cx="376746" cy="569561"/>
              </a:xfrm>
              <a:custGeom>
                <a:avLst/>
                <a:gdLst>
                  <a:gd name="connsiteX0" fmla="*/ 376746 w 376746"/>
                  <a:gd name="connsiteY0" fmla="*/ 0 h 569561"/>
                  <a:gd name="connsiteX1" fmla="*/ 0 w 376746"/>
                  <a:gd name="connsiteY1" fmla="*/ 569562 h 569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76746" h="569561">
                    <a:moveTo>
                      <a:pt x="376746" y="0"/>
                    </a:moveTo>
                    <a:cubicBezTo>
                      <a:pt x="376746" y="0"/>
                      <a:pt x="340466" y="391762"/>
                      <a:pt x="0" y="569562"/>
                    </a:cubicBezTo>
                  </a:path>
                </a:pathLst>
              </a:custGeom>
              <a:noFill/>
              <a:ln w="1782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grpSp>
            <p:nvGrpSpPr>
              <p:cNvPr id="21" name="圖形 17">
                <a:extLst>
                  <a:ext uri="{FF2B5EF4-FFF2-40B4-BE49-F238E27FC236}">
                    <a16:creationId xmlns:a16="http://schemas.microsoft.com/office/drawing/2014/main" id="{50F992B4-D1A1-8BCB-358D-EFA7D307F11D}"/>
                  </a:ext>
                </a:extLst>
              </p:cNvPr>
              <p:cNvGrpSpPr/>
              <p:nvPr/>
            </p:nvGrpSpPr>
            <p:grpSpPr>
              <a:xfrm>
                <a:off x="16334685" y="20709555"/>
                <a:ext cx="6029045" cy="22976936"/>
                <a:chOff x="16334685" y="20709555"/>
                <a:chExt cx="6029045" cy="22976936"/>
              </a:xfrm>
              <a:noFill/>
            </p:grpSpPr>
            <p:sp>
              <p:nvSpPr>
                <p:cNvPr id="22" name="手繪多邊形: 圖案 21">
                  <a:extLst>
                    <a:ext uri="{FF2B5EF4-FFF2-40B4-BE49-F238E27FC236}">
                      <a16:creationId xmlns:a16="http://schemas.microsoft.com/office/drawing/2014/main" id="{7D7DC604-2633-5AA0-7190-0F2AC02F62C2}"/>
                    </a:ext>
                  </a:extLst>
                </p:cNvPr>
                <p:cNvSpPr/>
                <p:nvPr/>
              </p:nvSpPr>
              <p:spPr>
                <a:xfrm>
                  <a:off x="16334685" y="20830399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3" name="手繪多邊形: 圖案 22">
                  <a:extLst>
                    <a:ext uri="{FF2B5EF4-FFF2-40B4-BE49-F238E27FC236}">
                      <a16:creationId xmlns:a16="http://schemas.microsoft.com/office/drawing/2014/main" id="{F61B9584-5791-9FDC-5E7D-7AFF58ED51B9}"/>
                    </a:ext>
                  </a:extLst>
                </p:cNvPr>
                <p:cNvSpPr/>
                <p:nvPr/>
              </p:nvSpPr>
              <p:spPr>
                <a:xfrm>
                  <a:off x="16334685" y="21202271"/>
                  <a:ext cx="1007755" cy="30135"/>
                </a:xfrm>
                <a:custGeom>
                  <a:avLst/>
                  <a:gdLst>
                    <a:gd name="connsiteX0" fmla="*/ 0 w 1007755"/>
                    <a:gd name="connsiteY0" fmla="*/ 0 h 30135"/>
                    <a:gd name="connsiteX1" fmla="*/ 1007756 w 100775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07755" h="30135">
                      <a:moveTo>
                        <a:pt x="0" y="0"/>
                      </a:moveTo>
                      <a:lnTo>
                        <a:pt x="1007756" y="0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4" name="手繪多邊形: 圖案 23">
                  <a:extLst>
                    <a:ext uri="{FF2B5EF4-FFF2-40B4-BE49-F238E27FC236}">
                      <a16:creationId xmlns:a16="http://schemas.microsoft.com/office/drawing/2014/main" id="{7A88A964-050E-EE73-5854-1D75BD633994}"/>
                    </a:ext>
                  </a:extLst>
                </p:cNvPr>
                <p:cNvSpPr/>
                <p:nvPr/>
              </p:nvSpPr>
              <p:spPr>
                <a:xfrm>
                  <a:off x="16596392" y="20709555"/>
                  <a:ext cx="31007" cy="241385"/>
                </a:xfrm>
                <a:custGeom>
                  <a:avLst/>
                  <a:gdLst>
                    <a:gd name="connsiteX0" fmla="*/ 0 w 31007"/>
                    <a:gd name="connsiteY0" fmla="*/ 0 h 241385"/>
                    <a:gd name="connsiteX1" fmla="*/ 0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0" y="0"/>
                      </a:moveTo>
                      <a:lnTo>
                        <a:pt x="0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5" name="手繪多邊形: 圖案 24">
                  <a:extLst>
                    <a:ext uri="{FF2B5EF4-FFF2-40B4-BE49-F238E27FC236}">
                      <a16:creationId xmlns:a16="http://schemas.microsoft.com/office/drawing/2014/main" id="{A0C9BFF2-50F7-0E6D-3002-C44653BBBB54}"/>
                    </a:ext>
                  </a:extLst>
                </p:cNvPr>
                <p:cNvSpPr/>
                <p:nvPr/>
              </p:nvSpPr>
              <p:spPr>
                <a:xfrm>
                  <a:off x="17098409" y="20709555"/>
                  <a:ext cx="31007" cy="241385"/>
                </a:xfrm>
                <a:custGeom>
                  <a:avLst/>
                  <a:gdLst>
                    <a:gd name="connsiteX0" fmla="*/ 1 w 31007"/>
                    <a:gd name="connsiteY0" fmla="*/ 0 h 241385"/>
                    <a:gd name="connsiteX1" fmla="*/ 1 w 31007"/>
                    <a:gd name="connsiteY1" fmla="*/ 241386 h 2413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1385">
                      <a:moveTo>
                        <a:pt x="1" y="0"/>
                      </a:moveTo>
                      <a:lnTo>
                        <a:pt x="1" y="241386"/>
                      </a:lnTo>
                    </a:path>
                  </a:pathLst>
                </a:custGeom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6" name="手繪多邊形: 圖案 25">
                  <a:extLst>
                    <a:ext uri="{FF2B5EF4-FFF2-40B4-BE49-F238E27FC236}">
                      <a16:creationId xmlns:a16="http://schemas.microsoft.com/office/drawing/2014/main" id="{119430B1-58AD-4380-CCF5-21C013AF66AB}"/>
                    </a:ext>
                  </a:extLst>
                </p:cNvPr>
                <p:cNvSpPr/>
                <p:nvPr/>
              </p:nvSpPr>
              <p:spPr>
                <a:xfrm>
                  <a:off x="16988330" y="21408097"/>
                  <a:ext cx="264187" cy="597587"/>
                </a:xfrm>
                <a:custGeom>
                  <a:avLst/>
                  <a:gdLst>
                    <a:gd name="connsiteX0" fmla="*/ 0 w 264187"/>
                    <a:gd name="connsiteY0" fmla="*/ 0 h 597587"/>
                    <a:gd name="connsiteX1" fmla="*/ 62636 w 264187"/>
                    <a:gd name="connsiteY1" fmla="*/ 0 h 597587"/>
                    <a:gd name="connsiteX2" fmla="*/ 264188 w 264187"/>
                    <a:gd name="connsiteY2" fmla="*/ 195881 h 597587"/>
                    <a:gd name="connsiteX3" fmla="*/ 264188 w 264187"/>
                    <a:gd name="connsiteY3" fmla="*/ 467101 h 597587"/>
                    <a:gd name="connsiteX4" fmla="*/ 129923 w 264187"/>
                    <a:gd name="connsiteY4" fmla="*/ 597588 h 597587"/>
                    <a:gd name="connsiteX5" fmla="*/ 43412 w 264187"/>
                    <a:gd name="connsiteY5" fmla="*/ 597588 h 597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264187" h="597587">
                      <a:moveTo>
                        <a:pt x="0" y="0"/>
                      </a:moveTo>
                      <a:lnTo>
                        <a:pt x="62636" y="0"/>
                      </a:lnTo>
                      <a:cubicBezTo>
                        <a:pt x="173956" y="0"/>
                        <a:pt x="264188" y="87695"/>
                        <a:pt x="264188" y="195881"/>
                      </a:cubicBezTo>
                      <a:lnTo>
                        <a:pt x="264188" y="467101"/>
                      </a:lnTo>
                      <a:cubicBezTo>
                        <a:pt x="264188" y="539125"/>
                        <a:pt x="204032" y="597588"/>
                        <a:pt x="129923" y="597588"/>
                      </a:cubicBezTo>
                      <a:lnTo>
                        <a:pt x="43412" y="597588"/>
                      </a:ln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7" name="手繪多邊形: 圖案 26">
                  <a:extLst>
                    <a:ext uri="{FF2B5EF4-FFF2-40B4-BE49-F238E27FC236}">
                      <a16:creationId xmlns:a16="http://schemas.microsoft.com/office/drawing/2014/main" id="{F92DF619-92D3-C656-6E94-14335A5AF5DD}"/>
                    </a:ext>
                  </a:extLst>
                </p:cNvPr>
                <p:cNvSpPr/>
                <p:nvPr/>
              </p:nvSpPr>
              <p:spPr>
                <a:xfrm>
                  <a:off x="16334685" y="21064250"/>
                  <a:ext cx="503897" cy="941434"/>
                </a:xfrm>
                <a:custGeom>
                  <a:avLst/>
                  <a:gdLst>
                    <a:gd name="connsiteX0" fmla="*/ 503879 w 503897"/>
                    <a:gd name="connsiteY0" fmla="*/ 0 h 941434"/>
                    <a:gd name="connsiteX1" fmla="*/ 0 w 503897"/>
                    <a:gd name="connsiteY1" fmla="*/ 941434 h 9414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3897" h="941434">
                      <a:moveTo>
                        <a:pt x="503879" y="0"/>
                      </a:moveTo>
                      <a:cubicBezTo>
                        <a:pt x="503879" y="0"/>
                        <a:pt x="515041" y="565343"/>
                        <a:pt x="0" y="941434"/>
                      </a:cubicBezTo>
                    </a:path>
                  </a:pathLst>
                </a:custGeom>
                <a:noFill/>
                <a:ln w="1782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28" name="圖形 17">
                <a:extLst>
                  <a:ext uri="{FF2B5EF4-FFF2-40B4-BE49-F238E27FC236}">
                    <a16:creationId xmlns:a16="http://schemas.microsoft.com/office/drawing/2014/main" id="{110AECAC-9E77-9562-82A3-AA384D000142}"/>
                  </a:ext>
                </a:extLst>
              </p:cNvPr>
              <p:cNvGrpSpPr/>
              <p:nvPr/>
            </p:nvGrpSpPr>
            <p:grpSpPr>
              <a:xfrm>
                <a:off x="16334685" y="22619546"/>
                <a:ext cx="36176147" cy="23158588"/>
                <a:chOff x="16334685" y="22619546"/>
                <a:chExt cx="36176147" cy="23158588"/>
              </a:xfrm>
              <a:noFill/>
            </p:grpSpPr>
            <p:grpSp>
              <p:nvGrpSpPr>
                <p:cNvPr id="29" name="圖形 17">
                  <a:extLst>
                    <a:ext uri="{FF2B5EF4-FFF2-40B4-BE49-F238E27FC236}">
                      <a16:creationId xmlns:a16="http://schemas.microsoft.com/office/drawing/2014/main" id="{A6BA7537-FC2F-00DA-C011-2F86F5760C08}"/>
                    </a:ext>
                  </a:extLst>
                </p:cNvPr>
                <p:cNvGrpSpPr/>
                <p:nvPr/>
              </p:nvGrpSpPr>
              <p:grpSpPr>
                <a:xfrm>
                  <a:off x="18008490" y="22619848"/>
                  <a:ext cx="6292467" cy="23153235"/>
                  <a:chOff x="18008490" y="22619848"/>
                  <a:chExt cx="6292467" cy="23153235"/>
                </a:xfrm>
                <a:noFill/>
              </p:grpSpPr>
              <p:grpSp>
                <p:nvGrpSpPr>
                  <p:cNvPr id="30" name="圖形 17">
                    <a:extLst>
                      <a:ext uri="{FF2B5EF4-FFF2-40B4-BE49-F238E27FC236}">
                        <a16:creationId xmlns:a16="http://schemas.microsoft.com/office/drawing/2014/main" id="{61264320-D626-D038-2F36-A4DB0022FFF9}"/>
                      </a:ext>
                    </a:extLst>
                  </p:cNvPr>
                  <p:cNvGrpSpPr/>
                  <p:nvPr/>
                </p:nvGrpSpPr>
                <p:grpSpPr>
                  <a:xfrm>
                    <a:off x="18008490" y="22619848"/>
                    <a:ext cx="6292467" cy="10502836"/>
                    <a:chOff x="18008490" y="22619848"/>
                    <a:chExt cx="6292467" cy="10502836"/>
                  </a:xfrm>
                  <a:noFill/>
                </p:grpSpPr>
                <p:sp>
                  <p:nvSpPr>
                    <p:cNvPr id="31" name="手繪多邊形: 圖案 30">
                      <a:extLst>
                        <a:ext uri="{FF2B5EF4-FFF2-40B4-BE49-F238E27FC236}">
                          <a16:creationId xmlns:a16="http://schemas.microsoft.com/office/drawing/2014/main" id="{FD397570-E272-2947-155D-F68D6ABE0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08490" y="22619848"/>
                      <a:ext cx="514110" cy="30135"/>
                    </a:xfrm>
                    <a:custGeom>
                      <a:avLst/>
                      <a:gdLst>
                        <a:gd name="connsiteX0" fmla="*/ 0 w 514110"/>
                        <a:gd name="connsiteY0" fmla="*/ 0 h 30135"/>
                        <a:gd name="connsiteX1" fmla="*/ 514111 w 514110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514110" h="30135">
                          <a:moveTo>
                            <a:pt x="0" y="0"/>
                          </a:moveTo>
                          <a:lnTo>
                            <a:pt x="514111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2" name="手繪多邊形: 圖案 31">
                      <a:extLst>
                        <a:ext uri="{FF2B5EF4-FFF2-40B4-BE49-F238E27FC236}">
                          <a16:creationId xmlns:a16="http://schemas.microsoft.com/office/drawing/2014/main" id="{CB7CB74F-EDCF-EFD0-3CF0-F4103C879C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072055" y="22619848"/>
                      <a:ext cx="450545" cy="592465"/>
                    </a:xfrm>
                    <a:custGeom>
                      <a:avLst/>
                      <a:gdLst>
                        <a:gd name="connsiteX0" fmla="*/ 450545 w 450545"/>
                        <a:gd name="connsiteY0" fmla="*/ 592465 h 592465"/>
                        <a:gd name="connsiteX1" fmla="*/ 134265 w 450545"/>
                        <a:gd name="connsiteY1" fmla="*/ 592465 h 592465"/>
                        <a:gd name="connsiteX2" fmla="*/ 0 w 450545"/>
                        <a:gd name="connsiteY2" fmla="*/ 461979 h 592465"/>
                        <a:gd name="connsiteX3" fmla="*/ 0 w 450545"/>
                        <a:gd name="connsiteY3" fmla="*/ 0 h 59246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450545" h="592465">
                          <a:moveTo>
                            <a:pt x="450545" y="592465"/>
                          </a:moveTo>
                          <a:lnTo>
                            <a:pt x="134265" y="592465"/>
                          </a:lnTo>
                          <a:cubicBezTo>
                            <a:pt x="60155" y="592465"/>
                            <a:pt x="0" y="534002"/>
                            <a:pt x="0" y="461979"/>
                          </a:cubicBezTo>
                          <a:lnTo>
                            <a:pt x="0" y="0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3" name="手繪多邊形: 圖案 32">
                      <a:extLst>
                        <a:ext uri="{FF2B5EF4-FFF2-40B4-BE49-F238E27FC236}">
                          <a16:creationId xmlns:a16="http://schemas.microsoft.com/office/drawing/2014/main" id="{FFA29472-F1A0-FEEA-E371-B87FB34AD4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93917" y="22756362"/>
                      <a:ext cx="285892" cy="30135"/>
                    </a:xfrm>
                    <a:custGeom>
                      <a:avLst/>
                      <a:gdLst>
                        <a:gd name="connsiteX0" fmla="*/ -1 w 285892"/>
                        <a:gd name="connsiteY0" fmla="*/ 0 h 30135"/>
                        <a:gd name="connsiteX1" fmla="*/ 285893 w 285892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285892" h="30135">
                          <a:moveTo>
                            <a:pt x="-1" y="0"/>
                          </a:moveTo>
                          <a:lnTo>
                            <a:pt x="285893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4" name="手繪多邊形: 圖案 33">
                      <a:extLst>
                        <a:ext uri="{FF2B5EF4-FFF2-40B4-BE49-F238E27FC236}">
                          <a16:creationId xmlns:a16="http://schemas.microsoft.com/office/drawing/2014/main" id="{A1B25236-0A5F-C92E-F712-1AFB2CFAAB5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913067"/>
                      <a:ext cx="307287" cy="30135"/>
                    </a:xfrm>
                    <a:custGeom>
                      <a:avLst/>
                      <a:gdLst>
                        <a:gd name="connsiteX0" fmla="*/ -1 w 307287"/>
                        <a:gd name="connsiteY0" fmla="*/ 0 h 30135"/>
                        <a:gd name="connsiteX1" fmla="*/ 307288 w 307287"/>
                        <a:gd name="connsiteY1" fmla="*/ 0 h 3013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307287" h="30135">
                          <a:moveTo>
                            <a:pt x="-1" y="0"/>
                          </a:moveTo>
                          <a:lnTo>
                            <a:pt x="307288" y="0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5" name="手繪多邊形: 圖案 34">
                      <a:extLst>
                        <a:ext uri="{FF2B5EF4-FFF2-40B4-BE49-F238E27FC236}">
                          <a16:creationId xmlns:a16="http://schemas.microsoft.com/office/drawing/2014/main" id="{C613E286-0433-395B-E690-8A6BE978AC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57173" y="22619848"/>
                      <a:ext cx="403102" cy="172375"/>
                    </a:xfrm>
                    <a:custGeom>
                      <a:avLst/>
                      <a:gdLst>
                        <a:gd name="connsiteX0" fmla="*/ 403102 w 403102"/>
                        <a:gd name="connsiteY0" fmla="*/ 172375 h 172375"/>
                        <a:gd name="connsiteX1" fmla="*/ 395971 w 403102"/>
                        <a:gd name="connsiteY1" fmla="*/ 172375 h 172375"/>
                        <a:gd name="connsiteX2" fmla="*/ 328684 w 403102"/>
                        <a:gd name="connsiteY2" fmla="*/ 106982 h 172375"/>
                        <a:gd name="connsiteX3" fmla="*/ 328684 w 403102"/>
                        <a:gd name="connsiteY3" fmla="*/ 0 h 172375"/>
                        <a:gd name="connsiteX4" fmla="*/ 0 w 403102"/>
                        <a:gd name="connsiteY4" fmla="*/ 0 h 172375"/>
                        <a:gd name="connsiteX5" fmla="*/ 0 w 403102"/>
                        <a:gd name="connsiteY5" fmla="*/ 72024 h 17237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</a:cxnLst>
                      <a:rect l="l" t="t" r="r" b="b"/>
                      <a:pathLst>
                        <a:path w="403102" h="172375">
                          <a:moveTo>
                            <a:pt x="403102" y="172375"/>
                          </a:moveTo>
                          <a:lnTo>
                            <a:pt x="395971" y="172375"/>
                          </a:lnTo>
                          <a:cubicBezTo>
                            <a:pt x="358761" y="172375"/>
                            <a:pt x="328684" y="143144"/>
                            <a:pt x="328684" y="106982"/>
                          </a:cubicBezTo>
                          <a:lnTo>
                            <a:pt x="328684" y="0"/>
                          </a:lnTo>
                          <a:lnTo>
                            <a:pt x="0" y="0"/>
                          </a:lnTo>
                          <a:lnTo>
                            <a:pt x="0" y="72024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6" name="手繪多邊形: 圖案 35">
                      <a:extLst>
                        <a:ext uri="{FF2B5EF4-FFF2-40B4-BE49-F238E27FC236}">
                          <a16:creationId xmlns:a16="http://schemas.microsoft.com/office/drawing/2014/main" id="{CCA675C4-669A-D73D-167C-2C1E7F0E38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371901" y="23011007"/>
                      <a:ext cx="98915" cy="98241"/>
                    </a:xfrm>
                    <a:custGeom>
                      <a:avLst/>
                      <a:gdLst>
                        <a:gd name="connsiteX0" fmla="*/ 0 w 98915"/>
                        <a:gd name="connsiteY0" fmla="*/ 0 h 98241"/>
                        <a:gd name="connsiteX1" fmla="*/ 0 w 98915"/>
                        <a:gd name="connsiteY1" fmla="*/ 32848 h 98241"/>
                        <a:gd name="connsiteX2" fmla="*/ 67288 w 98915"/>
                        <a:gd name="connsiteY2" fmla="*/ 98241 h 98241"/>
                        <a:gd name="connsiteX3" fmla="*/ 98915 w 98915"/>
                        <a:gd name="connsiteY3" fmla="*/ 98241 h 982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98915" h="98241">
                          <a:moveTo>
                            <a:pt x="0" y="0"/>
                          </a:moveTo>
                          <a:lnTo>
                            <a:pt x="0" y="32848"/>
                          </a:lnTo>
                          <a:cubicBezTo>
                            <a:pt x="0" y="69010"/>
                            <a:pt x="30079" y="98241"/>
                            <a:pt x="67288" y="98241"/>
                          </a:cubicBezTo>
                          <a:lnTo>
                            <a:pt x="98915" y="98241"/>
                          </a:ln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7" name="手繪多邊形: 圖案 36">
                      <a:extLst>
                        <a:ext uri="{FF2B5EF4-FFF2-40B4-BE49-F238E27FC236}">
                          <a16:creationId xmlns:a16="http://schemas.microsoft.com/office/drawing/2014/main" id="{B577FB66-5C4A-5883-2CBA-309248D570F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33607" y="22913067"/>
                      <a:ext cx="394731" cy="299245"/>
                    </a:xfrm>
                    <a:custGeom>
                      <a:avLst/>
                      <a:gdLst>
                        <a:gd name="connsiteX0" fmla="*/ 394731 w 394731"/>
                        <a:gd name="connsiteY0" fmla="*/ 299246 h 299245"/>
                        <a:gd name="connsiteX1" fmla="*/ 23877 w 394731"/>
                        <a:gd name="connsiteY1" fmla="*/ 0 h 299245"/>
                        <a:gd name="connsiteX2" fmla="*/ 372094 w 394731"/>
                        <a:gd name="connsiteY2" fmla="*/ 0 h 299245"/>
                        <a:gd name="connsiteX3" fmla="*/ 0 w 394731"/>
                        <a:gd name="connsiteY3" fmla="*/ 299246 h 29924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394731" h="299245">
                          <a:moveTo>
                            <a:pt x="394731" y="299246"/>
                          </a:moveTo>
                          <a:cubicBezTo>
                            <a:pt x="225117" y="299246"/>
                            <a:pt x="28839" y="179608"/>
                            <a:pt x="23877" y="0"/>
                          </a:cubicBezTo>
                          <a:lnTo>
                            <a:pt x="372094" y="0"/>
                          </a:lnTo>
                          <a:cubicBezTo>
                            <a:pt x="368065" y="178704"/>
                            <a:pt x="162791" y="299246"/>
                            <a:pt x="0" y="299246"/>
                          </a:cubicBezTo>
                        </a:path>
                      </a:pathLst>
                    </a:custGeom>
                    <a:noFill/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8" name="手繪多邊形: 圖案 37">
                      <a:extLst>
                        <a:ext uri="{FF2B5EF4-FFF2-40B4-BE49-F238E27FC236}">
                          <a16:creationId xmlns:a16="http://schemas.microsoft.com/office/drawing/2014/main" id="{49DBF2D1-5CB3-88FF-308F-E0B72A9E5D4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205389" y="22756362"/>
                      <a:ext cx="145116" cy="352585"/>
                    </a:xfrm>
                    <a:custGeom>
                      <a:avLst/>
                      <a:gdLst>
                        <a:gd name="connsiteX0" fmla="*/ 145118 w 145116"/>
                        <a:gd name="connsiteY0" fmla="*/ 0 h 352585"/>
                        <a:gd name="connsiteX1" fmla="*/ -1 w 145116"/>
                        <a:gd name="connsiteY1" fmla="*/ 352586 h 35258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145116" h="352585">
                          <a:moveTo>
                            <a:pt x="145118" y="0"/>
                          </a:moveTo>
                          <a:lnTo>
                            <a:pt x="-1" y="352586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39" name="手繪多邊形: 圖案 38">
                      <a:extLst>
                        <a:ext uri="{FF2B5EF4-FFF2-40B4-BE49-F238E27FC236}">
                          <a16:creationId xmlns:a16="http://schemas.microsoft.com/office/drawing/2014/main" id="{CE1DDC8C-5796-4A21-C4E8-60B3DA26440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615934" y="22691570"/>
                      <a:ext cx="41550" cy="100652"/>
                    </a:xfrm>
                    <a:custGeom>
                      <a:avLst/>
                      <a:gdLst>
                        <a:gd name="connsiteX0" fmla="*/ 41550 w 41550"/>
                        <a:gd name="connsiteY0" fmla="*/ 0 h 100652"/>
                        <a:gd name="connsiteX1" fmla="*/ 1 w 41550"/>
                        <a:gd name="connsiteY1" fmla="*/ 100653 h 10065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41550" h="100652">
                          <a:moveTo>
                            <a:pt x="41550" y="0"/>
                          </a:moveTo>
                          <a:lnTo>
                            <a:pt x="1" y="100653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  <p:sp>
                  <p:nvSpPr>
                    <p:cNvPr id="40" name="手繪多邊形: 圖案 39">
                      <a:extLst>
                        <a:ext uri="{FF2B5EF4-FFF2-40B4-BE49-F238E27FC236}">
                          <a16:creationId xmlns:a16="http://schemas.microsoft.com/office/drawing/2014/main" id="{9DB0EFB8-F84B-836C-E67B-21B76E847A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8172521" y="22619848"/>
                      <a:ext cx="77519" cy="188949"/>
                    </a:xfrm>
                    <a:custGeom>
                      <a:avLst/>
                      <a:gdLst>
                        <a:gd name="connsiteX0" fmla="*/ 77519 w 77519"/>
                        <a:gd name="connsiteY0" fmla="*/ 0 h 188949"/>
                        <a:gd name="connsiteX1" fmla="*/ -1 w 77519"/>
                        <a:gd name="connsiteY1" fmla="*/ 188949 h 18894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</a:cxnLst>
                      <a:rect l="l" t="t" r="r" b="b"/>
                      <a:pathLst>
                        <a:path w="77519" h="188949">
                          <a:moveTo>
                            <a:pt x="77519" y="0"/>
                          </a:moveTo>
                          <a:lnTo>
                            <a:pt x="-1" y="188949"/>
                          </a:lnTo>
                        </a:path>
                      </a:pathLst>
                    </a:custGeom>
                    <a:ln w="7929" cap="rnd">
                      <a:solidFill>
                        <a:srgbClr val="231815"/>
                      </a:solidFill>
                      <a:prstDash val="solid"/>
                      <a:round/>
                    </a:ln>
                  </p:spPr>
                  <p:txBody>
  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endParaRPr lang="zh-TW" altLang="en-US" sz="1789"/>
                    </a:p>
                  </p:txBody>
                </p:sp>
              </p:grpSp>
              <p:sp>
                <p:nvSpPr>
                  <p:cNvPr id="41" name="手繪多邊形: 圖案 40">
                    <a:extLst>
                      <a:ext uri="{FF2B5EF4-FFF2-40B4-BE49-F238E27FC236}">
                        <a16:creationId xmlns:a16="http://schemas.microsoft.com/office/drawing/2014/main" id="{E3EE79BC-EB6A-726B-7F40-0383AE5CF831}"/>
                      </a:ext>
                    </a:extLst>
                  </p:cNvPr>
                  <p:cNvSpPr/>
                  <p:nvPr/>
                </p:nvSpPr>
                <p:spPr>
                  <a:xfrm>
                    <a:off x="18044149" y="23336170"/>
                    <a:ext cx="1007755" cy="30135"/>
                  </a:xfrm>
                  <a:custGeom>
                    <a:avLst/>
                    <a:gdLst>
                      <a:gd name="connsiteX0" fmla="*/ 1 w 1007755"/>
                      <a:gd name="connsiteY0" fmla="*/ 0 h 30135"/>
                      <a:gd name="connsiteX1" fmla="*/ 1007756 w 100775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7755" h="30135">
                        <a:moveTo>
                          <a:pt x="1" y="0"/>
                        </a:moveTo>
                        <a:lnTo>
                          <a:pt x="100775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2" name="手繪多邊形: 圖案 41">
                    <a:extLst>
                      <a:ext uri="{FF2B5EF4-FFF2-40B4-BE49-F238E27FC236}">
                        <a16:creationId xmlns:a16="http://schemas.microsoft.com/office/drawing/2014/main" id="{17F4ACB0-EAC9-68D1-C9A3-6901BBAD2AB5}"/>
                      </a:ext>
                    </a:extLst>
                  </p:cNvPr>
                  <p:cNvSpPr/>
                  <p:nvPr/>
                </p:nvSpPr>
                <p:spPr>
                  <a:xfrm>
                    <a:off x="18079022" y="23473287"/>
                    <a:ext cx="938318" cy="452635"/>
                  </a:xfrm>
                  <a:custGeom>
                    <a:avLst/>
                    <a:gdLst>
                      <a:gd name="connsiteX0" fmla="*/ 937223 w 938318"/>
                      <a:gd name="connsiteY0" fmla="*/ 75037 h 452635"/>
                      <a:gd name="connsiteX1" fmla="*/ 895363 w 938318"/>
                      <a:gd name="connsiteY1" fmla="*/ 341737 h 452635"/>
                      <a:gd name="connsiteX2" fmla="*/ 762649 w 938318"/>
                      <a:gd name="connsiteY2" fmla="*/ 452636 h 452635"/>
                      <a:gd name="connsiteX3" fmla="*/ 175360 w 938318"/>
                      <a:gd name="connsiteY3" fmla="*/ 452636 h 452635"/>
                      <a:gd name="connsiteX4" fmla="*/ 42647 w 938318"/>
                      <a:gd name="connsiteY4" fmla="*/ 341737 h 452635"/>
                      <a:gd name="connsiteX5" fmla="*/ 785 w 938318"/>
                      <a:gd name="connsiteY5" fmla="*/ 75037 h 452635"/>
                      <a:gd name="connsiteX6" fmla="*/ 67142 w 938318"/>
                      <a:gd name="connsiteY6" fmla="*/ 0 h 452635"/>
                      <a:gd name="connsiteX7" fmla="*/ 871176 w 938318"/>
                      <a:gd name="connsiteY7" fmla="*/ 0 h 452635"/>
                      <a:gd name="connsiteX8" fmla="*/ 937533 w 938318"/>
                      <a:gd name="connsiteY8" fmla="*/ 75037 h 4526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938318" h="452635">
                        <a:moveTo>
                          <a:pt x="937223" y="75037"/>
                        </a:moveTo>
                        <a:lnTo>
                          <a:pt x="895363" y="341737"/>
                        </a:lnTo>
                        <a:cubicBezTo>
                          <a:pt x="885440" y="405624"/>
                          <a:pt x="829006" y="452636"/>
                          <a:pt x="762649" y="452636"/>
                        </a:cubicBezTo>
                        <a:lnTo>
                          <a:pt x="175360" y="452636"/>
                        </a:lnTo>
                        <a:cubicBezTo>
                          <a:pt x="109002" y="452636"/>
                          <a:pt x="52568" y="405624"/>
                          <a:pt x="42647" y="341737"/>
                        </a:cubicBezTo>
                        <a:lnTo>
                          <a:pt x="785" y="75037"/>
                        </a:lnTo>
                        <a:cubicBezTo>
                          <a:pt x="-5417" y="35560"/>
                          <a:pt x="25901" y="0"/>
                          <a:pt x="67142" y="0"/>
                        </a:cubicBezTo>
                        <a:lnTo>
                          <a:pt x="871176" y="0"/>
                        </a:lnTo>
                        <a:cubicBezTo>
                          <a:pt x="912417" y="0"/>
                          <a:pt x="943735" y="35560"/>
                          <a:pt x="937533" y="75037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3" name="手繪多邊形: 圖案 42">
                    <a:extLst>
                      <a:ext uri="{FF2B5EF4-FFF2-40B4-BE49-F238E27FC236}">
                        <a16:creationId xmlns:a16="http://schemas.microsoft.com/office/drawing/2014/main" id="{864F676C-2FA3-1682-06CD-4196EA0E4323}"/>
                      </a:ext>
                    </a:extLst>
                  </p:cNvPr>
                  <p:cNvSpPr/>
                  <p:nvPr/>
                </p:nvSpPr>
                <p:spPr>
                  <a:xfrm>
                    <a:off x="18222753" y="23336169"/>
                    <a:ext cx="204653" cy="335710"/>
                  </a:xfrm>
                  <a:custGeom>
                    <a:avLst/>
                    <a:gdLst>
                      <a:gd name="connsiteX0" fmla="*/ 204653 w 204653"/>
                      <a:gd name="connsiteY0" fmla="*/ 0 h 335710"/>
                      <a:gd name="connsiteX1" fmla="*/ 204653 w 204653"/>
                      <a:gd name="connsiteY1" fmla="*/ 205224 h 335710"/>
                      <a:gd name="connsiteX2" fmla="*/ 70388 w 204653"/>
                      <a:gd name="connsiteY2" fmla="*/ 335711 h 335710"/>
                      <a:gd name="connsiteX3" fmla="*/ 0 w 204653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04653" h="335710">
                        <a:moveTo>
                          <a:pt x="204653" y="0"/>
                        </a:moveTo>
                        <a:lnTo>
                          <a:pt x="204653" y="205224"/>
                        </a:lnTo>
                        <a:cubicBezTo>
                          <a:pt x="204653" y="277247"/>
                          <a:pt x="144498" y="335711"/>
                          <a:pt x="70388" y="335711"/>
                        </a:cubicBezTo>
                        <a:lnTo>
                          <a:pt x="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4" name="手繪多邊形: 圖案 43">
                    <a:extLst>
                      <a:ext uri="{FF2B5EF4-FFF2-40B4-BE49-F238E27FC236}">
                        <a16:creationId xmlns:a16="http://schemas.microsoft.com/office/drawing/2014/main" id="{E847D620-6F7F-B292-71D6-C01CC18D584B}"/>
                      </a:ext>
                    </a:extLst>
                  </p:cNvPr>
                  <p:cNvSpPr/>
                  <p:nvPr/>
                </p:nvSpPr>
                <p:spPr>
                  <a:xfrm>
                    <a:off x="18668957" y="23336169"/>
                    <a:ext cx="194730" cy="335710"/>
                  </a:xfrm>
                  <a:custGeom>
                    <a:avLst/>
                    <a:gdLst>
                      <a:gd name="connsiteX0" fmla="*/ 0 w 194730"/>
                      <a:gd name="connsiteY0" fmla="*/ 0 h 335710"/>
                      <a:gd name="connsiteX1" fmla="*/ 0 w 194730"/>
                      <a:gd name="connsiteY1" fmla="*/ 205224 h 335710"/>
                      <a:gd name="connsiteX2" fmla="*/ 134265 w 194730"/>
                      <a:gd name="connsiteY2" fmla="*/ 335711 h 335710"/>
                      <a:gd name="connsiteX3" fmla="*/ 194730 w 194730"/>
                      <a:gd name="connsiteY3" fmla="*/ 335711 h 33571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194730" h="335710">
                        <a:moveTo>
                          <a:pt x="0" y="0"/>
                        </a:moveTo>
                        <a:lnTo>
                          <a:pt x="0" y="205224"/>
                        </a:lnTo>
                        <a:cubicBezTo>
                          <a:pt x="0" y="277247"/>
                          <a:pt x="60155" y="335711"/>
                          <a:pt x="134265" y="335711"/>
                        </a:cubicBezTo>
                        <a:lnTo>
                          <a:pt x="194730" y="335711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5" name="手繪多邊形: 圖案 44">
                    <a:extLst>
                      <a:ext uri="{FF2B5EF4-FFF2-40B4-BE49-F238E27FC236}">
                        <a16:creationId xmlns:a16="http://schemas.microsoft.com/office/drawing/2014/main" id="{57934133-CD8B-9416-8E15-7EC59BF2FCA4}"/>
                      </a:ext>
                    </a:extLst>
                  </p:cNvPr>
                  <p:cNvSpPr/>
                  <p:nvPr/>
                </p:nvSpPr>
                <p:spPr>
                  <a:xfrm>
                    <a:off x="18356708" y="23799956"/>
                    <a:ext cx="382326" cy="30135"/>
                  </a:xfrm>
                  <a:custGeom>
                    <a:avLst/>
                    <a:gdLst>
                      <a:gd name="connsiteX0" fmla="*/ -1 w 382326"/>
                      <a:gd name="connsiteY0" fmla="*/ 0 h 30135"/>
                      <a:gd name="connsiteX1" fmla="*/ 382327 w 382326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82326" h="30135">
                        <a:moveTo>
                          <a:pt x="-1" y="0"/>
                        </a:moveTo>
                        <a:lnTo>
                          <a:pt x="38232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46" name="圖形 17">
                  <a:extLst>
                    <a:ext uri="{FF2B5EF4-FFF2-40B4-BE49-F238E27FC236}">
                      <a16:creationId xmlns:a16="http://schemas.microsoft.com/office/drawing/2014/main" id="{76ACA519-4B7D-F296-210E-7084A0707041}"/>
                    </a:ext>
                  </a:extLst>
                </p:cNvPr>
                <p:cNvGrpSpPr/>
                <p:nvPr/>
              </p:nvGrpSpPr>
              <p:grpSpPr>
                <a:xfrm>
                  <a:off x="16334685" y="22619848"/>
                  <a:ext cx="6030906" cy="23147917"/>
                  <a:chOff x="16334685" y="22619848"/>
                  <a:chExt cx="6030906" cy="23147917"/>
                </a:xfrm>
                <a:noFill/>
              </p:grpSpPr>
              <p:sp>
                <p:nvSpPr>
                  <p:cNvPr id="47" name="手繪多邊形: 圖案 46">
                    <a:extLst>
                      <a:ext uri="{FF2B5EF4-FFF2-40B4-BE49-F238E27FC236}">
                        <a16:creationId xmlns:a16="http://schemas.microsoft.com/office/drawing/2014/main" id="{7C1477A0-1A5F-1D42-3493-E712420DF7CF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6"/>
                    <a:ext cx="1008065" cy="30135"/>
                  </a:xfrm>
                  <a:custGeom>
                    <a:avLst/>
                    <a:gdLst>
                      <a:gd name="connsiteX0" fmla="*/ 0 w 1008065"/>
                      <a:gd name="connsiteY0" fmla="*/ 0 h 30135"/>
                      <a:gd name="connsiteX1" fmla="*/ 1008066 w 10080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008065" h="30135">
                        <a:moveTo>
                          <a:pt x="0" y="0"/>
                        </a:moveTo>
                        <a:lnTo>
                          <a:pt x="1008066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8" name="手繪多邊形: 圖案 47">
                    <a:extLst>
                      <a:ext uri="{FF2B5EF4-FFF2-40B4-BE49-F238E27FC236}">
                        <a16:creationId xmlns:a16="http://schemas.microsoft.com/office/drawing/2014/main" id="{695A9993-C266-C5EB-D83F-19CD7D45196F}"/>
                      </a:ext>
                    </a:extLst>
                  </p:cNvPr>
                  <p:cNvSpPr/>
                  <p:nvPr/>
                </p:nvSpPr>
                <p:spPr>
                  <a:xfrm>
                    <a:off x="16429259" y="22619848"/>
                    <a:ext cx="913492" cy="586739"/>
                  </a:xfrm>
                  <a:custGeom>
                    <a:avLst/>
                    <a:gdLst>
                      <a:gd name="connsiteX0" fmla="*/ 913492 w 913492"/>
                      <a:gd name="connsiteY0" fmla="*/ 0 h 586739"/>
                      <a:gd name="connsiteX1" fmla="*/ 268838 w 913492"/>
                      <a:gd name="connsiteY1" fmla="*/ 0 h 586739"/>
                      <a:gd name="connsiteX2" fmla="*/ 0 w 913492"/>
                      <a:gd name="connsiteY2" fmla="*/ 261276 h 586739"/>
                      <a:gd name="connsiteX3" fmla="*/ 0 w 913492"/>
                      <a:gd name="connsiteY3" fmla="*/ 586739 h 5867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13492" h="586739">
                        <a:moveTo>
                          <a:pt x="913492" y="0"/>
                        </a:moveTo>
                        <a:lnTo>
                          <a:pt x="268838" y="0"/>
                        </a:lnTo>
                        <a:cubicBezTo>
                          <a:pt x="120311" y="0"/>
                          <a:pt x="0" y="116926"/>
                          <a:pt x="0" y="261276"/>
                        </a:cubicBezTo>
                        <a:lnTo>
                          <a:pt x="0" y="586739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49" name="手繪多邊形: 圖案 48">
                    <a:extLst>
                      <a:ext uri="{FF2B5EF4-FFF2-40B4-BE49-F238E27FC236}">
                        <a16:creationId xmlns:a16="http://schemas.microsoft.com/office/drawing/2014/main" id="{EF21300C-D3D4-AF17-B8DD-BA34F643D023}"/>
                      </a:ext>
                    </a:extLst>
                  </p:cNvPr>
                  <p:cNvSpPr/>
                  <p:nvPr/>
                </p:nvSpPr>
                <p:spPr>
                  <a:xfrm>
                    <a:off x="17004765" y="22756362"/>
                    <a:ext cx="226357" cy="1169260"/>
                  </a:xfrm>
                  <a:custGeom>
                    <a:avLst/>
                    <a:gdLst>
                      <a:gd name="connsiteX0" fmla="*/ 226357 w 226357"/>
                      <a:gd name="connsiteY0" fmla="*/ 0 h 1169260"/>
                      <a:gd name="connsiteX1" fmla="*/ 226357 w 226357"/>
                      <a:gd name="connsiteY1" fmla="*/ 1038773 h 1169260"/>
                      <a:gd name="connsiteX2" fmla="*/ 92092 w 226357"/>
                      <a:gd name="connsiteY2" fmla="*/ 1169260 h 1169260"/>
                      <a:gd name="connsiteX3" fmla="*/ 0 w 226357"/>
                      <a:gd name="connsiteY3" fmla="*/ 1169260 h 11692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226357" h="1169260">
                        <a:moveTo>
                          <a:pt x="226357" y="0"/>
                        </a:moveTo>
                        <a:lnTo>
                          <a:pt x="226357" y="1038773"/>
                        </a:lnTo>
                        <a:cubicBezTo>
                          <a:pt x="226357" y="1110797"/>
                          <a:pt x="166202" y="1169260"/>
                          <a:pt x="92092" y="1169260"/>
                        </a:cubicBezTo>
                        <a:lnTo>
                          <a:pt x="0" y="116926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0" name="手繪多邊形: 圖案 49">
                    <a:extLst>
                      <a:ext uri="{FF2B5EF4-FFF2-40B4-BE49-F238E27FC236}">
                        <a16:creationId xmlns:a16="http://schemas.microsoft.com/office/drawing/2014/main" id="{374ABB69-0AF3-7C27-1D49-380238CC97FD}"/>
                      </a:ext>
                    </a:extLst>
                  </p:cNvPr>
                  <p:cNvSpPr/>
                  <p:nvPr/>
                </p:nvSpPr>
                <p:spPr>
                  <a:xfrm>
                    <a:off x="16334685" y="23206285"/>
                    <a:ext cx="669769" cy="719336"/>
                  </a:xfrm>
                  <a:custGeom>
                    <a:avLst/>
                    <a:gdLst>
                      <a:gd name="connsiteX0" fmla="*/ 669770 w 669769"/>
                      <a:gd name="connsiteY0" fmla="*/ 0 h 719336"/>
                      <a:gd name="connsiteX1" fmla="*/ 0 w 669769"/>
                      <a:gd name="connsiteY1" fmla="*/ 719336 h 7193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669769" h="719336">
                        <a:moveTo>
                          <a:pt x="669770" y="0"/>
                        </a:moveTo>
                        <a:cubicBezTo>
                          <a:pt x="669770" y="0"/>
                          <a:pt x="575817" y="593369"/>
                          <a:pt x="0" y="719336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1" name="圖形 17">
                  <a:extLst>
                    <a:ext uri="{FF2B5EF4-FFF2-40B4-BE49-F238E27FC236}">
                      <a16:creationId xmlns:a16="http://schemas.microsoft.com/office/drawing/2014/main" id="{6FAD9E1A-8632-3D15-535A-EB0ADD5E4C81}"/>
                    </a:ext>
                  </a:extLst>
                </p:cNvPr>
                <p:cNvGrpSpPr/>
                <p:nvPr/>
              </p:nvGrpSpPr>
              <p:grpSpPr>
                <a:xfrm>
                  <a:off x="21350207" y="22619546"/>
                  <a:ext cx="6170026" cy="23153252"/>
                  <a:chOff x="21350207" y="22619546"/>
                  <a:chExt cx="6170026" cy="23153252"/>
                </a:xfrm>
                <a:noFill/>
              </p:grpSpPr>
              <p:sp>
                <p:nvSpPr>
                  <p:cNvPr id="52" name="手繪多邊形: 圖案 51">
                    <a:extLst>
                      <a:ext uri="{FF2B5EF4-FFF2-40B4-BE49-F238E27FC236}">
                        <a16:creationId xmlns:a16="http://schemas.microsoft.com/office/drawing/2014/main" id="{45153DEE-BA8D-5432-BCFE-D9166E3EBD6D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619546"/>
                    <a:ext cx="391319" cy="1306075"/>
                  </a:xfrm>
                  <a:custGeom>
                    <a:avLst/>
                    <a:gdLst>
                      <a:gd name="connsiteX0" fmla="*/ 0 w 391319"/>
                      <a:gd name="connsiteY0" fmla="*/ 1306076 h 1306075"/>
                      <a:gd name="connsiteX1" fmla="*/ 0 w 391319"/>
                      <a:gd name="connsiteY1" fmla="*/ 195881 h 1306075"/>
                      <a:gd name="connsiteX2" fmla="*/ 201551 w 391319"/>
                      <a:gd name="connsiteY2" fmla="*/ 0 h 1306075"/>
                      <a:gd name="connsiteX3" fmla="*/ 391319 w 391319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1319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391319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3" name="手繪多邊形: 圖案 52">
                    <a:extLst>
                      <a:ext uri="{FF2B5EF4-FFF2-40B4-BE49-F238E27FC236}">
                        <a16:creationId xmlns:a16="http://schemas.microsoft.com/office/drawing/2014/main" id="{3C5595BD-F311-6C21-C33A-8CFB7637CD55}"/>
                      </a:ext>
                    </a:extLst>
                  </p:cNvPr>
                  <p:cNvSpPr/>
                  <p:nvPr/>
                </p:nvSpPr>
                <p:spPr>
                  <a:xfrm>
                    <a:off x="21924162" y="23042650"/>
                    <a:ext cx="457365" cy="30135"/>
                  </a:xfrm>
                  <a:custGeom>
                    <a:avLst/>
                    <a:gdLst>
                      <a:gd name="connsiteX0" fmla="*/ 1 w 457365"/>
                      <a:gd name="connsiteY0" fmla="*/ 0 h 30135"/>
                      <a:gd name="connsiteX1" fmla="*/ 457367 w 457365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57365" h="30135">
                        <a:moveTo>
                          <a:pt x="1" y="0"/>
                        </a:moveTo>
                        <a:lnTo>
                          <a:pt x="457367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4" name="手繪多邊形: 圖案 53">
                    <a:extLst>
                      <a:ext uri="{FF2B5EF4-FFF2-40B4-BE49-F238E27FC236}">
                        <a16:creationId xmlns:a16="http://schemas.microsoft.com/office/drawing/2014/main" id="{EE9F7C49-536B-F1FE-75E1-963E98CE4442}"/>
                      </a:ext>
                    </a:extLst>
                  </p:cNvPr>
                  <p:cNvSpPr/>
                  <p:nvPr/>
                </p:nvSpPr>
                <p:spPr>
                  <a:xfrm>
                    <a:off x="21924163" y="22619546"/>
                    <a:ext cx="400000" cy="1306075"/>
                  </a:xfrm>
                  <a:custGeom>
                    <a:avLst/>
                    <a:gdLst>
                      <a:gd name="connsiteX0" fmla="*/ 0 w 400000"/>
                      <a:gd name="connsiteY0" fmla="*/ 1306076 h 1306075"/>
                      <a:gd name="connsiteX1" fmla="*/ 0 w 400000"/>
                      <a:gd name="connsiteY1" fmla="*/ 195881 h 1306075"/>
                      <a:gd name="connsiteX2" fmla="*/ 201551 w 400000"/>
                      <a:gd name="connsiteY2" fmla="*/ 0 h 1306075"/>
                      <a:gd name="connsiteX3" fmla="*/ 400000 w 400000"/>
                      <a:gd name="connsiteY3" fmla="*/ 0 h 13060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00000" h="1306075">
                        <a:moveTo>
                          <a:pt x="0" y="1306076"/>
                        </a:moveTo>
                        <a:lnTo>
                          <a:pt x="0" y="195881"/>
                        </a:lnTo>
                        <a:cubicBezTo>
                          <a:pt x="0" y="87695"/>
                          <a:pt x="90232" y="0"/>
                          <a:pt x="201551" y="0"/>
                        </a:cubicBezTo>
                        <a:lnTo>
                          <a:pt x="400000" y="0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5" name="手繪多邊形: 圖案 54">
                    <a:extLst>
                      <a:ext uri="{FF2B5EF4-FFF2-40B4-BE49-F238E27FC236}">
                        <a16:creationId xmlns:a16="http://schemas.microsoft.com/office/drawing/2014/main" id="{D0EA7D5F-442B-B9EB-1CE2-CDD593516FCC}"/>
                      </a:ext>
                    </a:extLst>
                  </p:cNvPr>
                  <p:cNvSpPr/>
                  <p:nvPr/>
                </p:nvSpPr>
                <p:spPr>
                  <a:xfrm>
                    <a:off x="22232690" y="23042650"/>
                    <a:ext cx="31007" cy="882971"/>
                  </a:xfrm>
                  <a:custGeom>
                    <a:avLst/>
                    <a:gdLst>
                      <a:gd name="connsiteX0" fmla="*/ -1 w 31007"/>
                      <a:gd name="connsiteY0" fmla="*/ 0 h 882971"/>
                      <a:gd name="connsiteX1" fmla="*/ -1 w 31007"/>
                      <a:gd name="connsiteY1" fmla="*/ 882972 h 88297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882971">
                        <a:moveTo>
                          <a:pt x="-1" y="0"/>
                        </a:moveTo>
                        <a:lnTo>
                          <a:pt x="-1" y="882972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6" name="手繪多邊形: 圖案 55">
                    <a:extLst>
                      <a:ext uri="{FF2B5EF4-FFF2-40B4-BE49-F238E27FC236}">
                        <a16:creationId xmlns:a16="http://schemas.microsoft.com/office/drawing/2014/main" id="{AFE336D2-40F4-D3E2-6CEF-6F8A52ECEF7C}"/>
                      </a:ext>
                    </a:extLst>
                  </p:cNvPr>
                  <p:cNvSpPr/>
                  <p:nvPr/>
                </p:nvSpPr>
                <p:spPr>
                  <a:xfrm>
                    <a:off x="21350207" y="22921203"/>
                    <a:ext cx="380321" cy="510496"/>
                  </a:xfrm>
                  <a:custGeom>
                    <a:avLst/>
                    <a:gdLst>
                      <a:gd name="connsiteX0" fmla="*/ 0 w 380321"/>
                      <a:gd name="connsiteY0" fmla="*/ 0 h 510496"/>
                      <a:gd name="connsiteX1" fmla="*/ 313179 w 380321"/>
                      <a:gd name="connsiteY1" fmla="*/ 0 h 510496"/>
                      <a:gd name="connsiteX2" fmla="*/ 379536 w 380321"/>
                      <a:gd name="connsiteY2" fmla="*/ 75037 h 510496"/>
                      <a:gd name="connsiteX3" fmla="*/ 320001 w 380321"/>
                      <a:gd name="connsiteY3" fmla="*/ 455047 h 510496"/>
                      <a:gd name="connsiteX4" fmla="*/ 253644 w 380321"/>
                      <a:gd name="connsiteY4" fmla="*/ 510496 h 510496"/>
                      <a:gd name="connsiteX5" fmla="*/ 310 w 380321"/>
                      <a:gd name="connsiteY5" fmla="*/ 510496 h 5104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80321" h="510496">
                        <a:moveTo>
                          <a:pt x="0" y="0"/>
                        </a:moveTo>
                        <a:lnTo>
                          <a:pt x="313179" y="0"/>
                        </a:lnTo>
                        <a:cubicBezTo>
                          <a:pt x="354420" y="0"/>
                          <a:pt x="385738" y="35560"/>
                          <a:pt x="379536" y="75037"/>
                        </a:cubicBezTo>
                        <a:lnTo>
                          <a:pt x="320001" y="455047"/>
                        </a:lnTo>
                        <a:cubicBezTo>
                          <a:pt x="315039" y="486991"/>
                          <a:pt x="286823" y="510496"/>
                          <a:pt x="253644" y="510496"/>
                        </a:cubicBezTo>
                        <a:lnTo>
                          <a:pt x="310" y="510496"/>
                        </a:ln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grpSp>
              <p:nvGrpSpPr>
                <p:cNvPr id="57" name="圖形 17">
                  <a:extLst>
                    <a:ext uri="{FF2B5EF4-FFF2-40B4-BE49-F238E27FC236}">
                      <a16:creationId xmlns:a16="http://schemas.microsoft.com/office/drawing/2014/main" id="{C32169A1-141C-DB4B-A71E-6332F27B2464}"/>
                    </a:ext>
                  </a:extLst>
                </p:cNvPr>
                <p:cNvGrpSpPr/>
                <p:nvPr/>
              </p:nvGrpSpPr>
              <p:grpSpPr>
                <a:xfrm>
                  <a:off x="19670511" y="22619848"/>
                  <a:ext cx="6648644" cy="23153235"/>
                  <a:chOff x="19670511" y="22619848"/>
                  <a:chExt cx="6648644" cy="23153235"/>
                </a:xfrm>
                <a:noFill/>
              </p:grpSpPr>
              <p:sp>
                <p:nvSpPr>
                  <p:cNvPr id="58" name="手繪多邊形: 圖案 57">
                    <a:extLst>
                      <a:ext uri="{FF2B5EF4-FFF2-40B4-BE49-F238E27FC236}">
                        <a16:creationId xmlns:a16="http://schemas.microsoft.com/office/drawing/2014/main" id="{E5C45D99-D814-FB27-5311-8937FCDDBFD5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7394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59" name="手繪多邊形: 圖案 58">
                    <a:extLst>
                      <a:ext uri="{FF2B5EF4-FFF2-40B4-BE49-F238E27FC236}">
                        <a16:creationId xmlns:a16="http://schemas.microsoft.com/office/drawing/2014/main" id="{206CB4C4-FAC8-E0C1-CC05-429986D44F2A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2984187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0" name="手繪多邊形: 圖案 59">
                    <a:extLst>
                      <a:ext uri="{FF2B5EF4-FFF2-40B4-BE49-F238E27FC236}">
                        <a16:creationId xmlns:a16="http://schemas.microsoft.com/office/drawing/2014/main" id="{338273A2-20F5-3A1B-62A3-A5E949AF9856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228586"/>
                    <a:ext cx="330543" cy="30135"/>
                  </a:xfrm>
                  <a:custGeom>
                    <a:avLst/>
                    <a:gdLst>
                      <a:gd name="connsiteX0" fmla="*/ -1 w 330543"/>
                      <a:gd name="connsiteY0" fmla="*/ 0 h 30135"/>
                      <a:gd name="connsiteX1" fmla="*/ 330544 w 33054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30543" h="30135">
                        <a:moveTo>
                          <a:pt x="-1" y="0"/>
                        </a:moveTo>
                        <a:lnTo>
                          <a:pt x="330544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1" name="手繪多邊形: 圖案 60">
                    <a:extLst>
                      <a:ext uri="{FF2B5EF4-FFF2-40B4-BE49-F238E27FC236}">
                        <a16:creationId xmlns:a16="http://schemas.microsoft.com/office/drawing/2014/main" id="{468BC2A1-3D32-2F60-DF76-2EA61B2B8148}"/>
                      </a:ext>
                    </a:extLst>
                  </p:cNvPr>
                  <p:cNvSpPr/>
                  <p:nvPr/>
                </p:nvSpPr>
                <p:spPr>
                  <a:xfrm>
                    <a:off x="19670511" y="23473287"/>
                    <a:ext cx="330853" cy="452636"/>
                  </a:xfrm>
                  <a:custGeom>
                    <a:avLst/>
                    <a:gdLst>
                      <a:gd name="connsiteX0" fmla="*/ 196590 w 330853"/>
                      <a:gd name="connsiteY0" fmla="*/ 0 h 452636"/>
                      <a:gd name="connsiteX1" fmla="*/ 330854 w 330853"/>
                      <a:gd name="connsiteY1" fmla="*/ 130487 h 452636"/>
                      <a:gd name="connsiteX2" fmla="*/ 330854 w 330853"/>
                      <a:gd name="connsiteY2" fmla="*/ 322148 h 452636"/>
                      <a:gd name="connsiteX3" fmla="*/ 196590 w 330853"/>
                      <a:gd name="connsiteY3" fmla="*/ 452635 h 452636"/>
                      <a:gd name="connsiteX4" fmla="*/ 134264 w 330853"/>
                      <a:gd name="connsiteY4" fmla="*/ 452635 h 452636"/>
                      <a:gd name="connsiteX5" fmla="*/ -1 w 330853"/>
                      <a:gd name="connsiteY5" fmla="*/ 322148 h 452636"/>
                      <a:gd name="connsiteX6" fmla="*/ -1 w 330853"/>
                      <a:gd name="connsiteY6" fmla="*/ 130487 h 452636"/>
                      <a:gd name="connsiteX7" fmla="*/ 134264 w 330853"/>
                      <a:gd name="connsiteY7" fmla="*/ 0 h 45263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330853" h="452636">
                        <a:moveTo>
                          <a:pt x="196590" y="0"/>
                        </a:moveTo>
                        <a:cubicBezTo>
                          <a:pt x="270743" y="0"/>
                          <a:pt x="330854" y="58421"/>
                          <a:pt x="330854" y="130487"/>
                        </a:cubicBezTo>
                        <a:lnTo>
                          <a:pt x="330854" y="322148"/>
                        </a:lnTo>
                        <a:cubicBezTo>
                          <a:pt x="330854" y="394214"/>
                          <a:pt x="270743" y="452635"/>
                          <a:pt x="196590" y="452635"/>
                        </a:cubicBezTo>
                        <a:lnTo>
                          <a:pt x="134264" y="452635"/>
                        </a:lnTo>
                        <a:cubicBezTo>
                          <a:pt x="60111" y="452635"/>
                          <a:pt x="-1" y="394214"/>
                          <a:pt x="-1" y="322148"/>
                        </a:cubicBezTo>
                        <a:lnTo>
                          <a:pt x="-1" y="130487"/>
                        </a:lnTo>
                        <a:cubicBezTo>
                          <a:pt x="-1" y="58421"/>
                          <a:pt x="60111" y="0"/>
                          <a:pt x="134264" y="0"/>
                        </a:cubicBezTo>
                        <a:close/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2" name="手繪多邊形: 圖案 61">
                    <a:extLst>
                      <a:ext uri="{FF2B5EF4-FFF2-40B4-BE49-F238E27FC236}">
                        <a16:creationId xmlns:a16="http://schemas.microsoft.com/office/drawing/2014/main" id="{A07BB812-90BA-B2DE-B13A-3DA5A80B92D9}"/>
                      </a:ext>
                    </a:extLst>
                  </p:cNvPr>
                  <p:cNvSpPr/>
                  <p:nvPr/>
                </p:nvSpPr>
                <p:spPr>
                  <a:xfrm>
                    <a:off x="20177490" y="23011007"/>
                    <a:ext cx="317830" cy="217578"/>
                  </a:xfrm>
                  <a:custGeom>
                    <a:avLst/>
                    <a:gdLst>
                      <a:gd name="connsiteX0" fmla="*/ 317831 w 317830"/>
                      <a:gd name="connsiteY0" fmla="*/ 0 h 217578"/>
                      <a:gd name="connsiteX1" fmla="*/ 0 w 317830"/>
                      <a:gd name="connsiteY1" fmla="*/ 217579 h 21757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7830" h="217578">
                        <a:moveTo>
                          <a:pt x="317831" y="0"/>
                        </a:moveTo>
                        <a:cubicBezTo>
                          <a:pt x="317831" y="0"/>
                          <a:pt x="215195" y="195278"/>
                          <a:pt x="0" y="21757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3" name="手繪多邊形: 圖案 62">
                    <a:extLst>
                      <a:ext uri="{FF2B5EF4-FFF2-40B4-BE49-F238E27FC236}">
                        <a16:creationId xmlns:a16="http://schemas.microsoft.com/office/drawing/2014/main" id="{862E5F1F-BC69-E026-F3FB-841621C8B3FC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251188"/>
                    <a:ext cx="430389" cy="298341"/>
                  </a:xfrm>
                  <a:custGeom>
                    <a:avLst/>
                    <a:gdLst>
                      <a:gd name="connsiteX0" fmla="*/ 430389 w 430389"/>
                      <a:gd name="connsiteY0" fmla="*/ 0 h 298341"/>
                      <a:gd name="connsiteX1" fmla="*/ 0 w 430389"/>
                      <a:gd name="connsiteY1" fmla="*/ 298342 h 29834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30389" h="298341">
                        <a:moveTo>
                          <a:pt x="430389" y="0"/>
                        </a:moveTo>
                        <a:cubicBezTo>
                          <a:pt x="430389" y="0"/>
                          <a:pt x="307597" y="252837"/>
                          <a:pt x="0" y="298342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4" name="手繪多邊形: 圖案 63">
                    <a:extLst>
                      <a:ext uri="{FF2B5EF4-FFF2-40B4-BE49-F238E27FC236}">
                        <a16:creationId xmlns:a16="http://schemas.microsoft.com/office/drawing/2014/main" id="{6FB01EEC-A812-EFF4-A5E1-054215213F11}"/>
                      </a:ext>
                    </a:extLst>
                  </p:cNvPr>
                  <p:cNvSpPr/>
                  <p:nvPr/>
                </p:nvSpPr>
                <p:spPr>
                  <a:xfrm>
                    <a:off x="20177800" y="23524818"/>
                    <a:ext cx="559381" cy="401104"/>
                  </a:xfrm>
                  <a:custGeom>
                    <a:avLst/>
                    <a:gdLst>
                      <a:gd name="connsiteX0" fmla="*/ 559381 w 559381"/>
                      <a:gd name="connsiteY0" fmla="*/ 0 h 401104"/>
                      <a:gd name="connsiteX1" fmla="*/ 0 w 559381"/>
                      <a:gd name="connsiteY1" fmla="*/ 401104 h 40110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59381" h="401104">
                        <a:moveTo>
                          <a:pt x="559381" y="0"/>
                        </a:moveTo>
                        <a:cubicBezTo>
                          <a:pt x="559381" y="0"/>
                          <a:pt x="379846" y="306780"/>
                          <a:pt x="0" y="401104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5" name="手繪多邊形: 圖案 64">
                    <a:extLst>
                      <a:ext uri="{FF2B5EF4-FFF2-40B4-BE49-F238E27FC236}">
                        <a16:creationId xmlns:a16="http://schemas.microsoft.com/office/drawing/2014/main" id="{4B1CAA6B-0BF3-AAB0-AEAC-7FA6441929AE}"/>
                      </a:ext>
                    </a:extLst>
                  </p:cNvPr>
                  <p:cNvSpPr/>
                  <p:nvPr/>
                </p:nvSpPr>
                <p:spPr>
                  <a:xfrm>
                    <a:off x="20120745" y="22619848"/>
                    <a:ext cx="661087" cy="364338"/>
                  </a:xfrm>
                  <a:custGeom>
                    <a:avLst/>
                    <a:gdLst>
                      <a:gd name="connsiteX0" fmla="*/ 0 w 661087"/>
                      <a:gd name="connsiteY0" fmla="*/ 364339 h 364338"/>
                      <a:gd name="connsiteX1" fmla="*/ 329303 w 661087"/>
                      <a:gd name="connsiteY1" fmla="*/ 0 h 364338"/>
                      <a:gd name="connsiteX2" fmla="*/ 661088 w 661087"/>
                      <a:gd name="connsiteY2" fmla="*/ 364339 h 3643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661087" h="364338">
                        <a:moveTo>
                          <a:pt x="0" y="364339"/>
                        </a:moveTo>
                        <a:cubicBezTo>
                          <a:pt x="265738" y="305273"/>
                          <a:pt x="329303" y="0"/>
                          <a:pt x="329303" y="0"/>
                        </a:cubicBezTo>
                        <a:cubicBezTo>
                          <a:pt x="329303" y="0"/>
                          <a:pt x="392869" y="281768"/>
                          <a:pt x="661088" y="364339"/>
                        </a:cubicBezTo>
                      </a:path>
                    </a:pathLst>
                  </a:custGeom>
                  <a:noFill/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66" name="手繪多邊形: 圖案 65">
                    <a:extLst>
                      <a:ext uri="{FF2B5EF4-FFF2-40B4-BE49-F238E27FC236}">
                        <a16:creationId xmlns:a16="http://schemas.microsoft.com/office/drawing/2014/main" id="{577AA685-FE78-F414-4323-22EAA1EE6929}"/>
                      </a:ext>
                    </a:extLst>
                  </p:cNvPr>
                  <p:cNvSpPr/>
                  <p:nvPr/>
                </p:nvSpPr>
                <p:spPr>
                  <a:xfrm>
                    <a:off x="19835783" y="22619848"/>
                    <a:ext cx="31007" cy="119638"/>
                  </a:xfrm>
                  <a:custGeom>
                    <a:avLst/>
                    <a:gdLst>
                      <a:gd name="connsiteX0" fmla="*/ 0 w 31007"/>
                      <a:gd name="connsiteY0" fmla="*/ 119638 h 119638"/>
                      <a:gd name="connsiteX1" fmla="*/ 0 w 31007"/>
                      <a:gd name="connsiteY1" fmla="*/ 0 h 11963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07" h="119638">
                        <a:moveTo>
                          <a:pt x="0" y="119638"/>
                        </a:moveTo>
                        <a:lnTo>
                          <a:pt x="0" y="0"/>
                        </a:lnTo>
                      </a:path>
                    </a:pathLst>
                  </a:custGeom>
                  <a:ln w="7929" cap="rnd">
                    <a:solidFill>
                      <a:srgbClr val="231815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</p:grpSp>
          <p:grpSp>
            <p:nvGrpSpPr>
              <p:cNvPr id="67" name="圖形 17">
                <a:extLst>
                  <a:ext uri="{FF2B5EF4-FFF2-40B4-BE49-F238E27FC236}">
                    <a16:creationId xmlns:a16="http://schemas.microsoft.com/office/drawing/2014/main" id="{1248D8D0-78DB-CBFA-C340-49DE145BE397}"/>
                  </a:ext>
                </a:extLst>
              </p:cNvPr>
              <p:cNvGrpSpPr/>
              <p:nvPr/>
            </p:nvGrpSpPr>
            <p:grpSpPr>
              <a:xfrm>
                <a:off x="20297887" y="20661410"/>
                <a:ext cx="12727286" cy="18065981"/>
                <a:chOff x="20297887" y="20661410"/>
                <a:chExt cx="12727286" cy="18065981"/>
              </a:xfrm>
            </p:grpSpPr>
            <p:sp>
              <p:nvSpPr>
                <p:cNvPr id="68" name="手繪多邊形: 圖案 67">
                  <a:extLst>
                    <a:ext uri="{FF2B5EF4-FFF2-40B4-BE49-F238E27FC236}">
                      <a16:creationId xmlns:a16="http://schemas.microsoft.com/office/drawing/2014/main" id="{D3295082-19ED-E7A1-5CC7-953342755132}"/>
                    </a:ext>
                  </a:extLst>
                </p:cNvPr>
                <p:cNvSpPr/>
                <p:nvPr/>
              </p:nvSpPr>
              <p:spPr>
                <a:xfrm>
                  <a:off x="20297887" y="20661410"/>
                  <a:ext cx="2127366" cy="1019102"/>
                </a:xfrm>
                <a:custGeom>
                  <a:avLst/>
                  <a:gdLst>
                    <a:gd name="connsiteX0" fmla="*/ 347821 w 2127366"/>
                    <a:gd name="connsiteY0" fmla="*/ 961252 h 1019102"/>
                    <a:gd name="connsiteX1" fmla="*/ 771390 w 2127366"/>
                    <a:gd name="connsiteY1" fmla="*/ 972101 h 1019102"/>
                    <a:gd name="connsiteX2" fmla="*/ 1395578 w 2127366"/>
                    <a:gd name="connsiteY2" fmla="*/ 984456 h 1019102"/>
                    <a:gd name="connsiteX3" fmla="*/ 1784106 w 2127366"/>
                    <a:gd name="connsiteY3" fmla="*/ 974814 h 1019102"/>
                    <a:gd name="connsiteX4" fmla="*/ 2058216 w 2127366"/>
                    <a:gd name="connsiteY4" fmla="*/ 149099 h 1019102"/>
                    <a:gd name="connsiteX5" fmla="*/ 1543795 w 2127366"/>
                    <a:gd name="connsiteY5" fmla="*/ 41214 h 1019102"/>
                    <a:gd name="connsiteX6" fmla="*/ 496350 w 2127366"/>
                    <a:gd name="connsiteY6" fmla="*/ 31269 h 1019102"/>
                    <a:gd name="connsiteX7" fmla="*/ 35572 w 2127366"/>
                    <a:gd name="connsiteY7" fmla="*/ 148798 h 1019102"/>
                    <a:gd name="connsiteX8" fmla="*/ 348132 w 2127366"/>
                    <a:gd name="connsiteY8" fmla="*/ 960650 h 10191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7366" h="1019102">
                      <a:moveTo>
                        <a:pt x="347821" y="961252"/>
                      </a:moveTo>
                      <a:cubicBezTo>
                        <a:pt x="430612" y="1025441"/>
                        <a:pt x="599915" y="1043523"/>
                        <a:pt x="771390" y="972101"/>
                      </a:cubicBezTo>
                      <a:cubicBezTo>
                        <a:pt x="1004257" y="875065"/>
                        <a:pt x="1198367" y="916953"/>
                        <a:pt x="1395578" y="984456"/>
                      </a:cubicBezTo>
                      <a:cubicBezTo>
                        <a:pt x="1453252" y="1004346"/>
                        <a:pt x="1657284" y="1056179"/>
                        <a:pt x="1784106" y="974814"/>
                      </a:cubicBezTo>
                      <a:cubicBezTo>
                        <a:pt x="1935114" y="878078"/>
                        <a:pt x="2272169" y="429360"/>
                        <a:pt x="2058216" y="149099"/>
                      </a:cubicBezTo>
                      <a:cubicBezTo>
                        <a:pt x="1880229" y="-84150"/>
                        <a:pt x="1603021" y="20722"/>
                        <a:pt x="1543795" y="41214"/>
                      </a:cubicBezTo>
                      <a:cubicBezTo>
                        <a:pt x="1331702" y="115046"/>
                        <a:pt x="965189" y="198823"/>
                        <a:pt x="496350" y="31269"/>
                      </a:cubicBezTo>
                      <a:cubicBezTo>
                        <a:pt x="414178" y="1736"/>
                        <a:pt x="149991" y="-57329"/>
                        <a:pt x="35572" y="148798"/>
                      </a:cubicBezTo>
                      <a:cubicBezTo>
                        <a:pt x="-87529" y="370897"/>
                        <a:pt x="131387" y="792795"/>
                        <a:pt x="348132" y="960650"/>
                      </a:cubicBezTo>
                      <a:close/>
                    </a:path>
                  </a:pathLst>
                </a:custGeom>
                <a:noFill/>
                <a:ln w="11868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69" name="手繪多邊形: 圖案 68">
                  <a:extLst>
                    <a:ext uri="{FF2B5EF4-FFF2-40B4-BE49-F238E27FC236}">
                      <a16:creationId xmlns:a16="http://schemas.microsoft.com/office/drawing/2014/main" id="{EE0AD1C3-EDF5-A218-BC7C-38EEAEAE468B}"/>
                    </a:ext>
                  </a:extLst>
                </p:cNvPr>
                <p:cNvSpPr/>
                <p:nvPr/>
              </p:nvSpPr>
              <p:spPr>
                <a:xfrm>
                  <a:off x="21733153" y="21356055"/>
                  <a:ext cx="167693" cy="162452"/>
                </a:xfrm>
                <a:custGeom>
                  <a:avLst/>
                  <a:gdLst>
                    <a:gd name="connsiteX0" fmla="*/ 67287 w 167693"/>
                    <a:gd name="connsiteY0" fmla="*/ 160530 h 162452"/>
                    <a:gd name="connsiteX1" fmla="*/ 95505 w 167693"/>
                    <a:gd name="connsiteY1" fmla="*/ 160530 h 162452"/>
                    <a:gd name="connsiteX2" fmla="*/ 121551 w 167693"/>
                    <a:gd name="connsiteY2" fmla="*/ 160530 h 162452"/>
                    <a:gd name="connsiteX3" fmla="*/ 167133 w 167693"/>
                    <a:gd name="connsiteY3" fmla="*/ 43001 h 162452"/>
                    <a:gd name="connsiteX4" fmla="*/ 0 w 167693"/>
                    <a:gd name="connsiteY4" fmla="*/ 43001 h 162452"/>
                    <a:gd name="connsiteX5" fmla="*/ 37210 w 167693"/>
                    <a:gd name="connsiteY5" fmla="*/ 154201 h 162452"/>
                    <a:gd name="connsiteX6" fmla="*/ 67597 w 167693"/>
                    <a:gd name="connsiteY6" fmla="*/ 160530 h 162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67693" h="162452">
                      <a:moveTo>
                        <a:pt x="67287" y="160530"/>
                      </a:moveTo>
                      <a:cubicBezTo>
                        <a:pt x="79070" y="157215"/>
                        <a:pt x="83722" y="156311"/>
                        <a:pt x="95505" y="160530"/>
                      </a:cubicBezTo>
                      <a:cubicBezTo>
                        <a:pt x="103257" y="163242"/>
                        <a:pt x="114109" y="162941"/>
                        <a:pt x="121551" y="160530"/>
                      </a:cubicBezTo>
                      <a:cubicBezTo>
                        <a:pt x="146667" y="152996"/>
                        <a:pt x="171783" y="104478"/>
                        <a:pt x="167133" y="43001"/>
                      </a:cubicBezTo>
                      <a:cubicBezTo>
                        <a:pt x="162481" y="-18475"/>
                        <a:pt x="-310" y="-10037"/>
                        <a:pt x="0" y="43001"/>
                      </a:cubicBezTo>
                      <a:cubicBezTo>
                        <a:pt x="0" y="85191"/>
                        <a:pt x="15815" y="139435"/>
                        <a:pt x="37210" y="154201"/>
                      </a:cubicBezTo>
                      <a:cubicBezTo>
                        <a:pt x="46512" y="160530"/>
                        <a:pt x="53335" y="164447"/>
                        <a:pt x="67597" y="160530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70" name="圖形 17">
                <a:extLst>
                  <a:ext uri="{FF2B5EF4-FFF2-40B4-BE49-F238E27FC236}">
                    <a16:creationId xmlns:a16="http://schemas.microsoft.com/office/drawing/2014/main" id="{0D037A97-9462-9703-D3FE-D7F05505726C}"/>
                  </a:ext>
                </a:extLst>
              </p:cNvPr>
              <p:cNvGrpSpPr/>
              <p:nvPr/>
            </p:nvGrpSpPr>
            <p:grpSpPr>
              <a:xfrm>
                <a:off x="16281351" y="24451788"/>
                <a:ext cx="36812437" cy="4759918"/>
                <a:chOff x="16281351" y="24451788"/>
                <a:chExt cx="36812437" cy="4759918"/>
              </a:xfrm>
              <a:solidFill>
                <a:srgbClr val="231815"/>
              </a:solidFill>
            </p:grpSpPr>
            <p:sp>
              <p:nvSpPr>
                <p:cNvPr id="71" name="手繪多邊形: 圖案 70">
                  <a:extLst>
                    <a:ext uri="{FF2B5EF4-FFF2-40B4-BE49-F238E27FC236}">
                      <a16:creationId xmlns:a16="http://schemas.microsoft.com/office/drawing/2014/main" id="{4C1FC171-F47A-71C8-A4B3-CCCF9C815AF3}"/>
                    </a:ext>
                  </a:extLst>
                </p:cNvPr>
                <p:cNvSpPr/>
                <p:nvPr/>
              </p:nvSpPr>
              <p:spPr>
                <a:xfrm>
                  <a:off x="16281351" y="24455103"/>
                  <a:ext cx="138605" cy="261878"/>
                </a:xfrm>
                <a:custGeom>
                  <a:avLst/>
                  <a:gdLst>
                    <a:gd name="connsiteX0" fmla="*/ 131474 w 138605"/>
                    <a:gd name="connsiteY0" fmla="*/ 0 h 261878"/>
                    <a:gd name="connsiteX1" fmla="*/ 138605 w 138605"/>
                    <a:gd name="connsiteY1" fmla="*/ 6932 h 261878"/>
                    <a:gd name="connsiteX2" fmla="*/ 138605 w 138605"/>
                    <a:gd name="connsiteY2" fmla="*/ 23205 h 261878"/>
                    <a:gd name="connsiteX3" fmla="*/ 131474 w 138605"/>
                    <a:gd name="connsiteY3" fmla="*/ 30136 h 261878"/>
                    <a:gd name="connsiteX4" fmla="*/ 59846 w 138605"/>
                    <a:gd name="connsiteY4" fmla="*/ 30136 h 261878"/>
                    <a:gd name="connsiteX5" fmla="*/ 36280 w 138605"/>
                    <a:gd name="connsiteY5" fmla="*/ 53039 h 261878"/>
                    <a:gd name="connsiteX6" fmla="*/ 36280 w 138605"/>
                    <a:gd name="connsiteY6" fmla="*/ 110900 h 261878"/>
                    <a:gd name="connsiteX7" fmla="*/ 124962 w 138605"/>
                    <a:gd name="connsiteY7" fmla="*/ 110900 h 261878"/>
                    <a:gd name="connsiteX8" fmla="*/ 132094 w 138605"/>
                    <a:gd name="connsiteY8" fmla="*/ 117830 h 261878"/>
                    <a:gd name="connsiteX9" fmla="*/ 132094 w 138605"/>
                    <a:gd name="connsiteY9" fmla="*/ 134405 h 261878"/>
                    <a:gd name="connsiteX10" fmla="*/ 124962 w 138605"/>
                    <a:gd name="connsiteY10" fmla="*/ 141336 h 261878"/>
                    <a:gd name="connsiteX11" fmla="*/ 36280 w 138605"/>
                    <a:gd name="connsiteY11" fmla="*/ 141336 h 261878"/>
                    <a:gd name="connsiteX12" fmla="*/ 36280 w 138605"/>
                    <a:gd name="connsiteY12" fmla="*/ 254646 h 261878"/>
                    <a:gd name="connsiteX13" fmla="*/ 29458 w 138605"/>
                    <a:gd name="connsiteY13" fmla="*/ 261878 h 261878"/>
                    <a:gd name="connsiteX14" fmla="*/ 6822 w 138605"/>
                    <a:gd name="connsiteY14" fmla="*/ 261878 h 261878"/>
                    <a:gd name="connsiteX15" fmla="*/ 0 w 138605"/>
                    <a:gd name="connsiteY15" fmla="*/ 254646 h 261878"/>
                    <a:gd name="connsiteX16" fmla="*/ 0 w 138605"/>
                    <a:gd name="connsiteY16" fmla="*/ 52436 h 261878"/>
                    <a:gd name="connsiteX17" fmla="*/ 53954 w 138605"/>
                    <a:gd name="connsiteY17" fmla="*/ 0 h 261878"/>
                    <a:gd name="connsiteX18" fmla="*/ 131164 w 138605"/>
                    <a:gd name="connsiteY18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38605" h="261878">
                      <a:moveTo>
                        <a:pt x="131474" y="0"/>
                      </a:moveTo>
                      <a:cubicBezTo>
                        <a:pt x="136125" y="0"/>
                        <a:pt x="138605" y="1808"/>
                        <a:pt x="138605" y="6932"/>
                      </a:cubicBezTo>
                      <a:lnTo>
                        <a:pt x="138605" y="23205"/>
                      </a:lnTo>
                      <a:cubicBezTo>
                        <a:pt x="138605" y="28327"/>
                        <a:pt x="136125" y="30136"/>
                        <a:pt x="131474" y="30136"/>
                      </a:cubicBezTo>
                      <a:lnTo>
                        <a:pt x="59846" y="30136"/>
                      </a:lnTo>
                      <a:cubicBezTo>
                        <a:pt x="46822" y="30136"/>
                        <a:pt x="36280" y="40382"/>
                        <a:pt x="36280" y="53039"/>
                      </a:cubicBezTo>
                      <a:lnTo>
                        <a:pt x="36280" y="110900"/>
                      </a:lnTo>
                      <a:lnTo>
                        <a:pt x="124962" y="110900"/>
                      </a:lnTo>
                      <a:cubicBezTo>
                        <a:pt x="130233" y="110900"/>
                        <a:pt x="132094" y="112708"/>
                        <a:pt x="132094" y="117830"/>
                      </a:cubicBezTo>
                      <a:lnTo>
                        <a:pt x="132094" y="134405"/>
                      </a:lnTo>
                      <a:cubicBezTo>
                        <a:pt x="132094" y="138925"/>
                        <a:pt x="130233" y="141336"/>
                        <a:pt x="124962" y="141336"/>
                      </a:cubicBezTo>
                      <a:lnTo>
                        <a:pt x="36280" y="141336"/>
                      </a:lnTo>
                      <a:lnTo>
                        <a:pt x="36280" y="254646"/>
                      </a:lnTo>
                      <a:cubicBezTo>
                        <a:pt x="36280" y="259768"/>
                        <a:pt x="34730" y="261878"/>
                        <a:pt x="29458" y="261878"/>
                      </a:cubicBezTo>
                      <a:lnTo>
                        <a:pt x="6822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6" y="0"/>
                        <a:pt x="53954" y="0"/>
                      </a:cubicBezTo>
                      <a:lnTo>
                        <a:pt x="131164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2" name="手繪多邊形: 圖案 71">
                  <a:extLst>
                    <a:ext uri="{FF2B5EF4-FFF2-40B4-BE49-F238E27FC236}">
                      <a16:creationId xmlns:a16="http://schemas.microsoft.com/office/drawing/2014/main" id="{9068660C-7477-E7F9-F956-0F08833B8303}"/>
                    </a:ext>
                  </a:extLst>
                </p:cNvPr>
                <p:cNvSpPr/>
                <p:nvPr/>
              </p:nvSpPr>
              <p:spPr>
                <a:xfrm>
                  <a:off x="16548856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8 w 175071"/>
                    <a:gd name="connsiteY2" fmla="*/ 254947 h 261878"/>
                    <a:gd name="connsiteX3" fmla="*/ 169087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9 w 175071"/>
                    <a:gd name="connsiteY5" fmla="*/ 254947 h 261878"/>
                    <a:gd name="connsiteX6" fmla="*/ 121954 w 175071"/>
                    <a:gd name="connsiteY6" fmla="*/ 193169 h 261878"/>
                    <a:gd name="connsiteX7" fmla="*/ 51256 w 175071"/>
                    <a:gd name="connsiteY7" fmla="*/ 193169 h 261878"/>
                    <a:gd name="connsiteX8" fmla="*/ 35443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4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9 w 175071"/>
                    <a:gd name="connsiteY14" fmla="*/ 0 h 261878"/>
                    <a:gd name="connsiteX15" fmla="*/ 95908 w 175071"/>
                    <a:gd name="connsiteY15" fmla="*/ 92215 h 261878"/>
                    <a:gd name="connsiteX16" fmla="*/ 87225 w 175071"/>
                    <a:gd name="connsiteY16" fmla="*/ 41889 h 261878"/>
                    <a:gd name="connsiteX17" fmla="*/ 78234 w 175071"/>
                    <a:gd name="connsiteY17" fmla="*/ 91914 h 261878"/>
                    <a:gd name="connsiteX18" fmla="*/ 58388 w 175071"/>
                    <a:gd name="connsiteY18" fmla="*/ 164842 h 261878"/>
                    <a:gd name="connsiteX19" fmla="*/ 115443 w 175071"/>
                    <a:gd name="connsiteY19" fmla="*/ 164842 h 261878"/>
                    <a:gd name="connsiteX20" fmla="*/ 95908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0" y="0"/>
                        <a:pt x="107691" y="2411"/>
                        <a:pt x="108621" y="6932"/>
                      </a:cubicBezTo>
                      <a:lnTo>
                        <a:pt x="174668" y="254947"/>
                      </a:lnTo>
                      <a:cubicBezTo>
                        <a:pt x="175908" y="259468"/>
                        <a:pt x="174357" y="261878"/>
                        <a:pt x="169087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19" y="259166"/>
                        <a:pt x="138079" y="254947"/>
                      </a:cubicBezTo>
                      <a:lnTo>
                        <a:pt x="121954" y="193169"/>
                      </a:lnTo>
                      <a:lnTo>
                        <a:pt x="51256" y="193169"/>
                      </a:lnTo>
                      <a:lnTo>
                        <a:pt x="35443" y="254947"/>
                      </a:lnTo>
                      <a:cubicBezTo>
                        <a:pt x="34202" y="259166"/>
                        <a:pt x="3203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7" y="259468"/>
                        <a:pt x="404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9" y="0"/>
                      </a:lnTo>
                      <a:close/>
                      <a:moveTo>
                        <a:pt x="95908" y="92215"/>
                      </a:moveTo>
                      <a:cubicBezTo>
                        <a:pt x="93117" y="82572"/>
                        <a:pt x="88466" y="53943"/>
                        <a:pt x="87225" y="41889"/>
                      </a:cubicBezTo>
                      <a:cubicBezTo>
                        <a:pt x="85365" y="56053"/>
                        <a:pt x="81024" y="81065"/>
                        <a:pt x="78234" y="91914"/>
                      </a:cubicBezTo>
                      <a:lnTo>
                        <a:pt x="58388" y="164842"/>
                      </a:lnTo>
                      <a:lnTo>
                        <a:pt x="115443" y="164842"/>
                      </a:lnTo>
                      <a:lnTo>
                        <a:pt x="95908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3" name="手繪多邊形: 圖案 72">
                  <a:extLst>
                    <a:ext uri="{FF2B5EF4-FFF2-40B4-BE49-F238E27FC236}">
                      <a16:creationId xmlns:a16="http://schemas.microsoft.com/office/drawing/2014/main" id="{90737D5D-2093-35D1-9244-12A5C3D1C60B}"/>
                    </a:ext>
                  </a:extLst>
                </p:cNvPr>
                <p:cNvSpPr/>
                <p:nvPr/>
              </p:nvSpPr>
              <p:spPr>
                <a:xfrm>
                  <a:off x="1688259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8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79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8" y="0"/>
                      </a:lnTo>
                      <a:cubicBezTo>
                        <a:pt x="31629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4" name="手繪多邊形: 圖案 73">
                  <a:extLst>
                    <a:ext uri="{FF2B5EF4-FFF2-40B4-BE49-F238E27FC236}">
                      <a16:creationId xmlns:a16="http://schemas.microsoft.com/office/drawing/2014/main" id="{946170F8-97BE-84E3-6076-E08853B153DA}"/>
                    </a:ext>
                  </a:extLst>
                </p:cNvPr>
                <p:cNvSpPr/>
                <p:nvPr/>
              </p:nvSpPr>
              <p:spPr>
                <a:xfrm>
                  <a:off x="17214689" y="24452090"/>
                  <a:ext cx="152558" cy="268206"/>
                </a:xfrm>
                <a:custGeom>
                  <a:avLst/>
                  <a:gdLst>
                    <a:gd name="connsiteX0" fmla="*/ 145117 w 152558"/>
                    <a:gd name="connsiteY0" fmla="*/ 135007 h 268206"/>
                    <a:gd name="connsiteX1" fmla="*/ 152558 w 152558"/>
                    <a:gd name="connsiteY1" fmla="*/ 141637 h 268206"/>
                    <a:gd name="connsiteX2" fmla="*/ 152558 w 152558"/>
                    <a:gd name="connsiteY2" fmla="*/ 211853 h 268206"/>
                    <a:gd name="connsiteX3" fmla="*/ 76589 w 152558"/>
                    <a:gd name="connsiteY3" fmla="*/ 268206 h 268206"/>
                    <a:gd name="connsiteX4" fmla="*/ 0 w 152558"/>
                    <a:gd name="connsiteY4" fmla="*/ 211853 h 268206"/>
                    <a:gd name="connsiteX5" fmla="*/ 0 w 152558"/>
                    <a:gd name="connsiteY5" fmla="*/ 56353 h 268206"/>
                    <a:gd name="connsiteX6" fmla="*/ 76589 w 152558"/>
                    <a:gd name="connsiteY6" fmla="*/ 0 h 268206"/>
                    <a:gd name="connsiteX7" fmla="*/ 152558 w 152558"/>
                    <a:gd name="connsiteY7" fmla="*/ 56353 h 268206"/>
                    <a:gd name="connsiteX8" fmla="*/ 152558 w 152558"/>
                    <a:gd name="connsiteY8" fmla="*/ 75941 h 268206"/>
                    <a:gd name="connsiteX9" fmla="*/ 145735 w 152558"/>
                    <a:gd name="connsiteY9" fmla="*/ 82873 h 268206"/>
                    <a:gd name="connsiteX10" fmla="*/ 124340 w 152558"/>
                    <a:gd name="connsiteY10" fmla="*/ 82873 h 268206"/>
                    <a:gd name="connsiteX11" fmla="*/ 117209 w 152558"/>
                    <a:gd name="connsiteY11" fmla="*/ 75941 h 268206"/>
                    <a:gd name="connsiteX12" fmla="*/ 117209 w 152558"/>
                    <a:gd name="connsiteY12" fmla="*/ 59366 h 268206"/>
                    <a:gd name="connsiteX13" fmla="*/ 76278 w 152558"/>
                    <a:gd name="connsiteY13" fmla="*/ 30136 h 268206"/>
                    <a:gd name="connsiteX14" fmla="*/ 36279 w 152558"/>
                    <a:gd name="connsiteY14" fmla="*/ 59366 h 268206"/>
                    <a:gd name="connsiteX15" fmla="*/ 36279 w 152558"/>
                    <a:gd name="connsiteY15" fmla="*/ 208839 h 268206"/>
                    <a:gd name="connsiteX16" fmla="*/ 76278 w 152558"/>
                    <a:gd name="connsiteY16" fmla="*/ 238071 h 268206"/>
                    <a:gd name="connsiteX17" fmla="*/ 117209 w 152558"/>
                    <a:gd name="connsiteY17" fmla="*/ 209140 h 268206"/>
                    <a:gd name="connsiteX18" fmla="*/ 117209 w 152558"/>
                    <a:gd name="connsiteY18" fmla="*/ 165142 h 268206"/>
                    <a:gd name="connsiteX19" fmla="*/ 79999 w 152558"/>
                    <a:gd name="connsiteY19" fmla="*/ 165142 h 268206"/>
                    <a:gd name="connsiteX20" fmla="*/ 72868 w 152558"/>
                    <a:gd name="connsiteY20" fmla="*/ 158212 h 268206"/>
                    <a:gd name="connsiteX21" fmla="*/ 72868 w 152558"/>
                    <a:gd name="connsiteY21" fmla="*/ 141637 h 268206"/>
                    <a:gd name="connsiteX22" fmla="*/ 79999 w 152558"/>
                    <a:gd name="connsiteY22" fmla="*/ 135007 h 268206"/>
                    <a:gd name="connsiteX23" fmla="*/ 145117 w 152558"/>
                    <a:gd name="connsiteY23" fmla="*/ 135007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152558" h="268206">
                      <a:moveTo>
                        <a:pt x="145117" y="135007"/>
                      </a:moveTo>
                      <a:cubicBezTo>
                        <a:pt x="150387" y="135007"/>
                        <a:pt x="152558" y="136815"/>
                        <a:pt x="152558" y="141637"/>
                      </a:cubicBezTo>
                      <a:lnTo>
                        <a:pt x="152558" y="211853"/>
                      </a:lnTo>
                      <a:cubicBezTo>
                        <a:pt x="152558" y="241988"/>
                        <a:pt x="135504" y="268206"/>
                        <a:pt x="76589" y="268206"/>
                      </a:cubicBezTo>
                      <a:cubicBezTo>
                        <a:pt x="17673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6589" y="0"/>
                      </a:cubicBezTo>
                      <a:cubicBezTo>
                        <a:pt x="136123" y="0"/>
                        <a:pt x="152558" y="26218"/>
                        <a:pt x="152558" y="56353"/>
                      </a:cubicBezTo>
                      <a:lnTo>
                        <a:pt x="152558" y="75941"/>
                      </a:lnTo>
                      <a:cubicBezTo>
                        <a:pt x="152558" y="80461"/>
                        <a:pt x="150698" y="82873"/>
                        <a:pt x="145735" y="82873"/>
                      </a:cubicBezTo>
                      <a:lnTo>
                        <a:pt x="124340" y="82873"/>
                      </a:lnTo>
                      <a:cubicBezTo>
                        <a:pt x="119069" y="82873"/>
                        <a:pt x="117209" y="80461"/>
                        <a:pt x="117209" y="75941"/>
                      </a:cubicBezTo>
                      <a:lnTo>
                        <a:pt x="117209" y="59366"/>
                      </a:lnTo>
                      <a:cubicBezTo>
                        <a:pt x="117209" y="41286"/>
                        <a:pt x="106046" y="30136"/>
                        <a:pt x="76278" y="30136"/>
                      </a:cubicBezTo>
                      <a:cubicBezTo>
                        <a:pt x="46512" y="30136"/>
                        <a:pt x="36279" y="41286"/>
                        <a:pt x="36279" y="59366"/>
                      </a:cubicBezTo>
                      <a:lnTo>
                        <a:pt x="36279" y="208839"/>
                      </a:lnTo>
                      <a:cubicBezTo>
                        <a:pt x="36279" y="226619"/>
                        <a:pt x="47131" y="238071"/>
                        <a:pt x="76278" y="238071"/>
                      </a:cubicBezTo>
                      <a:cubicBezTo>
                        <a:pt x="105426" y="238071"/>
                        <a:pt x="117209" y="226921"/>
                        <a:pt x="117209" y="209140"/>
                      </a:cubicBezTo>
                      <a:lnTo>
                        <a:pt x="117209" y="165142"/>
                      </a:lnTo>
                      <a:lnTo>
                        <a:pt x="79999" y="165142"/>
                      </a:lnTo>
                      <a:cubicBezTo>
                        <a:pt x="75349" y="165142"/>
                        <a:pt x="72868" y="163334"/>
                        <a:pt x="72868" y="158212"/>
                      </a:cubicBezTo>
                      <a:lnTo>
                        <a:pt x="72868" y="141637"/>
                      </a:lnTo>
                      <a:cubicBezTo>
                        <a:pt x="72868" y="137116"/>
                        <a:pt x="75349" y="135007"/>
                        <a:pt x="79999" y="135007"/>
                      </a:cubicBezTo>
                      <a:lnTo>
                        <a:pt x="145117" y="13500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5" name="手繪多邊形: 圖案 74">
                  <a:extLst>
                    <a:ext uri="{FF2B5EF4-FFF2-40B4-BE49-F238E27FC236}">
                      <a16:creationId xmlns:a16="http://schemas.microsoft.com/office/drawing/2014/main" id="{CB214F74-C4C2-EB98-6D8E-29190E60C0D3}"/>
                    </a:ext>
                  </a:extLst>
                </p:cNvPr>
                <p:cNvSpPr/>
                <p:nvPr/>
              </p:nvSpPr>
              <p:spPr>
                <a:xfrm>
                  <a:off x="17735310" y="24455103"/>
                  <a:ext cx="156482" cy="261878"/>
                </a:xfrm>
                <a:custGeom>
                  <a:avLst/>
                  <a:gdLst>
                    <a:gd name="connsiteX0" fmla="*/ 76280 w 156482"/>
                    <a:gd name="connsiteY0" fmla="*/ 0 h 261878"/>
                    <a:gd name="connsiteX1" fmla="*/ 154419 w 156482"/>
                    <a:gd name="connsiteY1" fmla="*/ 56353 h 261878"/>
                    <a:gd name="connsiteX2" fmla="*/ 154419 w 156482"/>
                    <a:gd name="connsiteY2" fmla="*/ 102160 h 261878"/>
                    <a:gd name="connsiteX3" fmla="*/ 115659 w 156482"/>
                    <a:gd name="connsiteY3" fmla="*/ 152486 h 261878"/>
                    <a:gd name="connsiteX4" fmla="*/ 155969 w 156482"/>
                    <a:gd name="connsiteY4" fmla="*/ 254646 h 261878"/>
                    <a:gd name="connsiteX5" fmla="*/ 149148 w 156482"/>
                    <a:gd name="connsiteY5" fmla="*/ 261878 h 261878"/>
                    <a:gd name="connsiteX6" fmla="*/ 124652 w 156482"/>
                    <a:gd name="connsiteY6" fmla="*/ 261878 h 261878"/>
                    <a:gd name="connsiteX7" fmla="*/ 116590 w 156482"/>
                    <a:gd name="connsiteY7" fmla="*/ 254646 h 261878"/>
                    <a:gd name="connsiteX8" fmla="*/ 79070 w 156482"/>
                    <a:gd name="connsiteY8" fmla="*/ 157609 h 261878"/>
                    <a:gd name="connsiteX9" fmla="*/ 35968 w 156482"/>
                    <a:gd name="connsiteY9" fmla="*/ 157609 h 261878"/>
                    <a:gd name="connsiteX10" fmla="*/ 35968 w 156482"/>
                    <a:gd name="connsiteY10" fmla="*/ 254646 h 261878"/>
                    <a:gd name="connsiteX11" fmla="*/ 29147 w 156482"/>
                    <a:gd name="connsiteY11" fmla="*/ 261878 h 261878"/>
                    <a:gd name="connsiteX12" fmla="*/ 6821 w 156482"/>
                    <a:gd name="connsiteY12" fmla="*/ 261878 h 261878"/>
                    <a:gd name="connsiteX13" fmla="*/ 0 w 156482"/>
                    <a:gd name="connsiteY13" fmla="*/ 254646 h 261878"/>
                    <a:gd name="connsiteX14" fmla="*/ 0 w 156482"/>
                    <a:gd name="connsiteY14" fmla="*/ 52436 h 261878"/>
                    <a:gd name="connsiteX15" fmla="*/ 53953 w 156482"/>
                    <a:gd name="connsiteY15" fmla="*/ 0 h 261878"/>
                    <a:gd name="connsiteX16" fmla="*/ 75970 w 156482"/>
                    <a:gd name="connsiteY16" fmla="*/ 0 h 261878"/>
                    <a:gd name="connsiteX17" fmla="*/ 35968 w 156482"/>
                    <a:gd name="connsiteY17" fmla="*/ 52737 h 261878"/>
                    <a:gd name="connsiteX18" fmla="*/ 35968 w 156482"/>
                    <a:gd name="connsiteY18" fmla="*/ 127172 h 261878"/>
                    <a:gd name="connsiteX19" fmla="*/ 76280 w 156482"/>
                    <a:gd name="connsiteY19" fmla="*/ 127172 h 261878"/>
                    <a:gd name="connsiteX20" fmla="*/ 118761 w 156482"/>
                    <a:gd name="connsiteY20" fmla="*/ 97941 h 261878"/>
                    <a:gd name="connsiteX21" fmla="*/ 118761 w 156482"/>
                    <a:gd name="connsiteY21" fmla="*/ 59367 h 261878"/>
                    <a:gd name="connsiteX22" fmla="*/ 76280 w 156482"/>
                    <a:gd name="connsiteY22" fmla="*/ 29835 h 261878"/>
                    <a:gd name="connsiteX23" fmla="*/ 59535 w 156482"/>
                    <a:gd name="connsiteY23" fmla="*/ 29835 h 261878"/>
                    <a:gd name="connsiteX24" fmla="*/ 35968 w 156482"/>
                    <a:gd name="connsiteY24" fmla="*/ 52737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56482" h="261878">
                      <a:moveTo>
                        <a:pt x="76280" y="0"/>
                      </a:moveTo>
                      <a:cubicBezTo>
                        <a:pt x="135194" y="0"/>
                        <a:pt x="154419" y="26218"/>
                        <a:pt x="154419" y="56353"/>
                      </a:cubicBezTo>
                      <a:lnTo>
                        <a:pt x="154419" y="102160"/>
                      </a:lnTo>
                      <a:cubicBezTo>
                        <a:pt x="154419" y="124158"/>
                        <a:pt x="144187" y="143747"/>
                        <a:pt x="115659" y="152486"/>
                      </a:cubicBezTo>
                      <a:lnTo>
                        <a:pt x="155969" y="254646"/>
                      </a:lnTo>
                      <a:cubicBezTo>
                        <a:pt x="157831" y="259166"/>
                        <a:pt x="154419" y="261878"/>
                        <a:pt x="149148" y="261878"/>
                      </a:cubicBezTo>
                      <a:lnTo>
                        <a:pt x="124652" y="261878"/>
                      </a:lnTo>
                      <a:cubicBezTo>
                        <a:pt x="120000" y="261878"/>
                        <a:pt x="118761" y="259166"/>
                        <a:pt x="116590" y="254646"/>
                      </a:cubicBezTo>
                      <a:lnTo>
                        <a:pt x="79070" y="157609"/>
                      </a:lnTo>
                      <a:lnTo>
                        <a:pt x="35968" y="157609"/>
                      </a:lnTo>
                      <a:lnTo>
                        <a:pt x="35968" y="254646"/>
                      </a:lnTo>
                      <a:cubicBezTo>
                        <a:pt x="35968" y="259768"/>
                        <a:pt x="34418" y="261878"/>
                        <a:pt x="29147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52436"/>
                      </a:lnTo>
                      <a:cubicBezTo>
                        <a:pt x="0" y="23506"/>
                        <a:pt x="24185" y="0"/>
                        <a:pt x="53953" y="0"/>
                      </a:cubicBezTo>
                      <a:lnTo>
                        <a:pt x="75970" y="0"/>
                      </a:lnTo>
                      <a:close/>
                      <a:moveTo>
                        <a:pt x="35968" y="52737"/>
                      </a:moveTo>
                      <a:lnTo>
                        <a:pt x="35968" y="127172"/>
                      </a:lnTo>
                      <a:lnTo>
                        <a:pt x="76280" y="127172"/>
                      </a:lnTo>
                      <a:cubicBezTo>
                        <a:pt x="106046" y="127172"/>
                        <a:pt x="118761" y="116022"/>
                        <a:pt x="118761" y="97941"/>
                      </a:cubicBezTo>
                      <a:lnTo>
                        <a:pt x="118761" y="59367"/>
                      </a:lnTo>
                      <a:cubicBezTo>
                        <a:pt x="118761" y="41286"/>
                        <a:pt x="106046" y="29835"/>
                        <a:pt x="76280" y="29835"/>
                      </a:cubicBezTo>
                      <a:lnTo>
                        <a:pt x="59535" y="29835"/>
                      </a:lnTo>
                      <a:cubicBezTo>
                        <a:pt x="46512" y="29835"/>
                        <a:pt x="35968" y="40081"/>
                        <a:pt x="35968" y="52737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6" name="手繪多邊形: 圖案 75">
                  <a:extLst>
                    <a:ext uri="{FF2B5EF4-FFF2-40B4-BE49-F238E27FC236}">
                      <a16:creationId xmlns:a16="http://schemas.microsoft.com/office/drawing/2014/main" id="{D7EAB2A4-AF83-D0ED-47D5-968E6043E4FF}"/>
                    </a:ext>
                  </a:extLst>
                </p:cNvPr>
                <p:cNvSpPr/>
                <p:nvPr/>
              </p:nvSpPr>
              <p:spPr>
                <a:xfrm>
                  <a:off x="18061514" y="24455103"/>
                  <a:ext cx="133643" cy="261878"/>
                </a:xfrm>
                <a:custGeom>
                  <a:avLst/>
                  <a:gdLst>
                    <a:gd name="connsiteX0" fmla="*/ 308 w 133643"/>
                    <a:gd name="connsiteY0" fmla="*/ 209442 h 261878"/>
                    <a:gd name="connsiteX1" fmla="*/ 308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0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0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79 w 133643"/>
                    <a:gd name="connsiteY8" fmla="*/ 53039 h 261878"/>
                    <a:gd name="connsiteX9" fmla="*/ 36279 w 133643"/>
                    <a:gd name="connsiteY9" fmla="*/ 110598 h 261878"/>
                    <a:gd name="connsiteX10" fmla="*/ 116588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88 w 133643"/>
                    <a:gd name="connsiteY13" fmla="*/ 139829 h 261878"/>
                    <a:gd name="connsiteX14" fmla="*/ 36279 w 133643"/>
                    <a:gd name="connsiteY14" fmla="*/ 139829 h 261878"/>
                    <a:gd name="connsiteX15" fmla="*/ 36279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1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1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08" y="209442"/>
                      </a:moveTo>
                      <a:lnTo>
                        <a:pt x="308" y="52436"/>
                      </a:lnTo>
                      <a:cubicBezTo>
                        <a:pt x="308" y="23506"/>
                        <a:pt x="24496" y="0"/>
                        <a:pt x="54264" y="0"/>
                      </a:cubicBezTo>
                      <a:lnTo>
                        <a:pt x="122790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0" y="30136"/>
                      </a:cubicBezTo>
                      <a:lnTo>
                        <a:pt x="59845" y="30136"/>
                      </a:lnTo>
                      <a:cubicBezTo>
                        <a:pt x="46820" y="30136"/>
                        <a:pt x="36279" y="40382"/>
                        <a:pt x="36279" y="53039"/>
                      </a:cubicBezTo>
                      <a:lnTo>
                        <a:pt x="36279" y="110598"/>
                      </a:lnTo>
                      <a:lnTo>
                        <a:pt x="116588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0" y="139829"/>
                        <a:pt x="116588" y="139829"/>
                      </a:cubicBezTo>
                      <a:lnTo>
                        <a:pt x="36279" y="139829"/>
                      </a:lnTo>
                      <a:lnTo>
                        <a:pt x="36279" y="208840"/>
                      </a:lnTo>
                      <a:cubicBezTo>
                        <a:pt x="36279" y="221497"/>
                        <a:pt x="46820" y="231742"/>
                        <a:pt x="59845" y="231742"/>
                      </a:cubicBezTo>
                      <a:lnTo>
                        <a:pt x="126511" y="231742"/>
                      </a:lnTo>
                      <a:cubicBezTo>
                        <a:pt x="131163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3" y="261878"/>
                        <a:pt x="126511" y="261878"/>
                      </a:cubicBezTo>
                      <a:lnTo>
                        <a:pt x="53953" y="261878"/>
                      </a:lnTo>
                      <a:cubicBezTo>
                        <a:pt x="24185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7" name="手繪多邊形: 圖案 76">
                  <a:extLst>
                    <a:ext uri="{FF2B5EF4-FFF2-40B4-BE49-F238E27FC236}">
                      <a16:creationId xmlns:a16="http://schemas.microsoft.com/office/drawing/2014/main" id="{80BF0BFA-973C-3883-E159-5C123D56396E}"/>
                    </a:ext>
                  </a:extLst>
                </p:cNvPr>
                <p:cNvSpPr/>
                <p:nvPr/>
              </p:nvSpPr>
              <p:spPr>
                <a:xfrm>
                  <a:off x="19224927" y="24455103"/>
                  <a:ext cx="133643" cy="261878"/>
                </a:xfrm>
                <a:custGeom>
                  <a:avLst/>
                  <a:gdLst>
                    <a:gd name="connsiteX0" fmla="*/ 310 w 133643"/>
                    <a:gd name="connsiteY0" fmla="*/ 209442 h 261878"/>
                    <a:gd name="connsiteX1" fmla="*/ 310 w 133643"/>
                    <a:gd name="connsiteY1" fmla="*/ 52436 h 261878"/>
                    <a:gd name="connsiteX2" fmla="*/ 54264 w 133643"/>
                    <a:gd name="connsiteY2" fmla="*/ 0 h 261878"/>
                    <a:gd name="connsiteX3" fmla="*/ 122792 w 133643"/>
                    <a:gd name="connsiteY3" fmla="*/ 0 h 261878"/>
                    <a:gd name="connsiteX4" fmla="*/ 129923 w 133643"/>
                    <a:gd name="connsiteY4" fmla="*/ 6932 h 261878"/>
                    <a:gd name="connsiteX5" fmla="*/ 129923 w 133643"/>
                    <a:gd name="connsiteY5" fmla="*/ 23205 h 261878"/>
                    <a:gd name="connsiteX6" fmla="*/ 122792 w 133643"/>
                    <a:gd name="connsiteY6" fmla="*/ 30136 h 261878"/>
                    <a:gd name="connsiteX7" fmla="*/ 59845 w 133643"/>
                    <a:gd name="connsiteY7" fmla="*/ 30136 h 261878"/>
                    <a:gd name="connsiteX8" fmla="*/ 36281 w 133643"/>
                    <a:gd name="connsiteY8" fmla="*/ 53039 h 261878"/>
                    <a:gd name="connsiteX9" fmla="*/ 36281 w 133643"/>
                    <a:gd name="connsiteY9" fmla="*/ 110598 h 261878"/>
                    <a:gd name="connsiteX10" fmla="*/ 116590 w 133643"/>
                    <a:gd name="connsiteY10" fmla="*/ 110598 h 261878"/>
                    <a:gd name="connsiteX11" fmla="*/ 124031 w 133643"/>
                    <a:gd name="connsiteY11" fmla="*/ 117529 h 261878"/>
                    <a:gd name="connsiteX12" fmla="*/ 124031 w 133643"/>
                    <a:gd name="connsiteY12" fmla="*/ 132898 h 261878"/>
                    <a:gd name="connsiteX13" fmla="*/ 116590 w 133643"/>
                    <a:gd name="connsiteY13" fmla="*/ 139829 h 261878"/>
                    <a:gd name="connsiteX14" fmla="*/ 36281 w 133643"/>
                    <a:gd name="connsiteY14" fmla="*/ 139829 h 261878"/>
                    <a:gd name="connsiteX15" fmla="*/ 36281 w 133643"/>
                    <a:gd name="connsiteY15" fmla="*/ 208840 h 261878"/>
                    <a:gd name="connsiteX16" fmla="*/ 59845 w 133643"/>
                    <a:gd name="connsiteY16" fmla="*/ 231742 h 261878"/>
                    <a:gd name="connsiteX17" fmla="*/ 126513 w 133643"/>
                    <a:gd name="connsiteY17" fmla="*/ 231742 h 261878"/>
                    <a:gd name="connsiteX18" fmla="*/ 133644 w 133643"/>
                    <a:gd name="connsiteY18" fmla="*/ 238372 h 261878"/>
                    <a:gd name="connsiteX19" fmla="*/ 133644 w 133643"/>
                    <a:gd name="connsiteY19" fmla="*/ 254947 h 261878"/>
                    <a:gd name="connsiteX20" fmla="*/ 126513 w 133643"/>
                    <a:gd name="connsiteY20" fmla="*/ 261878 h 261878"/>
                    <a:gd name="connsiteX21" fmla="*/ 53953 w 133643"/>
                    <a:gd name="connsiteY21" fmla="*/ 261878 h 261878"/>
                    <a:gd name="connsiteX22" fmla="*/ 0 w 133643"/>
                    <a:gd name="connsiteY22" fmla="*/ 209442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</a:cxnLst>
                  <a:rect l="l" t="t" r="r" b="b"/>
                  <a:pathLst>
                    <a:path w="133643" h="261878">
                      <a:moveTo>
                        <a:pt x="310" y="209442"/>
                      </a:moveTo>
                      <a:lnTo>
                        <a:pt x="310" y="52436"/>
                      </a:lnTo>
                      <a:cubicBezTo>
                        <a:pt x="310" y="23506"/>
                        <a:pt x="24497" y="0"/>
                        <a:pt x="54264" y="0"/>
                      </a:cubicBezTo>
                      <a:lnTo>
                        <a:pt x="122792" y="0"/>
                      </a:lnTo>
                      <a:cubicBezTo>
                        <a:pt x="128063" y="0"/>
                        <a:pt x="129923" y="1808"/>
                        <a:pt x="129923" y="6932"/>
                      </a:cubicBezTo>
                      <a:lnTo>
                        <a:pt x="129923" y="23205"/>
                      </a:lnTo>
                      <a:cubicBezTo>
                        <a:pt x="129923" y="28327"/>
                        <a:pt x="128063" y="30136"/>
                        <a:pt x="122792" y="30136"/>
                      </a:cubicBezTo>
                      <a:lnTo>
                        <a:pt x="59845" y="30136"/>
                      </a:lnTo>
                      <a:cubicBezTo>
                        <a:pt x="46822" y="30136"/>
                        <a:pt x="36281" y="40382"/>
                        <a:pt x="36281" y="53039"/>
                      </a:cubicBezTo>
                      <a:lnTo>
                        <a:pt x="36281" y="110598"/>
                      </a:lnTo>
                      <a:lnTo>
                        <a:pt x="116590" y="110598"/>
                      </a:lnTo>
                      <a:cubicBezTo>
                        <a:pt x="121861" y="110598"/>
                        <a:pt x="124031" y="112406"/>
                        <a:pt x="124031" y="117529"/>
                      </a:cubicBezTo>
                      <a:lnTo>
                        <a:pt x="124031" y="132898"/>
                      </a:lnTo>
                      <a:cubicBezTo>
                        <a:pt x="124031" y="137418"/>
                        <a:pt x="121552" y="139829"/>
                        <a:pt x="116590" y="139829"/>
                      </a:cubicBezTo>
                      <a:lnTo>
                        <a:pt x="36281" y="139829"/>
                      </a:ln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5" y="231742"/>
                      </a:cubicBezTo>
                      <a:lnTo>
                        <a:pt x="126513" y="231742"/>
                      </a:lnTo>
                      <a:cubicBezTo>
                        <a:pt x="131165" y="231742"/>
                        <a:pt x="133644" y="233250"/>
                        <a:pt x="133644" y="238372"/>
                      </a:cubicBezTo>
                      <a:lnTo>
                        <a:pt x="133644" y="254947"/>
                      </a:lnTo>
                      <a:cubicBezTo>
                        <a:pt x="133644" y="260070"/>
                        <a:pt x="131165" y="261878"/>
                        <a:pt x="126513" y="261878"/>
                      </a:cubicBezTo>
                      <a:lnTo>
                        <a:pt x="53953" y="261878"/>
                      </a:lnTo>
                      <a:cubicBezTo>
                        <a:pt x="24187" y="261878"/>
                        <a:pt x="0" y="238372"/>
                        <a:pt x="0" y="209442"/>
                      </a:cubicBez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8" name="手繪多邊形: 圖案 77">
                  <a:extLst>
                    <a:ext uri="{FF2B5EF4-FFF2-40B4-BE49-F238E27FC236}">
                      <a16:creationId xmlns:a16="http://schemas.microsoft.com/office/drawing/2014/main" id="{894142AE-2EC1-E075-C7C3-153AFF1CDD75}"/>
                    </a:ext>
                  </a:extLst>
                </p:cNvPr>
                <p:cNvSpPr/>
                <p:nvPr/>
              </p:nvSpPr>
              <p:spPr>
                <a:xfrm>
                  <a:off x="18361670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7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0 w 157210"/>
                    <a:gd name="connsiteY4" fmla="*/ 101857 h 262178"/>
                    <a:gd name="connsiteX5" fmla="*/ 33487 w 157210"/>
                    <a:gd name="connsiteY5" fmla="*/ 74435 h 262178"/>
                    <a:gd name="connsiteX6" fmla="*/ 33487 w 157210"/>
                    <a:gd name="connsiteY6" fmla="*/ 254947 h 262178"/>
                    <a:gd name="connsiteX7" fmla="*/ 26666 w 157210"/>
                    <a:gd name="connsiteY7" fmla="*/ 261878 h 262178"/>
                    <a:gd name="connsiteX8" fmla="*/ 6821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1 w 157210"/>
                    <a:gd name="connsiteY11" fmla="*/ 0 h 262178"/>
                    <a:gd name="connsiteX12" fmla="*/ 27906 w 157210"/>
                    <a:gd name="connsiteY12" fmla="*/ 0 h 262178"/>
                    <a:gd name="connsiteX13" fmla="*/ 34108 w 157210"/>
                    <a:gd name="connsiteY13" fmla="*/ 3917 h 262178"/>
                    <a:gd name="connsiteX14" fmla="*/ 113488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2 w 157210"/>
                    <a:gd name="connsiteY17" fmla="*/ 0 h 262178"/>
                    <a:gd name="connsiteX18" fmla="*/ 150387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0" y="101857"/>
                      </a:lnTo>
                      <a:cubicBezTo>
                        <a:pt x="40931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9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79" name="手繪多邊形: 圖案 78">
                  <a:extLst>
                    <a:ext uri="{FF2B5EF4-FFF2-40B4-BE49-F238E27FC236}">
                      <a16:creationId xmlns:a16="http://schemas.microsoft.com/office/drawing/2014/main" id="{4D7A5D16-C981-0B01-F195-2C7EC0473B29}"/>
                    </a:ext>
                  </a:extLst>
                </p:cNvPr>
                <p:cNvSpPr/>
                <p:nvPr/>
              </p:nvSpPr>
              <p:spPr>
                <a:xfrm>
                  <a:off x="18893453" y="24455103"/>
                  <a:ext cx="156591" cy="262179"/>
                </a:xfrm>
                <a:custGeom>
                  <a:avLst/>
                  <a:gdLst>
                    <a:gd name="connsiteX0" fmla="*/ 5892 w 156591"/>
                    <a:gd name="connsiteY0" fmla="*/ 261878 h 262179"/>
                    <a:gd name="connsiteX1" fmla="*/ 0 w 156591"/>
                    <a:gd name="connsiteY1" fmla="*/ 254646 h 262179"/>
                    <a:gd name="connsiteX2" fmla="*/ 0 w 156591"/>
                    <a:gd name="connsiteY2" fmla="*/ 7233 h 262179"/>
                    <a:gd name="connsiteX3" fmla="*/ 6823 w 156591"/>
                    <a:gd name="connsiteY3" fmla="*/ 0 h 262179"/>
                    <a:gd name="connsiteX4" fmla="*/ 78140 w 156591"/>
                    <a:gd name="connsiteY4" fmla="*/ 0 h 262179"/>
                    <a:gd name="connsiteX5" fmla="*/ 156591 w 156591"/>
                    <a:gd name="connsiteY5" fmla="*/ 56353 h 262179"/>
                    <a:gd name="connsiteX6" fmla="*/ 156591 w 156591"/>
                    <a:gd name="connsiteY6" fmla="*/ 205826 h 262179"/>
                    <a:gd name="connsiteX7" fmla="*/ 78140 w 156591"/>
                    <a:gd name="connsiteY7" fmla="*/ 262180 h 262179"/>
                    <a:gd name="connsiteX8" fmla="*/ 5892 w 156591"/>
                    <a:gd name="connsiteY8" fmla="*/ 262180 h 262179"/>
                    <a:gd name="connsiteX9" fmla="*/ 35970 w 156591"/>
                    <a:gd name="connsiteY9" fmla="*/ 29835 h 262179"/>
                    <a:gd name="connsiteX10" fmla="*/ 35970 w 156591"/>
                    <a:gd name="connsiteY10" fmla="*/ 231742 h 262179"/>
                    <a:gd name="connsiteX11" fmla="*/ 77520 w 156591"/>
                    <a:gd name="connsiteY11" fmla="*/ 231742 h 262179"/>
                    <a:gd name="connsiteX12" fmla="*/ 120311 w 156591"/>
                    <a:gd name="connsiteY12" fmla="*/ 201607 h 262179"/>
                    <a:gd name="connsiteX13" fmla="*/ 120311 w 156591"/>
                    <a:gd name="connsiteY13" fmla="*/ 59970 h 262179"/>
                    <a:gd name="connsiteX14" fmla="*/ 77520 w 156591"/>
                    <a:gd name="connsiteY14" fmla="*/ 29835 h 262179"/>
                    <a:gd name="connsiteX15" fmla="*/ 35970 w 156591"/>
                    <a:gd name="connsiteY15" fmla="*/ 29835 h 26217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156591" h="262179">
                      <a:moveTo>
                        <a:pt x="5892" y="261878"/>
                      </a:moveTo>
                      <a:cubicBezTo>
                        <a:pt x="1552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3" y="0"/>
                      </a:cubicBezTo>
                      <a:lnTo>
                        <a:pt x="78140" y="0"/>
                      </a:lnTo>
                      <a:cubicBezTo>
                        <a:pt x="137056" y="0"/>
                        <a:pt x="156591" y="26218"/>
                        <a:pt x="156591" y="56353"/>
                      </a:cubicBezTo>
                      <a:lnTo>
                        <a:pt x="156591" y="205826"/>
                      </a:lnTo>
                      <a:cubicBezTo>
                        <a:pt x="156591" y="235962"/>
                        <a:pt x="137056" y="262180"/>
                        <a:pt x="78140" y="262180"/>
                      </a:cubicBezTo>
                      <a:lnTo>
                        <a:pt x="5892" y="262180"/>
                      </a:lnTo>
                      <a:close/>
                      <a:moveTo>
                        <a:pt x="35970" y="29835"/>
                      </a:moveTo>
                      <a:lnTo>
                        <a:pt x="35970" y="231742"/>
                      </a:lnTo>
                      <a:lnTo>
                        <a:pt x="77520" y="231742"/>
                      </a:lnTo>
                      <a:cubicBezTo>
                        <a:pt x="107598" y="231742"/>
                        <a:pt x="120311" y="220291"/>
                        <a:pt x="120311" y="201607"/>
                      </a:cubicBezTo>
                      <a:lnTo>
                        <a:pt x="120311" y="59970"/>
                      </a:lnTo>
                      <a:cubicBezTo>
                        <a:pt x="120311" y="41587"/>
                        <a:pt x="107598" y="29835"/>
                        <a:pt x="77520" y="29835"/>
                      </a:cubicBezTo>
                      <a:lnTo>
                        <a:pt x="35970" y="2983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0" name="手繪多邊形: 圖案 79">
                  <a:extLst>
                    <a:ext uri="{FF2B5EF4-FFF2-40B4-BE49-F238E27FC236}">
                      <a16:creationId xmlns:a16="http://schemas.microsoft.com/office/drawing/2014/main" id="{12E60887-604E-A238-A34A-F7CB5CFCA022}"/>
                    </a:ext>
                  </a:extLst>
                </p:cNvPr>
                <p:cNvSpPr/>
                <p:nvPr/>
              </p:nvSpPr>
              <p:spPr>
                <a:xfrm>
                  <a:off x="19524775" y="24454802"/>
                  <a:ext cx="157208" cy="262178"/>
                </a:xfrm>
                <a:custGeom>
                  <a:avLst/>
                  <a:gdLst>
                    <a:gd name="connsiteX0" fmla="*/ 156900 w 157208"/>
                    <a:gd name="connsiteY0" fmla="*/ 255248 h 262178"/>
                    <a:gd name="connsiteX1" fmla="*/ 150077 w 157208"/>
                    <a:gd name="connsiteY1" fmla="*/ 262179 h 262178"/>
                    <a:gd name="connsiteX2" fmla="*/ 129613 w 157208"/>
                    <a:gd name="connsiteY2" fmla="*/ 262179 h 262178"/>
                    <a:gd name="connsiteX3" fmla="*/ 122480 w 157208"/>
                    <a:gd name="connsiteY3" fmla="*/ 257960 h 262178"/>
                    <a:gd name="connsiteX4" fmla="*/ 45270 w 157208"/>
                    <a:gd name="connsiteY4" fmla="*/ 101857 h 262178"/>
                    <a:gd name="connsiteX5" fmla="*/ 33487 w 157208"/>
                    <a:gd name="connsiteY5" fmla="*/ 74435 h 262178"/>
                    <a:gd name="connsiteX6" fmla="*/ 33487 w 157208"/>
                    <a:gd name="connsiteY6" fmla="*/ 254947 h 262178"/>
                    <a:gd name="connsiteX7" fmla="*/ 26666 w 157208"/>
                    <a:gd name="connsiteY7" fmla="*/ 261878 h 262178"/>
                    <a:gd name="connsiteX8" fmla="*/ 6821 w 157208"/>
                    <a:gd name="connsiteY8" fmla="*/ 261878 h 262178"/>
                    <a:gd name="connsiteX9" fmla="*/ 0 w 157208"/>
                    <a:gd name="connsiteY9" fmla="*/ 254947 h 262178"/>
                    <a:gd name="connsiteX10" fmla="*/ 0 w 157208"/>
                    <a:gd name="connsiteY10" fmla="*/ 6931 h 262178"/>
                    <a:gd name="connsiteX11" fmla="*/ 6821 w 157208"/>
                    <a:gd name="connsiteY11" fmla="*/ 0 h 262178"/>
                    <a:gd name="connsiteX12" fmla="*/ 27906 w 157208"/>
                    <a:gd name="connsiteY12" fmla="*/ 0 h 262178"/>
                    <a:gd name="connsiteX13" fmla="*/ 34108 w 157208"/>
                    <a:gd name="connsiteY13" fmla="*/ 3917 h 262178"/>
                    <a:gd name="connsiteX14" fmla="*/ 113488 w 157208"/>
                    <a:gd name="connsiteY14" fmla="*/ 162129 h 262178"/>
                    <a:gd name="connsiteX15" fmla="*/ 123721 w 157208"/>
                    <a:gd name="connsiteY15" fmla="*/ 186840 h 262178"/>
                    <a:gd name="connsiteX16" fmla="*/ 123721 w 157208"/>
                    <a:gd name="connsiteY16" fmla="*/ 6931 h 262178"/>
                    <a:gd name="connsiteX17" fmla="*/ 130852 w 157208"/>
                    <a:gd name="connsiteY17" fmla="*/ 0 h 262178"/>
                    <a:gd name="connsiteX18" fmla="*/ 150387 w 157208"/>
                    <a:gd name="connsiteY18" fmla="*/ 0 h 262178"/>
                    <a:gd name="connsiteX19" fmla="*/ 157208 w 157208"/>
                    <a:gd name="connsiteY19" fmla="*/ 6931 h 262178"/>
                    <a:gd name="connsiteX20" fmla="*/ 157208 w 157208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08" h="262178">
                      <a:moveTo>
                        <a:pt x="156900" y="255248"/>
                      </a:moveTo>
                      <a:cubicBezTo>
                        <a:pt x="156900" y="259768"/>
                        <a:pt x="155348" y="262179"/>
                        <a:pt x="150077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0" y="257960"/>
                      </a:cubicBezTo>
                      <a:lnTo>
                        <a:pt x="45270" y="101857"/>
                      </a:lnTo>
                      <a:cubicBezTo>
                        <a:pt x="40929" y="93419"/>
                        <a:pt x="36279" y="82873"/>
                        <a:pt x="33487" y="74435"/>
                      </a:cubicBezTo>
                      <a:lnTo>
                        <a:pt x="33487" y="254947"/>
                      </a:lnTo>
                      <a:cubicBezTo>
                        <a:pt x="33487" y="259467"/>
                        <a:pt x="31627" y="261878"/>
                        <a:pt x="26666" y="261878"/>
                      </a:cubicBezTo>
                      <a:lnTo>
                        <a:pt x="6821" y="261878"/>
                      </a:lnTo>
                      <a:cubicBezTo>
                        <a:pt x="2169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1" y="0"/>
                      </a:cubicBezTo>
                      <a:lnTo>
                        <a:pt x="27906" y="0"/>
                      </a:lnTo>
                      <a:cubicBezTo>
                        <a:pt x="31627" y="0"/>
                        <a:pt x="33177" y="1205"/>
                        <a:pt x="34108" y="3917"/>
                      </a:cubicBezTo>
                      <a:lnTo>
                        <a:pt x="113488" y="162129"/>
                      </a:lnTo>
                      <a:cubicBezTo>
                        <a:pt x="116588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0" y="0"/>
                        <a:pt x="130852" y="0"/>
                      </a:cubicBezTo>
                      <a:lnTo>
                        <a:pt x="150387" y="0"/>
                      </a:lnTo>
                      <a:cubicBezTo>
                        <a:pt x="155658" y="0"/>
                        <a:pt x="157208" y="2410"/>
                        <a:pt x="157208" y="6931"/>
                      </a:cubicBezTo>
                      <a:lnTo>
                        <a:pt x="157208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1" name="手繪多邊形: 圖案 80">
                  <a:extLst>
                    <a:ext uri="{FF2B5EF4-FFF2-40B4-BE49-F238E27FC236}">
                      <a16:creationId xmlns:a16="http://schemas.microsoft.com/office/drawing/2014/main" id="{6EE90E05-4EA0-3A27-08B4-9AD01A0FB23E}"/>
                    </a:ext>
                  </a:extLst>
                </p:cNvPr>
                <p:cNvSpPr/>
                <p:nvPr/>
              </p:nvSpPr>
              <p:spPr>
                <a:xfrm>
                  <a:off x="19838884" y="24455103"/>
                  <a:ext cx="156278" cy="261878"/>
                </a:xfrm>
                <a:custGeom>
                  <a:avLst/>
                  <a:gdLst>
                    <a:gd name="connsiteX0" fmla="*/ 149148 w 156278"/>
                    <a:gd name="connsiteY0" fmla="*/ 0 h 261878"/>
                    <a:gd name="connsiteX1" fmla="*/ 156279 w 156278"/>
                    <a:gd name="connsiteY1" fmla="*/ 6932 h 261878"/>
                    <a:gd name="connsiteX2" fmla="*/ 156279 w 156278"/>
                    <a:gd name="connsiteY2" fmla="*/ 23205 h 261878"/>
                    <a:gd name="connsiteX3" fmla="*/ 149148 w 156278"/>
                    <a:gd name="connsiteY3" fmla="*/ 30136 h 261878"/>
                    <a:gd name="connsiteX4" fmla="*/ 96434 w 156278"/>
                    <a:gd name="connsiteY4" fmla="*/ 30136 h 261878"/>
                    <a:gd name="connsiteX5" fmla="*/ 96434 w 156278"/>
                    <a:gd name="connsiteY5" fmla="*/ 254646 h 261878"/>
                    <a:gd name="connsiteX6" fmla="*/ 89611 w 156278"/>
                    <a:gd name="connsiteY6" fmla="*/ 261878 h 261878"/>
                    <a:gd name="connsiteX7" fmla="*/ 66976 w 156278"/>
                    <a:gd name="connsiteY7" fmla="*/ 261878 h 261878"/>
                    <a:gd name="connsiteX8" fmla="*/ 59845 w 156278"/>
                    <a:gd name="connsiteY8" fmla="*/ 254646 h 261878"/>
                    <a:gd name="connsiteX9" fmla="*/ 59845 w 156278"/>
                    <a:gd name="connsiteY9" fmla="*/ 30136 h 261878"/>
                    <a:gd name="connsiteX10" fmla="*/ 7131 w 156278"/>
                    <a:gd name="connsiteY10" fmla="*/ 30136 h 261878"/>
                    <a:gd name="connsiteX11" fmla="*/ 0 w 156278"/>
                    <a:gd name="connsiteY11" fmla="*/ 23205 h 261878"/>
                    <a:gd name="connsiteX12" fmla="*/ 0 w 156278"/>
                    <a:gd name="connsiteY12" fmla="*/ 6932 h 261878"/>
                    <a:gd name="connsiteX13" fmla="*/ 7131 w 156278"/>
                    <a:gd name="connsiteY13" fmla="*/ 0 h 261878"/>
                    <a:gd name="connsiteX14" fmla="*/ 149148 w 156278"/>
                    <a:gd name="connsiteY14" fmla="*/ 0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156278" h="261878">
                      <a:moveTo>
                        <a:pt x="149148" y="0"/>
                      </a:moveTo>
                      <a:cubicBezTo>
                        <a:pt x="153798" y="0"/>
                        <a:pt x="156279" y="1808"/>
                        <a:pt x="156279" y="6932"/>
                      </a:cubicBezTo>
                      <a:lnTo>
                        <a:pt x="156279" y="23205"/>
                      </a:lnTo>
                      <a:cubicBezTo>
                        <a:pt x="156279" y="28327"/>
                        <a:pt x="153798" y="30136"/>
                        <a:pt x="149148" y="30136"/>
                      </a:cubicBezTo>
                      <a:lnTo>
                        <a:pt x="96434" y="30136"/>
                      </a:lnTo>
                      <a:lnTo>
                        <a:pt x="96434" y="254646"/>
                      </a:lnTo>
                      <a:cubicBezTo>
                        <a:pt x="96434" y="259768"/>
                        <a:pt x="94574" y="261878"/>
                        <a:pt x="89611" y="261878"/>
                      </a:cubicBezTo>
                      <a:lnTo>
                        <a:pt x="66976" y="261878"/>
                      </a:lnTo>
                      <a:cubicBezTo>
                        <a:pt x="61705" y="261878"/>
                        <a:pt x="59845" y="259468"/>
                        <a:pt x="59845" y="254646"/>
                      </a:cubicBezTo>
                      <a:lnTo>
                        <a:pt x="59845" y="30136"/>
                      </a:lnTo>
                      <a:lnTo>
                        <a:pt x="7131" y="30136"/>
                      </a:lnTo>
                      <a:cubicBezTo>
                        <a:pt x="1860" y="30136"/>
                        <a:pt x="0" y="28327"/>
                        <a:pt x="0" y="23205"/>
                      </a:cubicBezTo>
                      <a:lnTo>
                        <a:pt x="0" y="6932"/>
                      </a:lnTo>
                      <a:cubicBezTo>
                        <a:pt x="0" y="1808"/>
                        <a:pt x="1860" y="0"/>
                        <a:pt x="7131" y="0"/>
                      </a:cubicBezTo>
                      <a:lnTo>
                        <a:pt x="149148" y="0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2" name="手繪多邊形: 圖案 81">
                  <a:extLst>
                    <a:ext uri="{FF2B5EF4-FFF2-40B4-BE49-F238E27FC236}">
                      <a16:creationId xmlns:a16="http://schemas.microsoft.com/office/drawing/2014/main" id="{7D9B029C-D76F-4B9A-0251-63C5695EBEFD}"/>
                    </a:ext>
                  </a:extLst>
                </p:cNvPr>
                <p:cNvSpPr/>
                <p:nvPr/>
              </p:nvSpPr>
              <p:spPr>
                <a:xfrm>
                  <a:off x="20112279" y="24455103"/>
                  <a:ext cx="175071" cy="261878"/>
                </a:xfrm>
                <a:custGeom>
                  <a:avLst/>
                  <a:gdLst>
                    <a:gd name="connsiteX0" fmla="*/ 99629 w 175071"/>
                    <a:gd name="connsiteY0" fmla="*/ 0 h 261878"/>
                    <a:gd name="connsiteX1" fmla="*/ 108621 w 175071"/>
                    <a:gd name="connsiteY1" fmla="*/ 6932 h 261878"/>
                    <a:gd name="connsiteX2" fmla="*/ 174667 w 175071"/>
                    <a:gd name="connsiteY2" fmla="*/ 254947 h 261878"/>
                    <a:gd name="connsiteX3" fmla="*/ 169086 w 175071"/>
                    <a:gd name="connsiteY3" fmla="*/ 261878 h 261878"/>
                    <a:gd name="connsiteX4" fmla="*/ 146451 w 175071"/>
                    <a:gd name="connsiteY4" fmla="*/ 261878 h 261878"/>
                    <a:gd name="connsiteX5" fmla="*/ 138078 w 175071"/>
                    <a:gd name="connsiteY5" fmla="*/ 254947 h 261878"/>
                    <a:gd name="connsiteX6" fmla="*/ 121956 w 175071"/>
                    <a:gd name="connsiteY6" fmla="*/ 193169 h 261878"/>
                    <a:gd name="connsiteX7" fmla="*/ 51257 w 175071"/>
                    <a:gd name="connsiteY7" fmla="*/ 193169 h 261878"/>
                    <a:gd name="connsiteX8" fmla="*/ 35442 w 175071"/>
                    <a:gd name="connsiteY8" fmla="*/ 254947 h 261878"/>
                    <a:gd name="connsiteX9" fmla="*/ 27070 w 175071"/>
                    <a:gd name="connsiteY9" fmla="*/ 261878 h 261878"/>
                    <a:gd name="connsiteX10" fmla="*/ 5985 w 175071"/>
                    <a:gd name="connsiteY10" fmla="*/ 261878 h 261878"/>
                    <a:gd name="connsiteX11" fmla="*/ 403 w 175071"/>
                    <a:gd name="connsiteY11" fmla="*/ 254947 h 261878"/>
                    <a:gd name="connsiteX12" fmla="*/ 67071 w 175071"/>
                    <a:gd name="connsiteY12" fmla="*/ 6932 h 261878"/>
                    <a:gd name="connsiteX13" fmla="*/ 76063 w 175071"/>
                    <a:gd name="connsiteY13" fmla="*/ 0 h 261878"/>
                    <a:gd name="connsiteX14" fmla="*/ 99008 w 175071"/>
                    <a:gd name="connsiteY14" fmla="*/ 0 h 261878"/>
                    <a:gd name="connsiteX15" fmla="*/ 96219 w 175071"/>
                    <a:gd name="connsiteY15" fmla="*/ 92215 h 261878"/>
                    <a:gd name="connsiteX16" fmla="*/ 87535 w 175071"/>
                    <a:gd name="connsiteY16" fmla="*/ 41889 h 261878"/>
                    <a:gd name="connsiteX17" fmla="*/ 78544 w 175071"/>
                    <a:gd name="connsiteY17" fmla="*/ 91914 h 261878"/>
                    <a:gd name="connsiteX18" fmla="*/ 58698 w 175071"/>
                    <a:gd name="connsiteY18" fmla="*/ 164842 h 261878"/>
                    <a:gd name="connsiteX19" fmla="*/ 115754 w 175071"/>
                    <a:gd name="connsiteY19" fmla="*/ 164842 h 261878"/>
                    <a:gd name="connsiteX20" fmla="*/ 96219 w 175071"/>
                    <a:gd name="connsiteY20" fmla="*/ 9251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75071" h="261878">
                      <a:moveTo>
                        <a:pt x="99629" y="0"/>
                      </a:moveTo>
                      <a:cubicBezTo>
                        <a:pt x="104281" y="0"/>
                        <a:pt x="107691" y="2411"/>
                        <a:pt x="108621" y="6932"/>
                      </a:cubicBezTo>
                      <a:lnTo>
                        <a:pt x="174667" y="254947"/>
                      </a:lnTo>
                      <a:cubicBezTo>
                        <a:pt x="175909" y="259468"/>
                        <a:pt x="174357" y="261878"/>
                        <a:pt x="169086" y="261878"/>
                      </a:cubicBezTo>
                      <a:lnTo>
                        <a:pt x="146451" y="261878"/>
                      </a:lnTo>
                      <a:cubicBezTo>
                        <a:pt x="141180" y="261878"/>
                        <a:pt x="139320" y="259166"/>
                        <a:pt x="138078" y="254947"/>
                      </a:cubicBezTo>
                      <a:lnTo>
                        <a:pt x="121956" y="193169"/>
                      </a:lnTo>
                      <a:lnTo>
                        <a:pt x="51257" y="193169"/>
                      </a:lnTo>
                      <a:lnTo>
                        <a:pt x="35442" y="254947"/>
                      </a:lnTo>
                      <a:cubicBezTo>
                        <a:pt x="34203" y="259166"/>
                        <a:pt x="31722" y="261878"/>
                        <a:pt x="27070" y="261878"/>
                      </a:cubicBezTo>
                      <a:lnTo>
                        <a:pt x="5985" y="261878"/>
                      </a:lnTo>
                      <a:cubicBezTo>
                        <a:pt x="714" y="261878"/>
                        <a:pt x="-836" y="259468"/>
                        <a:pt x="403" y="254947"/>
                      </a:cubicBezTo>
                      <a:lnTo>
                        <a:pt x="67071" y="6932"/>
                      </a:lnTo>
                      <a:cubicBezTo>
                        <a:pt x="68311" y="2411"/>
                        <a:pt x="71102" y="0"/>
                        <a:pt x="76063" y="0"/>
                      </a:cubicBezTo>
                      <a:lnTo>
                        <a:pt x="99008" y="0"/>
                      </a:lnTo>
                      <a:close/>
                      <a:moveTo>
                        <a:pt x="96219" y="92215"/>
                      </a:moveTo>
                      <a:cubicBezTo>
                        <a:pt x="93427" y="82572"/>
                        <a:pt x="88777" y="53943"/>
                        <a:pt x="87535" y="41889"/>
                      </a:cubicBezTo>
                      <a:cubicBezTo>
                        <a:pt x="85675" y="56053"/>
                        <a:pt x="81334" y="81065"/>
                        <a:pt x="78544" y="91914"/>
                      </a:cubicBezTo>
                      <a:lnTo>
                        <a:pt x="58698" y="164842"/>
                      </a:lnTo>
                      <a:lnTo>
                        <a:pt x="115754" y="164842"/>
                      </a:lnTo>
                      <a:lnTo>
                        <a:pt x="96219" y="9251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3" name="手繪多邊形: 圖案 82">
                  <a:extLst>
                    <a:ext uri="{FF2B5EF4-FFF2-40B4-BE49-F238E27FC236}">
                      <a16:creationId xmlns:a16="http://schemas.microsoft.com/office/drawing/2014/main" id="{86C34BAF-8395-283B-8E05-C5B0C8B85F43}"/>
                    </a:ext>
                  </a:extLst>
                </p:cNvPr>
                <p:cNvSpPr/>
                <p:nvPr/>
              </p:nvSpPr>
              <p:spPr>
                <a:xfrm>
                  <a:off x="20445707" y="24455103"/>
                  <a:ext cx="127752" cy="261878"/>
                </a:xfrm>
                <a:custGeom>
                  <a:avLst/>
                  <a:gdLst>
                    <a:gd name="connsiteX0" fmla="*/ 53955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3 w 127752"/>
                    <a:gd name="connsiteY3" fmla="*/ 0 h 261878"/>
                    <a:gd name="connsiteX4" fmla="*/ 29458 w 127752"/>
                    <a:gd name="connsiteY4" fmla="*/ 0 h 261878"/>
                    <a:gd name="connsiteX5" fmla="*/ 36281 w 127752"/>
                    <a:gd name="connsiteY5" fmla="*/ 7233 h 261878"/>
                    <a:gd name="connsiteX6" fmla="*/ 36281 w 127752"/>
                    <a:gd name="connsiteY6" fmla="*/ 208840 h 261878"/>
                    <a:gd name="connsiteX7" fmla="*/ 59847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5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5" y="261878"/>
                      </a:moveTo>
                      <a:cubicBezTo>
                        <a:pt x="24187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3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81" y="2411"/>
                        <a:pt x="36281" y="7233"/>
                      </a:cubicBezTo>
                      <a:lnTo>
                        <a:pt x="36281" y="208840"/>
                      </a:lnTo>
                      <a:cubicBezTo>
                        <a:pt x="36281" y="221497"/>
                        <a:pt x="46822" y="231742"/>
                        <a:pt x="59847" y="231742"/>
                      </a:cubicBezTo>
                      <a:lnTo>
                        <a:pt x="120621" y="231742"/>
                      </a:lnTo>
                      <a:cubicBezTo>
                        <a:pt x="125273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3" y="261878"/>
                        <a:pt x="120621" y="261878"/>
                      </a:cubicBezTo>
                      <a:lnTo>
                        <a:pt x="53955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4" name="手繪多邊形: 圖案 83">
                  <a:extLst>
                    <a:ext uri="{FF2B5EF4-FFF2-40B4-BE49-F238E27FC236}">
                      <a16:creationId xmlns:a16="http://schemas.microsoft.com/office/drawing/2014/main" id="{C8BAB372-F0B1-DE6B-AB57-D8127803B7D7}"/>
                    </a:ext>
                  </a:extLst>
                </p:cNvPr>
                <p:cNvSpPr/>
                <p:nvPr/>
              </p:nvSpPr>
              <p:spPr>
                <a:xfrm>
                  <a:off x="21235478" y="24455103"/>
                  <a:ext cx="127752" cy="261878"/>
                </a:xfrm>
                <a:custGeom>
                  <a:avLst/>
                  <a:gdLst>
                    <a:gd name="connsiteX0" fmla="*/ 53953 w 127752"/>
                    <a:gd name="connsiteY0" fmla="*/ 261878 h 261878"/>
                    <a:gd name="connsiteX1" fmla="*/ 0 w 127752"/>
                    <a:gd name="connsiteY1" fmla="*/ 209442 h 261878"/>
                    <a:gd name="connsiteX2" fmla="*/ 0 w 127752"/>
                    <a:gd name="connsiteY2" fmla="*/ 7233 h 261878"/>
                    <a:gd name="connsiteX3" fmla="*/ 7131 w 127752"/>
                    <a:gd name="connsiteY3" fmla="*/ 0 h 261878"/>
                    <a:gd name="connsiteX4" fmla="*/ 29458 w 127752"/>
                    <a:gd name="connsiteY4" fmla="*/ 0 h 261878"/>
                    <a:gd name="connsiteX5" fmla="*/ 36279 w 127752"/>
                    <a:gd name="connsiteY5" fmla="*/ 7233 h 261878"/>
                    <a:gd name="connsiteX6" fmla="*/ 36279 w 127752"/>
                    <a:gd name="connsiteY6" fmla="*/ 208840 h 261878"/>
                    <a:gd name="connsiteX7" fmla="*/ 59845 w 127752"/>
                    <a:gd name="connsiteY7" fmla="*/ 231742 h 261878"/>
                    <a:gd name="connsiteX8" fmla="*/ 120621 w 127752"/>
                    <a:gd name="connsiteY8" fmla="*/ 231742 h 261878"/>
                    <a:gd name="connsiteX9" fmla="*/ 127752 w 127752"/>
                    <a:gd name="connsiteY9" fmla="*/ 238372 h 261878"/>
                    <a:gd name="connsiteX10" fmla="*/ 127752 w 127752"/>
                    <a:gd name="connsiteY10" fmla="*/ 254947 h 261878"/>
                    <a:gd name="connsiteX11" fmla="*/ 120621 w 127752"/>
                    <a:gd name="connsiteY11" fmla="*/ 261878 h 261878"/>
                    <a:gd name="connsiteX12" fmla="*/ 53953 w 127752"/>
                    <a:gd name="connsiteY12" fmla="*/ 261878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27752" h="261878">
                      <a:moveTo>
                        <a:pt x="53953" y="261878"/>
                      </a:moveTo>
                      <a:cubicBezTo>
                        <a:pt x="24185" y="261878"/>
                        <a:pt x="0" y="238372"/>
                        <a:pt x="0" y="209442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713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08840"/>
                      </a:lnTo>
                      <a:cubicBezTo>
                        <a:pt x="36279" y="221497"/>
                        <a:pt x="46822" y="231742"/>
                        <a:pt x="59845" y="231742"/>
                      </a:cubicBezTo>
                      <a:lnTo>
                        <a:pt x="120621" y="231742"/>
                      </a:lnTo>
                      <a:cubicBezTo>
                        <a:pt x="125271" y="231742"/>
                        <a:pt x="127752" y="233250"/>
                        <a:pt x="127752" y="238372"/>
                      </a:cubicBezTo>
                      <a:lnTo>
                        <a:pt x="127752" y="254947"/>
                      </a:lnTo>
                      <a:cubicBezTo>
                        <a:pt x="127752" y="260070"/>
                        <a:pt x="125271" y="261878"/>
                        <a:pt x="120621" y="261878"/>
                      </a:cubicBezTo>
                      <a:lnTo>
                        <a:pt x="53953" y="261878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5" name="手繪多邊形: 圖案 84">
                  <a:extLst>
                    <a:ext uri="{FF2B5EF4-FFF2-40B4-BE49-F238E27FC236}">
                      <a16:creationId xmlns:a16="http://schemas.microsoft.com/office/drawing/2014/main" id="{373E4950-C296-0563-528E-5B523C970171}"/>
                    </a:ext>
                  </a:extLst>
                </p:cNvPr>
                <p:cNvSpPr/>
                <p:nvPr/>
              </p:nvSpPr>
              <p:spPr>
                <a:xfrm>
                  <a:off x="20916408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6" name="手繪多邊形: 圖案 85">
                  <a:extLst>
                    <a:ext uri="{FF2B5EF4-FFF2-40B4-BE49-F238E27FC236}">
                      <a16:creationId xmlns:a16="http://schemas.microsoft.com/office/drawing/2014/main" id="{6B232079-D99E-4255-7346-37AB5237D6AC}"/>
                    </a:ext>
                  </a:extLst>
                </p:cNvPr>
                <p:cNvSpPr/>
                <p:nvPr/>
              </p:nvSpPr>
              <p:spPr>
                <a:xfrm>
                  <a:off x="21519199" y="24455103"/>
                  <a:ext cx="36280" cy="261878"/>
                </a:xfrm>
                <a:custGeom>
                  <a:avLst/>
                  <a:gdLst>
                    <a:gd name="connsiteX0" fmla="*/ 36281 w 36280"/>
                    <a:gd name="connsiteY0" fmla="*/ 254646 h 261878"/>
                    <a:gd name="connsiteX1" fmla="*/ 29458 w 36280"/>
                    <a:gd name="connsiteY1" fmla="*/ 261878 h 261878"/>
                    <a:gd name="connsiteX2" fmla="*/ 6823 w 36280"/>
                    <a:gd name="connsiteY2" fmla="*/ 261878 h 261878"/>
                    <a:gd name="connsiteX3" fmla="*/ 0 w 36280"/>
                    <a:gd name="connsiteY3" fmla="*/ 254646 h 261878"/>
                    <a:gd name="connsiteX4" fmla="*/ 0 w 36280"/>
                    <a:gd name="connsiteY4" fmla="*/ 7233 h 261878"/>
                    <a:gd name="connsiteX5" fmla="*/ 6823 w 36280"/>
                    <a:gd name="connsiteY5" fmla="*/ 0 h 261878"/>
                    <a:gd name="connsiteX6" fmla="*/ 29458 w 36280"/>
                    <a:gd name="connsiteY6" fmla="*/ 0 h 261878"/>
                    <a:gd name="connsiteX7" fmla="*/ 36281 w 36280"/>
                    <a:gd name="connsiteY7" fmla="*/ 7233 h 261878"/>
                    <a:gd name="connsiteX8" fmla="*/ 36281 w 36280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80" h="261878">
                      <a:moveTo>
                        <a:pt x="36281" y="254646"/>
                      </a:moveTo>
                      <a:cubicBezTo>
                        <a:pt x="36281" y="259768"/>
                        <a:pt x="34731" y="261878"/>
                        <a:pt x="2945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2" y="0"/>
                        <a:pt x="6823" y="0"/>
                      </a:cubicBezTo>
                      <a:lnTo>
                        <a:pt x="29458" y="0"/>
                      </a:lnTo>
                      <a:cubicBezTo>
                        <a:pt x="34731" y="0"/>
                        <a:pt x="36281" y="2411"/>
                        <a:pt x="36281" y="7233"/>
                      </a:cubicBezTo>
                      <a:lnTo>
                        <a:pt x="36281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7" name="手繪多邊形: 圖案 86">
                  <a:extLst>
                    <a:ext uri="{FF2B5EF4-FFF2-40B4-BE49-F238E27FC236}">
                      <a16:creationId xmlns:a16="http://schemas.microsoft.com/office/drawing/2014/main" id="{F256DB52-376C-60A4-8D20-10F6DC7B0071}"/>
                    </a:ext>
                  </a:extLst>
                </p:cNvPr>
                <p:cNvSpPr/>
                <p:nvPr/>
              </p:nvSpPr>
              <p:spPr>
                <a:xfrm>
                  <a:off x="21734704" y="24454802"/>
                  <a:ext cx="157210" cy="262178"/>
                </a:xfrm>
                <a:custGeom>
                  <a:avLst/>
                  <a:gdLst>
                    <a:gd name="connsiteX0" fmla="*/ 156900 w 157210"/>
                    <a:gd name="connsiteY0" fmla="*/ 255248 h 262178"/>
                    <a:gd name="connsiteX1" fmla="*/ 150079 w 157210"/>
                    <a:gd name="connsiteY1" fmla="*/ 262179 h 262178"/>
                    <a:gd name="connsiteX2" fmla="*/ 129613 w 157210"/>
                    <a:gd name="connsiteY2" fmla="*/ 262179 h 262178"/>
                    <a:gd name="connsiteX3" fmla="*/ 122481 w 157210"/>
                    <a:gd name="connsiteY3" fmla="*/ 257960 h 262178"/>
                    <a:gd name="connsiteX4" fmla="*/ 45272 w 157210"/>
                    <a:gd name="connsiteY4" fmla="*/ 101857 h 262178"/>
                    <a:gd name="connsiteX5" fmla="*/ 33489 w 157210"/>
                    <a:gd name="connsiteY5" fmla="*/ 74435 h 262178"/>
                    <a:gd name="connsiteX6" fmla="*/ 33489 w 157210"/>
                    <a:gd name="connsiteY6" fmla="*/ 254947 h 262178"/>
                    <a:gd name="connsiteX7" fmla="*/ 26668 w 157210"/>
                    <a:gd name="connsiteY7" fmla="*/ 261878 h 262178"/>
                    <a:gd name="connsiteX8" fmla="*/ 6823 w 157210"/>
                    <a:gd name="connsiteY8" fmla="*/ 261878 h 262178"/>
                    <a:gd name="connsiteX9" fmla="*/ 0 w 157210"/>
                    <a:gd name="connsiteY9" fmla="*/ 254947 h 262178"/>
                    <a:gd name="connsiteX10" fmla="*/ 0 w 157210"/>
                    <a:gd name="connsiteY10" fmla="*/ 6931 h 262178"/>
                    <a:gd name="connsiteX11" fmla="*/ 6823 w 157210"/>
                    <a:gd name="connsiteY11" fmla="*/ 0 h 262178"/>
                    <a:gd name="connsiteX12" fmla="*/ 27908 w 157210"/>
                    <a:gd name="connsiteY12" fmla="*/ 0 h 262178"/>
                    <a:gd name="connsiteX13" fmla="*/ 34110 w 157210"/>
                    <a:gd name="connsiteY13" fmla="*/ 3917 h 262178"/>
                    <a:gd name="connsiteX14" fmla="*/ 113490 w 157210"/>
                    <a:gd name="connsiteY14" fmla="*/ 162129 h 262178"/>
                    <a:gd name="connsiteX15" fmla="*/ 123721 w 157210"/>
                    <a:gd name="connsiteY15" fmla="*/ 186840 h 262178"/>
                    <a:gd name="connsiteX16" fmla="*/ 123721 w 157210"/>
                    <a:gd name="connsiteY16" fmla="*/ 6931 h 262178"/>
                    <a:gd name="connsiteX17" fmla="*/ 130854 w 157210"/>
                    <a:gd name="connsiteY17" fmla="*/ 0 h 262178"/>
                    <a:gd name="connsiteX18" fmla="*/ 150389 w 157210"/>
                    <a:gd name="connsiteY18" fmla="*/ 0 h 262178"/>
                    <a:gd name="connsiteX19" fmla="*/ 157210 w 157210"/>
                    <a:gd name="connsiteY19" fmla="*/ 6931 h 262178"/>
                    <a:gd name="connsiteX20" fmla="*/ 157210 w 157210"/>
                    <a:gd name="connsiteY20" fmla="*/ 254947 h 2621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7210" h="262178">
                      <a:moveTo>
                        <a:pt x="156900" y="255248"/>
                      </a:moveTo>
                      <a:cubicBezTo>
                        <a:pt x="156900" y="259768"/>
                        <a:pt x="155350" y="262179"/>
                        <a:pt x="150079" y="262179"/>
                      </a:cubicBezTo>
                      <a:lnTo>
                        <a:pt x="129613" y="262179"/>
                      </a:lnTo>
                      <a:cubicBezTo>
                        <a:pt x="125581" y="262179"/>
                        <a:pt x="124031" y="260974"/>
                        <a:pt x="122481" y="257960"/>
                      </a:cubicBezTo>
                      <a:lnTo>
                        <a:pt x="45272" y="101857"/>
                      </a:lnTo>
                      <a:cubicBezTo>
                        <a:pt x="40931" y="93419"/>
                        <a:pt x="36281" y="82873"/>
                        <a:pt x="33489" y="74435"/>
                      </a:cubicBezTo>
                      <a:lnTo>
                        <a:pt x="33489" y="254947"/>
                      </a:lnTo>
                      <a:cubicBezTo>
                        <a:pt x="33489" y="259467"/>
                        <a:pt x="31629" y="261878"/>
                        <a:pt x="26668" y="261878"/>
                      </a:cubicBezTo>
                      <a:lnTo>
                        <a:pt x="6823" y="261878"/>
                      </a:lnTo>
                      <a:cubicBezTo>
                        <a:pt x="2171" y="261878"/>
                        <a:pt x="0" y="259467"/>
                        <a:pt x="0" y="254947"/>
                      </a:cubicBezTo>
                      <a:lnTo>
                        <a:pt x="0" y="6931"/>
                      </a:lnTo>
                      <a:cubicBezTo>
                        <a:pt x="0" y="2410"/>
                        <a:pt x="1860" y="0"/>
                        <a:pt x="6823" y="0"/>
                      </a:cubicBezTo>
                      <a:lnTo>
                        <a:pt x="27908" y="0"/>
                      </a:lnTo>
                      <a:cubicBezTo>
                        <a:pt x="31318" y="0"/>
                        <a:pt x="33179" y="1205"/>
                        <a:pt x="34110" y="3917"/>
                      </a:cubicBezTo>
                      <a:lnTo>
                        <a:pt x="113490" y="162129"/>
                      </a:lnTo>
                      <a:cubicBezTo>
                        <a:pt x="116590" y="168758"/>
                        <a:pt x="121861" y="181114"/>
                        <a:pt x="123721" y="186840"/>
                      </a:cubicBezTo>
                      <a:lnTo>
                        <a:pt x="123721" y="6931"/>
                      </a:lnTo>
                      <a:cubicBezTo>
                        <a:pt x="123721" y="2410"/>
                        <a:pt x="126202" y="0"/>
                        <a:pt x="130854" y="0"/>
                      </a:cubicBezTo>
                      <a:lnTo>
                        <a:pt x="150389" y="0"/>
                      </a:lnTo>
                      <a:cubicBezTo>
                        <a:pt x="155660" y="0"/>
                        <a:pt x="157210" y="2410"/>
                        <a:pt x="157210" y="6931"/>
                      </a:cubicBezTo>
                      <a:lnTo>
                        <a:pt x="157210" y="254947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8" name="手繪多邊形: 圖案 87">
                  <a:extLst>
                    <a:ext uri="{FF2B5EF4-FFF2-40B4-BE49-F238E27FC236}">
                      <a16:creationId xmlns:a16="http://schemas.microsoft.com/office/drawing/2014/main" id="{CBC93E9E-655A-9F21-2F51-C297F452BE92}"/>
                    </a:ext>
                  </a:extLst>
                </p:cNvPr>
                <p:cNvSpPr/>
                <p:nvPr/>
              </p:nvSpPr>
              <p:spPr>
                <a:xfrm>
                  <a:off x="22070830" y="24455103"/>
                  <a:ext cx="36278" cy="261878"/>
                </a:xfrm>
                <a:custGeom>
                  <a:avLst/>
                  <a:gdLst>
                    <a:gd name="connsiteX0" fmla="*/ 36279 w 36278"/>
                    <a:gd name="connsiteY0" fmla="*/ 254646 h 261878"/>
                    <a:gd name="connsiteX1" fmla="*/ 29458 w 36278"/>
                    <a:gd name="connsiteY1" fmla="*/ 261878 h 261878"/>
                    <a:gd name="connsiteX2" fmla="*/ 6821 w 36278"/>
                    <a:gd name="connsiteY2" fmla="*/ 261878 h 261878"/>
                    <a:gd name="connsiteX3" fmla="*/ 0 w 36278"/>
                    <a:gd name="connsiteY3" fmla="*/ 254646 h 261878"/>
                    <a:gd name="connsiteX4" fmla="*/ 0 w 36278"/>
                    <a:gd name="connsiteY4" fmla="*/ 7233 h 261878"/>
                    <a:gd name="connsiteX5" fmla="*/ 6821 w 36278"/>
                    <a:gd name="connsiteY5" fmla="*/ 0 h 261878"/>
                    <a:gd name="connsiteX6" fmla="*/ 29458 w 36278"/>
                    <a:gd name="connsiteY6" fmla="*/ 0 h 261878"/>
                    <a:gd name="connsiteX7" fmla="*/ 36279 w 36278"/>
                    <a:gd name="connsiteY7" fmla="*/ 7233 h 261878"/>
                    <a:gd name="connsiteX8" fmla="*/ 36279 w 36278"/>
                    <a:gd name="connsiteY8" fmla="*/ 254646 h 2618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6278" h="261878">
                      <a:moveTo>
                        <a:pt x="36279" y="254646"/>
                      </a:moveTo>
                      <a:cubicBezTo>
                        <a:pt x="36279" y="259768"/>
                        <a:pt x="34729" y="261878"/>
                        <a:pt x="29458" y="261878"/>
                      </a:cubicBezTo>
                      <a:lnTo>
                        <a:pt x="6821" y="261878"/>
                      </a:lnTo>
                      <a:cubicBezTo>
                        <a:pt x="2171" y="261878"/>
                        <a:pt x="0" y="259468"/>
                        <a:pt x="0" y="254646"/>
                      </a:cubicBezTo>
                      <a:lnTo>
                        <a:pt x="0" y="7233"/>
                      </a:lnTo>
                      <a:cubicBezTo>
                        <a:pt x="0" y="2110"/>
                        <a:pt x="1860" y="0"/>
                        <a:pt x="6821" y="0"/>
                      </a:cubicBezTo>
                      <a:lnTo>
                        <a:pt x="29458" y="0"/>
                      </a:lnTo>
                      <a:cubicBezTo>
                        <a:pt x="34729" y="0"/>
                        <a:pt x="36279" y="2411"/>
                        <a:pt x="36279" y="7233"/>
                      </a:cubicBezTo>
                      <a:lnTo>
                        <a:pt x="36279" y="254646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89" name="手繪多邊形: 圖案 88">
                  <a:extLst>
                    <a:ext uri="{FF2B5EF4-FFF2-40B4-BE49-F238E27FC236}">
                      <a16:creationId xmlns:a16="http://schemas.microsoft.com/office/drawing/2014/main" id="{E589C0CF-864B-9E64-A75B-1C414D16047F}"/>
                    </a:ext>
                  </a:extLst>
                </p:cNvPr>
                <p:cNvSpPr/>
                <p:nvPr/>
              </p:nvSpPr>
              <p:spPr>
                <a:xfrm>
                  <a:off x="22282614" y="24451788"/>
                  <a:ext cx="151937" cy="268206"/>
                </a:xfrm>
                <a:custGeom>
                  <a:avLst/>
                  <a:gdLst>
                    <a:gd name="connsiteX0" fmla="*/ 151937 w 151937"/>
                    <a:gd name="connsiteY0" fmla="*/ 211853 h 268206"/>
                    <a:gd name="connsiteX1" fmla="*/ 75968 w 151937"/>
                    <a:gd name="connsiteY1" fmla="*/ 268206 h 268206"/>
                    <a:gd name="connsiteX2" fmla="*/ 0 w 151937"/>
                    <a:gd name="connsiteY2" fmla="*/ 211853 h 268206"/>
                    <a:gd name="connsiteX3" fmla="*/ 0 w 151937"/>
                    <a:gd name="connsiteY3" fmla="*/ 56353 h 268206"/>
                    <a:gd name="connsiteX4" fmla="*/ 75968 w 151937"/>
                    <a:gd name="connsiteY4" fmla="*/ 0 h 268206"/>
                    <a:gd name="connsiteX5" fmla="*/ 151937 w 151937"/>
                    <a:gd name="connsiteY5" fmla="*/ 56353 h 268206"/>
                    <a:gd name="connsiteX6" fmla="*/ 151937 w 151937"/>
                    <a:gd name="connsiteY6" fmla="*/ 78051 h 268206"/>
                    <a:gd name="connsiteX7" fmla="*/ 145117 w 151937"/>
                    <a:gd name="connsiteY7" fmla="*/ 85283 h 268206"/>
                    <a:gd name="connsiteX8" fmla="*/ 123721 w 151937"/>
                    <a:gd name="connsiteY8" fmla="*/ 85283 h 268206"/>
                    <a:gd name="connsiteX9" fmla="*/ 116588 w 151937"/>
                    <a:gd name="connsiteY9" fmla="*/ 78051 h 268206"/>
                    <a:gd name="connsiteX10" fmla="*/ 116588 w 151937"/>
                    <a:gd name="connsiteY10" fmla="*/ 59668 h 268206"/>
                    <a:gd name="connsiteX11" fmla="*/ 76278 w 151937"/>
                    <a:gd name="connsiteY11" fmla="*/ 30437 h 268206"/>
                    <a:gd name="connsiteX12" fmla="*/ 36279 w 151937"/>
                    <a:gd name="connsiteY12" fmla="*/ 59668 h 268206"/>
                    <a:gd name="connsiteX13" fmla="*/ 36279 w 151937"/>
                    <a:gd name="connsiteY13" fmla="*/ 209141 h 268206"/>
                    <a:gd name="connsiteX14" fmla="*/ 76278 w 151937"/>
                    <a:gd name="connsiteY14" fmla="*/ 238372 h 268206"/>
                    <a:gd name="connsiteX15" fmla="*/ 116588 w 151937"/>
                    <a:gd name="connsiteY15" fmla="*/ 209141 h 268206"/>
                    <a:gd name="connsiteX16" fmla="*/ 116588 w 151937"/>
                    <a:gd name="connsiteY16" fmla="*/ 185635 h 268206"/>
                    <a:gd name="connsiteX17" fmla="*/ 123721 w 151937"/>
                    <a:gd name="connsiteY17" fmla="*/ 178704 h 268206"/>
                    <a:gd name="connsiteX18" fmla="*/ 145117 w 151937"/>
                    <a:gd name="connsiteY18" fmla="*/ 178704 h 268206"/>
                    <a:gd name="connsiteX19" fmla="*/ 151937 w 151937"/>
                    <a:gd name="connsiteY19" fmla="*/ 185635 h 268206"/>
                    <a:gd name="connsiteX20" fmla="*/ 151937 w 151937"/>
                    <a:gd name="connsiteY20" fmla="*/ 212155 h 26820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151937" h="268206">
                      <a:moveTo>
                        <a:pt x="151937" y="211853"/>
                      </a:moveTo>
                      <a:cubicBezTo>
                        <a:pt x="151937" y="241988"/>
                        <a:pt x="135194" y="268206"/>
                        <a:pt x="75968" y="268206"/>
                      </a:cubicBezTo>
                      <a:cubicBezTo>
                        <a:pt x="16744" y="268206"/>
                        <a:pt x="0" y="241988"/>
                        <a:pt x="0" y="211853"/>
                      </a:cubicBezTo>
                      <a:lnTo>
                        <a:pt x="0" y="56353"/>
                      </a:lnTo>
                      <a:cubicBezTo>
                        <a:pt x="0" y="26218"/>
                        <a:pt x="17054" y="0"/>
                        <a:pt x="75968" y="0"/>
                      </a:cubicBezTo>
                      <a:cubicBezTo>
                        <a:pt x="134883" y="0"/>
                        <a:pt x="151937" y="26218"/>
                        <a:pt x="151937" y="56353"/>
                      </a:cubicBezTo>
                      <a:lnTo>
                        <a:pt x="151937" y="78051"/>
                      </a:lnTo>
                      <a:cubicBezTo>
                        <a:pt x="151937" y="83174"/>
                        <a:pt x="150077" y="85283"/>
                        <a:pt x="145117" y="85283"/>
                      </a:cubicBezTo>
                      <a:lnTo>
                        <a:pt x="123721" y="85283"/>
                      </a:lnTo>
                      <a:cubicBezTo>
                        <a:pt x="118448" y="85283"/>
                        <a:pt x="116588" y="82873"/>
                        <a:pt x="116588" y="78051"/>
                      </a:cubicBezTo>
                      <a:lnTo>
                        <a:pt x="116588" y="59668"/>
                      </a:lnTo>
                      <a:cubicBezTo>
                        <a:pt x="116588" y="41587"/>
                        <a:pt x="105736" y="30437"/>
                        <a:pt x="76278" y="30437"/>
                      </a:cubicBezTo>
                      <a:cubicBezTo>
                        <a:pt x="46820" y="30437"/>
                        <a:pt x="36279" y="41587"/>
                        <a:pt x="36279" y="59668"/>
                      </a:cubicBezTo>
                      <a:lnTo>
                        <a:pt x="36279" y="209141"/>
                      </a:lnTo>
                      <a:cubicBezTo>
                        <a:pt x="36279" y="227222"/>
                        <a:pt x="46512" y="238372"/>
                        <a:pt x="76278" y="238372"/>
                      </a:cubicBezTo>
                      <a:cubicBezTo>
                        <a:pt x="106046" y="238372"/>
                        <a:pt x="116588" y="227222"/>
                        <a:pt x="116588" y="209141"/>
                      </a:cubicBezTo>
                      <a:lnTo>
                        <a:pt x="116588" y="185635"/>
                      </a:lnTo>
                      <a:cubicBezTo>
                        <a:pt x="116588" y="180512"/>
                        <a:pt x="118448" y="178704"/>
                        <a:pt x="123721" y="178704"/>
                      </a:cubicBezTo>
                      <a:lnTo>
                        <a:pt x="145117" y="178704"/>
                      </a:lnTo>
                      <a:cubicBezTo>
                        <a:pt x="149767" y="178704"/>
                        <a:pt x="151937" y="180512"/>
                        <a:pt x="151937" y="185635"/>
                      </a:cubicBezTo>
                      <a:lnTo>
                        <a:pt x="151937" y="212155"/>
                      </a:lnTo>
                      <a:close/>
                    </a:path>
                  </a:pathLst>
                </a:custGeom>
                <a:solidFill>
                  <a:srgbClr val="231815"/>
                </a:solidFill>
                <a:ln w="5182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</p:grpSp>
      <p:grpSp>
        <p:nvGrpSpPr>
          <p:cNvPr id="90" name="圖形 17">
            <a:extLst>
              <a:ext uri="{FF2B5EF4-FFF2-40B4-BE49-F238E27FC236}">
                <a16:creationId xmlns:a16="http://schemas.microsoft.com/office/drawing/2014/main" id="{C4443231-8F35-8744-807C-C73E37F57C82}"/>
              </a:ext>
            </a:extLst>
          </p:cNvPr>
          <p:cNvGrpSpPr>
            <a:grpSpLocks noChangeAspect="1"/>
          </p:cNvGrpSpPr>
          <p:nvPr/>
        </p:nvGrpSpPr>
        <p:grpSpPr>
          <a:xfrm>
            <a:off x="33465335" y="2026527"/>
            <a:ext cx="180963523" cy="521133100"/>
            <a:chOff x="25510841" y="18419554"/>
            <a:chExt cx="52584433" cy="151431005"/>
          </a:xfrm>
        </p:grpSpPr>
        <p:sp>
          <p:nvSpPr>
            <p:cNvPr id="91" name="手繪多邊形: 圖案 90">
              <a:extLst>
                <a:ext uri="{FF2B5EF4-FFF2-40B4-BE49-F238E27FC236}">
                  <a16:creationId xmlns:a16="http://schemas.microsoft.com/office/drawing/2014/main" id="{18664DF8-0D70-7E52-7E18-90AD0E0601D6}"/>
                </a:ext>
              </a:extLst>
            </p:cNvPr>
            <p:cNvSpPr/>
            <p:nvPr/>
          </p:nvSpPr>
          <p:spPr>
            <a:xfrm>
              <a:off x="25510841" y="18419554"/>
              <a:ext cx="8789488" cy="8542223"/>
            </a:xfrm>
            <a:custGeom>
              <a:avLst/>
              <a:gdLst>
                <a:gd name="connsiteX0" fmla="*/ 8789489 w 8789488"/>
                <a:gd name="connsiteY0" fmla="*/ 4271112 h 8542223"/>
                <a:gd name="connsiteX1" fmla="*/ 4394746 w 8789488"/>
                <a:gd name="connsiteY1" fmla="*/ 8542223 h 8542223"/>
                <a:gd name="connsiteX2" fmla="*/ 2 w 8789488"/>
                <a:gd name="connsiteY2" fmla="*/ 4271111 h 8542223"/>
                <a:gd name="connsiteX3" fmla="*/ 4394746 w 8789488"/>
                <a:gd name="connsiteY3" fmla="*/ -1 h 8542223"/>
                <a:gd name="connsiteX4" fmla="*/ 8789489 w 8789488"/>
                <a:gd name="connsiteY4" fmla="*/ 4271112 h 854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9488" h="8542223">
                  <a:moveTo>
                    <a:pt x="8789489" y="4271112"/>
                  </a:moveTo>
                  <a:cubicBezTo>
                    <a:pt x="8789489" y="6629983"/>
                    <a:pt x="6821895" y="8542223"/>
                    <a:pt x="4394746" y="8542223"/>
                  </a:cubicBezTo>
                  <a:cubicBezTo>
                    <a:pt x="1967595" y="8542223"/>
                    <a:pt x="2" y="6629982"/>
                    <a:pt x="2" y="4271111"/>
                  </a:cubicBezTo>
                  <a:cubicBezTo>
                    <a:pt x="2" y="1912241"/>
                    <a:pt x="1967597" y="-1"/>
                    <a:pt x="4394746" y="-1"/>
                  </a:cubicBezTo>
                  <a:cubicBezTo>
                    <a:pt x="6821897" y="-1"/>
                    <a:pt x="8789489" y="1912241"/>
                    <a:pt x="8789489" y="4271112"/>
                  </a:cubicBezTo>
                  <a:close/>
                </a:path>
              </a:pathLst>
            </a:custGeom>
            <a:noFill/>
            <a:ln w="1296" cap="flat">
              <a:solidFill>
                <a:srgbClr val="231815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TW" altLang="en-US" sz="1789"/>
            </a:p>
          </p:txBody>
        </p:sp>
        <p:grpSp>
          <p:nvGrpSpPr>
            <p:cNvPr id="92" name="圖形 17">
              <a:extLst>
                <a:ext uri="{FF2B5EF4-FFF2-40B4-BE49-F238E27FC236}">
                  <a16:creationId xmlns:a16="http://schemas.microsoft.com/office/drawing/2014/main" id="{79C5E8DB-4A08-A288-83A2-E8A2F454E548}"/>
                </a:ext>
              </a:extLst>
            </p:cNvPr>
            <p:cNvGrpSpPr/>
            <p:nvPr/>
          </p:nvGrpSpPr>
          <p:grpSpPr>
            <a:xfrm>
              <a:off x="26829295" y="23497998"/>
              <a:ext cx="36810595" cy="23409661"/>
              <a:chOff x="26829295" y="23497998"/>
              <a:chExt cx="36810595" cy="23409661"/>
            </a:xfrm>
            <a:noFill/>
          </p:grpSpPr>
          <p:grpSp>
            <p:nvGrpSpPr>
              <p:cNvPr id="93" name="圖形 17">
                <a:extLst>
                  <a:ext uri="{FF2B5EF4-FFF2-40B4-BE49-F238E27FC236}">
                    <a16:creationId xmlns:a16="http://schemas.microsoft.com/office/drawing/2014/main" id="{AEC42483-C3C9-2623-B948-40D368C94D73}"/>
                  </a:ext>
                </a:extLst>
              </p:cNvPr>
              <p:cNvGrpSpPr/>
              <p:nvPr/>
            </p:nvGrpSpPr>
            <p:grpSpPr>
              <a:xfrm>
                <a:off x="31918616" y="23497998"/>
                <a:ext cx="6362967" cy="23404325"/>
                <a:chOff x="31918616" y="23497998"/>
                <a:chExt cx="6362967" cy="23404325"/>
              </a:xfrm>
              <a:noFill/>
            </p:grpSpPr>
            <p:grpSp>
              <p:nvGrpSpPr>
                <p:cNvPr id="94" name="圖形 17">
                  <a:extLst>
                    <a:ext uri="{FF2B5EF4-FFF2-40B4-BE49-F238E27FC236}">
                      <a16:creationId xmlns:a16="http://schemas.microsoft.com/office/drawing/2014/main" id="{E3CA7661-2832-E453-D711-EAC6925840FC}"/>
                    </a:ext>
                  </a:extLst>
                </p:cNvPr>
                <p:cNvGrpSpPr/>
                <p:nvPr/>
              </p:nvGrpSpPr>
              <p:grpSpPr>
                <a:xfrm>
                  <a:off x="31918616" y="23497998"/>
                  <a:ext cx="6362967" cy="10620351"/>
                  <a:chOff x="31918616" y="23497998"/>
                  <a:chExt cx="6362967" cy="10620351"/>
                </a:xfrm>
                <a:noFill/>
              </p:grpSpPr>
              <p:sp>
                <p:nvSpPr>
                  <p:cNvPr id="95" name="手繪多邊形: 圖案 94">
                    <a:extLst>
                      <a:ext uri="{FF2B5EF4-FFF2-40B4-BE49-F238E27FC236}">
                        <a16:creationId xmlns:a16="http://schemas.microsoft.com/office/drawing/2014/main" id="{77213C26-39CD-BDA9-46AE-58CE4C7A4CD4}"/>
                      </a:ext>
                    </a:extLst>
                  </p:cNvPr>
                  <p:cNvSpPr/>
                  <p:nvPr/>
                </p:nvSpPr>
                <p:spPr>
                  <a:xfrm>
                    <a:off x="31918616" y="23497998"/>
                    <a:ext cx="520001" cy="30135"/>
                  </a:xfrm>
                  <a:custGeom>
                    <a:avLst/>
                    <a:gdLst>
                      <a:gd name="connsiteX0" fmla="*/ -1 w 520001"/>
                      <a:gd name="connsiteY0" fmla="*/ 0 h 30135"/>
                      <a:gd name="connsiteX1" fmla="*/ 520002 w 520001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520001" h="30135">
                        <a:moveTo>
                          <a:pt x="-1" y="0"/>
                        </a:moveTo>
                        <a:lnTo>
                          <a:pt x="52000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6" name="手繪多邊形: 圖案 95">
                    <a:extLst>
                      <a:ext uri="{FF2B5EF4-FFF2-40B4-BE49-F238E27FC236}">
                        <a16:creationId xmlns:a16="http://schemas.microsoft.com/office/drawing/2014/main" id="{E996201A-3554-50AC-DCEE-EF1E8543E025}"/>
                      </a:ext>
                    </a:extLst>
                  </p:cNvPr>
                  <p:cNvSpPr/>
                  <p:nvPr/>
                </p:nvSpPr>
                <p:spPr>
                  <a:xfrm>
                    <a:off x="31983112" y="23497998"/>
                    <a:ext cx="455505" cy="599094"/>
                  </a:xfrm>
                  <a:custGeom>
                    <a:avLst/>
                    <a:gdLst>
                      <a:gd name="connsiteX0" fmla="*/ 455506 w 455505"/>
                      <a:gd name="connsiteY0" fmla="*/ 599094 h 599094"/>
                      <a:gd name="connsiteX1" fmla="*/ 135815 w 455505"/>
                      <a:gd name="connsiteY1" fmla="*/ 599094 h 599094"/>
                      <a:gd name="connsiteX2" fmla="*/ 0 w 455505"/>
                      <a:gd name="connsiteY2" fmla="*/ 467101 h 599094"/>
                      <a:gd name="connsiteX3" fmla="*/ 0 w 455505"/>
                      <a:gd name="connsiteY3" fmla="*/ 0 h 59909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455505" h="599094">
                        <a:moveTo>
                          <a:pt x="455506" y="599094"/>
                        </a:moveTo>
                        <a:lnTo>
                          <a:pt x="135815" y="599094"/>
                        </a:lnTo>
                        <a:cubicBezTo>
                          <a:pt x="60776" y="599094"/>
                          <a:pt x="0" y="540029"/>
                          <a:pt x="0" y="467101"/>
                        </a:cubicBezTo>
                        <a:lnTo>
                          <a:pt x="0" y="0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7" name="手繪多邊形: 圖案 96">
                    <a:extLst>
                      <a:ext uri="{FF2B5EF4-FFF2-40B4-BE49-F238E27FC236}">
                        <a16:creationId xmlns:a16="http://schemas.microsoft.com/office/drawing/2014/main" id="{68EC4A30-4209-DE4B-9B45-B4536CEBACF0}"/>
                      </a:ext>
                    </a:extLst>
                  </p:cNvPr>
                  <p:cNvSpPr/>
                  <p:nvPr/>
                </p:nvSpPr>
                <p:spPr>
                  <a:xfrm>
                    <a:off x="32106213" y="23636320"/>
                    <a:ext cx="288993" cy="30135"/>
                  </a:xfrm>
                  <a:custGeom>
                    <a:avLst/>
                    <a:gdLst>
                      <a:gd name="connsiteX0" fmla="*/ 1 w 288993"/>
                      <a:gd name="connsiteY0" fmla="*/ 0 h 30135"/>
                      <a:gd name="connsiteX1" fmla="*/ 288992 w 288993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88993" h="30135">
                        <a:moveTo>
                          <a:pt x="1" y="0"/>
                        </a:moveTo>
                        <a:lnTo>
                          <a:pt x="288992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8" name="手繪多邊形: 圖案 97">
                    <a:extLst>
                      <a:ext uri="{FF2B5EF4-FFF2-40B4-BE49-F238E27FC236}">
                        <a16:creationId xmlns:a16="http://schemas.microsoft.com/office/drawing/2014/main" id="{5ACA6AF9-35BB-A0BB-AA74-7D32097F5F18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794532"/>
                    <a:ext cx="310698" cy="30135"/>
                  </a:xfrm>
                  <a:custGeom>
                    <a:avLst/>
                    <a:gdLst>
                      <a:gd name="connsiteX0" fmla="*/ 0 w 310698"/>
                      <a:gd name="connsiteY0" fmla="*/ 0 h 30135"/>
                      <a:gd name="connsiteX1" fmla="*/ 310698 w 310698"/>
                      <a:gd name="connsiteY1" fmla="*/ 0 h 3013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310698" h="30135">
                        <a:moveTo>
                          <a:pt x="0" y="0"/>
                        </a:moveTo>
                        <a:lnTo>
                          <a:pt x="310698" y="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99" name="手繪多邊形: 圖案 98">
                    <a:extLst>
                      <a:ext uri="{FF2B5EF4-FFF2-40B4-BE49-F238E27FC236}">
                        <a16:creationId xmlns:a16="http://schemas.microsoft.com/office/drawing/2014/main" id="{8FDA791B-2FAC-FFD8-461A-3E88C74F73E4}"/>
                      </a:ext>
                    </a:extLst>
                  </p:cNvPr>
                  <p:cNvSpPr/>
                  <p:nvPr/>
                </p:nvSpPr>
                <p:spPr>
                  <a:xfrm>
                    <a:off x="32575053" y="23497998"/>
                    <a:ext cx="407133" cy="174183"/>
                  </a:xfrm>
                  <a:custGeom>
                    <a:avLst/>
                    <a:gdLst>
                      <a:gd name="connsiteX0" fmla="*/ 407133 w 407133"/>
                      <a:gd name="connsiteY0" fmla="*/ 174183 h 174183"/>
                      <a:gd name="connsiteX1" fmla="*/ 400002 w 407133"/>
                      <a:gd name="connsiteY1" fmla="*/ 174183 h 174183"/>
                      <a:gd name="connsiteX2" fmla="*/ 332093 w 407133"/>
                      <a:gd name="connsiteY2" fmla="*/ 108187 h 174183"/>
                      <a:gd name="connsiteX3" fmla="*/ 332093 w 407133"/>
                      <a:gd name="connsiteY3" fmla="*/ 0 h 174183"/>
                      <a:gd name="connsiteX4" fmla="*/ 0 w 407133"/>
                      <a:gd name="connsiteY4" fmla="*/ 0 h 174183"/>
                      <a:gd name="connsiteX5" fmla="*/ 0 w 407133"/>
                      <a:gd name="connsiteY5" fmla="*/ 72627 h 17418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407133" h="174183">
                        <a:moveTo>
                          <a:pt x="407133" y="174183"/>
                        </a:moveTo>
                        <a:lnTo>
                          <a:pt x="400002" y="174183"/>
                        </a:lnTo>
                        <a:cubicBezTo>
                          <a:pt x="362480" y="174183"/>
                          <a:pt x="332093" y="144650"/>
                          <a:pt x="332093" y="108187"/>
                        </a:cubicBezTo>
                        <a:lnTo>
                          <a:pt x="332093" y="0"/>
                        </a:lnTo>
                        <a:lnTo>
                          <a:pt x="0" y="0"/>
                        </a:lnTo>
                        <a:lnTo>
                          <a:pt x="0" y="72627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0" name="手繪多邊形: 圖案 99">
                    <a:extLst>
                      <a:ext uri="{FF2B5EF4-FFF2-40B4-BE49-F238E27FC236}">
                        <a16:creationId xmlns:a16="http://schemas.microsoft.com/office/drawing/2014/main" id="{460DBE1F-D76C-139A-F20F-BBC4B7C519FD}"/>
                      </a:ext>
                    </a:extLst>
                  </p:cNvPr>
                  <p:cNvSpPr/>
                  <p:nvPr/>
                </p:nvSpPr>
                <p:spPr>
                  <a:xfrm>
                    <a:off x="32286059" y="23893677"/>
                    <a:ext cx="99844" cy="99146"/>
                  </a:xfrm>
                  <a:custGeom>
                    <a:avLst/>
                    <a:gdLst>
                      <a:gd name="connsiteX0" fmla="*/ 0 w 99844"/>
                      <a:gd name="connsiteY0" fmla="*/ 0 h 99146"/>
                      <a:gd name="connsiteX1" fmla="*/ 0 w 99844"/>
                      <a:gd name="connsiteY1" fmla="*/ 33149 h 99146"/>
                      <a:gd name="connsiteX2" fmla="*/ 67907 w 99844"/>
                      <a:gd name="connsiteY2" fmla="*/ 99146 h 99146"/>
                      <a:gd name="connsiteX3" fmla="*/ 99844 w 99844"/>
                      <a:gd name="connsiteY3" fmla="*/ 99146 h 9914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99844" h="99146">
                        <a:moveTo>
                          <a:pt x="0" y="0"/>
                        </a:moveTo>
                        <a:lnTo>
                          <a:pt x="0" y="33149"/>
                        </a:lnTo>
                        <a:cubicBezTo>
                          <a:pt x="0" y="69614"/>
                          <a:pt x="30387" y="99146"/>
                          <a:pt x="67907" y="99146"/>
                        </a:cubicBezTo>
                        <a:lnTo>
                          <a:pt x="99844" y="99146"/>
                        </a:ln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1" name="手繪多邊形: 圖案 100">
                    <a:extLst>
                      <a:ext uri="{FF2B5EF4-FFF2-40B4-BE49-F238E27FC236}">
                        <a16:creationId xmlns:a16="http://schemas.microsoft.com/office/drawing/2014/main" id="{9C01BD18-9129-6741-ED00-BF92CD5452FA}"/>
                      </a:ext>
                    </a:extLst>
                  </p:cNvPr>
                  <p:cNvSpPr/>
                  <p:nvPr/>
                </p:nvSpPr>
                <p:spPr>
                  <a:xfrm>
                    <a:off x="32550866" y="23794532"/>
                    <a:ext cx="398760" cy="302560"/>
                  </a:xfrm>
                  <a:custGeom>
                    <a:avLst/>
                    <a:gdLst>
                      <a:gd name="connsiteX0" fmla="*/ 398761 w 398760"/>
                      <a:gd name="connsiteY0" fmla="*/ 302560 h 302560"/>
                      <a:gd name="connsiteX1" fmla="*/ 23877 w 398760"/>
                      <a:gd name="connsiteY1" fmla="*/ 0 h 302560"/>
                      <a:gd name="connsiteX2" fmla="*/ 376126 w 398760"/>
                      <a:gd name="connsiteY2" fmla="*/ 0 h 302560"/>
                      <a:gd name="connsiteX3" fmla="*/ 0 w 398760"/>
                      <a:gd name="connsiteY3" fmla="*/ 302560 h 3025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98760" h="302560">
                        <a:moveTo>
                          <a:pt x="398761" y="302560"/>
                        </a:moveTo>
                        <a:cubicBezTo>
                          <a:pt x="227286" y="302560"/>
                          <a:pt x="28837" y="181717"/>
                          <a:pt x="23877" y="0"/>
                        </a:cubicBezTo>
                        <a:lnTo>
                          <a:pt x="376126" y="0"/>
                        </a:lnTo>
                        <a:cubicBezTo>
                          <a:pt x="371784" y="180512"/>
                          <a:pt x="164343" y="302560"/>
                          <a:pt x="0" y="302560"/>
                        </a:cubicBezTo>
                      </a:path>
                    </a:pathLst>
                  </a:custGeom>
                  <a:noFill/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2" name="手繪多邊形: 圖案 101">
                    <a:extLst>
                      <a:ext uri="{FF2B5EF4-FFF2-40B4-BE49-F238E27FC236}">
                        <a16:creationId xmlns:a16="http://schemas.microsoft.com/office/drawing/2014/main" id="{5461AB7A-D820-96D2-5CEA-7C24875FB05D}"/>
                      </a:ext>
                    </a:extLst>
                  </p:cNvPr>
                  <p:cNvSpPr/>
                  <p:nvPr/>
                </p:nvSpPr>
                <p:spPr>
                  <a:xfrm>
                    <a:off x="32117996" y="23636320"/>
                    <a:ext cx="146667" cy="356202"/>
                  </a:xfrm>
                  <a:custGeom>
                    <a:avLst/>
                    <a:gdLst>
                      <a:gd name="connsiteX0" fmla="*/ 146667 w 146667"/>
                      <a:gd name="connsiteY0" fmla="*/ 0 h 356202"/>
                      <a:gd name="connsiteX1" fmla="*/ 1 w 146667"/>
                      <a:gd name="connsiteY1" fmla="*/ 356203 h 35620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146667" h="356202">
                        <a:moveTo>
                          <a:pt x="146667" y="0"/>
                        </a:moveTo>
                        <a:lnTo>
                          <a:pt x="1" y="356203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3" name="手繪多邊形: 圖案 102">
                    <a:extLst>
                      <a:ext uri="{FF2B5EF4-FFF2-40B4-BE49-F238E27FC236}">
                        <a16:creationId xmlns:a16="http://schemas.microsoft.com/office/drawing/2014/main" id="{F4744F4A-8D83-5B96-A996-59F863157169}"/>
                      </a:ext>
                    </a:extLst>
                  </p:cNvPr>
                  <p:cNvSpPr/>
                  <p:nvPr/>
                </p:nvSpPr>
                <p:spPr>
                  <a:xfrm>
                    <a:off x="32532882" y="23570624"/>
                    <a:ext cx="41860" cy="101556"/>
                  </a:xfrm>
                  <a:custGeom>
                    <a:avLst/>
                    <a:gdLst>
                      <a:gd name="connsiteX0" fmla="*/ 41861 w 41860"/>
                      <a:gd name="connsiteY0" fmla="*/ 0 h 101556"/>
                      <a:gd name="connsiteX1" fmla="*/ -1 w 41860"/>
                      <a:gd name="connsiteY1" fmla="*/ 101557 h 10155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41860" h="101556">
                        <a:moveTo>
                          <a:pt x="41861" y="0"/>
                        </a:moveTo>
                        <a:lnTo>
                          <a:pt x="-1" y="101557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  <p:sp>
                <p:nvSpPr>
                  <p:cNvPr id="104" name="手繪多邊形: 圖案 103">
                    <a:extLst>
                      <a:ext uri="{FF2B5EF4-FFF2-40B4-BE49-F238E27FC236}">
                        <a16:creationId xmlns:a16="http://schemas.microsoft.com/office/drawing/2014/main" id="{133AEC0A-2FF9-333C-E1E5-BF7CD4F19346}"/>
                      </a:ext>
                    </a:extLst>
                  </p:cNvPr>
                  <p:cNvSpPr/>
                  <p:nvPr/>
                </p:nvSpPr>
                <p:spPr>
                  <a:xfrm>
                    <a:off x="32084508" y="23497998"/>
                    <a:ext cx="78449" cy="191059"/>
                  </a:xfrm>
                  <a:custGeom>
                    <a:avLst/>
                    <a:gdLst>
                      <a:gd name="connsiteX0" fmla="*/ 78449 w 78449"/>
                      <a:gd name="connsiteY0" fmla="*/ 0 h 191059"/>
                      <a:gd name="connsiteX1" fmla="*/ 0 w 78449"/>
                      <a:gd name="connsiteY1" fmla="*/ 191060 h 19105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8449" h="191059">
                        <a:moveTo>
                          <a:pt x="78449" y="0"/>
                        </a:moveTo>
                        <a:lnTo>
                          <a:pt x="0" y="191060"/>
                        </a:lnTo>
                      </a:path>
                    </a:pathLst>
                  </a:custGeom>
                  <a:ln w="13371" cap="rnd">
                    <a:solidFill>
                      <a:srgbClr val="9E7253"/>
                    </a:solidFill>
                    <a:prstDash val="solid"/>
                    <a:round/>
                  </a:ln>
                </p:spPr>
                <p:txBody>
  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zh-TW" altLang="en-US" sz="1789"/>
                  </a:p>
                </p:txBody>
              </p:sp>
            </p:grpSp>
            <p:sp>
              <p:nvSpPr>
                <p:cNvPr id="105" name="手繪多邊形: 圖案 104">
                  <a:extLst>
                    <a:ext uri="{FF2B5EF4-FFF2-40B4-BE49-F238E27FC236}">
                      <a16:creationId xmlns:a16="http://schemas.microsoft.com/office/drawing/2014/main" id="{3445B3D7-DF36-9554-C8EF-A1E726560DE2}"/>
                    </a:ext>
                  </a:extLst>
                </p:cNvPr>
                <p:cNvSpPr/>
                <p:nvPr/>
              </p:nvSpPr>
              <p:spPr>
                <a:xfrm>
                  <a:off x="31954585" y="24222155"/>
                  <a:ext cx="1018918" cy="30135"/>
                </a:xfrm>
                <a:custGeom>
                  <a:avLst/>
                  <a:gdLst>
                    <a:gd name="connsiteX0" fmla="*/ 0 w 1018918"/>
                    <a:gd name="connsiteY0" fmla="*/ 0 h 30135"/>
                    <a:gd name="connsiteX1" fmla="*/ 1018918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0" y="0"/>
                      </a:moveTo>
                      <a:lnTo>
                        <a:pt x="1018918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6" name="手繪多邊形: 圖案 105">
                  <a:extLst>
                    <a:ext uri="{FF2B5EF4-FFF2-40B4-BE49-F238E27FC236}">
                      <a16:creationId xmlns:a16="http://schemas.microsoft.com/office/drawing/2014/main" id="{DC6ACD17-E7B7-6F52-5A05-DDBFD5B47BA0}"/>
                    </a:ext>
                  </a:extLst>
                </p:cNvPr>
                <p:cNvSpPr/>
                <p:nvPr/>
              </p:nvSpPr>
              <p:spPr>
                <a:xfrm>
                  <a:off x="31989775" y="24360778"/>
                  <a:ext cx="949151" cy="457458"/>
                </a:xfrm>
                <a:custGeom>
                  <a:avLst/>
                  <a:gdLst>
                    <a:gd name="connsiteX0" fmla="*/ 948068 w 949151"/>
                    <a:gd name="connsiteY0" fmla="*/ 75942 h 457458"/>
                    <a:gd name="connsiteX1" fmla="*/ 905588 w 949151"/>
                    <a:gd name="connsiteY1" fmla="*/ 345354 h 457458"/>
                    <a:gd name="connsiteX2" fmla="*/ 771325 w 949151"/>
                    <a:gd name="connsiteY2" fmla="*/ 457458 h 457458"/>
                    <a:gd name="connsiteX3" fmla="*/ 177524 w 949151"/>
                    <a:gd name="connsiteY3" fmla="*/ 457458 h 457458"/>
                    <a:gd name="connsiteX4" fmla="*/ 43259 w 949151"/>
                    <a:gd name="connsiteY4" fmla="*/ 345354 h 457458"/>
                    <a:gd name="connsiteX5" fmla="*/ 778 w 949151"/>
                    <a:gd name="connsiteY5" fmla="*/ 75942 h 457458"/>
                    <a:gd name="connsiteX6" fmla="*/ 68067 w 949151"/>
                    <a:gd name="connsiteY6" fmla="*/ 0 h 457458"/>
                    <a:gd name="connsiteX7" fmla="*/ 881094 w 949151"/>
                    <a:gd name="connsiteY7" fmla="*/ 0 h 457458"/>
                    <a:gd name="connsiteX8" fmla="*/ 948379 w 949151"/>
                    <a:gd name="connsiteY8" fmla="*/ 75942 h 4574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949151" h="457458">
                      <a:moveTo>
                        <a:pt x="948068" y="75942"/>
                      </a:moveTo>
                      <a:lnTo>
                        <a:pt x="905588" y="345354"/>
                      </a:lnTo>
                      <a:cubicBezTo>
                        <a:pt x="895356" y="409844"/>
                        <a:pt x="838303" y="457458"/>
                        <a:pt x="771325" y="457458"/>
                      </a:cubicBezTo>
                      <a:lnTo>
                        <a:pt x="177524" y="457458"/>
                      </a:lnTo>
                      <a:cubicBezTo>
                        <a:pt x="110548" y="457458"/>
                        <a:pt x="53492" y="409844"/>
                        <a:pt x="43259" y="345354"/>
                      </a:cubicBezTo>
                      <a:lnTo>
                        <a:pt x="778" y="75942"/>
                      </a:lnTo>
                      <a:cubicBezTo>
                        <a:pt x="-5423" y="35861"/>
                        <a:pt x="26205" y="0"/>
                        <a:pt x="68067" y="0"/>
                      </a:cubicBezTo>
                      <a:lnTo>
                        <a:pt x="881094" y="0"/>
                      </a:lnTo>
                      <a:cubicBezTo>
                        <a:pt x="922644" y="0"/>
                        <a:pt x="954583" y="36163"/>
                        <a:pt x="948379" y="75942"/>
                      </a:cubicBezTo>
                      <a:close/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7" name="手繪多邊形: 圖案 106">
                  <a:extLst>
                    <a:ext uri="{FF2B5EF4-FFF2-40B4-BE49-F238E27FC236}">
                      <a16:creationId xmlns:a16="http://schemas.microsoft.com/office/drawing/2014/main" id="{5AF1B955-9C1C-169A-6E67-EB931970E2D6}"/>
                    </a:ext>
                  </a:extLst>
                </p:cNvPr>
                <p:cNvSpPr/>
                <p:nvPr/>
              </p:nvSpPr>
              <p:spPr>
                <a:xfrm>
                  <a:off x="32135051" y="24222155"/>
                  <a:ext cx="207132" cy="339325"/>
                </a:xfrm>
                <a:custGeom>
                  <a:avLst/>
                  <a:gdLst>
                    <a:gd name="connsiteX0" fmla="*/ 207132 w 207132"/>
                    <a:gd name="connsiteY0" fmla="*/ 0 h 339325"/>
                    <a:gd name="connsiteX1" fmla="*/ 207132 w 207132"/>
                    <a:gd name="connsiteY1" fmla="*/ 207333 h 339325"/>
                    <a:gd name="connsiteX2" fmla="*/ 71318 w 207132"/>
                    <a:gd name="connsiteY2" fmla="*/ 339326 h 339325"/>
                    <a:gd name="connsiteX3" fmla="*/ 0 w 207132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07132" h="339325">
                      <a:moveTo>
                        <a:pt x="207132" y="0"/>
                      </a:moveTo>
                      <a:lnTo>
                        <a:pt x="207132" y="207333"/>
                      </a:lnTo>
                      <a:cubicBezTo>
                        <a:pt x="207132" y="280260"/>
                        <a:pt x="146356" y="339326"/>
                        <a:pt x="71318" y="339326"/>
                      </a:cubicBezTo>
                      <a:lnTo>
                        <a:pt x="0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8" name="手繪多邊形: 圖案 107">
                  <a:extLst>
                    <a:ext uri="{FF2B5EF4-FFF2-40B4-BE49-F238E27FC236}">
                      <a16:creationId xmlns:a16="http://schemas.microsoft.com/office/drawing/2014/main" id="{831DACE4-D148-B159-0515-2248D5AC25AE}"/>
                    </a:ext>
                  </a:extLst>
                </p:cNvPr>
                <p:cNvSpPr/>
                <p:nvPr/>
              </p:nvSpPr>
              <p:spPr>
                <a:xfrm>
                  <a:off x="32586526" y="24222155"/>
                  <a:ext cx="196899" cy="339325"/>
                </a:xfrm>
                <a:custGeom>
                  <a:avLst/>
                  <a:gdLst>
                    <a:gd name="connsiteX0" fmla="*/ 0 w 196899"/>
                    <a:gd name="connsiteY0" fmla="*/ 0 h 339325"/>
                    <a:gd name="connsiteX1" fmla="*/ 0 w 196899"/>
                    <a:gd name="connsiteY1" fmla="*/ 207333 h 339325"/>
                    <a:gd name="connsiteX2" fmla="*/ 135815 w 196899"/>
                    <a:gd name="connsiteY2" fmla="*/ 339326 h 339325"/>
                    <a:gd name="connsiteX3" fmla="*/ 196899 w 196899"/>
                    <a:gd name="connsiteY3" fmla="*/ 339326 h 33932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6899" h="339325">
                      <a:moveTo>
                        <a:pt x="0" y="0"/>
                      </a:moveTo>
                      <a:lnTo>
                        <a:pt x="0" y="207333"/>
                      </a:lnTo>
                      <a:cubicBezTo>
                        <a:pt x="0" y="280260"/>
                        <a:pt x="60774" y="339326"/>
                        <a:pt x="135815" y="339326"/>
                      </a:cubicBezTo>
                      <a:lnTo>
                        <a:pt x="196899" y="339326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09" name="手繪多邊形: 圖案 108">
                  <a:extLst>
                    <a:ext uri="{FF2B5EF4-FFF2-40B4-BE49-F238E27FC236}">
                      <a16:creationId xmlns:a16="http://schemas.microsoft.com/office/drawing/2014/main" id="{5156315E-D1CF-8BE3-A8E7-1A304A1AE23C}"/>
                    </a:ext>
                  </a:extLst>
                </p:cNvPr>
                <p:cNvSpPr/>
                <p:nvPr/>
              </p:nvSpPr>
              <p:spPr>
                <a:xfrm>
                  <a:off x="32270865" y="24691064"/>
                  <a:ext cx="386357" cy="30135"/>
                </a:xfrm>
                <a:custGeom>
                  <a:avLst/>
                  <a:gdLst>
                    <a:gd name="connsiteX0" fmla="*/ 1 w 386357"/>
                    <a:gd name="connsiteY0" fmla="*/ 0 h 30135"/>
                    <a:gd name="connsiteX1" fmla="*/ 386359 w 38635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6357" h="30135">
                      <a:moveTo>
                        <a:pt x="1" y="0"/>
                      </a:moveTo>
                      <a:lnTo>
                        <a:pt x="38635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0" name="圖形 17">
                <a:extLst>
                  <a:ext uri="{FF2B5EF4-FFF2-40B4-BE49-F238E27FC236}">
                    <a16:creationId xmlns:a16="http://schemas.microsoft.com/office/drawing/2014/main" id="{3E406EEC-1A57-F2D0-FEC1-A1AA570E07E4}"/>
                  </a:ext>
                </a:extLst>
              </p:cNvPr>
              <p:cNvGrpSpPr/>
              <p:nvPr/>
            </p:nvGrpSpPr>
            <p:grpSpPr>
              <a:xfrm>
                <a:off x="28479844" y="23497998"/>
                <a:ext cx="6383368" cy="23409661"/>
                <a:chOff x="28479844" y="23497998"/>
                <a:chExt cx="6383368" cy="23409661"/>
              </a:xfrm>
              <a:noFill/>
            </p:grpSpPr>
            <p:sp>
              <p:nvSpPr>
                <p:cNvPr id="111" name="手繪多邊形: 圖案 110">
                  <a:extLst>
                    <a:ext uri="{FF2B5EF4-FFF2-40B4-BE49-F238E27FC236}">
                      <a16:creationId xmlns:a16="http://schemas.microsoft.com/office/drawing/2014/main" id="{9E4BD859-37C2-D3E4-E8C6-8C7F9D8C5618}"/>
                    </a:ext>
                  </a:extLst>
                </p:cNvPr>
                <p:cNvSpPr/>
                <p:nvPr/>
              </p:nvSpPr>
              <p:spPr>
                <a:xfrm>
                  <a:off x="28965427" y="23752040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2" name="手繪多邊形: 圖案 111">
                  <a:extLst>
                    <a:ext uri="{FF2B5EF4-FFF2-40B4-BE49-F238E27FC236}">
                      <a16:creationId xmlns:a16="http://schemas.microsoft.com/office/drawing/2014/main" id="{1C19C7AE-7AF4-A809-B108-5D8C65EB8F49}"/>
                    </a:ext>
                  </a:extLst>
                </p:cNvPr>
                <p:cNvSpPr/>
                <p:nvPr/>
              </p:nvSpPr>
              <p:spPr>
                <a:xfrm>
                  <a:off x="28965427" y="24691064"/>
                  <a:ext cx="581397" cy="30135"/>
                </a:xfrm>
                <a:custGeom>
                  <a:avLst/>
                  <a:gdLst>
                    <a:gd name="connsiteX0" fmla="*/ 0 w 581397"/>
                    <a:gd name="connsiteY0" fmla="*/ 0 h 30135"/>
                    <a:gd name="connsiteX1" fmla="*/ 581397 w 581397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81397" h="30135">
                      <a:moveTo>
                        <a:pt x="0" y="0"/>
                      </a:moveTo>
                      <a:lnTo>
                        <a:pt x="581397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3" name="手繪多邊形: 圖案 112">
                  <a:extLst>
                    <a:ext uri="{FF2B5EF4-FFF2-40B4-BE49-F238E27FC236}">
                      <a16:creationId xmlns:a16="http://schemas.microsoft.com/office/drawing/2014/main" id="{8D1B4237-F0D5-E7A8-6015-D3F20FCE1FCD}"/>
                    </a:ext>
                  </a:extLst>
                </p:cNvPr>
                <p:cNvSpPr/>
                <p:nvPr/>
              </p:nvSpPr>
              <p:spPr>
                <a:xfrm>
                  <a:off x="28729147" y="24091065"/>
                  <a:ext cx="31007" cy="727472"/>
                </a:xfrm>
                <a:custGeom>
                  <a:avLst/>
                  <a:gdLst>
                    <a:gd name="connsiteX0" fmla="*/ 0 w 31007"/>
                    <a:gd name="connsiteY0" fmla="*/ 727472 h 727472"/>
                    <a:gd name="connsiteX1" fmla="*/ 0 w 31007"/>
                    <a:gd name="connsiteY1" fmla="*/ 0 h 7274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727472">
                      <a:moveTo>
                        <a:pt x="0" y="727472"/>
                      </a:moveTo>
                      <a:lnTo>
                        <a:pt x="0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4" name="手繪多邊形: 圖案 113">
                  <a:extLst>
                    <a:ext uri="{FF2B5EF4-FFF2-40B4-BE49-F238E27FC236}">
                      <a16:creationId xmlns:a16="http://schemas.microsoft.com/office/drawing/2014/main" id="{40651817-E0C1-B4C9-0524-A47EDB634693}"/>
                    </a:ext>
                  </a:extLst>
                </p:cNvPr>
                <p:cNvSpPr/>
                <p:nvPr/>
              </p:nvSpPr>
              <p:spPr>
                <a:xfrm>
                  <a:off x="28479844" y="23497998"/>
                  <a:ext cx="380775" cy="575889"/>
                </a:xfrm>
                <a:custGeom>
                  <a:avLst/>
                  <a:gdLst>
                    <a:gd name="connsiteX0" fmla="*/ 380776 w 380775"/>
                    <a:gd name="connsiteY0" fmla="*/ 0 h 575889"/>
                    <a:gd name="connsiteX1" fmla="*/ 0 w 380775"/>
                    <a:gd name="connsiteY1" fmla="*/ 575890 h 5758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80775" h="575889">
                      <a:moveTo>
                        <a:pt x="380776" y="0"/>
                      </a:moveTo>
                      <a:cubicBezTo>
                        <a:pt x="380776" y="0"/>
                        <a:pt x="344187" y="396282"/>
                        <a:pt x="0" y="575890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15" name="圖形 17">
                <a:extLst>
                  <a:ext uri="{FF2B5EF4-FFF2-40B4-BE49-F238E27FC236}">
                    <a16:creationId xmlns:a16="http://schemas.microsoft.com/office/drawing/2014/main" id="{CF9314B0-E316-32CB-D10E-ACED09ADE994}"/>
                  </a:ext>
                </a:extLst>
              </p:cNvPr>
              <p:cNvGrpSpPr/>
              <p:nvPr/>
            </p:nvGrpSpPr>
            <p:grpSpPr>
              <a:xfrm>
                <a:off x="26829295" y="23507942"/>
                <a:ext cx="6095836" cy="23233362"/>
                <a:chOff x="26829295" y="23507942"/>
                <a:chExt cx="6095836" cy="23233362"/>
              </a:xfrm>
              <a:noFill/>
            </p:grpSpPr>
            <p:sp>
              <p:nvSpPr>
                <p:cNvPr id="116" name="手繪多邊形: 圖案 115">
                  <a:extLst>
                    <a:ext uri="{FF2B5EF4-FFF2-40B4-BE49-F238E27FC236}">
                      <a16:creationId xmlns:a16="http://schemas.microsoft.com/office/drawing/2014/main" id="{C7FC2F16-79EB-B314-2B3B-33DBAF221E32}"/>
                    </a:ext>
                  </a:extLst>
                </p:cNvPr>
                <p:cNvSpPr/>
                <p:nvPr/>
              </p:nvSpPr>
              <p:spPr>
                <a:xfrm>
                  <a:off x="26829296" y="23629991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7" name="手繪多邊形: 圖案 116">
                  <a:extLst>
                    <a:ext uri="{FF2B5EF4-FFF2-40B4-BE49-F238E27FC236}">
                      <a16:creationId xmlns:a16="http://schemas.microsoft.com/office/drawing/2014/main" id="{700E88A2-E71F-3953-B04B-D59E777C2137}"/>
                    </a:ext>
                  </a:extLst>
                </p:cNvPr>
                <p:cNvSpPr/>
                <p:nvPr/>
              </p:nvSpPr>
              <p:spPr>
                <a:xfrm>
                  <a:off x="26829296" y="24006083"/>
                  <a:ext cx="1018918" cy="30135"/>
                </a:xfrm>
                <a:custGeom>
                  <a:avLst/>
                  <a:gdLst>
                    <a:gd name="connsiteX0" fmla="*/ -1 w 1018918"/>
                    <a:gd name="connsiteY0" fmla="*/ 0 h 30135"/>
                    <a:gd name="connsiteX1" fmla="*/ 1018919 w 101891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8918" h="30135">
                      <a:moveTo>
                        <a:pt x="-1" y="0"/>
                      </a:moveTo>
                      <a:lnTo>
                        <a:pt x="101891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8" name="手繪多邊形: 圖案 117">
                  <a:extLst>
                    <a:ext uri="{FF2B5EF4-FFF2-40B4-BE49-F238E27FC236}">
                      <a16:creationId xmlns:a16="http://schemas.microsoft.com/office/drawing/2014/main" id="{E8716ED1-5D92-72D3-E6BA-18E726D166C3}"/>
                    </a:ext>
                  </a:extLst>
                </p:cNvPr>
                <p:cNvSpPr/>
                <p:nvPr/>
              </p:nvSpPr>
              <p:spPr>
                <a:xfrm>
                  <a:off x="27094103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19" name="手繪多邊形: 圖案 118">
                  <a:extLst>
                    <a:ext uri="{FF2B5EF4-FFF2-40B4-BE49-F238E27FC236}">
                      <a16:creationId xmlns:a16="http://schemas.microsoft.com/office/drawing/2014/main" id="{519B5242-562A-8B5A-90D6-E9E7EE4D0AC5}"/>
                    </a:ext>
                  </a:extLst>
                </p:cNvPr>
                <p:cNvSpPr/>
                <p:nvPr/>
              </p:nvSpPr>
              <p:spPr>
                <a:xfrm>
                  <a:off x="27601701" y="23507942"/>
                  <a:ext cx="31007" cy="244097"/>
                </a:xfrm>
                <a:custGeom>
                  <a:avLst/>
                  <a:gdLst>
                    <a:gd name="connsiteX0" fmla="*/ 0 w 31007"/>
                    <a:gd name="connsiteY0" fmla="*/ 0 h 244097"/>
                    <a:gd name="connsiteX1" fmla="*/ 0 w 31007"/>
                    <a:gd name="connsiteY1" fmla="*/ 244098 h 2440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31007" h="244097">
                      <a:moveTo>
                        <a:pt x="0" y="0"/>
                      </a:moveTo>
                      <a:lnTo>
                        <a:pt x="0" y="244098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0" name="手繪多邊形: 圖案 119">
                  <a:extLst>
                    <a:ext uri="{FF2B5EF4-FFF2-40B4-BE49-F238E27FC236}">
                      <a16:creationId xmlns:a16="http://schemas.microsoft.com/office/drawing/2014/main" id="{92C46634-DA14-01A7-B32D-37E84C8AB5BA}"/>
                    </a:ext>
                  </a:extLst>
                </p:cNvPr>
                <p:cNvSpPr/>
                <p:nvPr/>
              </p:nvSpPr>
              <p:spPr>
                <a:xfrm>
                  <a:off x="27442321" y="24214320"/>
                  <a:ext cx="315040" cy="604217"/>
                </a:xfrm>
                <a:custGeom>
                  <a:avLst/>
                  <a:gdLst>
                    <a:gd name="connsiteX0" fmla="*/ 0 w 315040"/>
                    <a:gd name="connsiteY0" fmla="*/ 0 h 604217"/>
                    <a:gd name="connsiteX1" fmla="*/ 111319 w 315040"/>
                    <a:gd name="connsiteY1" fmla="*/ 0 h 604217"/>
                    <a:gd name="connsiteX2" fmla="*/ 315041 w 315040"/>
                    <a:gd name="connsiteY2" fmla="*/ 197991 h 604217"/>
                    <a:gd name="connsiteX3" fmla="*/ 315041 w 315040"/>
                    <a:gd name="connsiteY3" fmla="*/ 472225 h 604217"/>
                    <a:gd name="connsiteX4" fmla="*/ 179226 w 315040"/>
                    <a:gd name="connsiteY4" fmla="*/ 604218 h 604217"/>
                    <a:gd name="connsiteX5" fmla="*/ 91784 w 315040"/>
                    <a:gd name="connsiteY5" fmla="*/ 604218 h 604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15040" h="604217">
                      <a:moveTo>
                        <a:pt x="0" y="0"/>
                      </a:moveTo>
                      <a:lnTo>
                        <a:pt x="111319" y="0"/>
                      </a:lnTo>
                      <a:cubicBezTo>
                        <a:pt x="223878" y="0"/>
                        <a:pt x="315041" y="88599"/>
                        <a:pt x="315041" y="197991"/>
                      </a:cubicBezTo>
                      <a:lnTo>
                        <a:pt x="315041" y="472225"/>
                      </a:lnTo>
                      <a:cubicBezTo>
                        <a:pt x="315041" y="545152"/>
                        <a:pt x="254265" y="604218"/>
                        <a:pt x="179226" y="604218"/>
                      </a:cubicBezTo>
                      <a:lnTo>
                        <a:pt x="91784" y="604218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1" name="手繪多邊形: 圖案 120">
                  <a:extLst>
                    <a:ext uri="{FF2B5EF4-FFF2-40B4-BE49-F238E27FC236}">
                      <a16:creationId xmlns:a16="http://schemas.microsoft.com/office/drawing/2014/main" id="{14D01159-22B6-3CE7-DD7F-0F6CF7122D97}"/>
                    </a:ext>
                  </a:extLst>
                </p:cNvPr>
                <p:cNvSpPr/>
                <p:nvPr/>
              </p:nvSpPr>
              <p:spPr>
                <a:xfrm>
                  <a:off x="26829295" y="23866555"/>
                  <a:ext cx="509479" cy="951982"/>
                </a:xfrm>
                <a:custGeom>
                  <a:avLst/>
                  <a:gdLst>
                    <a:gd name="connsiteX0" fmla="*/ 509461 w 509479"/>
                    <a:gd name="connsiteY0" fmla="*/ 0 h 951982"/>
                    <a:gd name="connsiteX1" fmla="*/ 0 w 509479"/>
                    <a:gd name="connsiteY1" fmla="*/ 951982 h 9519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509479" h="951982">
                      <a:moveTo>
                        <a:pt x="509461" y="0"/>
                      </a:moveTo>
                      <a:cubicBezTo>
                        <a:pt x="509461" y="0"/>
                        <a:pt x="520623" y="571371"/>
                        <a:pt x="0" y="95198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grpSp>
            <p:nvGrpSpPr>
              <p:cNvPr id="122" name="圖形 17">
                <a:extLst>
                  <a:ext uri="{FF2B5EF4-FFF2-40B4-BE49-F238E27FC236}">
                    <a16:creationId xmlns:a16="http://schemas.microsoft.com/office/drawing/2014/main" id="{9ECF88C7-D35F-AB33-18AC-B8DE11E801E4}"/>
                  </a:ext>
                </a:extLst>
              </p:cNvPr>
              <p:cNvGrpSpPr/>
              <p:nvPr/>
            </p:nvGrpSpPr>
            <p:grpSpPr>
              <a:xfrm>
                <a:off x="30226207" y="23497998"/>
                <a:ext cx="6097684" cy="23409661"/>
                <a:chOff x="30226207" y="23497998"/>
                <a:chExt cx="6097684" cy="23409661"/>
              </a:xfrm>
              <a:noFill/>
            </p:grpSpPr>
            <p:sp>
              <p:nvSpPr>
                <p:cNvPr id="123" name="手繪多邊形: 圖案 122">
                  <a:extLst>
                    <a:ext uri="{FF2B5EF4-FFF2-40B4-BE49-F238E27FC236}">
                      <a16:creationId xmlns:a16="http://schemas.microsoft.com/office/drawing/2014/main" id="{4B6E25C0-AD3B-0ACA-45CE-EDFEBE5C489A}"/>
                    </a:ext>
                  </a:extLst>
                </p:cNvPr>
                <p:cNvSpPr/>
                <p:nvPr/>
              </p:nvSpPr>
              <p:spPr>
                <a:xfrm>
                  <a:off x="30226207" y="24091065"/>
                  <a:ext cx="1019228" cy="30135"/>
                </a:xfrm>
                <a:custGeom>
                  <a:avLst/>
                  <a:gdLst>
                    <a:gd name="connsiteX0" fmla="*/ 1 w 1019228"/>
                    <a:gd name="connsiteY0" fmla="*/ 0 h 30135"/>
                    <a:gd name="connsiteX1" fmla="*/ 1019229 w 1019228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019228" h="30135">
                      <a:moveTo>
                        <a:pt x="1" y="0"/>
                      </a:moveTo>
                      <a:lnTo>
                        <a:pt x="1019229" y="0"/>
                      </a:lnTo>
                    </a:path>
                  </a:pathLst>
                </a:custGeom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4" name="手繪多邊形: 圖案 123">
                  <a:extLst>
                    <a:ext uri="{FF2B5EF4-FFF2-40B4-BE49-F238E27FC236}">
                      <a16:creationId xmlns:a16="http://schemas.microsoft.com/office/drawing/2014/main" id="{6BAFFB00-A7F2-EC94-6C50-266A6A0C4460}"/>
                    </a:ext>
                  </a:extLst>
                </p:cNvPr>
                <p:cNvSpPr/>
                <p:nvPr/>
              </p:nvSpPr>
              <p:spPr>
                <a:xfrm>
                  <a:off x="30322021" y="23497998"/>
                  <a:ext cx="923414" cy="593067"/>
                </a:xfrm>
                <a:custGeom>
                  <a:avLst/>
                  <a:gdLst>
                    <a:gd name="connsiteX0" fmla="*/ 923415 w 923414"/>
                    <a:gd name="connsiteY0" fmla="*/ 0 h 593067"/>
                    <a:gd name="connsiteX1" fmla="*/ 271629 w 923414"/>
                    <a:gd name="connsiteY1" fmla="*/ 0 h 593067"/>
                    <a:gd name="connsiteX2" fmla="*/ 0 w 923414"/>
                    <a:gd name="connsiteY2" fmla="*/ 263987 h 593067"/>
                    <a:gd name="connsiteX3" fmla="*/ 0 w 923414"/>
                    <a:gd name="connsiteY3" fmla="*/ 593067 h 59306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923414" h="593067">
                      <a:moveTo>
                        <a:pt x="923415" y="0"/>
                      </a:moveTo>
                      <a:lnTo>
                        <a:pt x="271629" y="0"/>
                      </a:lnTo>
                      <a:cubicBezTo>
                        <a:pt x="121552" y="0"/>
                        <a:pt x="0" y="118131"/>
                        <a:pt x="0" y="263987"/>
                      </a:cubicBezTo>
                      <a:lnTo>
                        <a:pt x="0" y="59306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5" name="手繪多邊形: 圖案 124">
                  <a:extLst>
                    <a:ext uri="{FF2B5EF4-FFF2-40B4-BE49-F238E27FC236}">
                      <a16:creationId xmlns:a16="http://schemas.microsoft.com/office/drawing/2014/main" id="{F6B1FBBF-0BF5-8A53-B943-B8B30F915CA7}"/>
                    </a:ext>
                  </a:extLst>
                </p:cNvPr>
                <p:cNvSpPr/>
                <p:nvPr/>
              </p:nvSpPr>
              <p:spPr>
                <a:xfrm>
                  <a:off x="30903418" y="23636320"/>
                  <a:ext cx="229148" cy="1182217"/>
                </a:xfrm>
                <a:custGeom>
                  <a:avLst/>
                  <a:gdLst>
                    <a:gd name="connsiteX0" fmla="*/ 229149 w 229148"/>
                    <a:gd name="connsiteY0" fmla="*/ 0 h 1182217"/>
                    <a:gd name="connsiteX1" fmla="*/ 229149 w 229148"/>
                    <a:gd name="connsiteY1" fmla="*/ 1050224 h 1182217"/>
                    <a:gd name="connsiteX2" fmla="*/ 93334 w 229148"/>
                    <a:gd name="connsiteY2" fmla="*/ 1182217 h 1182217"/>
                    <a:gd name="connsiteX3" fmla="*/ 0 w 229148"/>
                    <a:gd name="connsiteY3" fmla="*/ 1182217 h 11822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29148" h="1182217">
                      <a:moveTo>
                        <a:pt x="229149" y="0"/>
                      </a:moveTo>
                      <a:lnTo>
                        <a:pt x="229149" y="1050224"/>
                      </a:lnTo>
                      <a:cubicBezTo>
                        <a:pt x="229149" y="1123152"/>
                        <a:pt x="168372" y="1182217"/>
                        <a:pt x="93334" y="1182217"/>
                      </a:cubicBezTo>
                      <a:lnTo>
                        <a:pt x="0" y="1182217"/>
                      </a:ln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126" name="手繪多邊形: 圖案 125">
                  <a:extLst>
                    <a:ext uri="{FF2B5EF4-FFF2-40B4-BE49-F238E27FC236}">
                      <a16:creationId xmlns:a16="http://schemas.microsoft.com/office/drawing/2014/main" id="{20288AFA-F245-4AAA-FF64-6BE98C6BA1A7}"/>
                    </a:ext>
                  </a:extLst>
                </p:cNvPr>
                <p:cNvSpPr/>
                <p:nvPr/>
              </p:nvSpPr>
              <p:spPr>
                <a:xfrm>
                  <a:off x="30226207" y="24091066"/>
                  <a:ext cx="677210" cy="727471"/>
                </a:xfrm>
                <a:custGeom>
                  <a:avLst/>
                  <a:gdLst>
                    <a:gd name="connsiteX0" fmla="*/ 677211 w 677210"/>
                    <a:gd name="connsiteY0" fmla="*/ 0 h 727471"/>
                    <a:gd name="connsiteX1" fmla="*/ 0 w 677210"/>
                    <a:gd name="connsiteY1" fmla="*/ 727472 h 7274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677210" h="727471">
                      <a:moveTo>
                        <a:pt x="677211" y="0"/>
                      </a:moveTo>
                      <a:cubicBezTo>
                        <a:pt x="677211" y="0"/>
                        <a:pt x="582016" y="599999"/>
                        <a:pt x="0" y="727472"/>
                      </a:cubicBezTo>
                    </a:path>
                  </a:pathLst>
                </a:custGeom>
                <a:noFill/>
                <a:ln w="13371" cap="rnd">
                  <a:solidFill>
                    <a:srgbClr val="9E7253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</p:grpSp>
        <p:grpSp>
          <p:nvGrpSpPr>
            <p:cNvPr id="127" name="圖形 17">
              <a:extLst>
                <a:ext uri="{FF2B5EF4-FFF2-40B4-BE49-F238E27FC236}">
                  <a16:creationId xmlns:a16="http://schemas.microsoft.com/office/drawing/2014/main" id="{8DAF0071-BC20-C239-2AE3-5E89C23C9767}"/>
                </a:ext>
              </a:extLst>
            </p:cNvPr>
            <p:cNvGrpSpPr/>
            <p:nvPr/>
          </p:nvGrpSpPr>
          <p:grpSpPr>
            <a:xfrm>
              <a:off x="28587280" y="19847241"/>
              <a:ext cx="15776206" cy="34099893"/>
              <a:chOff x="28587280" y="19847241"/>
              <a:chExt cx="15776206" cy="34099893"/>
            </a:xfrm>
          </p:grpSpPr>
          <p:sp>
            <p:nvSpPr>
              <p:cNvPr id="128" name="手繪多邊形: 圖案 127">
                <a:extLst>
                  <a:ext uri="{FF2B5EF4-FFF2-40B4-BE49-F238E27FC236}">
                    <a16:creationId xmlns:a16="http://schemas.microsoft.com/office/drawing/2014/main" id="{1AE3523A-CC0A-D2B6-1B72-7C915D4D1A08}"/>
                  </a:ext>
                </a:extLst>
              </p:cNvPr>
              <p:cNvSpPr/>
              <p:nvPr/>
            </p:nvSpPr>
            <p:spPr>
              <a:xfrm>
                <a:off x="28587280" y="19847241"/>
                <a:ext cx="2636993" cy="1923575"/>
              </a:xfrm>
              <a:custGeom>
                <a:avLst/>
                <a:gdLst>
                  <a:gd name="connsiteX0" fmla="*/ 1606988 w 2636993"/>
                  <a:gd name="connsiteY0" fmla="*/ 1905908 h 1923575"/>
                  <a:gd name="connsiteX1" fmla="*/ 2437070 w 2636993"/>
                  <a:gd name="connsiteY1" fmla="*/ 1381851 h 1923575"/>
                  <a:gd name="connsiteX2" fmla="*/ 2621567 w 2636993"/>
                  <a:gd name="connsiteY2" fmla="*/ 390692 h 1923575"/>
                  <a:gd name="connsiteX3" fmla="*/ 1926061 w 2636993"/>
                  <a:gd name="connsiteY3" fmla="*/ 18820 h 1923575"/>
                  <a:gd name="connsiteX4" fmla="*/ 723885 w 2636993"/>
                  <a:gd name="connsiteY4" fmla="*/ 18820 h 1923575"/>
                  <a:gd name="connsiteX5" fmla="*/ 13494 w 2636993"/>
                  <a:gd name="connsiteY5" fmla="*/ 390692 h 1923575"/>
                  <a:gd name="connsiteX6" fmla="*/ 215355 w 2636993"/>
                  <a:gd name="connsiteY6" fmla="*/ 1381851 h 1923575"/>
                  <a:gd name="connsiteX7" fmla="*/ 1083265 w 2636993"/>
                  <a:gd name="connsiteY7" fmla="*/ 1905908 h 1923575"/>
                  <a:gd name="connsiteX8" fmla="*/ 1607299 w 2636993"/>
                  <a:gd name="connsiteY8" fmla="*/ 1905908 h 1923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6993" h="1923575">
                    <a:moveTo>
                      <a:pt x="1606988" y="1905908"/>
                    </a:moveTo>
                    <a:cubicBezTo>
                      <a:pt x="2092262" y="2016204"/>
                      <a:pt x="2354588" y="1581951"/>
                      <a:pt x="2437070" y="1381851"/>
                    </a:cubicBezTo>
                    <a:cubicBezTo>
                      <a:pt x="2572574" y="1053072"/>
                      <a:pt x="2677691" y="619121"/>
                      <a:pt x="2621567" y="390692"/>
                    </a:cubicBezTo>
                    <a:cubicBezTo>
                      <a:pt x="2546837" y="86625"/>
                      <a:pt x="2271487" y="-53807"/>
                      <a:pt x="1926061" y="18820"/>
                    </a:cubicBezTo>
                    <a:cubicBezTo>
                      <a:pt x="1163266" y="179443"/>
                      <a:pt x="1204817" y="111035"/>
                      <a:pt x="723885" y="18820"/>
                    </a:cubicBezTo>
                    <a:cubicBezTo>
                      <a:pt x="270861" y="-67971"/>
                      <a:pt x="68379" y="161663"/>
                      <a:pt x="13494" y="390692"/>
                    </a:cubicBezTo>
                    <a:cubicBezTo>
                      <a:pt x="-41389" y="619422"/>
                      <a:pt x="80162" y="1113946"/>
                      <a:pt x="215355" y="1381851"/>
                    </a:cubicBezTo>
                    <a:cubicBezTo>
                      <a:pt x="329775" y="1608772"/>
                      <a:pt x="593962" y="2002041"/>
                      <a:pt x="1083265" y="1905908"/>
                    </a:cubicBezTo>
                    <a:cubicBezTo>
                      <a:pt x="1209467" y="1881198"/>
                      <a:pt x="1384352" y="1855281"/>
                      <a:pt x="1607299" y="1905908"/>
                    </a:cubicBezTo>
                    <a:close/>
                  </a:path>
                </a:pathLst>
              </a:custGeom>
              <a:solidFill>
                <a:srgbClr val="9E7253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29" name="手繪多邊形: 圖案 128">
                <a:extLst>
                  <a:ext uri="{FF2B5EF4-FFF2-40B4-BE49-F238E27FC236}">
                    <a16:creationId xmlns:a16="http://schemas.microsoft.com/office/drawing/2014/main" id="{FD3CF956-FAE5-AD10-ED74-7A4DDF4E0130}"/>
                  </a:ext>
                </a:extLst>
              </p:cNvPr>
              <p:cNvSpPr/>
              <p:nvPr/>
            </p:nvSpPr>
            <p:spPr>
              <a:xfrm>
                <a:off x="28933346" y="20156143"/>
                <a:ext cx="244175" cy="236283"/>
              </a:xfrm>
              <a:custGeom>
                <a:avLst/>
                <a:gdLst>
                  <a:gd name="connsiteX0" fmla="*/ 146190 w 244175"/>
                  <a:gd name="connsiteY0" fmla="*/ 2835 h 236283"/>
                  <a:gd name="connsiteX1" fmla="*/ 105259 w 244175"/>
                  <a:gd name="connsiteY1" fmla="*/ 2835 h 236283"/>
                  <a:gd name="connsiteX2" fmla="*/ 67120 w 244175"/>
                  <a:gd name="connsiteY2" fmla="*/ 2835 h 236283"/>
                  <a:gd name="connsiteX3" fmla="*/ 763 w 244175"/>
                  <a:gd name="connsiteY3" fmla="*/ 173704 h 236283"/>
                  <a:gd name="connsiteX4" fmla="*/ 244176 w 244175"/>
                  <a:gd name="connsiteY4" fmla="*/ 173704 h 236283"/>
                  <a:gd name="connsiteX5" fmla="*/ 190222 w 244175"/>
                  <a:gd name="connsiteY5" fmla="*/ 11876 h 236283"/>
                  <a:gd name="connsiteX6" fmla="*/ 146190 w 244175"/>
                  <a:gd name="connsiteY6" fmla="*/ 2835 h 236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44175" h="236283">
                    <a:moveTo>
                      <a:pt x="146190" y="2835"/>
                    </a:moveTo>
                    <a:cubicBezTo>
                      <a:pt x="128825" y="7657"/>
                      <a:pt x="122315" y="8862"/>
                      <a:pt x="105259" y="2835"/>
                    </a:cubicBezTo>
                    <a:cubicBezTo>
                      <a:pt x="93786" y="-1384"/>
                      <a:pt x="78282" y="-480"/>
                      <a:pt x="67120" y="2835"/>
                    </a:cubicBezTo>
                    <a:cubicBezTo>
                      <a:pt x="30531" y="13985"/>
                      <a:pt x="-5748" y="84201"/>
                      <a:pt x="763" y="173704"/>
                    </a:cubicBezTo>
                    <a:cubicBezTo>
                      <a:pt x="7275" y="263207"/>
                      <a:pt x="244486" y="250851"/>
                      <a:pt x="244176" y="173704"/>
                    </a:cubicBezTo>
                    <a:cubicBezTo>
                      <a:pt x="244176" y="112227"/>
                      <a:pt x="221230" y="33272"/>
                      <a:pt x="190222" y="11876"/>
                    </a:cubicBezTo>
                    <a:cubicBezTo>
                      <a:pt x="176889" y="2534"/>
                      <a:pt x="166966" y="-3192"/>
                      <a:pt x="146190" y="28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130" name="圖形 17">
              <a:extLst>
                <a:ext uri="{FF2B5EF4-FFF2-40B4-BE49-F238E27FC236}">
                  <a16:creationId xmlns:a16="http://schemas.microsoft.com/office/drawing/2014/main" id="{9E827252-1748-E6FF-6943-F9308D39B240}"/>
                </a:ext>
              </a:extLst>
            </p:cNvPr>
            <p:cNvGrpSpPr/>
            <p:nvPr/>
          </p:nvGrpSpPr>
          <p:grpSpPr>
            <a:xfrm>
              <a:off x="26389604" y="22537879"/>
              <a:ext cx="42069763" cy="5427707"/>
              <a:chOff x="26389604" y="22537879"/>
              <a:chExt cx="42069763" cy="5427707"/>
            </a:xfrm>
            <a:solidFill>
              <a:srgbClr val="714F38"/>
            </a:solidFill>
          </p:grpSpPr>
          <p:sp>
            <p:nvSpPr>
              <p:cNvPr id="131" name="手繪多邊形: 圖案 130">
                <a:extLst>
                  <a:ext uri="{FF2B5EF4-FFF2-40B4-BE49-F238E27FC236}">
                    <a16:creationId xmlns:a16="http://schemas.microsoft.com/office/drawing/2014/main" id="{EC454BD9-3918-CD9C-5C6F-2AAC448F2EAC}"/>
                  </a:ext>
                </a:extLst>
              </p:cNvPr>
              <p:cNvSpPr/>
              <p:nvPr/>
            </p:nvSpPr>
            <p:spPr>
              <a:xfrm>
                <a:off x="26389604" y="22540591"/>
                <a:ext cx="158141" cy="299547"/>
              </a:xfrm>
              <a:custGeom>
                <a:avLst/>
                <a:gdLst>
                  <a:gd name="connsiteX0" fmla="*/ 150079 w 158141"/>
                  <a:gd name="connsiteY0" fmla="*/ 603 h 299547"/>
                  <a:gd name="connsiteX1" fmla="*/ 158141 w 158141"/>
                  <a:gd name="connsiteY1" fmla="*/ 8438 h 299547"/>
                  <a:gd name="connsiteX2" fmla="*/ 158141 w 158141"/>
                  <a:gd name="connsiteY2" fmla="*/ 26821 h 299547"/>
                  <a:gd name="connsiteX3" fmla="*/ 150079 w 158141"/>
                  <a:gd name="connsiteY3" fmla="*/ 34656 h 299547"/>
                  <a:gd name="connsiteX4" fmla="*/ 68218 w 158141"/>
                  <a:gd name="connsiteY4" fmla="*/ 34656 h 299547"/>
                  <a:gd name="connsiteX5" fmla="*/ 41241 w 158141"/>
                  <a:gd name="connsiteY5" fmla="*/ 60874 h 299547"/>
                  <a:gd name="connsiteX6" fmla="*/ 41241 w 158141"/>
                  <a:gd name="connsiteY6" fmla="*/ 127172 h 299547"/>
                  <a:gd name="connsiteX7" fmla="*/ 142637 w 158141"/>
                  <a:gd name="connsiteY7" fmla="*/ 127172 h 299547"/>
                  <a:gd name="connsiteX8" fmla="*/ 150700 w 158141"/>
                  <a:gd name="connsiteY8" fmla="*/ 135008 h 299547"/>
                  <a:gd name="connsiteX9" fmla="*/ 150700 w 158141"/>
                  <a:gd name="connsiteY9" fmla="*/ 153993 h 299547"/>
                  <a:gd name="connsiteX10" fmla="*/ 142637 w 158141"/>
                  <a:gd name="connsiteY10" fmla="*/ 161828 h 299547"/>
                  <a:gd name="connsiteX11" fmla="*/ 41241 w 158141"/>
                  <a:gd name="connsiteY11" fmla="*/ 161828 h 299547"/>
                  <a:gd name="connsiteX12" fmla="*/ 41241 w 158141"/>
                  <a:gd name="connsiteY12" fmla="*/ 291110 h 299547"/>
                  <a:gd name="connsiteX13" fmla="*/ 33489 w 158141"/>
                  <a:gd name="connsiteY13" fmla="*/ 299547 h 299547"/>
                  <a:gd name="connsiteX14" fmla="*/ 7752 w 158141"/>
                  <a:gd name="connsiteY14" fmla="*/ 299547 h 299547"/>
                  <a:gd name="connsiteX15" fmla="*/ 0 w 158141"/>
                  <a:gd name="connsiteY15" fmla="*/ 291110 h 299547"/>
                  <a:gd name="connsiteX16" fmla="*/ 0 w 158141"/>
                  <a:gd name="connsiteY16" fmla="*/ 59970 h 299547"/>
                  <a:gd name="connsiteX17" fmla="*/ 61707 w 158141"/>
                  <a:gd name="connsiteY17" fmla="*/ 0 h 299547"/>
                  <a:gd name="connsiteX18" fmla="*/ 150079 w 158141"/>
                  <a:gd name="connsiteY18" fmla="*/ 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8141" h="299547">
                    <a:moveTo>
                      <a:pt x="150079" y="603"/>
                    </a:moveTo>
                    <a:cubicBezTo>
                      <a:pt x="155660" y="603"/>
                      <a:pt x="158141" y="2712"/>
                      <a:pt x="158141" y="8438"/>
                    </a:cubicBezTo>
                    <a:lnTo>
                      <a:pt x="158141" y="26821"/>
                    </a:lnTo>
                    <a:cubicBezTo>
                      <a:pt x="158141" y="32547"/>
                      <a:pt x="155350" y="34656"/>
                      <a:pt x="150079" y="34656"/>
                    </a:cubicBezTo>
                    <a:lnTo>
                      <a:pt x="68218" y="34656"/>
                    </a:lnTo>
                    <a:cubicBezTo>
                      <a:pt x="53335" y="34656"/>
                      <a:pt x="41241" y="46409"/>
                      <a:pt x="41241" y="60874"/>
                    </a:cubicBezTo>
                    <a:lnTo>
                      <a:pt x="41241" y="127172"/>
                    </a:lnTo>
                    <a:lnTo>
                      <a:pt x="142637" y="127172"/>
                    </a:lnTo>
                    <a:cubicBezTo>
                      <a:pt x="148529" y="127172"/>
                      <a:pt x="150700" y="129282"/>
                      <a:pt x="150700" y="135008"/>
                    </a:cubicBezTo>
                    <a:lnTo>
                      <a:pt x="150700" y="153993"/>
                    </a:lnTo>
                    <a:cubicBezTo>
                      <a:pt x="150700" y="159417"/>
                      <a:pt x="148529" y="161828"/>
                      <a:pt x="142637" y="161828"/>
                    </a:cubicBezTo>
                    <a:lnTo>
                      <a:pt x="41241" y="161828"/>
                    </a:lnTo>
                    <a:lnTo>
                      <a:pt x="41241" y="291110"/>
                    </a:lnTo>
                    <a:cubicBezTo>
                      <a:pt x="41241" y="296835"/>
                      <a:pt x="39381" y="299547"/>
                      <a:pt x="3348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70"/>
                    </a:lnTo>
                    <a:cubicBezTo>
                      <a:pt x="0" y="26821"/>
                      <a:pt x="27597" y="0"/>
                      <a:pt x="61707" y="0"/>
                    </a:cubicBezTo>
                    <a:lnTo>
                      <a:pt x="150079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2" name="手繪多邊形: 圖案 131">
                <a:extLst>
                  <a:ext uri="{FF2B5EF4-FFF2-40B4-BE49-F238E27FC236}">
                    <a16:creationId xmlns:a16="http://schemas.microsoft.com/office/drawing/2014/main" id="{958EE22A-9C4C-4403-FE0A-885F4F61B1B1}"/>
                  </a:ext>
                </a:extLst>
              </p:cNvPr>
              <p:cNvSpPr/>
              <p:nvPr/>
            </p:nvSpPr>
            <p:spPr>
              <a:xfrm>
                <a:off x="26696061" y="22541194"/>
                <a:ext cx="199369" cy="299245"/>
              </a:xfrm>
              <a:custGeom>
                <a:avLst/>
                <a:gdLst>
                  <a:gd name="connsiteX0" fmla="*/ 112770 w 199369"/>
                  <a:gd name="connsiteY0" fmla="*/ 0 h 299245"/>
                  <a:gd name="connsiteX1" fmla="*/ 123313 w 199369"/>
                  <a:gd name="connsiteY1" fmla="*/ 7835 h 299245"/>
                  <a:gd name="connsiteX2" fmla="*/ 198972 w 199369"/>
                  <a:gd name="connsiteY2" fmla="*/ 291410 h 299245"/>
                  <a:gd name="connsiteX3" fmla="*/ 192770 w 199369"/>
                  <a:gd name="connsiteY3" fmla="*/ 299246 h 299245"/>
                  <a:gd name="connsiteX4" fmla="*/ 167033 w 199369"/>
                  <a:gd name="connsiteY4" fmla="*/ 299246 h 299245"/>
                  <a:gd name="connsiteX5" fmla="*/ 157421 w 199369"/>
                  <a:gd name="connsiteY5" fmla="*/ 291410 h 299245"/>
                  <a:gd name="connsiteX6" fmla="*/ 138817 w 199369"/>
                  <a:gd name="connsiteY6" fmla="*/ 220893 h 299245"/>
                  <a:gd name="connsiteX7" fmla="*/ 58195 w 199369"/>
                  <a:gd name="connsiteY7" fmla="*/ 220893 h 299245"/>
                  <a:gd name="connsiteX8" fmla="*/ 40210 w 199369"/>
                  <a:gd name="connsiteY8" fmla="*/ 291410 h 299245"/>
                  <a:gd name="connsiteX9" fmla="*/ 30598 w 199369"/>
                  <a:gd name="connsiteY9" fmla="*/ 299246 h 299245"/>
                  <a:gd name="connsiteX10" fmla="*/ 6723 w 199369"/>
                  <a:gd name="connsiteY10" fmla="*/ 299246 h 299245"/>
                  <a:gd name="connsiteX11" fmla="*/ 521 w 199369"/>
                  <a:gd name="connsiteY11" fmla="*/ 291410 h 299245"/>
                  <a:gd name="connsiteX12" fmla="*/ 76491 w 199369"/>
                  <a:gd name="connsiteY12" fmla="*/ 7835 h 299245"/>
                  <a:gd name="connsiteX13" fmla="*/ 87033 w 199369"/>
                  <a:gd name="connsiteY13" fmla="*/ 0 h 299245"/>
                  <a:gd name="connsiteX14" fmla="*/ 113390 w 199369"/>
                  <a:gd name="connsiteY14" fmla="*/ 0 h 299245"/>
                  <a:gd name="connsiteX15" fmla="*/ 108738 w 199369"/>
                  <a:gd name="connsiteY15" fmla="*/ 105474 h 299245"/>
                  <a:gd name="connsiteX16" fmla="*/ 98816 w 199369"/>
                  <a:gd name="connsiteY16" fmla="*/ 47915 h 299245"/>
                  <a:gd name="connsiteX17" fmla="*/ 88274 w 199369"/>
                  <a:gd name="connsiteY17" fmla="*/ 105173 h 299245"/>
                  <a:gd name="connsiteX18" fmla="*/ 65637 w 199369"/>
                  <a:gd name="connsiteY18" fmla="*/ 188347 h 299245"/>
                  <a:gd name="connsiteX19" fmla="*/ 130755 w 199369"/>
                  <a:gd name="connsiteY19" fmla="*/ 188347 h 299245"/>
                  <a:gd name="connsiteX20" fmla="*/ 108428 w 199369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9" h="299245">
                    <a:moveTo>
                      <a:pt x="112770" y="0"/>
                    </a:moveTo>
                    <a:cubicBezTo>
                      <a:pt x="118351" y="0"/>
                      <a:pt x="121761" y="2712"/>
                      <a:pt x="123313" y="7835"/>
                    </a:cubicBezTo>
                    <a:lnTo>
                      <a:pt x="198972" y="291410"/>
                    </a:lnTo>
                    <a:cubicBezTo>
                      <a:pt x="200212" y="296834"/>
                      <a:pt x="198662" y="299246"/>
                      <a:pt x="192770" y="299246"/>
                    </a:cubicBezTo>
                    <a:lnTo>
                      <a:pt x="167033" y="299246"/>
                    </a:lnTo>
                    <a:cubicBezTo>
                      <a:pt x="161142" y="299246"/>
                      <a:pt x="158971" y="296232"/>
                      <a:pt x="157421" y="291410"/>
                    </a:cubicBezTo>
                    <a:lnTo>
                      <a:pt x="138817" y="220893"/>
                    </a:lnTo>
                    <a:lnTo>
                      <a:pt x="58195" y="220893"/>
                    </a:lnTo>
                    <a:lnTo>
                      <a:pt x="40210" y="291410"/>
                    </a:lnTo>
                    <a:cubicBezTo>
                      <a:pt x="38971" y="296232"/>
                      <a:pt x="36181" y="299246"/>
                      <a:pt x="30598" y="299246"/>
                    </a:cubicBezTo>
                    <a:lnTo>
                      <a:pt x="6723" y="299246"/>
                    </a:lnTo>
                    <a:cubicBezTo>
                      <a:pt x="832" y="299246"/>
                      <a:pt x="-1029" y="296534"/>
                      <a:pt x="521" y="291410"/>
                    </a:cubicBezTo>
                    <a:lnTo>
                      <a:pt x="76491" y="7835"/>
                    </a:lnTo>
                    <a:cubicBezTo>
                      <a:pt x="77731" y="2410"/>
                      <a:pt x="81141" y="0"/>
                      <a:pt x="87033" y="0"/>
                    </a:cubicBezTo>
                    <a:lnTo>
                      <a:pt x="113390" y="0"/>
                    </a:lnTo>
                    <a:close/>
                    <a:moveTo>
                      <a:pt x="108738" y="105474"/>
                    </a:moveTo>
                    <a:cubicBezTo>
                      <a:pt x="105638" y="94324"/>
                      <a:pt x="100057" y="61778"/>
                      <a:pt x="98816" y="47915"/>
                    </a:cubicBezTo>
                    <a:cubicBezTo>
                      <a:pt x="96645" y="64188"/>
                      <a:pt x="91684" y="92817"/>
                      <a:pt x="88274" y="105173"/>
                    </a:cubicBezTo>
                    <a:lnTo>
                      <a:pt x="65637" y="188347"/>
                    </a:lnTo>
                    <a:lnTo>
                      <a:pt x="130755" y="188347"/>
                    </a:lnTo>
                    <a:lnTo>
                      <a:pt x="108428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3" name="手繪多邊形: 圖案 132">
                <a:extLst>
                  <a:ext uri="{FF2B5EF4-FFF2-40B4-BE49-F238E27FC236}">
                    <a16:creationId xmlns:a16="http://schemas.microsoft.com/office/drawing/2014/main" id="{4C303EF7-87FC-FFA7-F0AA-B7E448D2D2B4}"/>
                  </a:ext>
                </a:extLst>
              </p:cNvPr>
              <p:cNvSpPr/>
              <p:nvPr/>
            </p:nvSpPr>
            <p:spPr>
              <a:xfrm>
                <a:off x="27076118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8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4 w 179534"/>
                  <a:gd name="connsiteY18" fmla="*/ 0 h 299547"/>
                  <a:gd name="connsiteX19" fmla="*/ 179226 w 179534"/>
                  <a:gd name="connsiteY19" fmla="*/ 7836 h 299547"/>
                  <a:gd name="connsiteX20" fmla="*/ 179226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4" y="0"/>
                    </a:lnTo>
                    <a:cubicBezTo>
                      <a:pt x="177366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4" name="手繪多邊形: 圖案 133">
                <a:extLst>
                  <a:ext uri="{FF2B5EF4-FFF2-40B4-BE49-F238E27FC236}">
                    <a16:creationId xmlns:a16="http://schemas.microsoft.com/office/drawing/2014/main" id="{35D437A3-B02B-A579-30EE-7F42BA6CA666}"/>
                  </a:ext>
                </a:extLst>
              </p:cNvPr>
              <p:cNvSpPr/>
              <p:nvPr/>
            </p:nvSpPr>
            <p:spPr>
              <a:xfrm>
                <a:off x="27456275" y="22537879"/>
                <a:ext cx="174264" cy="306177"/>
              </a:xfrm>
              <a:custGeom>
                <a:avLst/>
                <a:gdLst>
                  <a:gd name="connsiteX0" fmla="*/ 165583 w 174264"/>
                  <a:gd name="connsiteY0" fmla="*/ 154294 h 306177"/>
                  <a:gd name="connsiteX1" fmla="*/ 174264 w 174264"/>
                  <a:gd name="connsiteY1" fmla="*/ 161828 h 306177"/>
                  <a:gd name="connsiteX2" fmla="*/ 174264 w 174264"/>
                  <a:gd name="connsiteY2" fmla="*/ 241988 h 306177"/>
                  <a:gd name="connsiteX3" fmla="*/ 87442 w 174264"/>
                  <a:gd name="connsiteY3" fmla="*/ 306177 h 306177"/>
                  <a:gd name="connsiteX4" fmla="*/ 0 w 174264"/>
                  <a:gd name="connsiteY4" fmla="*/ 241988 h 306177"/>
                  <a:gd name="connsiteX5" fmla="*/ 0 w 174264"/>
                  <a:gd name="connsiteY5" fmla="*/ 64189 h 306177"/>
                  <a:gd name="connsiteX6" fmla="*/ 87442 w 174264"/>
                  <a:gd name="connsiteY6" fmla="*/ 0 h 306177"/>
                  <a:gd name="connsiteX7" fmla="*/ 174264 w 174264"/>
                  <a:gd name="connsiteY7" fmla="*/ 64189 h 306177"/>
                  <a:gd name="connsiteX8" fmla="*/ 174264 w 174264"/>
                  <a:gd name="connsiteY8" fmla="*/ 86791 h 306177"/>
                  <a:gd name="connsiteX9" fmla="*/ 166512 w 174264"/>
                  <a:gd name="connsiteY9" fmla="*/ 94626 h 306177"/>
                  <a:gd name="connsiteX10" fmla="*/ 142017 w 174264"/>
                  <a:gd name="connsiteY10" fmla="*/ 94626 h 306177"/>
                  <a:gd name="connsiteX11" fmla="*/ 133954 w 174264"/>
                  <a:gd name="connsiteY11" fmla="*/ 86791 h 306177"/>
                  <a:gd name="connsiteX12" fmla="*/ 133954 w 174264"/>
                  <a:gd name="connsiteY12" fmla="*/ 67805 h 306177"/>
                  <a:gd name="connsiteX13" fmla="*/ 87442 w 174264"/>
                  <a:gd name="connsiteY13" fmla="*/ 34355 h 306177"/>
                  <a:gd name="connsiteX14" fmla="*/ 41551 w 174264"/>
                  <a:gd name="connsiteY14" fmla="*/ 67805 h 306177"/>
                  <a:gd name="connsiteX15" fmla="*/ 41551 w 174264"/>
                  <a:gd name="connsiteY15" fmla="*/ 238674 h 306177"/>
                  <a:gd name="connsiteX16" fmla="*/ 87442 w 174264"/>
                  <a:gd name="connsiteY16" fmla="*/ 272124 h 306177"/>
                  <a:gd name="connsiteX17" fmla="*/ 133954 w 174264"/>
                  <a:gd name="connsiteY17" fmla="*/ 238975 h 306177"/>
                  <a:gd name="connsiteX18" fmla="*/ 133954 w 174264"/>
                  <a:gd name="connsiteY18" fmla="*/ 188649 h 306177"/>
                  <a:gd name="connsiteX19" fmla="*/ 91474 w 174264"/>
                  <a:gd name="connsiteY19" fmla="*/ 188649 h 306177"/>
                  <a:gd name="connsiteX20" fmla="*/ 83411 w 174264"/>
                  <a:gd name="connsiteY20" fmla="*/ 180813 h 306177"/>
                  <a:gd name="connsiteX21" fmla="*/ 83411 w 174264"/>
                  <a:gd name="connsiteY21" fmla="*/ 161828 h 306177"/>
                  <a:gd name="connsiteX22" fmla="*/ 91474 w 174264"/>
                  <a:gd name="connsiteY22" fmla="*/ 154294 h 306177"/>
                  <a:gd name="connsiteX23" fmla="*/ 165891 w 174264"/>
                  <a:gd name="connsiteY23" fmla="*/ 154294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74264" h="306177">
                    <a:moveTo>
                      <a:pt x="165583" y="154294"/>
                    </a:moveTo>
                    <a:cubicBezTo>
                      <a:pt x="171472" y="154294"/>
                      <a:pt x="174264" y="156404"/>
                      <a:pt x="174264" y="161828"/>
                    </a:cubicBezTo>
                    <a:lnTo>
                      <a:pt x="174264" y="241988"/>
                    </a:lnTo>
                    <a:cubicBezTo>
                      <a:pt x="174264" y="276343"/>
                      <a:pt x="154729" y="306177"/>
                      <a:pt x="87442" y="306177"/>
                    </a:cubicBezTo>
                    <a:cubicBezTo>
                      <a:pt x="20156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7442" y="0"/>
                    </a:cubicBezTo>
                    <a:cubicBezTo>
                      <a:pt x="155350" y="0"/>
                      <a:pt x="174264" y="29834"/>
                      <a:pt x="174264" y="64189"/>
                    </a:cubicBezTo>
                    <a:lnTo>
                      <a:pt x="174264" y="86791"/>
                    </a:lnTo>
                    <a:cubicBezTo>
                      <a:pt x="174264" y="92215"/>
                      <a:pt x="172093" y="94626"/>
                      <a:pt x="166512" y="94626"/>
                    </a:cubicBezTo>
                    <a:lnTo>
                      <a:pt x="142017" y="94626"/>
                    </a:lnTo>
                    <a:cubicBezTo>
                      <a:pt x="136125" y="94626"/>
                      <a:pt x="133954" y="91914"/>
                      <a:pt x="133954" y="86791"/>
                    </a:cubicBezTo>
                    <a:lnTo>
                      <a:pt x="133954" y="67805"/>
                    </a:lnTo>
                    <a:cubicBezTo>
                      <a:pt x="133954" y="47011"/>
                      <a:pt x="121240" y="34355"/>
                      <a:pt x="87442" y="34355"/>
                    </a:cubicBezTo>
                    <a:cubicBezTo>
                      <a:pt x="53643" y="34355"/>
                      <a:pt x="41551" y="47011"/>
                      <a:pt x="41551" y="67805"/>
                    </a:cubicBezTo>
                    <a:lnTo>
                      <a:pt x="41551" y="238674"/>
                    </a:lnTo>
                    <a:cubicBezTo>
                      <a:pt x="41551" y="258864"/>
                      <a:pt x="53643" y="272124"/>
                      <a:pt x="87442" y="272124"/>
                    </a:cubicBezTo>
                    <a:cubicBezTo>
                      <a:pt x="121240" y="272124"/>
                      <a:pt x="133954" y="259468"/>
                      <a:pt x="133954" y="238975"/>
                    </a:cubicBezTo>
                    <a:lnTo>
                      <a:pt x="133954" y="188649"/>
                    </a:lnTo>
                    <a:lnTo>
                      <a:pt x="91474" y="188649"/>
                    </a:lnTo>
                    <a:cubicBezTo>
                      <a:pt x="85892" y="188649"/>
                      <a:pt x="83411" y="186539"/>
                      <a:pt x="83411" y="180813"/>
                    </a:cubicBezTo>
                    <a:lnTo>
                      <a:pt x="83411" y="161828"/>
                    </a:lnTo>
                    <a:cubicBezTo>
                      <a:pt x="83411" y="156404"/>
                      <a:pt x="86201" y="154294"/>
                      <a:pt x="91474" y="154294"/>
                    </a:cubicBezTo>
                    <a:lnTo>
                      <a:pt x="165891" y="15429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5" name="手繪多邊形: 圖案 134">
                <a:extLst>
                  <a:ext uri="{FF2B5EF4-FFF2-40B4-BE49-F238E27FC236}">
                    <a16:creationId xmlns:a16="http://schemas.microsoft.com/office/drawing/2014/main" id="{615AFB25-4751-C75F-EE73-30887325F097}"/>
                  </a:ext>
                </a:extLst>
              </p:cNvPr>
              <p:cNvSpPr/>
              <p:nvPr/>
            </p:nvSpPr>
            <p:spPr>
              <a:xfrm>
                <a:off x="28051316" y="22540893"/>
                <a:ext cx="178890" cy="299547"/>
              </a:xfrm>
              <a:custGeom>
                <a:avLst/>
                <a:gdLst>
                  <a:gd name="connsiteX0" fmla="*/ 87132 w 178890"/>
                  <a:gd name="connsiteY0" fmla="*/ 302 h 299547"/>
                  <a:gd name="connsiteX1" fmla="*/ 176435 w 178890"/>
                  <a:gd name="connsiteY1" fmla="*/ 64490 h 299547"/>
                  <a:gd name="connsiteX2" fmla="*/ 176435 w 178890"/>
                  <a:gd name="connsiteY2" fmla="*/ 116926 h 299547"/>
                  <a:gd name="connsiteX3" fmla="*/ 132094 w 178890"/>
                  <a:gd name="connsiteY3" fmla="*/ 174485 h 299547"/>
                  <a:gd name="connsiteX4" fmla="*/ 178295 w 178890"/>
                  <a:gd name="connsiteY4" fmla="*/ 291110 h 299547"/>
                  <a:gd name="connsiteX5" fmla="*/ 170543 w 178890"/>
                  <a:gd name="connsiteY5" fmla="*/ 299547 h 299547"/>
                  <a:gd name="connsiteX6" fmla="*/ 142325 w 178890"/>
                  <a:gd name="connsiteY6" fmla="*/ 299547 h 299547"/>
                  <a:gd name="connsiteX7" fmla="*/ 133333 w 178890"/>
                  <a:gd name="connsiteY7" fmla="*/ 291110 h 299547"/>
                  <a:gd name="connsiteX8" fmla="*/ 90232 w 178890"/>
                  <a:gd name="connsiteY8" fmla="*/ 180211 h 299547"/>
                  <a:gd name="connsiteX9" fmla="*/ 40931 w 178890"/>
                  <a:gd name="connsiteY9" fmla="*/ 180211 h 299547"/>
                  <a:gd name="connsiteX10" fmla="*/ 40931 w 178890"/>
                  <a:gd name="connsiteY10" fmla="*/ 291110 h 299547"/>
                  <a:gd name="connsiteX11" fmla="*/ 33179 w 178890"/>
                  <a:gd name="connsiteY11" fmla="*/ 299547 h 299547"/>
                  <a:gd name="connsiteX12" fmla="*/ 7752 w 178890"/>
                  <a:gd name="connsiteY12" fmla="*/ 299547 h 299547"/>
                  <a:gd name="connsiteX13" fmla="*/ 0 w 178890"/>
                  <a:gd name="connsiteY13" fmla="*/ 291110 h 299547"/>
                  <a:gd name="connsiteX14" fmla="*/ 0 w 178890"/>
                  <a:gd name="connsiteY14" fmla="*/ 59969 h 299547"/>
                  <a:gd name="connsiteX15" fmla="*/ 61705 w 178890"/>
                  <a:gd name="connsiteY15" fmla="*/ 0 h 299547"/>
                  <a:gd name="connsiteX16" fmla="*/ 87132 w 178890"/>
                  <a:gd name="connsiteY16" fmla="*/ 0 h 299547"/>
                  <a:gd name="connsiteX17" fmla="*/ 40931 w 178890"/>
                  <a:gd name="connsiteY17" fmla="*/ 60873 h 299547"/>
                  <a:gd name="connsiteX18" fmla="*/ 40931 w 178890"/>
                  <a:gd name="connsiteY18" fmla="*/ 146158 h 299547"/>
                  <a:gd name="connsiteX19" fmla="*/ 87132 w 178890"/>
                  <a:gd name="connsiteY19" fmla="*/ 146158 h 299547"/>
                  <a:gd name="connsiteX20" fmla="*/ 135504 w 178890"/>
                  <a:gd name="connsiteY20" fmla="*/ 112707 h 299547"/>
                  <a:gd name="connsiteX21" fmla="*/ 135504 w 178890"/>
                  <a:gd name="connsiteY21" fmla="*/ 68709 h 299547"/>
                  <a:gd name="connsiteX22" fmla="*/ 87132 w 178890"/>
                  <a:gd name="connsiteY22" fmla="*/ 34957 h 299547"/>
                  <a:gd name="connsiteX23" fmla="*/ 67907 w 178890"/>
                  <a:gd name="connsiteY23" fmla="*/ 34957 h 299547"/>
                  <a:gd name="connsiteX24" fmla="*/ 40931 w 178890"/>
                  <a:gd name="connsiteY24" fmla="*/ 61175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890" h="299547">
                    <a:moveTo>
                      <a:pt x="87132" y="302"/>
                    </a:moveTo>
                    <a:cubicBezTo>
                      <a:pt x="154729" y="302"/>
                      <a:pt x="176435" y="30136"/>
                      <a:pt x="176435" y="64490"/>
                    </a:cubicBezTo>
                    <a:lnTo>
                      <a:pt x="176435" y="116926"/>
                    </a:lnTo>
                    <a:cubicBezTo>
                      <a:pt x="176435" y="141938"/>
                      <a:pt x="164652" y="164540"/>
                      <a:pt x="132094" y="174485"/>
                    </a:cubicBezTo>
                    <a:lnTo>
                      <a:pt x="178295" y="291110"/>
                    </a:lnTo>
                    <a:cubicBezTo>
                      <a:pt x="180466" y="296534"/>
                      <a:pt x="176435" y="299547"/>
                      <a:pt x="170543" y="299547"/>
                    </a:cubicBezTo>
                    <a:lnTo>
                      <a:pt x="142325" y="299547"/>
                    </a:lnTo>
                    <a:cubicBezTo>
                      <a:pt x="136744" y="299547"/>
                      <a:pt x="135504" y="296534"/>
                      <a:pt x="133333" y="291110"/>
                    </a:cubicBezTo>
                    <a:lnTo>
                      <a:pt x="90232" y="180211"/>
                    </a:lnTo>
                    <a:lnTo>
                      <a:pt x="40931" y="180211"/>
                    </a:lnTo>
                    <a:lnTo>
                      <a:pt x="40931" y="291110"/>
                    </a:lnTo>
                    <a:cubicBezTo>
                      <a:pt x="40931" y="296835"/>
                      <a:pt x="39070" y="299547"/>
                      <a:pt x="33179" y="299547"/>
                    </a:cubicBezTo>
                    <a:lnTo>
                      <a:pt x="7752" y="299547"/>
                    </a:lnTo>
                    <a:cubicBezTo>
                      <a:pt x="2171" y="299547"/>
                      <a:pt x="0" y="296835"/>
                      <a:pt x="0" y="291110"/>
                    </a:cubicBezTo>
                    <a:lnTo>
                      <a:pt x="0" y="59969"/>
                    </a:lnTo>
                    <a:cubicBezTo>
                      <a:pt x="0" y="26820"/>
                      <a:pt x="27597" y="0"/>
                      <a:pt x="61705" y="0"/>
                    </a:cubicBezTo>
                    <a:lnTo>
                      <a:pt x="87132" y="0"/>
                    </a:lnTo>
                    <a:close/>
                    <a:moveTo>
                      <a:pt x="40931" y="60873"/>
                    </a:moveTo>
                    <a:lnTo>
                      <a:pt x="40931" y="146158"/>
                    </a:lnTo>
                    <a:lnTo>
                      <a:pt x="87132" y="146158"/>
                    </a:lnTo>
                    <a:cubicBezTo>
                      <a:pt x="121240" y="146158"/>
                      <a:pt x="135504" y="133500"/>
                      <a:pt x="135504" y="112707"/>
                    </a:cubicBezTo>
                    <a:lnTo>
                      <a:pt x="135504" y="68709"/>
                    </a:lnTo>
                    <a:cubicBezTo>
                      <a:pt x="135504" y="47915"/>
                      <a:pt x="120931" y="34957"/>
                      <a:pt x="87132" y="34957"/>
                    </a:cubicBezTo>
                    <a:lnTo>
                      <a:pt x="67907" y="34957"/>
                    </a:lnTo>
                    <a:cubicBezTo>
                      <a:pt x="53024" y="34957"/>
                      <a:pt x="40931" y="46710"/>
                      <a:pt x="40931" y="61175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6" name="手繪多邊形: 圖案 135">
                <a:extLst>
                  <a:ext uri="{FF2B5EF4-FFF2-40B4-BE49-F238E27FC236}">
                    <a16:creationId xmlns:a16="http://schemas.microsoft.com/office/drawing/2014/main" id="{81A398C3-BBC3-9204-E8C2-EB8FDFC69E76}"/>
                  </a:ext>
                </a:extLst>
              </p:cNvPr>
              <p:cNvSpPr/>
              <p:nvPr/>
            </p:nvSpPr>
            <p:spPr>
              <a:xfrm>
                <a:off x="28424339" y="22540893"/>
                <a:ext cx="152870" cy="298643"/>
              </a:xfrm>
              <a:custGeom>
                <a:avLst/>
                <a:gdLst>
                  <a:gd name="connsiteX0" fmla="*/ 0 w 152870"/>
                  <a:gd name="connsiteY0" fmla="*/ 239578 h 298643"/>
                  <a:gd name="connsiteX1" fmla="*/ 0 w 152870"/>
                  <a:gd name="connsiteY1" fmla="*/ 59969 h 298643"/>
                  <a:gd name="connsiteX2" fmla="*/ 61707 w 152870"/>
                  <a:gd name="connsiteY2" fmla="*/ 0 h 298643"/>
                  <a:gd name="connsiteX3" fmla="*/ 140156 w 152870"/>
                  <a:gd name="connsiteY3" fmla="*/ 0 h 298643"/>
                  <a:gd name="connsiteX4" fmla="*/ 148218 w 152870"/>
                  <a:gd name="connsiteY4" fmla="*/ 7836 h 298643"/>
                  <a:gd name="connsiteX5" fmla="*/ 148218 w 152870"/>
                  <a:gd name="connsiteY5" fmla="*/ 26218 h 298643"/>
                  <a:gd name="connsiteX6" fmla="*/ 140156 w 152870"/>
                  <a:gd name="connsiteY6" fmla="*/ 34053 h 298643"/>
                  <a:gd name="connsiteX7" fmla="*/ 68528 w 152870"/>
                  <a:gd name="connsiteY7" fmla="*/ 34053 h 298643"/>
                  <a:gd name="connsiteX8" fmla="*/ 41551 w 152870"/>
                  <a:gd name="connsiteY8" fmla="*/ 60271 h 298643"/>
                  <a:gd name="connsiteX9" fmla="*/ 41551 w 152870"/>
                  <a:gd name="connsiteY9" fmla="*/ 125966 h 298643"/>
                  <a:gd name="connsiteX10" fmla="*/ 133644 w 152870"/>
                  <a:gd name="connsiteY10" fmla="*/ 125966 h 298643"/>
                  <a:gd name="connsiteX11" fmla="*/ 142327 w 152870"/>
                  <a:gd name="connsiteY11" fmla="*/ 133802 h 298643"/>
                  <a:gd name="connsiteX12" fmla="*/ 142327 w 152870"/>
                  <a:gd name="connsiteY12" fmla="*/ 151280 h 298643"/>
                  <a:gd name="connsiteX13" fmla="*/ 133644 w 152870"/>
                  <a:gd name="connsiteY13" fmla="*/ 159116 h 298643"/>
                  <a:gd name="connsiteX14" fmla="*/ 41551 w 152870"/>
                  <a:gd name="connsiteY14" fmla="*/ 159116 h 298643"/>
                  <a:gd name="connsiteX15" fmla="*/ 41551 w 152870"/>
                  <a:gd name="connsiteY15" fmla="*/ 238071 h 298643"/>
                  <a:gd name="connsiteX16" fmla="*/ 68528 w 152870"/>
                  <a:gd name="connsiteY16" fmla="*/ 264288 h 298643"/>
                  <a:gd name="connsiteX17" fmla="*/ 144808 w 152870"/>
                  <a:gd name="connsiteY17" fmla="*/ 264288 h 298643"/>
                  <a:gd name="connsiteX18" fmla="*/ 152870 w 152870"/>
                  <a:gd name="connsiteY18" fmla="*/ 271822 h 298643"/>
                  <a:gd name="connsiteX19" fmla="*/ 152870 w 152870"/>
                  <a:gd name="connsiteY19" fmla="*/ 290808 h 298643"/>
                  <a:gd name="connsiteX20" fmla="*/ 144808 w 152870"/>
                  <a:gd name="connsiteY20" fmla="*/ 298643 h 298643"/>
                  <a:gd name="connsiteX21" fmla="*/ 62016 w 152870"/>
                  <a:gd name="connsiteY21" fmla="*/ 298643 h 298643"/>
                  <a:gd name="connsiteX22" fmla="*/ 310 w 152870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70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7" y="0"/>
                      <a:pt x="61707" y="0"/>
                    </a:cubicBezTo>
                    <a:lnTo>
                      <a:pt x="140156" y="0"/>
                    </a:lnTo>
                    <a:cubicBezTo>
                      <a:pt x="146048" y="0"/>
                      <a:pt x="148218" y="2110"/>
                      <a:pt x="148218" y="7836"/>
                    </a:cubicBezTo>
                    <a:lnTo>
                      <a:pt x="148218" y="26218"/>
                    </a:lnTo>
                    <a:cubicBezTo>
                      <a:pt x="148218" y="31944"/>
                      <a:pt x="146048" y="34053"/>
                      <a:pt x="140156" y="34053"/>
                    </a:cubicBezTo>
                    <a:lnTo>
                      <a:pt x="68528" y="34053"/>
                    </a:lnTo>
                    <a:cubicBezTo>
                      <a:pt x="53645" y="34053"/>
                      <a:pt x="41551" y="45806"/>
                      <a:pt x="41551" y="60271"/>
                    </a:cubicBezTo>
                    <a:lnTo>
                      <a:pt x="41551" y="125966"/>
                    </a:lnTo>
                    <a:lnTo>
                      <a:pt x="133644" y="125966"/>
                    </a:lnTo>
                    <a:cubicBezTo>
                      <a:pt x="139535" y="125966"/>
                      <a:pt x="142327" y="128076"/>
                      <a:pt x="142327" y="133802"/>
                    </a:cubicBezTo>
                    <a:lnTo>
                      <a:pt x="142327" y="151280"/>
                    </a:lnTo>
                    <a:cubicBezTo>
                      <a:pt x="142327" y="156705"/>
                      <a:pt x="139535" y="159116"/>
                      <a:pt x="133644" y="159116"/>
                    </a:cubicBezTo>
                    <a:lnTo>
                      <a:pt x="41551" y="159116"/>
                    </a:lnTo>
                    <a:lnTo>
                      <a:pt x="41551" y="238071"/>
                    </a:lnTo>
                    <a:cubicBezTo>
                      <a:pt x="41551" y="252536"/>
                      <a:pt x="53645" y="264288"/>
                      <a:pt x="68528" y="264288"/>
                    </a:cubicBezTo>
                    <a:lnTo>
                      <a:pt x="144808" y="264288"/>
                    </a:lnTo>
                    <a:cubicBezTo>
                      <a:pt x="150389" y="264288"/>
                      <a:pt x="152870" y="266097"/>
                      <a:pt x="152870" y="271822"/>
                    </a:cubicBezTo>
                    <a:lnTo>
                      <a:pt x="152870" y="290808"/>
                    </a:lnTo>
                    <a:cubicBezTo>
                      <a:pt x="152870" y="296534"/>
                      <a:pt x="150079" y="298643"/>
                      <a:pt x="144808" y="298643"/>
                    </a:cubicBezTo>
                    <a:lnTo>
                      <a:pt x="62016" y="298643"/>
                    </a:lnTo>
                    <a:cubicBezTo>
                      <a:pt x="27908" y="298643"/>
                      <a:pt x="310" y="271822"/>
                      <a:pt x="310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7" name="手繪多邊形: 圖案 136">
                <a:extLst>
                  <a:ext uri="{FF2B5EF4-FFF2-40B4-BE49-F238E27FC236}">
                    <a16:creationId xmlns:a16="http://schemas.microsoft.com/office/drawing/2014/main" id="{9CEB1CC6-FC54-CC0A-E6C8-CC11E9BE976A}"/>
                  </a:ext>
                </a:extLst>
              </p:cNvPr>
              <p:cNvSpPr/>
              <p:nvPr/>
            </p:nvSpPr>
            <p:spPr>
              <a:xfrm>
                <a:off x="29753648" y="22540893"/>
                <a:ext cx="152868" cy="298643"/>
              </a:xfrm>
              <a:custGeom>
                <a:avLst/>
                <a:gdLst>
                  <a:gd name="connsiteX0" fmla="*/ 0 w 152868"/>
                  <a:gd name="connsiteY0" fmla="*/ 239578 h 298643"/>
                  <a:gd name="connsiteX1" fmla="*/ 0 w 152868"/>
                  <a:gd name="connsiteY1" fmla="*/ 59969 h 298643"/>
                  <a:gd name="connsiteX2" fmla="*/ 61705 w 152868"/>
                  <a:gd name="connsiteY2" fmla="*/ 0 h 298643"/>
                  <a:gd name="connsiteX3" fmla="*/ 140154 w 152868"/>
                  <a:gd name="connsiteY3" fmla="*/ 0 h 298643"/>
                  <a:gd name="connsiteX4" fmla="*/ 148217 w 152868"/>
                  <a:gd name="connsiteY4" fmla="*/ 7836 h 298643"/>
                  <a:gd name="connsiteX5" fmla="*/ 148217 w 152868"/>
                  <a:gd name="connsiteY5" fmla="*/ 26218 h 298643"/>
                  <a:gd name="connsiteX6" fmla="*/ 140154 w 152868"/>
                  <a:gd name="connsiteY6" fmla="*/ 34053 h 298643"/>
                  <a:gd name="connsiteX7" fmla="*/ 68526 w 152868"/>
                  <a:gd name="connsiteY7" fmla="*/ 34053 h 298643"/>
                  <a:gd name="connsiteX8" fmla="*/ 41549 w 152868"/>
                  <a:gd name="connsiteY8" fmla="*/ 60271 h 298643"/>
                  <a:gd name="connsiteX9" fmla="*/ 41549 w 152868"/>
                  <a:gd name="connsiteY9" fmla="*/ 125966 h 298643"/>
                  <a:gd name="connsiteX10" fmla="*/ 133644 w 152868"/>
                  <a:gd name="connsiteY10" fmla="*/ 125966 h 298643"/>
                  <a:gd name="connsiteX11" fmla="*/ 142325 w 152868"/>
                  <a:gd name="connsiteY11" fmla="*/ 133802 h 298643"/>
                  <a:gd name="connsiteX12" fmla="*/ 142325 w 152868"/>
                  <a:gd name="connsiteY12" fmla="*/ 151280 h 298643"/>
                  <a:gd name="connsiteX13" fmla="*/ 133644 w 152868"/>
                  <a:gd name="connsiteY13" fmla="*/ 159116 h 298643"/>
                  <a:gd name="connsiteX14" fmla="*/ 41549 w 152868"/>
                  <a:gd name="connsiteY14" fmla="*/ 159116 h 298643"/>
                  <a:gd name="connsiteX15" fmla="*/ 41549 w 152868"/>
                  <a:gd name="connsiteY15" fmla="*/ 238071 h 298643"/>
                  <a:gd name="connsiteX16" fmla="*/ 68526 w 152868"/>
                  <a:gd name="connsiteY16" fmla="*/ 264288 h 298643"/>
                  <a:gd name="connsiteX17" fmla="*/ 144806 w 152868"/>
                  <a:gd name="connsiteY17" fmla="*/ 264288 h 298643"/>
                  <a:gd name="connsiteX18" fmla="*/ 152869 w 152868"/>
                  <a:gd name="connsiteY18" fmla="*/ 271822 h 298643"/>
                  <a:gd name="connsiteX19" fmla="*/ 152869 w 152868"/>
                  <a:gd name="connsiteY19" fmla="*/ 290808 h 298643"/>
                  <a:gd name="connsiteX20" fmla="*/ 144806 w 152868"/>
                  <a:gd name="connsiteY20" fmla="*/ 298643 h 298643"/>
                  <a:gd name="connsiteX21" fmla="*/ 62016 w 152868"/>
                  <a:gd name="connsiteY21" fmla="*/ 298643 h 298643"/>
                  <a:gd name="connsiteX22" fmla="*/ 308 w 152868"/>
                  <a:gd name="connsiteY22" fmla="*/ 238674 h 298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52868" h="298643">
                    <a:moveTo>
                      <a:pt x="0" y="239578"/>
                    </a:moveTo>
                    <a:lnTo>
                      <a:pt x="0" y="59969"/>
                    </a:lnTo>
                    <a:cubicBezTo>
                      <a:pt x="0" y="26820"/>
                      <a:pt x="27596" y="0"/>
                      <a:pt x="61705" y="0"/>
                    </a:cubicBezTo>
                    <a:lnTo>
                      <a:pt x="140154" y="0"/>
                    </a:lnTo>
                    <a:cubicBezTo>
                      <a:pt x="146046" y="0"/>
                      <a:pt x="148217" y="2110"/>
                      <a:pt x="148217" y="7836"/>
                    </a:cubicBezTo>
                    <a:lnTo>
                      <a:pt x="148217" y="26218"/>
                    </a:lnTo>
                    <a:cubicBezTo>
                      <a:pt x="148217" y="31944"/>
                      <a:pt x="146046" y="34053"/>
                      <a:pt x="140154" y="34053"/>
                    </a:cubicBezTo>
                    <a:lnTo>
                      <a:pt x="68526" y="34053"/>
                    </a:lnTo>
                    <a:cubicBezTo>
                      <a:pt x="53643" y="34053"/>
                      <a:pt x="41549" y="45806"/>
                      <a:pt x="41549" y="60271"/>
                    </a:cubicBezTo>
                    <a:lnTo>
                      <a:pt x="41549" y="125966"/>
                    </a:lnTo>
                    <a:lnTo>
                      <a:pt x="133644" y="125966"/>
                    </a:lnTo>
                    <a:cubicBezTo>
                      <a:pt x="139535" y="125966"/>
                      <a:pt x="142325" y="128076"/>
                      <a:pt x="142325" y="133802"/>
                    </a:cubicBezTo>
                    <a:lnTo>
                      <a:pt x="142325" y="151280"/>
                    </a:lnTo>
                    <a:cubicBezTo>
                      <a:pt x="142325" y="156705"/>
                      <a:pt x="139535" y="159116"/>
                      <a:pt x="133644" y="159116"/>
                    </a:cubicBezTo>
                    <a:lnTo>
                      <a:pt x="41549" y="159116"/>
                    </a:lnTo>
                    <a:lnTo>
                      <a:pt x="41549" y="238071"/>
                    </a:lnTo>
                    <a:cubicBezTo>
                      <a:pt x="41549" y="252536"/>
                      <a:pt x="53643" y="264288"/>
                      <a:pt x="68526" y="264288"/>
                    </a:cubicBezTo>
                    <a:lnTo>
                      <a:pt x="144806" y="264288"/>
                    </a:lnTo>
                    <a:cubicBezTo>
                      <a:pt x="150387" y="264288"/>
                      <a:pt x="152869" y="266097"/>
                      <a:pt x="152869" y="271822"/>
                    </a:cubicBezTo>
                    <a:lnTo>
                      <a:pt x="152869" y="290808"/>
                    </a:lnTo>
                    <a:cubicBezTo>
                      <a:pt x="152869" y="296534"/>
                      <a:pt x="150077" y="298643"/>
                      <a:pt x="144806" y="298643"/>
                    </a:cubicBezTo>
                    <a:lnTo>
                      <a:pt x="62016" y="298643"/>
                    </a:lnTo>
                    <a:cubicBezTo>
                      <a:pt x="27906" y="298643"/>
                      <a:pt x="308" y="271822"/>
                      <a:pt x="308" y="238674"/>
                    </a:cubicBez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8" name="手繪多邊形: 圖案 137">
                <a:extLst>
                  <a:ext uri="{FF2B5EF4-FFF2-40B4-BE49-F238E27FC236}">
                    <a16:creationId xmlns:a16="http://schemas.microsoft.com/office/drawing/2014/main" id="{FE667FF0-31D7-4388-D98F-1D2DCFF2D834}"/>
                  </a:ext>
                </a:extLst>
              </p:cNvPr>
              <p:cNvSpPr/>
              <p:nvPr/>
            </p:nvSpPr>
            <p:spPr>
              <a:xfrm>
                <a:off x="28766667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4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7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4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7" y="0"/>
                    </a:lnTo>
                    <a:cubicBezTo>
                      <a:pt x="35658" y="0"/>
                      <a:pt x="37518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39" name="手繪多邊形: 圖案 138">
                <a:extLst>
                  <a:ext uri="{FF2B5EF4-FFF2-40B4-BE49-F238E27FC236}">
                    <a16:creationId xmlns:a16="http://schemas.microsoft.com/office/drawing/2014/main" id="{2BCEB931-E92F-C45B-F688-7D9F844948E6}"/>
                  </a:ext>
                </a:extLst>
              </p:cNvPr>
              <p:cNvSpPr/>
              <p:nvPr/>
            </p:nvSpPr>
            <p:spPr>
              <a:xfrm>
                <a:off x="29374420" y="22540893"/>
                <a:ext cx="178915" cy="299547"/>
              </a:xfrm>
              <a:custGeom>
                <a:avLst/>
                <a:gdLst>
                  <a:gd name="connsiteX0" fmla="*/ 6823 w 178915"/>
                  <a:gd name="connsiteY0" fmla="*/ 299547 h 299547"/>
                  <a:gd name="connsiteX1" fmla="*/ 0 w 178915"/>
                  <a:gd name="connsiteY1" fmla="*/ 291110 h 299547"/>
                  <a:gd name="connsiteX2" fmla="*/ 0 w 178915"/>
                  <a:gd name="connsiteY2" fmla="*/ 8438 h 299547"/>
                  <a:gd name="connsiteX3" fmla="*/ 7752 w 178915"/>
                  <a:gd name="connsiteY3" fmla="*/ 0 h 299547"/>
                  <a:gd name="connsiteX4" fmla="*/ 89303 w 178915"/>
                  <a:gd name="connsiteY4" fmla="*/ 0 h 299547"/>
                  <a:gd name="connsiteX5" fmla="*/ 178916 w 178915"/>
                  <a:gd name="connsiteY5" fmla="*/ 64189 h 299547"/>
                  <a:gd name="connsiteX6" fmla="*/ 178916 w 178915"/>
                  <a:gd name="connsiteY6" fmla="*/ 235057 h 299547"/>
                  <a:gd name="connsiteX7" fmla="*/ 89303 w 178915"/>
                  <a:gd name="connsiteY7" fmla="*/ 299246 h 299547"/>
                  <a:gd name="connsiteX8" fmla="*/ 6823 w 178915"/>
                  <a:gd name="connsiteY8" fmla="*/ 299246 h 299547"/>
                  <a:gd name="connsiteX9" fmla="*/ 41241 w 178915"/>
                  <a:gd name="connsiteY9" fmla="*/ 34656 h 299547"/>
                  <a:gd name="connsiteX10" fmla="*/ 41241 w 178915"/>
                  <a:gd name="connsiteY10" fmla="*/ 265193 h 299547"/>
                  <a:gd name="connsiteX11" fmla="*/ 88682 w 178915"/>
                  <a:gd name="connsiteY11" fmla="*/ 265193 h 299547"/>
                  <a:gd name="connsiteX12" fmla="*/ 137675 w 178915"/>
                  <a:gd name="connsiteY12" fmla="*/ 230838 h 299547"/>
                  <a:gd name="connsiteX13" fmla="*/ 137675 w 178915"/>
                  <a:gd name="connsiteY13" fmla="*/ 68709 h 299547"/>
                  <a:gd name="connsiteX14" fmla="*/ 88682 w 178915"/>
                  <a:gd name="connsiteY14" fmla="*/ 34354 h 299547"/>
                  <a:gd name="connsiteX15" fmla="*/ 41241 w 178915"/>
                  <a:gd name="connsiteY15" fmla="*/ 34354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8915" h="299547">
                    <a:moveTo>
                      <a:pt x="6823" y="299547"/>
                    </a:moveTo>
                    <a:cubicBezTo>
                      <a:pt x="1860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7752" y="0"/>
                    </a:cubicBezTo>
                    <a:lnTo>
                      <a:pt x="89303" y="0"/>
                    </a:lnTo>
                    <a:cubicBezTo>
                      <a:pt x="156900" y="0"/>
                      <a:pt x="178916" y="29834"/>
                      <a:pt x="178916" y="64189"/>
                    </a:cubicBezTo>
                    <a:lnTo>
                      <a:pt x="178916" y="235057"/>
                    </a:lnTo>
                    <a:cubicBezTo>
                      <a:pt x="178916" y="269412"/>
                      <a:pt x="156589" y="299246"/>
                      <a:pt x="89303" y="299246"/>
                    </a:cubicBezTo>
                    <a:lnTo>
                      <a:pt x="6823" y="299246"/>
                    </a:lnTo>
                    <a:close/>
                    <a:moveTo>
                      <a:pt x="41241" y="34656"/>
                    </a:moveTo>
                    <a:lnTo>
                      <a:pt x="41241" y="265193"/>
                    </a:lnTo>
                    <a:lnTo>
                      <a:pt x="88682" y="265193"/>
                    </a:lnTo>
                    <a:cubicBezTo>
                      <a:pt x="123102" y="265193"/>
                      <a:pt x="137675" y="251933"/>
                      <a:pt x="137675" y="230838"/>
                    </a:cubicBezTo>
                    <a:lnTo>
                      <a:pt x="137675" y="68709"/>
                    </a:lnTo>
                    <a:cubicBezTo>
                      <a:pt x="137675" y="47614"/>
                      <a:pt x="123102" y="34354"/>
                      <a:pt x="88682" y="34354"/>
                    </a:cubicBezTo>
                    <a:lnTo>
                      <a:pt x="41241" y="3435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0" name="手繪多邊形: 圖案 139">
                <a:extLst>
                  <a:ext uri="{FF2B5EF4-FFF2-40B4-BE49-F238E27FC236}">
                    <a16:creationId xmlns:a16="http://schemas.microsoft.com/office/drawing/2014/main" id="{8C0912C0-A4B0-A1F7-0269-16D3E330715D}"/>
                  </a:ext>
                </a:extLst>
              </p:cNvPr>
              <p:cNvSpPr/>
              <p:nvPr/>
            </p:nvSpPr>
            <p:spPr>
              <a:xfrm>
                <a:off x="30095974" y="22540893"/>
                <a:ext cx="179534" cy="299547"/>
              </a:xfrm>
              <a:custGeom>
                <a:avLst/>
                <a:gdLst>
                  <a:gd name="connsiteX0" fmla="*/ 179535 w 179534"/>
                  <a:gd name="connsiteY0" fmla="*/ 291712 h 299547"/>
                  <a:gd name="connsiteX1" fmla="*/ 171783 w 179534"/>
                  <a:gd name="connsiteY1" fmla="*/ 299547 h 299547"/>
                  <a:gd name="connsiteX2" fmla="*/ 148217 w 179534"/>
                  <a:gd name="connsiteY2" fmla="*/ 299547 h 299547"/>
                  <a:gd name="connsiteX3" fmla="*/ 140156 w 179534"/>
                  <a:gd name="connsiteY3" fmla="*/ 294726 h 299547"/>
                  <a:gd name="connsiteX4" fmla="*/ 51783 w 179534"/>
                  <a:gd name="connsiteY4" fmla="*/ 116323 h 299547"/>
                  <a:gd name="connsiteX5" fmla="*/ 38139 w 179534"/>
                  <a:gd name="connsiteY5" fmla="*/ 84982 h 299547"/>
                  <a:gd name="connsiteX6" fmla="*/ 38139 w 179534"/>
                  <a:gd name="connsiteY6" fmla="*/ 291411 h 299547"/>
                  <a:gd name="connsiteX7" fmla="*/ 30387 w 179534"/>
                  <a:gd name="connsiteY7" fmla="*/ 299246 h 299547"/>
                  <a:gd name="connsiteX8" fmla="*/ 7752 w 179534"/>
                  <a:gd name="connsiteY8" fmla="*/ 299246 h 299547"/>
                  <a:gd name="connsiteX9" fmla="*/ 0 w 179534"/>
                  <a:gd name="connsiteY9" fmla="*/ 291411 h 299547"/>
                  <a:gd name="connsiteX10" fmla="*/ 0 w 179534"/>
                  <a:gd name="connsiteY10" fmla="*/ 7836 h 299547"/>
                  <a:gd name="connsiteX11" fmla="*/ 7752 w 179534"/>
                  <a:gd name="connsiteY11" fmla="*/ 0 h 299547"/>
                  <a:gd name="connsiteX12" fmla="*/ 31629 w 179534"/>
                  <a:gd name="connsiteY12" fmla="*/ 0 h 299547"/>
                  <a:gd name="connsiteX13" fmla="*/ 38760 w 179534"/>
                  <a:gd name="connsiteY13" fmla="*/ 4520 h 299547"/>
                  <a:gd name="connsiteX14" fmla="*/ 129302 w 179534"/>
                  <a:gd name="connsiteY14" fmla="*/ 185333 h 299547"/>
                  <a:gd name="connsiteX15" fmla="*/ 141085 w 179534"/>
                  <a:gd name="connsiteY15" fmla="*/ 213359 h 299547"/>
                  <a:gd name="connsiteX16" fmla="*/ 141085 w 179534"/>
                  <a:gd name="connsiteY16" fmla="*/ 7836 h 299547"/>
                  <a:gd name="connsiteX17" fmla="*/ 149148 w 179534"/>
                  <a:gd name="connsiteY17" fmla="*/ 0 h 299547"/>
                  <a:gd name="connsiteX18" fmla="*/ 171472 w 179534"/>
                  <a:gd name="connsiteY18" fmla="*/ 0 h 299547"/>
                  <a:gd name="connsiteX19" fmla="*/ 179224 w 179534"/>
                  <a:gd name="connsiteY19" fmla="*/ 7836 h 299547"/>
                  <a:gd name="connsiteX20" fmla="*/ 179224 w 179534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4" h="299547">
                    <a:moveTo>
                      <a:pt x="179535" y="291712"/>
                    </a:moveTo>
                    <a:cubicBezTo>
                      <a:pt x="179535" y="297136"/>
                      <a:pt x="177674" y="299547"/>
                      <a:pt x="171783" y="299547"/>
                    </a:cubicBezTo>
                    <a:lnTo>
                      <a:pt x="148217" y="299547"/>
                    </a:lnTo>
                    <a:cubicBezTo>
                      <a:pt x="143567" y="299547"/>
                      <a:pt x="142017" y="298342"/>
                      <a:pt x="140156" y="294726"/>
                    </a:cubicBezTo>
                    <a:lnTo>
                      <a:pt x="51783" y="116323"/>
                    </a:lnTo>
                    <a:cubicBezTo>
                      <a:pt x="46822" y="106680"/>
                      <a:pt x="41241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68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58" y="0"/>
                      <a:pt x="37520" y="1206"/>
                      <a:pt x="38760" y="4520"/>
                    </a:cubicBezTo>
                    <a:lnTo>
                      <a:pt x="129302" y="185333"/>
                    </a:lnTo>
                    <a:cubicBezTo>
                      <a:pt x="133023" y="192867"/>
                      <a:pt x="138915" y="207031"/>
                      <a:pt x="141085" y="213359"/>
                    </a:cubicBezTo>
                    <a:lnTo>
                      <a:pt x="141085" y="7836"/>
                    </a:lnTo>
                    <a:cubicBezTo>
                      <a:pt x="141085" y="2410"/>
                      <a:pt x="143877" y="0"/>
                      <a:pt x="149148" y="0"/>
                    </a:cubicBezTo>
                    <a:lnTo>
                      <a:pt x="171472" y="0"/>
                    </a:lnTo>
                    <a:cubicBezTo>
                      <a:pt x="177364" y="0"/>
                      <a:pt x="179224" y="2712"/>
                      <a:pt x="179224" y="7836"/>
                    </a:cubicBezTo>
                    <a:lnTo>
                      <a:pt x="179224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1" name="手繪多邊形: 圖案 140">
                <a:extLst>
                  <a:ext uri="{FF2B5EF4-FFF2-40B4-BE49-F238E27FC236}">
                    <a16:creationId xmlns:a16="http://schemas.microsoft.com/office/drawing/2014/main" id="{64B0CC2E-5151-078C-A6BE-9ECC8974013D}"/>
                  </a:ext>
                </a:extLst>
              </p:cNvPr>
              <p:cNvSpPr/>
              <p:nvPr/>
            </p:nvSpPr>
            <p:spPr>
              <a:xfrm>
                <a:off x="30455354" y="22541194"/>
                <a:ext cx="177986" cy="299245"/>
              </a:xfrm>
              <a:custGeom>
                <a:avLst/>
                <a:gdLst>
                  <a:gd name="connsiteX0" fmla="*/ 169924 w 177986"/>
                  <a:gd name="connsiteY0" fmla="*/ 0 h 299245"/>
                  <a:gd name="connsiteX1" fmla="*/ 177987 w 177986"/>
                  <a:gd name="connsiteY1" fmla="*/ 7835 h 299245"/>
                  <a:gd name="connsiteX2" fmla="*/ 177987 w 177986"/>
                  <a:gd name="connsiteY2" fmla="*/ 26218 h 299245"/>
                  <a:gd name="connsiteX3" fmla="*/ 169924 w 177986"/>
                  <a:gd name="connsiteY3" fmla="*/ 34052 h 299245"/>
                  <a:gd name="connsiteX4" fmla="*/ 109769 w 177986"/>
                  <a:gd name="connsiteY4" fmla="*/ 34052 h 299245"/>
                  <a:gd name="connsiteX5" fmla="*/ 109769 w 177986"/>
                  <a:gd name="connsiteY5" fmla="*/ 290808 h 299245"/>
                  <a:gd name="connsiteX6" fmla="*/ 102017 w 177986"/>
                  <a:gd name="connsiteY6" fmla="*/ 299246 h 299245"/>
                  <a:gd name="connsiteX7" fmla="*/ 76280 w 177986"/>
                  <a:gd name="connsiteY7" fmla="*/ 299246 h 299245"/>
                  <a:gd name="connsiteX8" fmla="*/ 68218 w 177986"/>
                  <a:gd name="connsiteY8" fmla="*/ 290808 h 299245"/>
                  <a:gd name="connsiteX9" fmla="*/ 68218 w 177986"/>
                  <a:gd name="connsiteY9" fmla="*/ 34052 h 299245"/>
                  <a:gd name="connsiteX10" fmla="*/ 8062 w 177986"/>
                  <a:gd name="connsiteY10" fmla="*/ 34052 h 299245"/>
                  <a:gd name="connsiteX11" fmla="*/ 0 w 177986"/>
                  <a:gd name="connsiteY11" fmla="*/ 26218 h 299245"/>
                  <a:gd name="connsiteX12" fmla="*/ 0 w 177986"/>
                  <a:gd name="connsiteY12" fmla="*/ 7835 h 299245"/>
                  <a:gd name="connsiteX13" fmla="*/ 8062 w 177986"/>
                  <a:gd name="connsiteY13" fmla="*/ 0 h 299245"/>
                  <a:gd name="connsiteX14" fmla="*/ 170235 w 177986"/>
                  <a:gd name="connsiteY14" fmla="*/ 0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7986" h="299245">
                    <a:moveTo>
                      <a:pt x="169924" y="0"/>
                    </a:moveTo>
                    <a:cubicBezTo>
                      <a:pt x="175506" y="0"/>
                      <a:pt x="177987" y="2109"/>
                      <a:pt x="177987" y="7835"/>
                    </a:cubicBezTo>
                    <a:lnTo>
                      <a:pt x="177987" y="26218"/>
                    </a:lnTo>
                    <a:cubicBezTo>
                      <a:pt x="177987" y="31944"/>
                      <a:pt x="175195" y="34052"/>
                      <a:pt x="169924" y="34052"/>
                    </a:cubicBezTo>
                    <a:lnTo>
                      <a:pt x="109769" y="34052"/>
                    </a:lnTo>
                    <a:lnTo>
                      <a:pt x="109769" y="290808"/>
                    </a:lnTo>
                    <a:cubicBezTo>
                      <a:pt x="109769" y="296534"/>
                      <a:pt x="107598" y="299246"/>
                      <a:pt x="102017" y="299246"/>
                    </a:cubicBezTo>
                    <a:lnTo>
                      <a:pt x="76280" y="299246"/>
                    </a:lnTo>
                    <a:cubicBezTo>
                      <a:pt x="70388" y="299246"/>
                      <a:pt x="68218" y="296534"/>
                      <a:pt x="68218" y="290808"/>
                    </a:cubicBezTo>
                    <a:lnTo>
                      <a:pt x="68218" y="34052"/>
                    </a:lnTo>
                    <a:lnTo>
                      <a:pt x="8062" y="34052"/>
                    </a:lnTo>
                    <a:cubicBezTo>
                      <a:pt x="2171" y="34052"/>
                      <a:pt x="0" y="31944"/>
                      <a:pt x="0" y="26218"/>
                    </a:cubicBezTo>
                    <a:lnTo>
                      <a:pt x="0" y="7835"/>
                    </a:lnTo>
                    <a:cubicBezTo>
                      <a:pt x="0" y="2109"/>
                      <a:pt x="2171" y="0"/>
                      <a:pt x="8062" y="0"/>
                    </a:cubicBezTo>
                    <a:lnTo>
                      <a:pt x="170235" y="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2" name="手繪多邊形: 圖案 141">
                <a:extLst>
                  <a:ext uri="{FF2B5EF4-FFF2-40B4-BE49-F238E27FC236}">
                    <a16:creationId xmlns:a16="http://schemas.microsoft.com/office/drawing/2014/main" id="{2E033994-84F2-CD7C-3AB9-985152115D3A}"/>
                  </a:ext>
                </a:extLst>
              </p:cNvPr>
              <p:cNvSpPr/>
              <p:nvPr/>
            </p:nvSpPr>
            <p:spPr>
              <a:xfrm>
                <a:off x="30768633" y="22541194"/>
                <a:ext cx="199368" cy="299245"/>
              </a:xfrm>
              <a:custGeom>
                <a:avLst/>
                <a:gdLst>
                  <a:gd name="connsiteX0" fmla="*/ 112771 w 199368"/>
                  <a:gd name="connsiteY0" fmla="*/ 0 h 299245"/>
                  <a:gd name="connsiteX1" fmla="*/ 123312 w 199368"/>
                  <a:gd name="connsiteY1" fmla="*/ 7835 h 299245"/>
                  <a:gd name="connsiteX2" fmla="*/ 198971 w 199368"/>
                  <a:gd name="connsiteY2" fmla="*/ 291410 h 299245"/>
                  <a:gd name="connsiteX3" fmla="*/ 192770 w 199368"/>
                  <a:gd name="connsiteY3" fmla="*/ 299246 h 299245"/>
                  <a:gd name="connsiteX4" fmla="*/ 167034 w 199368"/>
                  <a:gd name="connsiteY4" fmla="*/ 299246 h 299245"/>
                  <a:gd name="connsiteX5" fmla="*/ 157422 w 199368"/>
                  <a:gd name="connsiteY5" fmla="*/ 291410 h 299245"/>
                  <a:gd name="connsiteX6" fmla="*/ 138816 w 199368"/>
                  <a:gd name="connsiteY6" fmla="*/ 220893 h 299245"/>
                  <a:gd name="connsiteX7" fmla="*/ 58196 w 199368"/>
                  <a:gd name="connsiteY7" fmla="*/ 220893 h 299245"/>
                  <a:gd name="connsiteX8" fmla="*/ 40211 w 199368"/>
                  <a:gd name="connsiteY8" fmla="*/ 291410 h 299245"/>
                  <a:gd name="connsiteX9" fmla="*/ 30599 w 199368"/>
                  <a:gd name="connsiteY9" fmla="*/ 299246 h 299245"/>
                  <a:gd name="connsiteX10" fmla="*/ 6722 w 199368"/>
                  <a:gd name="connsiteY10" fmla="*/ 299246 h 299245"/>
                  <a:gd name="connsiteX11" fmla="*/ 522 w 199368"/>
                  <a:gd name="connsiteY11" fmla="*/ 291410 h 299245"/>
                  <a:gd name="connsiteX12" fmla="*/ 76490 w 199368"/>
                  <a:gd name="connsiteY12" fmla="*/ 7835 h 299245"/>
                  <a:gd name="connsiteX13" fmla="*/ 87034 w 199368"/>
                  <a:gd name="connsiteY13" fmla="*/ 0 h 299245"/>
                  <a:gd name="connsiteX14" fmla="*/ 113389 w 199368"/>
                  <a:gd name="connsiteY14" fmla="*/ 0 h 299245"/>
                  <a:gd name="connsiteX15" fmla="*/ 108739 w 199368"/>
                  <a:gd name="connsiteY15" fmla="*/ 105474 h 299245"/>
                  <a:gd name="connsiteX16" fmla="*/ 98817 w 199368"/>
                  <a:gd name="connsiteY16" fmla="*/ 47915 h 299245"/>
                  <a:gd name="connsiteX17" fmla="*/ 88273 w 199368"/>
                  <a:gd name="connsiteY17" fmla="*/ 105173 h 299245"/>
                  <a:gd name="connsiteX18" fmla="*/ 65638 w 199368"/>
                  <a:gd name="connsiteY18" fmla="*/ 188347 h 299245"/>
                  <a:gd name="connsiteX19" fmla="*/ 130754 w 199368"/>
                  <a:gd name="connsiteY19" fmla="*/ 188347 h 299245"/>
                  <a:gd name="connsiteX20" fmla="*/ 108429 w 199368"/>
                  <a:gd name="connsiteY20" fmla="*/ 105474 h 299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9368" h="299245">
                    <a:moveTo>
                      <a:pt x="112771" y="0"/>
                    </a:moveTo>
                    <a:cubicBezTo>
                      <a:pt x="118352" y="0"/>
                      <a:pt x="121762" y="2712"/>
                      <a:pt x="123312" y="7835"/>
                    </a:cubicBezTo>
                    <a:lnTo>
                      <a:pt x="198971" y="291410"/>
                    </a:lnTo>
                    <a:cubicBezTo>
                      <a:pt x="200211" y="296834"/>
                      <a:pt x="198661" y="299246"/>
                      <a:pt x="192770" y="299246"/>
                    </a:cubicBezTo>
                    <a:lnTo>
                      <a:pt x="167034" y="299246"/>
                    </a:lnTo>
                    <a:cubicBezTo>
                      <a:pt x="161143" y="299246"/>
                      <a:pt x="158972" y="296232"/>
                      <a:pt x="157422" y="291410"/>
                    </a:cubicBezTo>
                    <a:lnTo>
                      <a:pt x="138816" y="220893"/>
                    </a:lnTo>
                    <a:lnTo>
                      <a:pt x="58196" y="220893"/>
                    </a:lnTo>
                    <a:lnTo>
                      <a:pt x="40211" y="291410"/>
                    </a:lnTo>
                    <a:cubicBezTo>
                      <a:pt x="38972" y="296232"/>
                      <a:pt x="36180" y="299246"/>
                      <a:pt x="30599" y="299246"/>
                    </a:cubicBezTo>
                    <a:lnTo>
                      <a:pt x="6722" y="299246"/>
                    </a:lnTo>
                    <a:cubicBezTo>
                      <a:pt x="831" y="299246"/>
                      <a:pt x="-1030" y="296534"/>
                      <a:pt x="522" y="291410"/>
                    </a:cubicBezTo>
                    <a:lnTo>
                      <a:pt x="76490" y="7835"/>
                    </a:lnTo>
                    <a:cubicBezTo>
                      <a:pt x="77732" y="2410"/>
                      <a:pt x="81142" y="0"/>
                      <a:pt x="87034" y="0"/>
                    </a:cubicBezTo>
                    <a:lnTo>
                      <a:pt x="113389" y="0"/>
                    </a:lnTo>
                    <a:close/>
                    <a:moveTo>
                      <a:pt x="108739" y="105474"/>
                    </a:moveTo>
                    <a:cubicBezTo>
                      <a:pt x="105638" y="94324"/>
                      <a:pt x="100056" y="61778"/>
                      <a:pt x="98817" y="47915"/>
                    </a:cubicBezTo>
                    <a:cubicBezTo>
                      <a:pt x="96646" y="64188"/>
                      <a:pt x="91684" y="92817"/>
                      <a:pt x="88273" y="105173"/>
                    </a:cubicBezTo>
                    <a:lnTo>
                      <a:pt x="65638" y="188347"/>
                    </a:lnTo>
                    <a:lnTo>
                      <a:pt x="130754" y="188347"/>
                    </a:lnTo>
                    <a:lnTo>
                      <a:pt x="108429" y="105474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3" name="手繪多邊形: 圖案 142">
                <a:extLst>
                  <a:ext uri="{FF2B5EF4-FFF2-40B4-BE49-F238E27FC236}">
                    <a16:creationId xmlns:a16="http://schemas.microsoft.com/office/drawing/2014/main" id="{94585B9E-BACB-A2F7-B5AD-51BB1B650852}"/>
                  </a:ext>
                </a:extLst>
              </p:cNvPr>
              <p:cNvSpPr/>
              <p:nvPr/>
            </p:nvSpPr>
            <p:spPr>
              <a:xfrm>
                <a:off x="31148691" y="22540893"/>
                <a:ext cx="145735" cy="299547"/>
              </a:xfrm>
              <a:custGeom>
                <a:avLst/>
                <a:gdLst>
                  <a:gd name="connsiteX0" fmla="*/ 61705 w 145735"/>
                  <a:gd name="connsiteY0" fmla="*/ 299547 h 299547"/>
                  <a:gd name="connsiteX1" fmla="*/ 0 w 145735"/>
                  <a:gd name="connsiteY1" fmla="*/ 239578 h 299547"/>
                  <a:gd name="connsiteX2" fmla="*/ 0 w 145735"/>
                  <a:gd name="connsiteY2" fmla="*/ 8438 h 299547"/>
                  <a:gd name="connsiteX3" fmla="*/ 8062 w 145735"/>
                  <a:gd name="connsiteY3" fmla="*/ 0 h 299547"/>
                  <a:gd name="connsiteX4" fmla="*/ 33487 w 145735"/>
                  <a:gd name="connsiteY4" fmla="*/ 0 h 299547"/>
                  <a:gd name="connsiteX5" fmla="*/ 41239 w 145735"/>
                  <a:gd name="connsiteY5" fmla="*/ 8438 h 299547"/>
                  <a:gd name="connsiteX6" fmla="*/ 41239 w 145735"/>
                  <a:gd name="connsiteY6" fmla="*/ 238975 h 299547"/>
                  <a:gd name="connsiteX7" fmla="*/ 68216 w 145735"/>
                  <a:gd name="connsiteY7" fmla="*/ 265193 h 299547"/>
                  <a:gd name="connsiteX8" fmla="*/ 137675 w 145735"/>
                  <a:gd name="connsiteY8" fmla="*/ 265193 h 299547"/>
                  <a:gd name="connsiteX9" fmla="*/ 145735 w 145735"/>
                  <a:gd name="connsiteY9" fmla="*/ 272726 h 299547"/>
                  <a:gd name="connsiteX10" fmla="*/ 145735 w 145735"/>
                  <a:gd name="connsiteY10" fmla="*/ 291712 h 299547"/>
                  <a:gd name="connsiteX11" fmla="*/ 137675 w 145735"/>
                  <a:gd name="connsiteY11" fmla="*/ 299547 h 299547"/>
                  <a:gd name="connsiteX12" fmla="*/ 61705 w 145735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5" h="299547">
                    <a:moveTo>
                      <a:pt x="61705" y="299547"/>
                    </a:moveTo>
                    <a:cubicBezTo>
                      <a:pt x="27596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38975"/>
                    </a:lnTo>
                    <a:cubicBezTo>
                      <a:pt x="41239" y="253440"/>
                      <a:pt x="53333" y="265193"/>
                      <a:pt x="68216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5" y="267001"/>
                      <a:pt x="145735" y="272726"/>
                    </a:cubicBezTo>
                    <a:lnTo>
                      <a:pt x="145735" y="291712"/>
                    </a:lnTo>
                    <a:cubicBezTo>
                      <a:pt x="145735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4" name="手繪多邊形: 圖案 143">
                <a:extLst>
                  <a:ext uri="{FF2B5EF4-FFF2-40B4-BE49-F238E27FC236}">
                    <a16:creationId xmlns:a16="http://schemas.microsoft.com/office/drawing/2014/main" id="{5F84C8A5-E422-85D8-2834-EC86DF2852A2}"/>
                  </a:ext>
                </a:extLst>
              </p:cNvPr>
              <p:cNvSpPr/>
              <p:nvPr/>
            </p:nvSpPr>
            <p:spPr>
              <a:xfrm>
                <a:off x="32051330" y="22540893"/>
                <a:ext cx="145737" cy="299547"/>
              </a:xfrm>
              <a:custGeom>
                <a:avLst/>
                <a:gdLst>
                  <a:gd name="connsiteX0" fmla="*/ 61705 w 145737"/>
                  <a:gd name="connsiteY0" fmla="*/ 299547 h 299547"/>
                  <a:gd name="connsiteX1" fmla="*/ 0 w 145737"/>
                  <a:gd name="connsiteY1" fmla="*/ 239578 h 299547"/>
                  <a:gd name="connsiteX2" fmla="*/ 0 w 145737"/>
                  <a:gd name="connsiteY2" fmla="*/ 8438 h 299547"/>
                  <a:gd name="connsiteX3" fmla="*/ 8062 w 145737"/>
                  <a:gd name="connsiteY3" fmla="*/ 0 h 299547"/>
                  <a:gd name="connsiteX4" fmla="*/ 33489 w 145737"/>
                  <a:gd name="connsiteY4" fmla="*/ 0 h 299547"/>
                  <a:gd name="connsiteX5" fmla="*/ 41241 w 145737"/>
                  <a:gd name="connsiteY5" fmla="*/ 8438 h 299547"/>
                  <a:gd name="connsiteX6" fmla="*/ 41241 w 145737"/>
                  <a:gd name="connsiteY6" fmla="*/ 238975 h 299547"/>
                  <a:gd name="connsiteX7" fmla="*/ 68218 w 145737"/>
                  <a:gd name="connsiteY7" fmla="*/ 265193 h 299547"/>
                  <a:gd name="connsiteX8" fmla="*/ 137675 w 145737"/>
                  <a:gd name="connsiteY8" fmla="*/ 265193 h 299547"/>
                  <a:gd name="connsiteX9" fmla="*/ 145737 w 145737"/>
                  <a:gd name="connsiteY9" fmla="*/ 272726 h 299547"/>
                  <a:gd name="connsiteX10" fmla="*/ 145737 w 145737"/>
                  <a:gd name="connsiteY10" fmla="*/ 291712 h 299547"/>
                  <a:gd name="connsiteX11" fmla="*/ 137675 w 145737"/>
                  <a:gd name="connsiteY11" fmla="*/ 299547 h 299547"/>
                  <a:gd name="connsiteX12" fmla="*/ 61705 w 145737"/>
                  <a:gd name="connsiteY12" fmla="*/ 299547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737" h="299547">
                    <a:moveTo>
                      <a:pt x="61705" y="299547"/>
                    </a:moveTo>
                    <a:cubicBezTo>
                      <a:pt x="27597" y="299547"/>
                      <a:pt x="0" y="272726"/>
                      <a:pt x="0" y="239578"/>
                    </a:cubicBezTo>
                    <a:lnTo>
                      <a:pt x="0" y="8438"/>
                    </a:lnTo>
                    <a:cubicBezTo>
                      <a:pt x="0" y="2712"/>
                      <a:pt x="2171" y="0"/>
                      <a:pt x="8062" y="0"/>
                    </a:cubicBezTo>
                    <a:lnTo>
                      <a:pt x="33489" y="0"/>
                    </a:lnTo>
                    <a:cubicBezTo>
                      <a:pt x="39381" y="0"/>
                      <a:pt x="41241" y="2712"/>
                      <a:pt x="41241" y="8438"/>
                    </a:cubicBezTo>
                    <a:lnTo>
                      <a:pt x="41241" y="238975"/>
                    </a:lnTo>
                    <a:cubicBezTo>
                      <a:pt x="41241" y="253440"/>
                      <a:pt x="53333" y="265193"/>
                      <a:pt x="68218" y="265193"/>
                    </a:cubicBezTo>
                    <a:lnTo>
                      <a:pt x="137675" y="265193"/>
                    </a:lnTo>
                    <a:cubicBezTo>
                      <a:pt x="143256" y="265193"/>
                      <a:pt x="145737" y="267001"/>
                      <a:pt x="145737" y="272726"/>
                    </a:cubicBezTo>
                    <a:lnTo>
                      <a:pt x="145737" y="291712"/>
                    </a:lnTo>
                    <a:cubicBezTo>
                      <a:pt x="145737" y="297438"/>
                      <a:pt x="142946" y="299547"/>
                      <a:pt x="137675" y="299547"/>
                    </a:cubicBezTo>
                    <a:lnTo>
                      <a:pt x="61705" y="299547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5" name="手繪多邊形: 圖案 144">
                <a:extLst>
                  <a:ext uri="{FF2B5EF4-FFF2-40B4-BE49-F238E27FC236}">
                    <a16:creationId xmlns:a16="http://schemas.microsoft.com/office/drawing/2014/main" id="{99F55104-0E1E-AFB9-04A2-263BDE865892}"/>
                  </a:ext>
                </a:extLst>
              </p:cNvPr>
              <p:cNvSpPr/>
              <p:nvPr/>
            </p:nvSpPr>
            <p:spPr>
              <a:xfrm>
                <a:off x="31686367" y="22537879"/>
                <a:ext cx="173645" cy="306177"/>
              </a:xfrm>
              <a:custGeom>
                <a:avLst/>
                <a:gdLst>
                  <a:gd name="connsiteX0" fmla="*/ 173645 w 173645"/>
                  <a:gd name="connsiteY0" fmla="*/ 241988 h 306177"/>
                  <a:gd name="connsiteX1" fmla="*/ 86822 w 173645"/>
                  <a:gd name="connsiteY1" fmla="*/ 306177 h 306177"/>
                  <a:gd name="connsiteX2" fmla="*/ 0 w 173645"/>
                  <a:gd name="connsiteY2" fmla="*/ 241988 h 306177"/>
                  <a:gd name="connsiteX3" fmla="*/ 0 w 173645"/>
                  <a:gd name="connsiteY3" fmla="*/ 64189 h 306177"/>
                  <a:gd name="connsiteX4" fmla="*/ 86822 w 173645"/>
                  <a:gd name="connsiteY4" fmla="*/ 0 h 306177"/>
                  <a:gd name="connsiteX5" fmla="*/ 173645 w 173645"/>
                  <a:gd name="connsiteY5" fmla="*/ 64189 h 306177"/>
                  <a:gd name="connsiteX6" fmla="*/ 173645 w 173645"/>
                  <a:gd name="connsiteY6" fmla="*/ 88900 h 306177"/>
                  <a:gd name="connsiteX7" fmla="*/ 165893 w 173645"/>
                  <a:gd name="connsiteY7" fmla="*/ 97338 h 306177"/>
                  <a:gd name="connsiteX8" fmla="*/ 141396 w 173645"/>
                  <a:gd name="connsiteY8" fmla="*/ 97338 h 306177"/>
                  <a:gd name="connsiteX9" fmla="*/ 133333 w 173645"/>
                  <a:gd name="connsiteY9" fmla="*/ 88900 h 306177"/>
                  <a:gd name="connsiteX10" fmla="*/ 133333 w 173645"/>
                  <a:gd name="connsiteY10" fmla="*/ 67805 h 306177"/>
                  <a:gd name="connsiteX11" fmla="*/ 87132 w 173645"/>
                  <a:gd name="connsiteY11" fmla="*/ 34355 h 306177"/>
                  <a:gd name="connsiteX12" fmla="*/ 41241 w 173645"/>
                  <a:gd name="connsiteY12" fmla="*/ 67805 h 306177"/>
                  <a:gd name="connsiteX13" fmla="*/ 41241 w 173645"/>
                  <a:gd name="connsiteY13" fmla="*/ 238674 h 306177"/>
                  <a:gd name="connsiteX14" fmla="*/ 87132 w 173645"/>
                  <a:gd name="connsiteY14" fmla="*/ 272124 h 306177"/>
                  <a:gd name="connsiteX15" fmla="*/ 133333 w 173645"/>
                  <a:gd name="connsiteY15" fmla="*/ 238674 h 306177"/>
                  <a:gd name="connsiteX16" fmla="*/ 133333 w 173645"/>
                  <a:gd name="connsiteY16" fmla="*/ 211853 h 306177"/>
                  <a:gd name="connsiteX17" fmla="*/ 141396 w 173645"/>
                  <a:gd name="connsiteY17" fmla="*/ 204018 h 306177"/>
                  <a:gd name="connsiteX18" fmla="*/ 165893 w 173645"/>
                  <a:gd name="connsiteY18" fmla="*/ 204018 h 306177"/>
                  <a:gd name="connsiteX19" fmla="*/ 173645 w 173645"/>
                  <a:gd name="connsiteY19" fmla="*/ 211853 h 306177"/>
                  <a:gd name="connsiteX20" fmla="*/ 173645 w 173645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5" h="306177">
                    <a:moveTo>
                      <a:pt x="173645" y="241988"/>
                    </a:moveTo>
                    <a:cubicBezTo>
                      <a:pt x="173645" y="276343"/>
                      <a:pt x="154729" y="306177"/>
                      <a:pt x="86822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2" y="0"/>
                    </a:cubicBezTo>
                    <a:cubicBezTo>
                      <a:pt x="154110" y="0"/>
                      <a:pt x="173645" y="29834"/>
                      <a:pt x="173645" y="64189"/>
                    </a:cubicBezTo>
                    <a:lnTo>
                      <a:pt x="173645" y="88900"/>
                    </a:lnTo>
                    <a:cubicBezTo>
                      <a:pt x="173645" y="94626"/>
                      <a:pt x="171474" y="97338"/>
                      <a:pt x="165893" y="97338"/>
                    </a:cubicBezTo>
                    <a:lnTo>
                      <a:pt x="141396" y="97338"/>
                    </a:lnTo>
                    <a:cubicBezTo>
                      <a:pt x="135504" y="97338"/>
                      <a:pt x="133333" y="94626"/>
                      <a:pt x="133333" y="88900"/>
                    </a:cubicBezTo>
                    <a:lnTo>
                      <a:pt x="133333" y="67805"/>
                    </a:lnTo>
                    <a:cubicBezTo>
                      <a:pt x="133333" y="47011"/>
                      <a:pt x="121242" y="34355"/>
                      <a:pt x="87132" y="34355"/>
                    </a:cubicBezTo>
                    <a:cubicBezTo>
                      <a:pt x="53024" y="34355"/>
                      <a:pt x="41241" y="47011"/>
                      <a:pt x="41241" y="67805"/>
                    </a:cubicBezTo>
                    <a:lnTo>
                      <a:pt x="41241" y="238674"/>
                    </a:lnTo>
                    <a:cubicBezTo>
                      <a:pt x="41241" y="259468"/>
                      <a:pt x="53024" y="272124"/>
                      <a:pt x="87132" y="272124"/>
                    </a:cubicBezTo>
                    <a:cubicBezTo>
                      <a:pt x="121242" y="272124"/>
                      <a:pt x="133333" y="259468"/>
                      <a:pt x="133333" y="238674"/>
                    </a:cubicBezTo>
                    <a:lnTo>
                      <a:pt x="133333" y="211853"/>
                    </a:lnTo>
                    <a:cubicBezTo>
                      <a:pt x="133333" y="206127"/>
                      <a:pt x="135504" y="204018"/>
                      <a:pt x="141396" y="204018"/>
                    </a:cubicBezTo>
                    <a:lnTo>
                      <a:pt x="165893" y="204018"/>
                    </a:lnTo>
                    <a:cubicBezTo>
                      <a:pt x="171474" y="204018"/>
                      <a:pt x="173645" y="206127"/>
                      <a:pt x="173645" y="211853"/>
                    </a:cubicBezTo>
                    <a:lnTo>
                      <a:pt x="173645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6" name="手繪多邊形: 圖案 145">
                <a:extLst>
                  <a:ext uri="{FF2B5EF4-FFF2-40B4-BE49-F238E27FC236}">
                    <a16:creationId xmlns:a16="http://schemas.microsoft.com/office/drawing/2014/main" id="{13461110-A9A2-4170-0021-EEC58D48E739}"/>
                  </a:ext>
                </a:extLst>
              </p:cNvPr>
              <p:cNvSpPr/>
              <p:nvPr/>
            </p:nvSpPr>
            <p:spPr>
              <a:xfrm>
                <a:off x="3237567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9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9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7" name="手繪多邊形: 圖案 146">
                <a:extLst>
                  <a:ext uri="{FF2B5EF4-FFF2-40B4-BE49-F238E27FC236}">
                    <a16:creationId xmlns:a16="http://schemas.microsoft.com/office/drawing/2014/main" id="{1CC18AFD-5F54-FABA-EFA3-EC87014D2CAE}"/>
                  </a:ext>
                </a:extLst>
              </p:cNvPr>
              <p:cNvSpPr/>
              <p:nvPr/>
            </p:nvSpPr>
            <p:spPr>
              <a:xfrm>
                <a:off x="32621565" y="22540893"/>
                <a:ext cx="179536" cy="299547"/>
              </a:xfrm>
              <a:custGeom>
                <a:avLst/>
                <a:gdLst>
                  <a:gd name="connsiteX0" fmla="*/ 179537 w 179536"/>
                  <a:gd name="connsiteY0" fmla="*/ 291712 h 299547"/>
                  <a:gd name="connsiteX1" fmla="*/ 171785 w 179536"/>
                  <a:gd name="connsiteY1" fmla="*/ 299547 h 299547"/>
                  <a:gd name="connsiteX2" fmla="*/ 148218 w 179536"/>
                  <a:gd name="connsiteY2" fmla="*/ 299547 h 299547"/>
                  <a:gd name="connsiteX3" fmla="*/ 140156 w 179536"/>
                  <a:gd name="connsiteY3" fmla="*/ 294726 h 299547"/>
                  <a:gd name="connsiteX4" fmla="*/ 51781 w 179536"/>
                  <a:gd name="connsiteY4" fmla="*/ 116323 h 299547"/>
                  <a:gd name="connsiteX5" fmla="*/ 38139 w 179536"/>
                  <a:gd name="connsiteY5" fmla="*/ 84982 h 299547"/>
                  <a:gd name="connsiteX6" fmla="*/ 38139 w 179536"/>
                  <a:gd name="connsiteY6" fmla="*/ 291411 h 299547"/>
                  <a:gd name="connsiteX7" fmla="*/ 30387 w 179536"/>
                  <a:gd name="connsiteY7" fmla="*/ 299246 h 299547"/>
                  <a:gd name="connsiteX8" fmla="*/ 7752 w 179536"/>
                  <a:gd name="connsiteY8" fmla="*/ 299246 h 299547"/>
                  <a:gd name="connsiteX9" fmla="*/ 0 w 179536"/>
                  <a:gd name="connsiteY9" fmla="*/ 291411 h 299547"/>
                  <a:gd name="connsiteX10" fmla="*/ 0 w 179536"/>
                  <a:gd name="connsiteY10" fmla="*/ 7836 h 299547"/>
                  <a:gd name="connsiteX11" fmla="*/ 7752 w 179536"/>
                  <a:gd name="connsiteY11" fmla="*/ 0 h 299547"/>
                  <a:gd name="connsiteX12" fmla="*/ 31629 w 179536"/>
                  <a:gd name="connsiteY12" fmla="*/ 0 h 299547"/>
                  <a:gd name="connsiteX13" fmla="*/ 38760 w 179536"/>
                  <a:gd name="connsiteY13" fmla="*/ 4520 h 299547"/>
                  <a:gd name="connsiteX14" fmla="*/ 129300 w 179536"/>
                  <a:gd name="connsiteY14" fmla="*/ 185333 h 299547"/>
                  <a:gd name="connsiteX15" fmla="*/ 141084 w 179536"/>
                  <a:gd name="connsiteY15" fmla="*/ 213359 h 299547"/>
                  <a:gd name="connsiteX16" fmla="*/ 141084 w 179536"/>
                  <a:gd name="connsiteY16" fmla="*/ 7836 h 299547"/>
                  <a:gd name="connsiteX17" fmla="*/ 149146 w 179536"/>
                  <a:gd name="connsiteY17" fmla="*/ 0 h 299547"/>
                  <a:gd name="connsiteX18" fmla="*/ 171474 w 179536"/>
                  <a:gd name="connsiteY18" fmla="*/ 0 h 299547"/>
                  <a:gd name="connsiteX19" fmla="*/ 179226 w 179536"/>
                  <a:gd name="connsiteY19" fmla="*/ 7836 h 299547"/>
                  <a:gd name="connsiteX20" fmla="*/ 179226 w 179536"/>
                  <a:gd name="connsiteY20" fmla="*/ 291411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9536" h="299547">
                    <a:moveTo>
                      <a:pt x="179537" y="291712"/>
                    </a:moveTo>
                    <a:cubicBezTo>
                      <a:pt x="179537" y="297136"/>
                      <a:pt x="177674" y="299547"/>
                      <a:pt x="171785" y="299547"/>
                    </a:cubicBezTo>
                    <a:lnTo>
                      <a:pt x="148218" y="299547"/>
                    </a:lnTo>
                    <a:cubicBezTo>
                      <a:pt x="143567" y="299547"/>
                      <a:pt x="142015" y="298342"/>
                      <a:pt x="140156" y="294726"/>
                    </a:cubicBezTo>
                    <a:lnTo>
                      <a:pt x="51781" y="116323"/>
                    </a:lnTo>
                    <a:cubicBezTo>
                      <a:pt x="46822" y="106680"/>
                      <a:pt x="41239" y="94625"/>
                      <a:pt x="38139" y="84982"/>
                    </a:cubicBezTo>
                    <a:lnTo>
                      <a:pt x="38139" y="291411"/>
                    </a:lnTo>
                    <a:cubicBezTo>
                      <a:pt x="38139" y="296835"/>
                      <a:pt x="35970" y="299246"/>
                      <a:pt x="30387" y="299246"/>
                    </a:cubicBezTo>
                    <a:lnTo>
                      <a:pt x="7752" y="299246"/>
                    </a:lnTo>
                    <a:cubicBezTo>
                      <a:pt x="2171" y="299246"/>
                      <a:pt x="0" y="296534"/>
                      <a:pt x="0" y="291411"/>
                    </a:cubicBezTo>
                    <a:lnTo>
                      <a:pt x="0" y="7836"/>
                    </a:lnTo>
                    <a:cubicBezTo>
                      <a:pt x="0" y="2410"/>
                      <a:pt x="2171" y="0"/>
                      <a:pt x="7752" y="0"/>
                    </a:cubicBezTo>
                    <a:lnTo>
                      <a:pt x="31629" y="0"/>
                    </a:lnTo>
                    <a:cubicBezTo>
                      <a:pt x="35660" y="0"/>
                      <a:pt x="37518" y="1206"/>
                      <a:pt x="38760" y="4520"/>
                    </a:cubicBezTo>
                    <a:lnTo>
                      <a:pt x="129300" y="185333"/>
                    </a:lnTo>
                    <a:cubicBezTo>
                      <a:pt x="133025" y="192867"/>
                      <a:pt x="138915" y="207031"/>
                      <a:pt x="141084" y="213359"/>
                    </a:cubicBezTo>
                    <a:lnTo>
                      <a:pt x="141084" y="7836"/>
                    </a:lnTo>
                    <a:cubicBezTo>
                      <a:pt x="141084" y="2410"/>
                      <a:pt x="143877" y="0"/>
                      <a:pt x="149146" y="0"/>
                    </a:cubicBezTo>
                    <a:lnTo>
                      <a:pt x="171474" y="0"/>
                    </a:lnTo>
                    <a:cubicBezTo>
                      <a:pt x="177364" y="0"/>
                      <a:pt x="179226" y="2712"/>
                      <a:pt x="179226" y="7836"/>
                    </a:cubicBezTo>
                    <a:lnTo>
                      <a:pt x="179226" y="291411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8" name="手繪多邊形: 圖案 147">
                <a:extLst>
                  <a:ext uri="{FF2B5EF4-FFF2-40B4-BE49-F238E27FC236}">
                    <a16:creationId xmlns:a16="http://schemas.microsoft.com/office/drawing/2014/main" id="{CE3DD7CF-B602-7F86-036B-0B6C7E2CB9D9}"/>
                  </a:ext>
                </a:extLst>
              </p:cNvPr>
              <p:cNvSpPr/>
              <p:nvPr/>
            </p:nvSpPr>
            <p:spPr>
              <a:xfrm>
                <a:off x="33006063" y="22540893"/>
                <a:ext cx="41239" cy="299547"/>
              </a:xfrm>
              <a:custGeom>
                <a:avLst/>
                <a:gdLst>
                  <a:gd name="connsiteX0" fmla="*/ 41239 w 41239"/>
                  <a:gd name="connsiteY0" fmla="*/ 291110 h 299547"/>
                  <a:gd name="connsiteX1" fmla="*/ 33487 w 41239"/>
                  <a:gd name="connsiteY1" fmla="*/ 299547 h 299547"/>
                  <a:gd name="connsiteX2" fmla="*/ 7752 w 41239"/>
                  <a:gd name="connsiteY2" fmla="*/ 299547 h 299547"/>
                  <a:gd name="connsiteX3" fmla="*/ 0 w 41239"/>
                  <a:gd name="connsiteY3" fmla="*/ 291110 h 299547"/>
                  <a:gd name="connsiteX4" fmla="*/ 0 w 41239"/>
                  <a:gd name="connsiteY4" fmla="*/ 8438 h 299547"/>
                  <a:gd name="connsiteX5" fmla="*/ 7752 w 41239"/>
                  <a:gd name="connsiteY5" fmla="*/ 0 h 299547"/>
                  <a:gd name="connsiteX6" fmla="*/ 33487 w 41239"/>
                  <a:gd name="connsiteY6" fmla="*/ 0 h 299547"/>
                  <a:gd name="connsiteX7" fmla="*/ 41239 w 41239"/>
                  <a:gd name="connsiteY7" fmla="*/ 8438 h 299547"/>
                  <a:gd name="connsiteX8" fmla="*/ 41239 w 41239"/>
                  <a:gd name="connsiteY8" fmla="*/ 291110 h 2995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1239" h="299547">
                    <a:moveTo>
                      <a:pt x="41239" y="291110"/>
                    </a:moveTo>
                    <a:cubicBezTo>
                      <a:pt x="41239" y="296835"/>
                      <a:pt x="39377" y="299547"/>
                      <a:pt x="33487" y="299547"/>
                    </a:cubicBezTo>
                    <a:lnTo>
                      <a:pt x="7752" y="299547"/>
                    </a:lnTo>
                    <a:cubicBezTo>
                      <a:pt x="2169" y="299547"/>
                      <a:pt x="0" y="296835"/>
                      <a:pt x="0" y="291110"/>
                    </a:cubicBezTo>
                    <a:lnTo>
                      <a:pt x="0" y="8438"/>
                    </a:lnTo>
                    <a:cubicBezTo>
                      <a:pt x="0" y="2712"/>
                      <a:pt x="2169" y="0"/>
                      <a:pt x="7752" y="0"/>
                    </a:cubicBezTo>
                    <a:lnTo>
                      <a:pt x="33487" y="0"/>
                    </a:lnTo>
                    <a:cubicBezTo>
                      <a:pt x="39377" y="0"/>
                      <a:pt x="41239" y="2712"/>
                      <a:pt x="41239" y="8438"/>
                    </a:cubicBezTo>
                    <a:lnTo>
                      <a:pt x="41239" y="29111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149" name="手繪多邊形: 圖案 148">
                <a:extLst>
                  <a:ext uri="{FF2B5EF4-FFF2-40B4-BE49-F238E27FC236}">
                    <a16:creationId xmlns:a16="http://schemas.microsoft.com/office/drawing/2014/main" id="{1F466029-0754-796A-331A-A668A3BF2C74}"/>
                  </a:ext>
                </a:extLst>
              </p:cNvPr>
              <p:cNvSpPr/>
              <p:nvPr/>
            </p:nvSpPr>
            <p:spPr>
              <a:xfrm>
                <a:off x="33247922" y="22537879"/>
                <a:ext cx="173643" cy="306177"/>
              </a:xfrm>
              <a:custGeom>
                <a:avLst/>
                <a:gdLst>
                  <a:gd name="connsiteX0" fmla="*/ 173643 w 173643"/>
                  <a:gd name="connsiteY0" fmla="*/ 241988 h 306177"/>
                  <a:gd name="connsiteX1" fmla="*/ 86824 w 173643"/>
                  <a:gd name="connsiteY1" fmla="*/ 306177 h 306177"/>
                  <a:gd name="connsiteX2" fmla="*/ 0 w 173643"/>
                  <a:gd name="connsiteY2" fmla="*/ 241988 h 306177"/>
                  <a:gd name="connsiteX3" fmla="*/ 0 w 173643"/>
                  <a:gd name="connsiteY3" fmla="*/ 64189 h 306177"/>
                  <a:gd name="connsiteX4" fmla="*/ 86824 w 173643"/>
                  <a:gd name="connsiteY4" fmla="*/ 0 h 306177"/>
                  <a:gd name="connsiteX5" fmla="*/ 173643 w 173643"/>
                  <a:gd name="connsiteY5" fmla="*/ 64189 h 306177"/>
                  <a:gd name="connsiteX6" fmla="*/ 173643 w 173643"/>
                  <a:gd name="connsiteY6" fmla="*/ 88900 h 306177"/>
                  <a:gd name="connsiteX7" fmla="*/ 165891 w 173643"/>
                  <a:gd name="connsiteY7" fmla="*/ 97338 h 306177"/>
                  <a:gd name="connsiteX8" fmla="*/ 141398 w 173643"/>
                  <a:gd name="connsiteY8" fmla="*/ 97338 h 306177"/>
                  <a:gd name="connsiteX9" fmla="*/ 133335 w 173643"/>
                  <a:gd name="connsiteY9" fmla="*/ 88900 h 306177"/>
                  <a:gd name="connsiteX10" fmla="*/ 133335 w 173643"/>
                  <a:gd name="connsiteY10" fmla="*/ 67805 h 306177"/>
                  <a:gd name="connsiteX11" fmla="*/ 87134 w 173643"/>
                  <a:gd name="connsiteY11" fmla="*/ 34355 h 306177"/>
                  <a:gd name="connsiteX12" fmla="*/ 41243 w 173643"/>
                  <a:gd name="connsiteY12" fmla="*/ 67805 h 306177"/>
                  <a:gd name="connsiteX13" fmla="*/ 41243 w 173643"/>
                  <a:gd name="connsiteY13" fmla="*/ 238674 h 306177"/>
                  <a:gd name="connsiteX14" fmla="*/ 87134 w 173643"/>
                  <a:gd name="connsiteY14" fmla="*/ 272124 h 306177"/>
                  <a:gd name="connsiteX15" fmla="*/ 133335 w 173643"/>
                  <a:gd name="connsiteY15" fmla="*/ 238674 h 306177"/>
                  <a:gd name="connsiteX16" fmla="*/ 133335 w 173643"/>
                  <a:gd name="connsiteY16" fmla="*/ 211853 h 306177"/>
                  <a:gd name="connsiteX17" fmla="*/ 141398 w 173643"/>
                  <a:gd name="connsiteY17" fmla="*/ 204018 h 306177"/>
                  <a:gd name="connsiteX18" fmla="*/ 165891 w 173643"/>
                  <a:gd name="connsiteY18" fmla="*/ 204018 h 306177"/>
                  <a:gd name="connsiteX19" fmla="*/ 173643 w 173643"/>
                  <a:gd name="connsiteY19" fmla="*/ 211853 h 306177"/>
                  <a:gd name="connsiteX20" fmla="*/ 173643 w 173643"/>
                  <a:gd name="connsiteY20" fmla="*/ 242290 h 306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3643" h="306177">
                    <a:moveTo>
                      <a:pt x="173643" y="241988"/>
                    </a:moveTo>
                    <a:cubicBezTo>
                      <a:pt x="173643" y="276343"/>
                      <a:pt x="154729" y="306177"/>
                      <a:pt x="86824" y="306177"/>
                    </a:cubicBezTo>
                    <a:cubicBezTo>
                      <a:pt x="18914" y="306177"/>
                      <a:pt x="0" y="276343"/>
                      <a:pt x="0" y="241988"/>
                    </a:cubicBezTo>
                    <a:lnTo>
                      <a:pt x="0" y="64189"/>
                    </a:lnTo>
                    <a:cubicBezTo>
                      <a:pt x="0" y="29834"/>
                      <a:pt x="19535" y="0"/>
                      <a:pt x="86824" y="0"/>
                    </a:cubicBezTo>
                    <a:cubicBezTo>
                      <a:pt x="154108" y="0"/>
                      <a:pt x="173643" y="29834"/>
                      <a:pt x="173643" y="64189"/>
                    </a:cubicBezTo>
                    <a:lnTo>
                      <a:pt x="173643" y="88900"/>
                    </a:lnTo>
                    <a:cubicBezTo>
                      <a:pt x="173643" y="94626"/>
                      <a:pt x="171474" y="97338"/>
                      <a:pt x="165891" y="97338"/>
                    </a:cubicBezTo>
                    <a:lnTo>
                      <a:pt x="141398" y="97338"/>
                    </a:lnTo>
                    <a:cubicBezTo>
                      <a:pt x="135504" y="97338"/>
                      <a:pt x="133335" y="94626"/>
                      <a:pt x="133335" y="88900"/>
                    </a:cubicBezTo>
                    <a:lnTo>
                      <a:pt x="133335" y="67805"/>
                    </a:lnTo>
                    <a:cubicBezTo>
                      <a:pt x="133335" y="47011"/>
                      <a:pt x="121242" y="34355"/>
                      <a:pt x="87134" y="34355"/>
                    </a:cubicBezTo>
                    <a:cubicBezTo>
                      <a:pt x="53026" y="34355"/>
                      <a:pt x="41243" y="47011"/>
                      <a:pt x="41243" y="67805"/>
                    </a:cubicBezTo>
                    <a:lnTo>
                      <a:pt x="41243" y="238674"/>
                    </a:lnTo>
                    <a:cubicBezTo>
                      <a:pt x="41243" y="259468"/>
                      <a:pt x="53026" y="272124"/>
                      <a:pt x="87134" y="272124"/>
                    </a:cubicBezTo>
                    <a:cubicBezTo>
                      <a:pt x="121242" y="272124"/>
                      <a:pt x="133335" y="259468"/>
                      <a:pt x="133335" y="238674"/>
                    </a:cubicBezTo>
                    <a:lnTo>
                      <a:pt x="133335" y="211853"/>
                    </a:lnTo>
                    <a:cubicBezTo>
                      <a:pt x="133335" y="206127"/>
                      <a:pt x="135504" y="204018"/>
                      <a:pt x="141398" y="204018"/>
                    </a:cubicBezTo>
                    <a:lnTo>
                      <a:pt x="165891" y="204018"/>
                    </a:lnTo>
                    <a:cubicBezTo>
                      <a:pt x="171474" y="204018"/>
                      <a:pt x="173643" y="206127"/>
                      <a:pt x="173643" y="211853"/>
                    </a:cubicBezTo>
                    <a:lnTo>
                      <a:pt x="173643" y="242290"/>
                    </a:lnTo>
                    <a:close/>
                  </a:path>
                </a:pathLst>
              </a:custGeom>
              <a:solidFill>
                <a:srgbClr val="714F38"/>
              </a:solidFill>
              <a:ln w="5182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grpSp>
        <p:nvGrpSpPr>
          <p:cNvPr id="206" name="圖形 17">
            <a:extLst>
              <a:ext uri="{FF2B5EF4-FFF2-40B4-BE49-F238E27FC236}">
                <a16:creationId xmlns:a16="http://schemas.microsoft.com/office/drawing/2014/main" id="{BC5D7A6A-85C4-889F-889A-2F6C3E958E2B}"/>
              </a:ext>
            </a:extLst>
          </p:cNvPr>
          <p:cNvGrpSpPr/>
          <p:nvPr/>
        </p:nvGrpSpPr>
        <p:grpSpPr>
          <a:xfrm>
            <a:off x="-68873526" y="31167757"/>
            <a:ext cx="104519716" cy="66470766"/>
            <a:chOff x="-69302514" y="16782290"/>
            <a:chExt cx="105170732" cy="66884789"/>
          </a:xfrm>
          <a:noFill/>
        </p:grpSpPr>
        <p:grpSp>
          <p:nvGrpSpPr>
            <p:cNvPr id="207" name="圖形 17">
              <a:extLst>
                <a:ext uri="{FF2B5EF4-FFF2-40B4-BE49-F238E27FC236}">
                  <a16:creationId xmlns:a16="http://schemas.microsoft.com/office/drawing/2014/main" id="{6AD9D537-B54F-6D1E-28A1-D6DF3FDED043}"/>
                </a:ext>
              </a:extLst>
            </p:cNvPr>
            <p:cNvGrpSpPr/>
            <p:nvPr/>
          </p:nvGrpSpPr>
          <p:grpSpPr>
            <a:xfrm>
              <a:off x="-54761377" y="16782290"/>
              <a:ext cx="18176195" cy="66884772"/>
              <a:chOff x="-54761377" y="16782290"/>
              <a:chExt cx="18176195" cy="66884772"/>
            </a:xfrm>
            <a:noFill/>
          </p:grpSpPr>
          <p:grpSp>
            <p:nvGrpSpPr>
              <p:cNvPr id="208" name="圖形 17">
                <a:extLst>
                  <a:ext uri="{FF2B5EF4-FFF2-40B4-BE49-F238E27FC236}">
                    <a16:creationId xmlns:a16="http://schemas.microsoft.com/office/drawing/2014/main" id="{7A5C6513-1E5C-7A52-91A2-50B93CE28AB7}"/>
                  </a:ext>
                </a:extLst>
              </p:cNvPr>
              <p:cNvGrpSpPr/>
              <p:nvPr/>
            </p:nvGrpSpPr>
            <p:grpSpPr>
              <a:xfrm>
                <a:off x="-54761377" y="16782290"/>
                <a:ext cx="18176195" cy="30338556"/>
                <a:chOff x="-54761377" y="16782290"/>
                <a:chExt cx="18176195" cy="30338556"/>
              </a:xfrm>
              <a:noFill/>
            </p:grpSpPr>
            <p:sp>
              <p:nvSpPr>
                <p:cNvPr id="209" name="手繪多邊形: 圖案 208">
                  <a:extLst>
                    <a:ext uri="{FF2B5EF4-FFF2-40B4-BE49-F238E27FC236}">
                      <a16:creationId xmlns:a16="http://schemas.microsoft.com/office/drawing/2014/main" id="{95CFBD7F-320E-3EB5-5418-241E67864007}"/>
                    </a:ext>
                  </a:extLst>
                </p:cNvPr>
                <p:cNvSpPr/>
                <p:nvPr/>
              </p:nvSpPr>
              <p:spPr>
                <a:xfrm>
                  <a:off x="-54761377" y="16782290"/>
                  <a:ext cx="1485276" cy="30135"/>
                </a:xfrm>
                <a:custGeom>
                  <a:avLst/>
                  <a:gdLst>
                    <a:gd name="connsiteX0" fmla="*/ 2 w 1485276"/>
                    <a:gd name="connsiteY0" fmla="*/ 0 h 30135"/>
                    <a:gd name="connsiteX1" fmla="*/ 1485275 w 1485276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485276" h="30135">
                      <a:moveTo>
                        <a:pt x="2" y="0"/>
                      </a:moveTo>
                      <a:lnTo>
                        <a:pt x="1485275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0" name="手繪多邊形: 圖案 209">
                  <a:extLst>
                    <a:ext uri="{FF2B5EF4-FFF2-40B4-BE49-F238E27FC236}">
                      <a16:creationId xmlns:a16="http://schemas.microsoft.com/office/drawing/2014/main" id="{8D03FDF7-36C1-CF9C-A0D8-F998322AEB86}"/>
                    </a:ext>
                  </a:extLst>
                </p:cNvPr>
                <p:cNvSpPr/>
                <p:nvPr/>
              </p:nvSpPr>
              <p:spPr>
                <a:xfrm>
                  <a:off x="-54578121" y="16782290"/>
                  <a:ext cx="1302019" cy="1711398"/>
                </a:xfrm>
                <a:custGeom>
                  <a:avLst/>
                  <a:gdLst>
                    <a:gd name="connsiteX0" fmla="*/ 1302020 w 1302019"/>
                    <a:gd name="connsiteY0" fmla="*/ 1711398 h 1711398"/>
                    <a:gd name="connsiteX1" fmla="*/ 388219 w 1302019"/>
                    <a:gd name="connsiteY1" fmla="*/ 1711398 h 1711398"/>
                    <a:gd name="connsiteX2" fmla="*/ 0 w 1302019"/>
                    <a:gd name="connsiteY2" fmla="*/ 1334101 h 1711398"/>
                    <a:gd name="connsiteX3" fmla="*/ 0 w 1302019"/>
                    <a:gd name="connsiteY3" fmla="*/ 0 h 171139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302019" h="1711398">
                      <a:moveTo>
                        <a:pt x="1302020" y="1711398"/>
                      </a:moveTo>
                      <a:lnTo>
                        <a:pt x="388219" y="1711398"/>
                      </a:lnTo>
                      <a:cubicBezTo>
                        <a:pt x="173954" y="1711398"/>
                        <a:pt x="0" y="1542337"/>
                        <a:pt x="0" y="1334101"/>
                      </a:cubicBezTo>
                      <a:lnTo>
                        <a:pt x="0" y="0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1" name="手繪多邊形: 圖案 210">
                  <a:extLst>
                    <a:ext uri="{FF2B5EF4-FFF2-40B4-BE49-F238E27FC236}">
                      <a16:creationId xmlns:a16="http://schemas.microsoft.com/office/drawing/2014/main" id="{38F1AA1F-AEF4-F536-EAA9-85DD2B9B3C92}"/>
                    </a:ext>
                  </a:extLst>
                </p:cNvPr>
                <p:cNvSpPr/>
                <p:nvPr/>
              </p:nvSpPr>
              <p:spPr>
                <a:xfrm>
                  <a:off x="-54225871" y="17177367"/>
                  <a:ext cx="826359" cy="30135"/>
                </a:xfrm>
                <a:custGeom>
                  <a:avLst/>
                  <a:gdLst>
                    <a:gd name="connsiteX0" fmla="*/ -2 w 826359"/>
                    <a:gd name="connsiteY0" fmla="*/ 0 h 30135"/>
                    <a:gd name="connsiteX1" fmla="*/ 826359 w 826359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26359" h="30135">
                      <a:moveTo>
                        <a:pt x="-2" y="0"/>
                      </a:moveTo>
                      <a:lnTo>
                        <a:pt x="826359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2" name="手繪多邊形: 圖案 211">
                  <a:extLst>
                    <a:ext uri="{FF2B5EF4-FFF2-40B4-BE49-F238E27FC236}">
                      <a16:creationId xmlns:a16="http://schemas.microsoft.com/office/drawing/2014/main" id="{286A36C7-CB3D-6262-FF55-5EC6E6014B3E}"/>
                    </a:ext>
                  </a:extLst>
                </p:cNvPr>
                <p:cNvSpPr/>
                <p:nvPr/>
              </p:nvSpPr>
              <p:spPr>
                <a:xfrm>
                  <a:off x="-54287887" y="17629701"/>
                  <a:ext cx="888375" cy="30135"/>
                </a:xfrm>
                <a:custGeom>
                  <a:avLst/>
                  <a:gdLst>
                    <a:gd name="connsiteX0" fmla="*/ -2 w 888375"/>
                    <a:gd name="connsiteY0" fmla="*/ 0 h 30135"/>
                    <a:gd name="connsiteX1" fmla="*/ 888374 w 888375"/>
                    <a:gd name="connsiteY1" fmla="*/ 0 h 301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888375" h="30135">
                      <a:moveTo>
                        <a:pt x="-2" y="0"/>
                      </a:moveTo>
                      <a:lnTo>
                        <a:pt x="888374" y="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3" name="手繪多邊形: 圖案 212">
                  <a:extLst>
                    <a:ext uri="{FF2B5EF4-FFF2-40B4-BE49-F238E27FC236}">
                      <a16:creationId xmlns:a16="http://schemas.microsoft.com/office/drawing/2014/main" id="{A1F236CA-A2CE-A034-A445-1D45BAF316F7}"/>
                    </a:ext>
                  </a:extLst>
                </p:cNvPr>
                <p:cNvSpPr/>
                <p:nvPr/>
              </p:nvSpPr>
              <p:spPr>
                <a:xfrm>
                  <a:off x="-52886951" y="16782290"/>
                  <a:ext cx="1163725" cy="498140"/>
                </a:xfrm>
                <a:custGeom>
                  <a:avLst/>
                  <a:gdLst>
                    <a:gd name="connsiteX0" fmla="*/ 1163726 w 1163725"/>
                    <a:gd name="connsiteY0" fmla="*/ 498141 h 498140"/>
                    <a:gd name="connsiteX1" fmla="*/ 1143260 w 1163725"/>
                    <a:gd name="connsiteY1" fmla="*/ 498141 h 498140"/>
                    <a:gd name="connsiteX2" fmla="*/ 949150 w 1163725"/>
                    <a:gd name="connsiteY2" fmla="*/ 309492 h 498140"/>
                    <a:gd name="connsiteX3" fmla="*/ 949150 w 1163725"/>
                    <a:gd name="connsiteY3" fmla="*/ 0 h 498140"/>
                    <a:gd name="connsiteX4" fmla="*/ 0 w 1163725"/>
                    <a:gd name="connsiteY4" fmla="*/ 0 h 498140"/>
                    <a:gd name="connsiteX5" fmla="*/ 0 w 1163725"/>
                    <a:gd name="connsiteY5" fmla="*/ 207634 h 498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163725" h="498140">
                      <a:moveTo>
                        <a:pt x="1163726" y="498141"/>
                      </a:moveTo>
                      <a:lnTo>
                        <a:pt x="1143260" y="498141"/>
                      </a:lnTo>
                      <a:cubicBezTo>
                        <a:pt x="1035974" y="498141"/>
                        <a:pt x="949150" y="413761"/>
                        <a:pt x="949150" y="309492"/>
                      </a:cubicBezTo>
                      <a:lnTo>
                        <a:pt x="949150" y="0"/>
                      </a:lnTo>
                      <a:lnTo>
                        <a:pt x="0" y="0"/>
                      </a:lnTo>
                      <a:lnTo>
                        <a:pt x="0" y="207634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4" name="手繪多邊形: 圖案 213">
                  <a:extLst>
                    <a:ext uri="{FF2B5EF4-FFF2-40B4-BE49-F238E27FC236}">
                      <a16:creationId xmlns:a16="http://schemas.microsoft.com/office/drawing/2014/main" id="{F89915F4-2318-FB24-4576-B27D2AE254E9}"/>
                    </a:ext>
                  </a:extLst>
                </p:cNvPr>
                <p:cNvSpPr/>
                <p:nvPr/>
              </p:nvSpPr>
              <p:spPr>
                <a:xfrm>
                  <a:off x="-53711139" y="17912373"/>
                  <a:ext cx="285581" cy="282972"/>
                </a:xfrm>
                <a:custGeom>
                  <a:avLst/>
                  <a:gdLst>
                    <a:gd name="connsiteX0" fmla="*/ 0 w 285581"/>
                    <a:gd name="connsiteY0" fmla="*/ 0 h 282972"/>
                    <a:gd name="connsiteX1" fmla="*/ 0 w 285581"/>
                    <a:gd name="connsiteY1" fmla="*/ 94324 h 282972"/>
                    <a:gd name="connsiteX2" fmla="*/ 194110 w 285581"/>
                    <a:gd name="connsiteY2" fmla="*/ 282972 h 282972"/>
                    <a:gd name="connsiteX3" fmla="*/ 285581 w 285581"/>
                    <a:gd name="connsiteY3" fmla="*/ 282972 h 2829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85581" h="282972">
                      <a:moveTo>
                        <a:pt x="0" y="0"/>
                      </a:moveTo>
                      <a:lnTo>
                        <a:pt x="0" y="94324"/>
                      </a:lnTo>
                      <a:cubicBezTo>
                        <a:pt x="0" y="198593"/>
                        <a:pt x="86820" y="282972"/>
                        <a:pt x="194110" y="282972"/>
                      </a:cubicBezTo>
                      <a:lnTo>
                        <a:pt x="285581" y="282972"/>
                      </a:ln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5" name="手繪多邊形: 圖案 214">
                  <a:extLst>
                    <a:ext uri="{FF2B5EF4-FFF2-40B4-BE49-F238E27FC236}">
                      <a16:creationId xmlns:a16="http://schemas.microsoft.com/office/drawing/2014/main" id="{5864E5EB-7197-1D2D-ED52-2DA3AD8AE008}"/>
                    </a:ext>
                  </a:extLst>
                </p:cNvPr>
                <p:cNvSpPr/>
                <p:nvPr/>
              </p:nvSpPr>
              <p:spPr>
                <a:xfrm>
                  <a:off x="-52955788" y="17629701"/>
                  <a:ext cx="1140466" cy="863986"/>
                </a:xfrm>
                <a:custGeom>
                  <a:avLst/>
                  <a:gdLst>
                    <a:gd name="connsiteX0" fmla="*/ 1140466 w 1140466"/>
                    <a:gd name="connsiteY0" fmla="*/ 863987 h 863986"/>
                    <a:gd name="connsiteX1" fmla="*/ 68837 w 1140466"/>
                    <a:gd name="connsiteY1" fmla="*/ 0 h 863986"/>
                    <a:gd name="connsiteX2" fmla="*/ 1075040 w 1140466"/>
                    <a:gd name="connsiteY2" fmla="*/ 0 h 863986"/>
                    <a:gd name="connsiteX3" fmla="*/ 0 w 1140466"/>
                    <a:gd name="connsiteY3" fmla="*/ 863987 h 8639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140466" h="863986">
                      <a:moveTo>
                        <a:pt x="1140466" y="863987"/>
                      </a:moveTo>
                      <a:cubicBezTo>
                        <a:pt x="650855" y="863987"/>
                        <a:pt x="83409" y="518633"/>
                        <a:pt x="68837" y="0"/>
                      </a:cubicBezTo>
                      <a:lnTo>
                        <a:pt x="1075040" y="0"/>
                      </a:lnTo>
                      <a:cubicBezTo>
                        <a:pt x="1062947" y="515921"/>
                        <a:pt x="470076" y="863987"/>
                        <a:pt x="0" y="863987"/>
                      </a:cubicBezTo>
                    </a:path>
                  </a:pathLst>
                </a:custGeom>
                <a:noFill/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6" name="手繪多邊形: 圖案 215">
                  <a:extLst>
                    <a:ext uri="{FF2B5EF4-FFF2-40B4-BE49-F238E27FC236}">
                      <a16:creationId xmlns:a16="http://schemas.microsoft.com/office/drawing/2014/main" id="{0A831FFA-6932-6F96-CBE7-D0922E6AB5CF}"/>
                    </a:ext>
                  </a:extLst>
                </p:cNvPr>
                <p:cNvSpPr/>
                <p:nvPr/>
              </p:nvSpPr>
              <p:spPr>
                <a:xfrm>
                  <a:off x="-54192383" y="17177367"/>
                  <a:ext cx="419226" cy="1018280"/>
                </a:xfrm>
                <a:custGeom>
                  <a:avLst/>
                  <a:gdLst>
                    <a:gd name="connsiteX0" fmla="*/ 419228 w 419226"/>
                    <a:gd name="connsiteY0" fmla="*/ 0 h 1018280"/>
                    <a:gd name="connsiteX1" fmla="*/ 1 w 419226"/>
                    <a:gd name="connsiteY1" fmla="*/ 1018280 h 10182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419226" h="1018280">
                      <a:moveTo>
                        <a:pt x="419228" y="0"/>
                      </a:moveTo>
                      <a:lnTo>
                        <a:pt x="1" y="1018280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7" name="手繪多邊形: 圖案 216">
                  <a:extLst>
                    <a:ext uri="{FF2B5EF4-FFF2-40B4-BE49-F238E27FC236}">
                      <a16:creationId xmlns:a16="http://schemas.microsoft.com/office/drawing/2014/main" id="{84D4069D-12EE-77E0-8617-8F987C24A74A}"/>
                    </a:ext>
                  </a:extLst>
                </p:cNvPr>
                <p:cNvSpPr/>
                <p:nvPr/>
              </p:nvSpPr>
              <p:spPr>
                <a:xfrm>
                  <a:off x="-53006332" y="16990225"/>
                  <a:ext cx="119380" cy="290205"/>
                </a:xfrm>
                <a:custGeom>
                  <a:avLst/>
                  <a:gdLst>
                    <a:gd name="connsiteX0" fmla="*/ 119380 w 119380"/>
                    <a:gd name="connsiteY0" fmla="*/ 0 h 290205"/>
                    <a:gd name="connsiteX1" fmla="*/ 1 w 119380"/>
                    <a:gd name="connsiteY1" fmla="*/ 290206 h 29020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19380" h="290205">
                      <a:moveTo>
                        <a:pt x="119380" y="0"/>
                      </a:moveTo>
                      <a:lnTo>
                        <a:pt x="1" y="290206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  <p:sp>
              <p:nvSpPr>
                <p:cNvPr id="218" name="手繪多邊形: 圖案 217">
                  <a:extLst>
                    <a:ext uri="{FF2B5EF4-FFF2-40B4-BE49-F238E27FC236}">
                      <a16:creationId xmlns:a16="http://schemas.microsoft.com/office/drawing/2014/main" id="{0BEA887C-C27F-E024-E478-2F19CA21F642}"/>
                    </a:ext>
                  </a:extLst>
                </p:cNvPr>
                <p:cNvSpPr/>
                <p:nvPr/>
              </p:nvSpPr>
              <p:spPr>
                <a:xfrm>
                  <a:off x="-54287887" y="16782290"/>
                  <a:ext cx="224806" cy="545754"/>
                </a:xfrm>
                <a:custGeom>
                  <a:avLst/>
                  <a:gdLst>
                    <a:gd name="connsiteX0" fmla="*/ 224805 w 224806"/>
                    <a:gd name="connsiteY0" fmla="*/ 0 h 545754"/>
                    <a:gd name="connsiteX1" fmla="*/ -2 w 224806"/>
                    <a:gd name="connsiteY1" fmla="*/ 545755 h 5457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224806" h="545754">
                      <a:moveTo>
                        <a:pt x="224805" y="0"/>
                      </a:moveTo>
                      <a:lnTo>
                        <a:pt x="-2" y="545755"/>
                      </a:lnTo>
                    </a:path>
                  </a:pathLst>
                </a:custGeom>
                <a:ln w="36277" cap="rnd">
                  <a:solidFill>
                    <a:srgbClr val="231815"/>
                  </a:solidFill>
                  <a:prstDash val="solid"/>
                  <a:round/>
                </a:ln>
              </p:spPr>
              <p:txBody>
  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TW" altLang="en-US" sz="1789"/>
                </a:p>
              </p:txBody>
            </p:sp>
          </p:grpSp>
          <p:sp>
            <p:nvSpPr>
              <p:cNvPr id="219" name="手繪多邊形: 圖案 218">
                <a:extLst>
                  <a:ext uri="{FF2B5EF4-FFF2-40B4-BE49-F238E27FC236}">
                    <a16:creationId xmlns:a16="http://schemas.microsoft.com/office/drawing/2014/main" id="{0263B944-9C08-3144-C844-061110743CC5}"/>
                  </a:ext>
                </a:extLst>
              </p:cNvPr>
              <p:cNvSpPr/>
              <p:nvPr/>
            </p:nvSpPr>
            <p:spPr>
              <a:xfrm>
                <a:off x="-54658741" y="18851698"/>
                <a:ext cx="2911328" cy="30135"/>
              </a:xfrm>
              <a:custGeom>
                <a:avLst/>
                <a:gdLst>
                  <a:gd name="connsiteX0" fmla="*/ 0 w 2911328"/>
                  <a:gd name="connsiteY0" fmla="*/ 0 h 30135"/>
                  <a:gd name="connsiteX1" fmla="*/ 2911328 w 291132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328" h="30135">
                    <a:moveTo>
                      <a:pt x="0" y="0"/>
                    </a:moveTo>
                    <a:lnTo>
                      <a:pt x="2911328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0" name="手繪多邊形: 圖案 219">
                <a:extLst>
                  <a:ext uri="{FF2B5EF4-FFF2-40B4-BE49-F238E27FC236}">
                    <a16:creationId xmlns:a16="http://schemas.microsoft.com/office/drawing/2014/main" id="{E3A5897A-1B31-42B9-852D-6E81899B0F09}"/>
                  </a:ext>
                </a:extLst>
              </p:cNvPr>
              <p:cNvSpPr/>
              <p:nvPr/>
            </p:nvSpPr>
            <p:spPr>
              <a:xfrm>
                <a:off x="-54558380" y="19247981"/>
                <a:ext cx="2710911" cy="1307279"/>
              </a:xfrm>
              <a:custGeom>
                <a:avLst/>
                <a:gdLst>
                  <a:gd name="connsiteX0" fmla="*/ 2708640 w 2710911"/>
                  <a:gd name="connsiteY0" fmla="*/ 216975 h 1307279"/>
                  <a:gd name="connsiteX1" fmla="*/ 2587713 w 2710911"/>
                  <a:gd name="connsiteY1" fmla="*/ 986939 h 1307279"/>
                  <a:gd name="connsiteX2" fmla="*/ 2203835 w 2710911"/>
                  <a:gd name="connsiteY2" fmla="*/ 1307280 h 1307279"/>
                  <a:gd name="connsiteX3" fmla="*/ 507082 w 2710911"/>
                  <a:gd name="connsiteY3" fmla="*/ 1307280 h 1307279"/>
                  <a:gd name="connsiteX4" fmla="*/ 123205 w 2710911"/>
                  <a:gd name="connsiteY4" fmla="*/ 986939 h 1307279"/>
                  <a:gd name="connsiteX5" fmla="*/ 2277 w 2710911"/>
                  <a:gd name="connsiteY5" fmla="*/ 216975 h 1307279"/>
                  <a:gd name="connsiteX6" fmla="*/ 194214 w 2710911"/>
                  <a:gd name="connsiteY6" fmla="*/ 0 h 1307279"/>
                  <a:gd name="connsiteX7" fmla="*/ 2516704 w 2710911"/>
                  <a:gd name="connsiteY7" fmla="*/ 0 h 1307279"/>
                  <a:gd name="connsiteX8" fmla="*/ 2708640 w 2710911"/>
                  <a:gd name="connsiteY8" fmla="*/ 216975 h 1307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710911" h="1307279">
                    <a:moveTo>
                      <a:pt x="2708640" y="216975"/>
                    </a:moveTo>
                    <a:lnTo>
                      <a:pt x="2587713" y="986939"/>
                    </a:lnTo>
                    <a:cubicBezTo>
                      <a:pt x="2558874" y="1171067"/>
                      <a:pt x="2395772" y="1307280"/>
                      <a:pt x="2203835" y="1307280"/>
                    </a:cubicBezTo>
                    <a:lnTo>
                      <a:pt x="507082" y="1307280"/>
                    </a:lnTo>
                    <a:cubicBezTo>
                      <a:pt x="315456" y="1307280"/>
                      <a:pt x="152354" y="1171067"/>
                      <a:pt x="123205" y="986939"/>
                    </a:cubicBezTo>
                    <a:lnTo>
                      <a:pt x="2277" y="216975"/>
                    </a:lnTo>
                    <a:cubicBezTo>
                      <a:pt x="-15710" y="102761"/>
                      <a:pt x="75145" y="0"/>
                      <a:pt x="194214" y="0"/>
                    </a:cubicBezTo>
                    <a:lnTo>
                      <a:pt x="2516704" y="0"/>
                    </a:lnTo>
                    <a:cubicBezTo>
                      <a:pt x="2635462" y="0"/>
                      <a:pt x="2726627" y="102761"/>
                      <a:pt x="2708640" y="216975"/>
                    </a:cubicBezTo>
                    <a:close/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1" name="手繪多邊形: 圖案 220">
                <a:extLst>
                  <a:ext uri="{FF2B5EF4-FFF2-40B4-BE49-F238E27FC236}">
                    <a16:creationId xmlns:a16="http://schemas.microsoft.com/office/drawing/2014/main" id="{80D9582D-1F86-EEB9-B5F4-6F67648AEA0D}"/>
                  </a:ext>
                </a:extLst>
              </p:cNvPr>
              <p:cNvSpPr/>
              <p:nvPr/>
            </p:nvSpPr>
            <p:spPr>
              <a:xfrm>
                <a:off x="-54143080" y="18851698"/>
                <a:ext cx="591628" cy="970063"/>
              </a:xfrm>
              <a:custGeom>
                <a:avLst/>
                <a:gdLst>
                  <a:gd name="connsiteX0" fmla="*/ 591629 w 591628"/>
                  <a:gd name="connsiteY0" fmla="*/ 0 h 970063"/>
                  <a:gd name="connsiteX1" fmla="*/ 591629 w 591628"/>
                  <a:gd name="connsiteY1" fmla="*/ 592767 h 970063"/>
                  <a:gd name="connsiteX2" fmla="*/ 203413 w 591628"/>
                  <a:gd name="connsiteY2" fmla="*/ 970064 h 970063"/>
                  <a:gd name="connsiteX3" fmla="*/ 0 w 591628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91628" h="970063">
                    <a:moveTo>
                      <a:pt x="591629" y="0"/>
                    </a:moveTo>
                    <a:lnTo>
                      <a:pt x="591629" y="592767"/>
                    </a:lnTo>
                    <a:cubicBezTo>
                      <a:pt x="591629" y="801004"/>
                      <a:pt x="417675" y="970064"/>
                      <a:pt x="203413" y="970064"/>
                    </a:cubicBezTo>
                    <a:lnTo>
                      <a:pt x="0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2" name="手繪多邊形: 圖案 221">
                <a:extLst>
                  <a:ext uri="{FF2B5EF4-FFF2-40B4-BE49-F238E27FC236}">
                    <a16:creationId xmlns:a16="http://schemas.microsoft.com/office/drawing/2014/main" id="{3BF0C193-7B8C-B32D-ECFE-F680F2D3C54D}"/>
                  </a:ext>
                </a:extLst>
              </p:cNvPr>
              <p:cNvSpPr/>
              <p:nvPr/>
            </p:nvSpPr>
            <p:spPr>
              <a:xfrm>
                <a:off x="-52853154" y="18851698"/>
                <a:ext cx="562483" cy="970063"/>
              </a:xfrm>
              <a:custGeom>
                <a:avLst/>
                <a:gdLst>
                  <a:gd name="connsiteX0" fmla="*/ 0 w 562483"/>
                  <a:gd name="connsiteY0" fmla="*/ 0 h 970063"/>
                  <a:gd name="connsiteX1" fmla="*/ 0 w 562483"/>
                  <a:gd name="connsiteY1" fmla="*/ 592767 h 970063"/>
                  <a:gd name="connsiteX2" fmla="*/ 388219 w 562483"/>
                  <a:gd name="connsiteY2" fmla="*/ 970064 h 970063"/>
                  <a:gd name="connsiteX3" fmla="*/ 562483 w 562483"/>
                  <a:gd name="connsiteY3" fmla="*/ 970064 h 9700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2483" h="970063">
                    <a:moveTo>
                      <a:pt x="0" y="0"/>
                    </a:moveTo>
                    <a:lnTo>
                      <a:pt x="0" y="592767"/>
                    </a:lnTo>
                    <a:cubicBezTo>
                      <a:pt x="0" y="801004"/>
                      <a:pt x="173954" y="970064"/>
                      <a:pt x="388219" y="970064"/>
                    </a:cubicBezTo>
                    <a:lnTo>
                      <a:pt x="562483" y="97006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3" name="手繪多邊形: 圖案 222">
                <a:extLst>
                  <a:ext uri="{FF2B5EF4-FFF2-40B4-BE49-F238E27FC236}">
                    <a16:creationId xmlns:a16="http://schemas.microsoft.com/office/drawing/2014/main" id="{D73D382F-3C0F-F787-C52A-88A8EAE35F87}"/>
                  </a:ext>
                </a:extLst>
              </p:cNvPr>
              <p:cNvSpPr/>
              <p:nvPr/>
            </p:nvSpPr>
            <p:spPr>
              <a:xfrm>
                <a:off x="-53755172" y="20191525"/>
                <a:ext cx="1104499" cy="30135"/>
              </a:xfrm>
              <a:custGeom>
                <a:avLst/>
                <a:gdLst>
                  <a:gd name="connsiteX0" fmla="*/ 0 w 1104499"/>
                  <a:gd name="connsiteY0" fmla="*/ 0 h 30135"/>
                  <a:gd name="connsiteX1" fmla="*/ 1104500 w 1104499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104499" h="30135">
                    <a:moveTo>
                      <a:pt x="0" y="0"/>
                    </a:moveTo>
                    <a:lnTo>
                      <a:pt x="1104500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4" name="圖形 17">
              <a:extLst>
                <a:ext uri="{FF2B5EF4-FFF2-40B4-BE49-F238E27FC236}">
                  <a16:creationId xmlns:a16="http://schemas.microsoft.com/office/drawing/2014/main" id="{515DCB28-4EF6-8D37-06D3-33FF75C0542F}"/>
                </a:ext>
              </a:extLst>
            </p:cNvPr>
            <p:cNvGrpSpPr/>
            <p:nvPr/>
          </p:nvGrpSpPr>
          <p:grpSpPr>
            <a:xfrm>
              <a:off x="-64586525" y="16782290"/>
              <a:ext cx="18237391" cy="66884789"/>
              <a:chOff x="-64586525" y="16782290"/>
              <a:chExt cx="18237391" cy="66884789"/>
            </a:xfrm>
            <a:noFill/>
          </p:grpSpPr>
          <p:sp>
            <p:nvSpPr>
              <p:cNvPr id="225" name="手繪多邊形: 圖案 224">
                <a:extLst>
                  <a:ext uri="{FF2B5EF4-FFF2-40B4-BE49-F238E27FC236}">
                    <a16:creationId xmlns:a16="http://schemas.microsoft.com/office/drawing/2014/main" id="{32F10868-7A81-C2FF-D545-0422B669ED9C}"/>
                  </a:ext>
                </a:extLst>
              </p:cNvPr>
              <p:cNvSpPr/>
              <p:nvPr/>
            </p:nvSpPr>
            <p:spPr>
              <a:xfrm>
                <a:off x="-63199546" y="17508557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6" name="手繪多邊形: 圖案 225">
                <a:extLst>
                  <a:ext uri="{FF2B5EF4-FFF2-40B4-BE49-F238E27FC236}">
                    <a16:creationId xmlns:a16="http://schemas.microsoft.com/office/drawing/2014/main" id="{4FA819D2-2726-0679-6974-DD54EA275135}"/>
                  </a:ext>
                </a:extLst>
              </p:cNvPr>
              <p:cNvSpPr/>
              <p:nvPr/>
            </p:nvSpPr>
            <p:spPr>
              <a:xfrm>
                <a:off x="-63199546" y="20191525"/>
                <a:ext cx="1661401" cy="30135"/>
              </a:xfrm>
              <a:custGeom>
                <a:avLst/>
                <a:gdLst>
                  <a:gd name="connsiteX0" fmla="*/ 2 w 1661401"/>
                  <a:gd name="connsiteY0" fmla="*/ 0 h 30135"/>
                  <a:gd name="connsiteX1" fmla="*/ 1661401 w 1661401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61401" h="30135">
                    <a:moveTo>
                      <a:pt x="2" y="0"/>
                    </a:moveTo>
                    <a:lnTo>
                      <a:pt x="166140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7" name="手繪多邊形: 圖案 226">
                <a:extLst>
                  <a:ext uri="{FF2B5EF4-FFF2-40B4-BE49-F238E27FC236}">
                    <a16:creationId xmlns:a16="http://schemas.microsoft.com/office/drawing/2014/main" id="{8A22371A-A18F-553F-E003-905143C6847D}"/>
                  </a:ext>
                </a:extLst>
              </p:cNvPr>
              <p:cNvSpPr/>
              <p:nvPr/>
            </p:nvSpPr>
            <p:spPr>
              <a:xfrm>
                <a:off x="-63874587" y="18477113"/>
                <a:ext cx="31007" cy="2078147"/>
              </a:xfrm>
              <a:custGeom>
                <a:avLst/>
                <a:gdLst>
                  <a:gd name="connsiteX0" fmla="*/ 1 w 31007"/>
                  <a:gd name="connsiteY0" fmla="*/ 2078147 h 2078147"/>
                  <a:gd name="connsiteX1" fmla="*/ 1 w 31007"/>
                  <a:gd name="connsiteY1" fmla="*/ 0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2078147">
                    <a:moveTo>
                      <a:pt x="1" y="2078147"/>
                    </a:moveTo>
                    <a:lnTo>
                      <a:pt x="1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28" name="手繪多邊形: 圖案 227">
                <a:extLst>
                  <a:ext uri="{FF2B5EF4-FFF2-40B4-BE49-F238E27FC236}">
                    <a16:creationId xmlns:a16="http://schemas.microsoft.com/office/drawing/2014/main" id="{72B5A7A1-772F-8073-0480-29F9FE3C3A83}"/>
                  </a:ext>
                </a:extLst>
              </p:cNvPr>
              <p:cNvSpPr/>
              <p:nvPr/>
            </p:nvSpPr>
            <p:spPr>
              <a:xfrm>
                <a:off x="-64586525" y="16782290"/>
                <a:ext cx="1088060" cy="1645702"/>
              </a:xfrm>
              <a:custGeom>
                <a:avLst/>
                <a:gdLst>
                  <a:gd name="connsiteX0" fmla="*/ 1088061 w 1088060"/>
                  <a:gd name="connsiteY0" fmla="*/ 0 h 1645702"/>
                  <a:gd name="connsiteX1" fmla="*/ 0 w 1088060"/>
                  <a:gd name="connsiteY1" fmla="*/ 1645702 h 1645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088060" h="1645702">
                    <a:moveTo>
                      <a:pt x="1088061" y="0"/>
                    </a:moveTo>
                    <a:cubicBezTo>
                      <a:pt x="1088061" y="0"/>
                      <a:pt x="983568" y="1132193"/>
                      <a:pt x="0" y="1645702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29" name="圖形 17">
              <a:extLst>
                <a:ext uri="{FF2B5EF4-FFF2-40B4-BE49-F238E27FC236}">
                  <a16:creationId xmlns:a16="http://schemas.microsoft.com/office/drawing/2014/main" id="{7EB0746D-C4B0-91BF-0FA2-8BA0E6BAB554}"/>
                </a:ext>
              </a:extLst>
            </p:cNvPr>
            <p:cNvGrpSpPr/>
            <p:nvPr/>
          </p:nvGrpSpPr>
          <p:grpSpPr>
            <a:xfrm>
              <a:off x="-69302514" y="16810617"/>
              <a:ext cx="17419311" cy="66382609"/>
              <a:chOff x="-69302514" y="16810617"/>
              <a:chExt cx="17419311" cy="66382609"/>
            </a:xfrm>
            <a:noFill/>
          </p:grpSpPr>
          <p:sp>
            <p:nvSpPr>
              <p:cNvPr id="230" name="手繪多邊形: 圖案 229">
                <a:extLst>
                  <a:ext uri="{FF2B5EF4-FFF2-40B4-BE49-F238E27FC236}">
                    <a16:creationId xmlns:a16="http://schemas.microsoft.com/office/drawing/2014/main" id="{78A7BFA0-27F0-CC77-3156-4FEEF46159AB}"/>
                  </a:ext>
                </a:extLst>
              </p:cNvPr>
              <p:cNvSpPr/>
              <p:nvPr/>
            </p:nvSpPr>
            <p:spPr>
              <a:xfrm>
                <a:off x="-69302513" y="17159587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1" name="手繪多邊形: 圖案 230">
                <a:extLst>
                  <a:ext uri="{FF2B5EF4-FFF2-40B4-BE49-F238E27FC236}">
                    <a16:creationId xmlns:a16="http://schemas.microsoft.com/office/drawing/2014/main" id="{C0E6067F-CA6D-46A2-9022-C33A6D98BB9F}"/>
                  </a:ext>
                </a:extLst>
              </p:cNvPr>
              <p:cNvSpPr/>
              <p:nvPr/>
            </p:nvSpPr>
            <p:spPr>
              <a:xfrm>
                <a:off x="-69302513" y="18234221"/>
                <a:ext cx="2911638" cy="30135"/>
              </a:xfrm>
              <a:custGeom>
                <a:avLst/>
                <a:gdLst>
                  <a:gd name="connsiteX0" fmla="*/ -1 w 2911638"/>
                  <a:gd name="connsiteY0" fmla="*/ 0 h 30135"/>
                  <a:gd name="connsiteX1" fmla="*/ 2911635 w 291163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638" h="30135">
                    <a:moveTo>
                      <a:pt x="-1" y="0"/>
                    </a:moveTo>
                    <a:lnTo>
                      <a:pt x="2911635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2" name="手繪多邊形: 圖案 231">
                <a:extLst>
                  <a:ext uri="{FF2B5EF4-FFF2-40B4-BE49-F238E27FC236}">
                    <a16:creationId xmlns:a16="http://schemas.microsoft.com/office/drawing/2014/main" id="{CC8E2AF8-BB2A-B5AB-EA72-1DE9502C3232}"/>
                  </a:ext>
                </a:extLst>
              </p:cNvPr>
              <p:cNvSpPr/>
              <p:nvPr/>
            </p:nvSpPr>
            <p:spPr>
              <a:xfrm>
                <a:off x="-68545921" y="16810617"/>
                <a:ext cx="31007" cy="697939"/>
              </a:xfrm>
              <a:custGeom>
                <a:avLst/>
                <a:gdLst>
                  <a:gd name="connsiteX0" fmla="*/ -4 w 31007"/>
                  <a:gd name="connsiteY0" fmla="*/ 0 h 697939"/>
                  <a:gd name="connsiteX1" fmla="*/ -4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4" y="0"/>
                    </a:moveTo>
                    <a:lnTo>
                      <a:pt x="-4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3" name="手繪多邊形: 圖案 232">
                <a:extLst>
                  <a:ext uri="{FF2B5EF4-FFF2-40B4-BE49-F238E27FC236}">
                    <a16:creationId xmlns:a16="http://schemas.microsoft.com/office/drawing/2014/main" id="{8A5A32AA-5351-6C94-517F-496F72EF69F9}"/>
                  </a:ext>
                </a:extLst>
              </p:cNvPr>
              <p:cNvSpPr/>
              <p:nvPr/>
            </p:nvSpPr>
            <p:spPr>
              <a:xfrm>
                <a:off x="-67095684" y="16810617"/>
                <a:ext cx="31007" cy="697939"/>
              </a:xfrm>
              <a:custGeom>
                <a:avLst/>
                <a:gdLst>
                  <a:gd name="connsiteX0" fmla="*/ -3 w 31007"/>
                  <a:gd name="connsiteY0" fmla="*/ 0 h 697939"/>
                  <a:gd name="connsiteX1" fmla="*/ -3 w 31007"/>
                  <a:gd name="connsiteY1" fmla="*/ 697939 h 69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1007" h="697939">
                    <a:moveTo>
                      <a:pt x="-3" y="0"/>
                    </a:moveTo>
                    <a:lnTo>
                      <a:pt x="-3" y="697939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4" name="手繪多邊形: 圖案 233">
                <a:extLst>
                  <a:ext uri="{FF2B5EF4-FFF2-40B4-BE49-F238E27FC236}">
                    <a16:creationId xmlns:a16="http://schemas.microsoft.com/office/drawing/2014/main" id="{531C1D6A-957D-F9C9-F430-232BB4B7EDAB}"/>
                  </a:ext>
                </a:extLst>
              </p:cNvPr>
              <p:cNvSpPr/>
              <p:nvPr/>
            </p:nvSpPr>
            <p:spPr>
              <a:xfrm>
                <a:off x="-67551190" y="18828795"/>
                <a:ext cx="900469" cy="1726465"/>
              </a:xfrm>
              <a:custGeom>
                <a:avLst/>
                <a:gdLst>
                  <a:gd name="connsiteX0" fmla="*/ 0 w 900469"/>
                  <a:gd name="connsiteY0" fmla="*/ 0 h 1726465"/>
                  <a:gd name="connsiteX1" fmla="*/ 318141 w 900469"/>
                  <a:gd name="connsiteY1" fmla="*/ 0 h 1726465"/>
                  <a:gd name="connsiteX2" fmla="*/ 900470 w 900469"/>
                  <a:gd name="connsiteY2" fmla="*/ 565946 h 1726465"/>
                  <a:gd name="connsiteX3" fmla="*/ 900470 w 900469"/>
                  <a:gd name="connsiteY3" fmla="*/ 1349168 h 1726465"/>
                  <a:gd name="connsiteX4" fmla="*/ 512250 w 900469"/>
                  <a:gd name="connsiteY4" fmla="*/ 1726465 h 1726465"/>
                  <a:gd name="connsiteX5" fmla="*/ 262015 w 900469"/>
                  <a:gd name="connsiteY5" fmla="*/ 1726465 h 17264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00469" h="1726465">
                    <a:moveTo>
                      <a:pt x="0" y="0"/>
                    </a:moveTo>
                    <a:lnTo>
                      <a:pt x="318141" y="0"/>
                    </a:lnTo>
                    <a:cubicBezTo>
                      <a:pt x="639696" y="0"/>
                      <a:pt x="900470" y="253440"/>
                      <a:pt x="900470" y="565946"/>
                    </a:cubicBezTo>
                    <a:lnTo>
                      <a:pt x="900470" y="1349168"/>
                    </a:lnTo>
                    <a:cubicBezTo>
                      <a:pt x="900470" y="1557405"/>
                      <a:pt x="726512" y="1726465"/>
                      <a:pt x="512250" y="1726465"/>
                    </a:cubicBezTo>
                    <a:lnTo>
                      <a:pt x="262015" y="1726465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5" name="手繪多邊形: 圖案 234">
                <a:extLst>
                  <a:ext uri="{FF2B5EF4-FFF2-40B4-BE49-F238E27FC236}">
                    <a16:creationId xmlns:a16="http://schemas.microsoft.com/office/drawing/2014/main" id="{26EC7EC1-FF1E-7BC3-0671-B4C303785E84}"/>
                  </a:ext>
                </a:extLst>
              </p:cNvPr>
              <p:cNvSpPr/>
              <p:nvPr/>
            </p:nvSpPr>
            <p:spPr>
              <a:xfrm>
                <a:off x="-69302514" y="17835226"/>
                <a:ext cx="1455871" cy="2720034"/>
              </a:xfrm>
              <a:custGeom>
                <a:avLst/>
                <a:gdLst>
                  <a:gd name="connsiteX0" fmla="*/ 1455818 w 1455871"/>
                  <a:gd name="connsiteY0" fmla="*/ 0 h 2720034"/>
                  <a:gd name="connsiteX1" fmla="*/ 0 w 1455871"/>
                  <a:gd name="connsiteY1" fmla="*/ 2720035 h 27200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455871" h="2720034">
                    <a:moveTo>
                      <a:pt x="1455818" y="0"/>
                    </a:moveTo>
                    <a:cubicBezTo>
                      <a:pt x="1455818" y="0"/>
                      <a:pt x="1487757" y="1632744"/>
                      <a:pt x="0" y="2720035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  <p:grpSp>
          <p:nvGrpSpPr>
            <p:cNvPr id="236" name="圖形 17">
              <a:extLst>
                <a:ext uri="{FF2B5EF4-FFF2-40B4-BE49-F238E27FC236}">
                  <a16:creationId xmlns:a16="http://schemas.microsoft.com/office/drawing/2014/main" id="{FF283D8D-A8CE-E903-BAEB-C69C958D233A}"/>
                </a:ext>
              </a:extLst>
            </p:cNvPr>
            <p:cNvGrpSpPr/>
            <p:nvPr/>
          </p:nvGrpSpPr>
          <p:grpSpPr>
            <a:xfrm>
              <a:off x="-59597053" y="16782290"/>
              <a:ext cx="17421172" cy="66884772"/>
              <a:chOff x="-59597053" y="16782290"/>
              <a:chExt cx="17421172" cy="66884772"/>
            </a:xfrm>
            <a:noFill/>
          </p:grpSpPr>
          <p:sp>
            <p:nvSpPr>
              <p:cNvPr id="237" name="手繪多邊形: 圖案 236">
                <a:extLst>
                  <a:ext uri="{FF2B5EF4-FFF2-40B4-BE49-F238E27FC236}">
                    <a16:creationId xmlns:a16="http://schemas.microsoft.com/office/drawing/2014/main" id="{9802DADB-FD39-EACA-1CAB-ACD43DEE6DDB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2911948" cy="30135"/>
              </a:xfrm>
              <a:custGeom>
                <a:avLst/>
                <a:gdLst>
                  <a:gd name="connsiteX0" fmla="*/ -1 w 2911948"/>
                  <a:gd name="connsiteY0" fmla="*/ 0 h 30135"/>
                  <a:gd name="connsiteX1" fmla="*/ 2911949 w 2911948"/>
                  <a:gd name="connsiteY1" fmla="*/ 0 h 30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911948" h="30135">
                    <a:moveTo>
                      <a:pt x="-1" y="0"/>
                    </a:moveTo>
                    <a:lnTo>
                      <a:pt x="2911949" y="0"/>
                    </a:lnTo>
                  </a:path>
                </a:pathLst>
              </a:custGeom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8" name="手繪多邊形: 圖案 237">
                <a:extLst>
                  <a:ext uri="{FF2B5EF4-FFF2-40B4-BE49-F238E27FC236}">
                    <a16:creationId xmlns:a16="http://schemas.microsoft.com/office/drawing/2014/main" id="{A934453F-9A5E-E66F-D65C-0C2AEE50B754}"/>
                  </a:ext>
                </a:extLst>
              </p:cNvPr>
              <p:cNvSpPr/>
              <p:nvPr/>
            </p:nvSpPr>
            <p:spPr>
              <a:xfrm>
                <a:off x="-59323872" y="16782290"/>
                <a:ext cx="2638768" cy="1694823"/>
              </a:xfrm>
              <a:custGeom>
                <a:avLst/>
                <a:gdLst>
                  <a:gd name="connsiteX0" fmla="*/ 2638768 w 2638768"/>
                  <a:gd name="connsiteY0" fmla="*/ 0 h 1694823"/>
                  <a:gd name="connsiteX1" fmla="*/ 776434 w 2638768"/>
                  <a:gd name="connsiteY1" fmla="*/ 0 h 1694823"/>
                  <a:gd name="connsiteX2" fmla="*/ 0 w 2638768"/>
                  <a:gd name="connsiteY2" fmla="*/ 754594 h 1694823"/>
                  <a:gd name="connsiteX3" fmla="*/ 0 w 2638768"/>
                  <a:gd name="connsiteY3" fmla="*/ 1694823 h 1694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38768" h="1694823">
                    <a:moveTo>
                      <a:pt x="2638768" y="0"/>
                    </a:moveTo>
                    <a:lnTo>
                      <a:pt x="776434" y="0"/>
                    </a:lnTo>
                    <a:cubicBezTo>
                      <a:pt x="347597" y="0"/>
                      <a:pt x="0" y="337819"/>
                      <a:pt x="0" y="754594"/>
                    </a:cubicBezTo>
                    <a:lnTo>
                      <a:pt x="0" y="1694823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39" name="手繪多邊形: 圖案 238">
                <a:extLst>
                  <a:ext uri="{FF2B5EF4-FFF2-40B4-BE49-F238E27FC236}">
                    <a16:creationId xmlns:a16="http://schemas.microsoft.com/office/drawing/2014/main" id="{DA2026ED-2F4D-2DF6-7B1B-F397A22FEDD9}"/>
                  </a:ext>
                </a:extLst>
              </p:cNvPr>
              <p:cNvSpPr/>
              <p:nvPr/>
            </p:nvSpPr>
            <p:spPr>
              <a:xfrm>
                <a:off x="-57661852" y="17177367"/>
                <a:ext cx="654575" cy="3377893"/>
              </a:xfrm>
              <a:custGeom>
                <a:avLst/>
                <a:gdLst>
                  <a:gd name="connsiteX0" fmla="*/ 654576 w 654575"/>
                  <a:gd name="connsiteY0" fmla="*/ 0 h 3377893"/>
                  <a:gd name="connsiteX1" fmla="*/ 654576 w 654575"/>
                  <a:gd name="connsiteY1" fmla="*/ 3000597 h 3377893"/>
                  <a:gd name="connsiteX2" fmla="*/ 266356 w 654575"/>
                  <a:gd name="connsiteY2" fmla="*/ 3377894 h 3377893"/>
                  <a:gd name="connsiteX3" fmla="*/ 0 w 654575"/>
                  <a:gd name="connsiteY3" fmla="*/ 3377894 h 3377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54575" h="3377893">
                    <a:moveTo>
                      <a:pt x="654576" y="0"/>
                    </a:moveTo>
                    <a:lnTo>
                      <a:pt x="654576" y="3000597"/>
                    </a:lnTo>
                    <a:cubicBezTo>
                      <a:pt x="654576" y="3208834"/>
                      <a:pt x="480622" y="3377894"/>
                      <a:pt x="266356" y="3377894"/>
                    </a:cubicBezTo>
                    <a:lnTo>
                      <a:pt x="0" y="3377894"/>
                    </a:ln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  <p:sp>
            <p:nvSpPr>
              <p:cNvPr id="240" name="手繪多邊形: 圖案 239">
                <a:extLst>
                  <a:ext uri="{FF2B5EF4-FFF2-40B4-BE49-F238E27FC236}">
                    <a16:creationId xmlns:a16="http://schemas.microsoft.com/office/drawing/2014/main" id="{87237987-8537-3159-4800-0BDCB62F7771}"/>
                  </a:ext>
                </a:extLst>
              </p:cNvPr>
              <p:cNvSpPr/>
              <p:nvPr/>
            </p:nvSpPr>
            <p:spPr>
              <a:xfrm>
                <a:off x="-59597053" y="18477113"/>
                <a:ext cx="1935201" cy="2078147"/>
              </a:xfrm>
              <a:custGeom>
                <a:avLst/>
                <a:gdLst>
                  <a:gd name="connsiteX0" fmla="*/ 1935202 w 1935201"/>
                  <a:gd name="connsiteY0" fmla="*/ 0 h 2078147"/>
                  <a:gd name="connsiteX1" fmla="*/ 0 w 1935201"/>
                  <a:gd name="connsiteY1" fmla="*/ 2078148 h 2078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935201" h="2078147">
                    <a:moveTo>
                      <a:pt x="1935202" y="0"/>
                    </a:moveTo>
                    <a:cubicBezTo>
                      <a:pt x="1935202" y="0"/>
                      <a:pt x="1663573" y="1714412"/>
                      <a:pt x="0" y="2078148"/>
                    </a:cubicBezTo>
                  </a:path>
                </a:pathLst>
              </a:custGeom>
              <a:noFill/>
              <a:ln w="36277" cap="rnd">
                <a:solidFill>
                  <a:srgbClr val="231815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90874" tIns="45437" rIns="90874" bIns="45437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TW" altLang="en-US" sz="1789"/>
              </a:p>
            </p:txBody>
          </p:sp>
        </p:grpSp>
      </p:grpSp>
      <p:pic>
        <p:nvPicPr>
          <p:cNvPr id="335" name="圖形 334">
            <a:extLst>
              <a:ext uri="{FF2B5EF4-FFF2-40B4-BE49-F238E27FC236}">
                <a16:creationId xmlns:a16="http://schemas.microsoft.com/office/drawing/2014/main" id="{CC9901C3-7013-21B9-0178-0DBB4B771B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142" t="52812" r="35452" b="20547"/>
          <a:stretch/>
        </p:blipFill>
        <p:spPr>
          <a:xfrm>
            <a:off x="2538314" y="15375026"/>
            <a:ext cx="24072140" cy="848934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2FE06E0C-FF42-E38F-5ACD-8A1A8C37C737}"/>
              </a:ext>
            </a:extLst>
          </p:cNvPr>
          <p:cNvGrpSpPr/>
          <p:nvPr/>
        </p:nvGrpSpPr>
        <p:grpSpPr>
          <a:xfrm>
            <a:off x="5879193" y="8739283"/>
            <a:ext cx="17042038" cy="5377884"/>
            <a:chOff x="7706552" y="21798512"/>
            <a:chExt cx="1363760" cy="430356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5E155390-4CED-34BA-F11A-379BE4D64185}"/>
                </a:ext>
              </a:extLst>
            </p:cNvPr>
            <p:cNvSpPr/>
            <p:nvPr/>
          </p:nvSpPr>
          <p:spPr>
            <a:xfrm>
              <a:off x="7706552" y="21798512"/>
              <a:ext cx="1363760" cy="430356"/>
            </a:xfrm>
            <a:custGeom>
              <a:avLst/>
              <a:gdLst>
                <a:gd name="connsiteX0" fmla="*/ 168518 w 1363760"/>
                <a:gd name="connsiteY0" fmla="*/ 345399 h 430356"/>
                <a:gd name="connsiteX1" fmla="*/ 22444 w 1363760"/>
                <a:gd name="connsiteY1" fmla="*/ 66824 h 430356"/>
                <a:gd name="connsiteX2" fmla="*/ 451423 w 1363760"/>
                <a:gd name="connsiteY2" fmla="*/ 43159 h 430356"/>
                <a:gd name="connsiteX3" fmla="*/ 912146 w 1363760"/>
                <a:gd name="connsiteY3" fmla="*/ 42261 h 430356"/>
                <a:gd name="connsiteX4" fmla="*/ 1326025 w 1363760"/>
                <a:gd name="connsiteY4" fmla="*/ 58736 h 430356"/>
                <a:gd name="connsiteX5" fmla="*/ 1189195 w 1363760"/>
                <a:gd name="connsiteY5" fmla="*/ 359477 h 430356"/>
                <a:gd name="connsiteX6" fmla="*/ 168211 w 1363760"/>
                <a:gd name="connsiteY6" fmla="*/ 345399 h 4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3760" h="430356">
                  <a:moveTo>
                    <a:pt x="168518" y="345399"/>
                  </a:moveTo>
                  <a:cubicBezTo>
                    <a:pt x="3337" y="266619"/>
                    <a:pt x="-29022" y="136618"/>
                    <a:pt x="22444" y="66824"/>
                  </a:cubicBezTo>
                  <a:cubicBezTo>
                    <a:pt x="90550" y="-25136"/>
                    <a:pt x="263437" y="-11357"/>
                    <a:pt x="451423" y="43159"/>
                  </a:cubicBezTo>
                  <a:cubicBezTo>
                    <a:pt x="613524" y="90488"/>
                    <a:pt x="803360" y="76109"/>
                    <a:pt x="912146" y="42261"/>
                  </a:cubicBezTo>
                  <a:cubicBezTo>
                    <a:pt x="1061611" y="-4168"/>
                    <a:pt x="1229566" y="-26334"/>
                    <a:pt x="1326025" y="58736"/>
                  </a:cubicBezTo>
                  <a:cubicBezTo>
                    <a:pt x="1400295" y="124336"/>
                    <a:pt x="1370095" y="273508"/>
                    <a:pt x="1189195" y="359477"/>
                  </a:cubicBezTo>
                  <a:cubicBezTo>
                    <a:pt x="1013843" y="442751"/>
                    <a:pt x="428618" y="469710"/>
                    <a:pt x="168211" y="345399"/>
                  </a:cubicBezTo>
                  <a:close/>
                </a:path>
              </a:pathLst>
            </a:custGeom>
            <a:solidFill>
              <a:schemeClr val="bg1"/>
            </a:solidFill>
            <a:ln w="57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/>
            </a:p>
          </p:txBody>
        </p:sp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13CCAE7B-39F6-0928-B037-E6CF2D074F05}"/>
                </a:ext>
              </a:extLst>
            </p:cNvPr>
            <p:cNvSpPr/>
            <p:nvPr/>
          </p:nvSpPr>
          <p:spPr>
            <a:xfrm>
              <a:off x="8855673" y="21903337"/>
              <a:ext cx="107565" cy="104284"/>
            </a:xfrm>
            <a:custGeom>
              <a:avLst/>
              <a:gdLst>
                <a:gd name="connsiteX0" fmla="*/ 64729 w 107565"/>
                <a:gd name="connsiteY0" fmla="*/ 1238 h 104284"/>
                <a:gd name="connsiteX1" fmla="*/ 46546 w 107565"/>
                <a:gd name="connsiteY1" fmla="*/ 1238 h 104284"/>
                <a:gd name="connsiteX2" fmla="*/ 29596 w 107565"/>
                <a:gd name="connsiteY2" fmla="*/ 1238 h 104284"/>
                <a:gd name="connsiteX3" fmla="*/ 320 w 107565"/>
                <a:gd name="connsiteY3" fmla="*/ 76723 h 104284"/>
                <a:gd name="connsiteX4" fmla="*/ 107564 w 107565"/>
                <a:gd name="connsiteY4" fmla="*/ 76723 h 104284"/>
                <a:gd name="connsiteX5" fmla="*/ 83835 w 107565"/>
                <a:gd name="connsiteY5" fmla="*/ 5432 h 104284"/>
                <a:gd name="connsiteX6" fmla="*/ 64420 w 107565"/>
                <a:gd name="connsiteY6" fmla="*/ 1538 h 104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565" h="104284">
                  <a:moveTo>
                    <a:pt x="64729" y="1238"/>
                  </a:moveTo>
                  <a:cubicBezTo>
                    <a:pt x="57024" y="3335"/>
                    <a:pt x="54251" y="3934"/>
                    <a:pt x="46546" y="1238"/>
                  </a:cubicBezTo>
                  <a:cubicBezTo>
                    <a:pt x="41615" y="-559"/>
                    <a:pt x="34835" y="-259"/>
                    <a:pt x="29596" y="1238"/>
                  </a:cubicBezTo>
                  <a:cubicBezTo>
                    <a:pt x="13263" y="6031"/>
                    <a:pt x="-2453" y="37184"/>
                    <a:pt x="320" y="76723"/>
                  </a:cubicBezTo>
                  <a:cubicBezTo>
                    <a:pt x="3093" y="116263"/>
                    <a:pt x="107873" y="110571"/>
                    <a:pt x="107564" y="76723"/>
                  </a:cubicBezTo>
                  <a:cubicBezTo>
                    <a:pt x="107564" y="49764"/>
                    <a:pt x="97395" y="14718"/>
                    <a:pt x="83835" y="5432"/>
                  </a:cubicBezTo>
                  <a:cubicBezTo>
                    <a:pt x="77980" y="1238"/>
                    <a:pt x="73666" y="-1158"/>
                    <a:pt x="64420" y="1538"/>
                  </a:cubicBezTo>
                  <a:close/>
                </a:path>
              </a:pathLst>
            </a:custGeom>
            <a:solidFill>
              <a:srgbClr val="FBA915"/>
            </a:solidFill>
            <a:ln w="56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23741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佈景主題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534</TotalTime>
  <Words>4</Words>
  <Application>Microsoft Office PowerPoint</Application>
  <PresentationFormat>自訂</PresentationFormat>
  <Paragraphs>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Yu-chin Lee</dc:creator>
  <cp:lastModifiedBy>希謀 魏</cp:lastModifiedBy>
  <cp:revision>5</cp:revision>
  <dcterms:created xsi:type="dcterms:W3CDTF">2025-01-16T05:58:35Z</dcterms:created>
  <dcterms:modified xsi:type="dcterms:W3CDTF">2025-04-24T08:22:39Z</dcterms:modified>
</cp:coreProperties>
</file>